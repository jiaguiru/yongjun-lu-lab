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11" r:id="rId3"/>
    <p:sldId id="401" r:id="rId5"/>
    <p:sldId id="402" r:id="rId6"/>
    <p:sldId id="291" r:id="rId7"/>
    <p:sldId id="334" r:id="rId8"/>
    <p:sldId id="270" r:id="rId9"/>
    <p:sldId id="288" r:id="rId10"/>
    <p:sldId id="396" r:id="rId11"/>
    <p:sldId id="403" r:id="rId12"/>
    <p:sldId id="390" r:id="rId13"/>
    <p:sldId id="392" r:id="rId14"/>
    <p:sldId id="393" r:id="rId15"/>
    <p:sldId id="407" r:id="rId16"/>
    <p:sldId id="394" r:id="rId17"/>
    <p:sldId id="333" r:id="rId18"/>
    <p:sldId id="391" r:id="rId19"/>
    <p:sldId id="404" r:id="rId20"/>
    <p:sldId id="308" r:id="rId21"/>
    <p:sldId id="272" r:id="rId22"/>
    <p:sldId id="265" r:id="rId23"/>
    <p:sldId id="389" r:id="rId24"/>
    <p:sldId id="410" r:id="rId25"/>
  </p:sldIdLst>
  <p:sldSz cx="12192000" cy="6858000"/>
  <p:notesSz cx="6858000" cy="9144000"/>
  <p:custDataLst>
    <p:tags r:id="rId30"/>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p l" initials="kl"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C2C4"/>
    <a:srgbClr val="D7DBDC"/>
    <a:srgbClr val="37474F"/>
    <a:srgbClr val="0A7A04"/>
    <a:srgbClr val="074D03"/>
    <a:srgbClr val="0A8604"/>
    <a:srgbClr val="57C55A"/>
    <a:srgbClr val="0C9905"/>
    <a:srgbClr val="B6D47E"/>
    <a:srgbClr val="E1E8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34" autoAdjust="0"/>
    <p:restoredTop sz="86061" autoAdjust="0"/>
  </p:normalViewPr>
  <p:slideViewPr>
    <p:cSldViewPr snapToGrid="0">
      <p:cViewPr varScale="1">
        <p:scale>
          <a:sx n="91" d="100"/>
          <a:sy n="91" d="100"/>
        </p:scale>
        <p:origin x="102" y="642"/>
      </p:cViewPr>
      <p:guideLst>
        <p:guide orient="horz" pos="2167"/>
        <p:guide/>
      </p:guideLst>
    </p:cSldViewPr>
  </p:slideViewPr>
  <p:notesTextViewPr>
    <p:cViewPr>
      <p:scale>
        <a:sx n="300" d="100"/>
        <a:sy n="300" d="100"/>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7.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38022" cap="rnd" cmpd="sng" algn="ctr">
              <a:solidFill>
                <a:schemeClr val="bg2">
                  <a:lumMod val="25000"/>
                </a:schemeClr>
              </a:solidFill>
              <a:prstDash val="solid"/>
              <a:round/>
            </a:ln>
            <a:effectLst/>
          </c:spPr>
          <c:marker>
            <c:symbol val="circle"/>
            <c:size val="4"/>
            <c:spPr>
              <a:solidFill>
                <a:schemeClr val="bg2">
                  <a:lumMod val="25000"/>
                </a:schemeClr>
              </a:solidFill>
              <a:ln w="9506" cap="flat" cmpd="sng" algn="ctr">
                <a:noFill/>
                <a:prstDash val="solid"/>
                <a:round/>
              </a:ln>
              <a:effectLst/>
            </c:spPr>
          </c:marker>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ser>
        <c:ser>
          <c:idx val="1"/>
          <c:order val="1"/>
          <c:tx>
            <c:strRef>
              <c:f>Sheet1!$C$1</c:f>
              <c:strCache>
                <c:ptCount val="1"/>
                <c:pt idx="0">
                  <c:v>系列 2</c:v>
                </c:pt>
              </c:strCache>
            </c:strRef>
          </c:tx>
          <c:spPr>
            <a:ln w="38022" cap="rnd" cmpd="sng" algn="ctr">
              <a:solidFill>
                <a:schemeClr val="tx1">
                  <a:lumMod val="50000"/>
                  <a:lumOff val="50000"/>
                </a:schemeClr>
              </a:solidFill>
              <a:prstDash val="solid"/>
              <a:round/>
            </a:ln>
            <a:effectLst/>
          </c:spPr>
          <c:marker>
            <c:symbol val="circle"/>
            <c:size val="4"/>
            <c:spPr>
              <a:solidFill>
                <a:srgbClr val="D11D26"/>
              </a:solidFill>
              <a:ln w="9506" cap="flat" cmpd="sng" algn="ctr">
                <a:solidFill>
                  <a:schemeClr val="tx1">
                    <a:lumMod val="50000"/>
                    <a:lumOff val="50000"/>
                  </a:schemeClr>
                </a:solidFill>
                <a:prstDash val="solid"/>
                <a:round/>
              </a:ln>
              <a:effectLst/>
            </c:spPr>
          </c:marker>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mooth val="0"/>
        </c:ser>
        <c:ser>
          <c:idx val="2"/>
          <c:order val="2"/>
          <c:tx>
            <c:strRef>
              <c:f>Sheet1!$D$1</c:f>
              <c:strCache>
                <c:ptCount val="1"/>
                <c:pt idx="0">
                  <c:v>系列 3</c:v>
                </c:pt>
              </c:strCache>
            </c:strRef>
          </c:tx>
          <c:spPr>
            <a:ln w="38022" cap="rnd" cmpd="sng" algn="ctr">
              <a:solidFill>
                <a:srgbClr val="37474F"/>
              </a:solidFill>
              <a:prstDash val="solid"/>
              <a:round/>
            </a:ln>
            <a:effectLst/>
          </c:spPr>
          <c:marker>
            <c:symbol val="circle"/>
            <c:size val="4"/>
            <c:spPr>
              <a:solidFill>
                <a:schemeClr val="accent2">
                  <a:lumMod val="60000"/>
                  <a:lumOff val="40000"/>
                </a:schemeClr>
              </a:solidFill>
              <a:ln w="9506" cap="flat" cmpd="sng" algn="ctr">
                <a:solidFill>
                  <a:srgbClr val="37474F"/>
                </a:solidFill>
                <a:prstDash val="solid"/>
                <a:round/>
              </a:ln>
              <a:effectLst/>
            </c:spPr>
          </c:marker>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ser>
        <c:dLbls>
          <c:showLegendKey val="0"/>
          <c:showVal val="0"/>
          <c:showCatName val="0"/>
          <c:showSerName val="0"/>
          <c:showPercent val="0"/>
          <c:showBubbleSize val="0"/>
        </c:dLbls>
        <c:marker val="1"/>
        <c:smooth val="0"/>
        <c:axId val="1456146080"/>
        <c:axId val="1456166208"/>
      </c:lineChart>
      <c:catAx>
        <c:axId val="1456146080"/>
        <c:scaling>
          <c:orientation val="minMax"/>
        </c:scaling>
        <c:delete val="0"/>
        <c:axPos val="b"/>
        <c:numFmt formatCode="General" sourceLinked="1"/>
        <c:majorTickMark val="none"/>
        <c:minorTickMark val="none"/>
        <c:tickLblPos val="nextTo"/>
        <c:spPr>
          <a:noFill/>
          <a:ln w="950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defRPr>
            </a:pPr>
          </a:p>
        </c:txPr>
        <c:crossAx val="1456166208"/>
        <c:crosses val="autoZero"/>
        <c:auto val="1"/>
        <c:lblAlgn val="ctr"/>
        <c:lblOffset val="100"/>
        <c:noMultiLvlLbl val="0"/>
      </c:catAx>
      <c:valAx>
        <c:axId val="1456166208"/>
        <c:scaling>
          <c:orientation val="minMax"/>
        </c:scaling>
        <c:delete val="0"/>
        <c:axPos val="l"/>
        <c:majorGridlines>
          <c:spPr>
            <a:ln w="9506"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p>
        </c:txPr>
        <c:crossAx val="1456146080"/>
        <c:crosses val="autoZero"/>
        <c:crossBetween val="between"/>
      </c:valAx>
      <c:spPr>
        <a:noFill/>
        <a:ln w="25348">
          <a:noFill/>
        </a:ln>
      </c:spPr>
    </c:plotArea>
    <c:plotVisOnly val="1"/>
    <c:dispBlanksAs val="gap"/>
    <c:showDLblsOverMax val="0"/>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8DF0A77-2099-4ED7-BBD0-DB514028A61B}"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eaLnBrk="1" hangingPunct="1">
              <a:defRPr sz="1200"/>
            </a:lvl1pPr>
          </a:lstStyle>
          <a:p>
            <a:fld id="{99B9ACD5-4993-490D-9F63-8857A175D72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064CBF-18AB-4544-B797-938057863C5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064CBF-18AB-4544-B797-938057863C5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3064CBF-18AB-4544-B797-938057863C5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9B9ACD5-4993-490D-9F63-8857A175D7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06D045BB-3887-4E3F-A272-E5247811F888}"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4769E6EE-4033-4F3F-A866-667792DA360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06D045BB-3887-4E3F-A272-E5247811F888}"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4769E6EE-4033-4F3F-A866-667792DA360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pPr>
              <a:defRPr/>
            </a:pPr>
            <a:fld id="{CF9B9AB7-2EB6-4185-9DCB-4AF6356386BC}"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90222633-1CFC-4744-B27B-E89ADF5F76A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D2FD1BE6-F418-4461-8AC3-D256C0A710B1}"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CFB63FA0-0751-4FD1-AA0A-BCFF0CDB5DE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920E11D0-1426-4C51-B810-275B779BA932}"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F838110D-3347-4AFC-839B-CCA40FE78440}" type="slidenum">
              <a:rPr lang="zh-CN" altLang="en-US" smtClean="0"/>
            </a:fld>
            <a:endParaRPr lang="zh-CN" altLang="en-US"/>
          </a:p>
        </p:txBody>
      </p:sp>
      <p:sp>
        <p:nvSpPr>
          <p:cNvPr id="11" name="矩形 10"/>
          <p:cNvSpPr/>
          <p:nvPr userDrawn="1"/>
        </p:nvSpPr>
        <p:spPr>
          <a:xfrm>
            <a:off x="8325228" y="4422157"/>
            <a:ext cx="775136" cy="230832"/>
          </a:xfrm>
          <a:prstGeom prst="rect">
            <a:avLst/>
          </a:prstGeom>
        </p:spPr>
        <p:txBody>
          <a:bodyPr wrap="square">
            <a:spAutoFit/>
          </a:bodyPr>
          <a:lstStyle/>
          <a:p>
            <a:pPr eaLnBrk="1" fontAlgn="auto" hangingPunct="1">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eaLnBrk="1" fontAlgn="auto" hangingPunct="1">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71A050A5-43DA-4A5C-A304-60D2304D70DE}" type="datetimeFigureOut">
              <a:rPr lang="zh-CN" altLang="en-US" smtClean="0"/>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B59F8795-4A45-4CF6-A2F1-3F6184487FB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23A4A16-ECCF-495A-B14A-C7BCDDEF123A}"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fld id="{DDDE7253-5D03-4501-ADC9-33795310BD2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23A4A16-ECCF-495A-B14A-C7BCDDEF123A}"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fld id="{DDDE7253-5D03-4501-ADC9-33795310BD21}" type="slidenum">
              <a:rPr lang="zh-CN" altLang="en-US" smtClean="0"/>
            </a:fld>
            <a:endParaRPr lang="zh-CN" altLang="en-US"/>
          </a:p>
        </p:txBody>
      </p:sp>
      <p:sp>
        <p:nvSpPr>
          <p:cNvPr id="5" name="矩形 4"/>
          <p:cNvSpPr/>
          <p:nvPr userDrawn="1"/>
        </p:nvSpPr>
        <p:spPr>
          <a:xfrm>
            <a:off x="0" y="0"/>
            <a:ext cx="12192000" cy="6858000"/>
          </a:xfrm>
          <a:prstGeom prst="rect">
            <a:avLst/>
          </a:prstGeom>
          <a:solidFill>
            <a:srgbClr val="D7D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23A4A16-ECCF-495A-B14A-C7BCDDEF123A}"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fld id="{DDDE7253-5D03-4501-ADC9-33795310BD21}" type="slidenum">
              <a:rPr lang="zh-CN" altLang="en-US" smtClean="0"/>
            </a:fld>
            <a:endParaRPr lang="zh-CN" altLang="en-US"/>
          </a:p>
        </p:txBody>
      </p:sp>
      <p:sp>
        <p:nvSpPr>
          <p:cNvPr id="5" name="矩形 4"/>
          <p:cNvSpPr/>
          <p:nvPr userDrawn="1"/>
        </p:nvSpPr>
        <p:spPr>
          <a:xfrm>
            <a:off x="0" y="0"/>
            <a:ext cx="12192000" cy="6858000"/>
          </a:xfrm>
          <a:prstGeom prst="rect">
            <a:avLst/>
          </a:prstGeom>
          <a:solidFill>
            <a:srgbClr val="D7DB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314153" y="549641"/>
            <a:ext cx="552622" cy="577512"/>
            <a:chOff x="4822956" y="1288691"/>
            <a:chExt cx="2351883" cy="2457809"/>
          </a:xfrm>
        </p:grpSpPr>
        <p:sp>
          <p:nvSpPr>
            <p:cNvPr id="7" name="矩形 6"/>
            <p:cNvSpPr/>
            <p:nvPr/>
          </p:nvSpPr>
          <p:spPr>
            <a:xfrm>
              <a:off x="5154654" y="1288691"/>
              <a:ext cx="2020185" cy="2167299"/>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822956" y="1579201"/>
              <a:ext cx="2020186" cy="216729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fld id="{1E3A6A11-58F9-4723-A92D-E929B83CFDD8}"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9BA8B21C-8687-4765-8BDB-C52167D1EB6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pPr>
              <a:defRPr/>
            </a:pPr>
            <a:fld id="{958C3543-12E8-41E8-B792-3FC4AAAD13C1}"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84FEE633-5D98-42A7-B8B5-38C075D1D5E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AD7D2D28-E8A0-40C3-9E07-86C241896AFB}"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9DC3F693-9EE4-4A67-A7FA-E73A2989A70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9E4C08EF-9433-4D3E-B912-B49B7CC531BF}"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3EDF288-10FE-4776-8760-57E7F945E01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春秋视觉工作室</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6D045BB-3887-4E3F-A272-E5247811F888}"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69E6EE-4033-4F3F-A866-667792DA360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8.xml"/><Relationship Id="rId2" Type="http://schemas.openxmlformats.org/officeDocument/2006/relationships/tags" Target="../tags/tag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9.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9.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image" Target="../media/image2.png"/><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8.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9.xml"/><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9.xml"/><Relationship Id="rId2" Type="http://schemas.openxmlformats.org/officeDocument/2006/relationships/image" Target="../media/image2.pn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6" Type="http://schemas.openxmlformats.org/officeDocument/2006/relationships/notesSlide" Target="../notesSlides/notesSlide13.xml"/><Relationship Id="rId15" Type="http://schemas.openxmlformats.org/officeDocument/2006/relationships/slideLayout" Target="../slideLayouts/slideLayout8.xml"/><Relationship Id="rId14" Type="http://schemas.openxmlformats.org/officeDocument/2006/relationships/image" Target="../media/image2.png"/><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9.xml"/><Relationship Id="rId2" Type="http://schemas.openxmlformats.org/officeDocument/2006/relationships/image" Target="../media/image15.jpe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image" Target="../media/image18.jpe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8.xml"/><Relationship Id="rId2" Type="http://schemas.openxmlformats.org/officeDocument/2006/relationships/tags" Target="../tags/tag16.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17"/>
          <p:cNvCxnSpPr/>
          <p:nvPr/>
        </p:nvCxnSpPr>
        <p:spPr>
          <a:xfrm flipV="1">
            <a:off x="4615543" y="579835"/>
            <a:ext cx="4361147" cy="4361147"/>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3612707" y="4141347"/>
            <a:ext cx="1498600" cy="1498600"/>
          </a:xfrm>
          <a:prstGeom prst="line">
            <a:avLst/>
          </a:prstGeom>
          <a:ln w="698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6049279" y="1209935"/>
            <a:ext cx="2548054" cy="2548054"/>
          </a:xfrm>
          <a:prstGeom prst="line">
            <a:avLst/>
          </a:prstGeom>
          <a:ln w="0">
            <a:solidFill>
              <a:schemeClr val="tx1">
                <a:lumMod val="75000"/>
                <a:lumOff val="25000"/>
                <a:alpha val="52000"/>
              </a:schemeClr>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919587" y="875895"/>
            <a:ext cx="6403623" cy="4621281"/>
          </a:xfrm>
          <a:prstGeom prst="rect">
            <a:avLst/>
          </a:prstGeom>
        </p:spPr>
      </p:pic>
      <p:sp>
        <p:nvSpPr>
          <p:cNvPr id="26" name="矩形 17"/>
          <p:cNvSpPr>
            <a:spLocks noChangeArrowheads="1"/>
          </p:cNvSpPr>
          <p:nvPr/>
        </p:nvSpPr>
        <p:spPr bwMode="auto">
          <a:xfrm>
            <a:off x="5377211" y="4352331"/>
            <a:ext cx="1437576"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200" spc="300" dirty="0" smtClean="0">
                <a:solidFill>
                  <a:schemeClr val="tx1">
                    <a:lumMod val="50000"/>
                    <a:lumOff val="50000"/>
                  </a:schemeClr>
                </a:solidFill>
                <a:latin typeface="+mn-lt"/>
                <a:ea typeface="+mn-ea"/>
                <a:cs typeface="+mn-ea"/>
                <a:sym typeface="+mn-lt"/>
              </a:rPr>
              <a:t>今日双鸭山</a:t>
            </a:r>
            <a:endParaRPr lang="zh-CN" altLang="en-US" sz="1200" spc="300" dirty="0" smtClean="0">
              <a:solidFill>
                <a:schemeClr val="tx1">
                  <a:lumMod val="50000"/>
                  <a:lumOff val="50000"/>
                </a:schemeClr>
              </a:solidFill>
              <a:latin typeface="+mn-lt"/>
              <a:ea typeface="+mn-ea"/>
              <a:cs typeface="+mn-ea"/>
              <a:sym typeface="+mn-lt"/>
            </a:endParaRPr>
          </a:p>
        </p:txBody>
      </p:sp>
      <p:cxnSp>
        <p:nvCxnSpPr>
          <p:cNvPr id="4" name="直接连接符 3"/>
          <p:cNvCxnSpPr/>
          <p:nvPr/>
        </p:nvCxnSpPr>
        <p:spPr>
          <a:xfrm>
            <a:off x="5417556" y="4141347"/>
            <a:ext cx="140768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 presetClass="entr" presetSubtype="12" accel="60000" fill="hold" nodeType="withEffect" p14:presetBounceEnd="60000">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14:bounceEnd="60000">
                                          <p:cBhvr additive="base">
                                            <p:cTn id="10" dur="1250" fill="hold"/>
                                            <p:tgtEl>
                                              <p:spTgt spid="23"/>
                                            </p:tgtEl>
                                            <p:attrNameLst>
                                              <p:attrName>ppt_x</p:attrName>
                                            </p:attrNameLst>
                                          </p:cBhvr>
                                          <p:tavLst>
                                            <p:tav tm="0">
                                              <p:val>
                                                <p:strVal val="0-#ppt_w/2"/>
                                              </p:val>
                                            </p:tav>
                                            <p:tav tm="100000">
                                              <p:val>
                                                <p:strVal val="#ppt_x"/>
                                              </p:val>
                                            </p:tav>
                                          </p:tavLst>
                                        </p:anim>
                                        <p:anim calcmode="lin" valueType="num" p14:bounceEnd="60000">
                                          <p:cBhvr additive="base">
                                            <p:cTn id="11" dur="1250" fill="hold"/>
                                            <p:tgtEl>
                                              <p:spTgt spid="23"/>
                                            </p:tgtEl>
                                            <p:attrNameLst>
                                              <p:attrName>ppt_y</p:attrName>
                                            </p:attrNameLst>
                                          </p:cBhvr>
                                          <p:tavLst>
                                            <p:tav tm="0">
                                              <p:val>
                                                <p:strVal val="1+#ppt_h/2"/>
                                              </p:val>
                                            </p:tav>
                                            <p:tav tm="100000">
                                              <p:val>
                                                <p:strVal val="#ppt_y"/>
                                              </p:val>
                                            </p:tav>
                                          </p:tavLst>
                                        </p:anim>
                                      </p:childTnLst>
                                    </p:cTn>
                                  </p:par>
                                  <p:par>
                                    <p:cTn id="12" presetID="2" presetClass="entr" presetSubtype="3" accel="60000" fill="hold" nodeType="withEffect" p14:presetBounceEnd="60000">
                                      <p:stCondLst>
                                        <p:cond delay="250"/>
                                      </p:stCondLst>
                                      <p:childTnLst>
                                        <p:set>
                                          <p:cBhvr>
                                            <p:cTn id="13" dur="1" fill="hold">
                                              <p:stCondLst>
                                                <p:cond delay="0"/>
                                              </p:stCondLst>
                                            </p:cTn>
                                            <p:tgtEl>
                                              <p:spTgt spid="24"/>
                                            </p:tgtEl>
                                            <p:attrNameLst>
                                              <p:attrName>style.visibility</p:attrName>
                                            </p:attrNameLst>
                                          </p:cBhvr>
                                          <p:to>
                                            <p:strVal val="visible"/>
                                          </p:to>
                                        </p:set>
                                        <p:anim calcmode="lin" valueType="num" p14:bounceEnd="60000">
                                          <p:cBhvr additive="base">
                                            <p:cTn id="14" dur="125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15" dur="1250" fill="hold"/>
                                            <p:tgtEl>
                                              <p:spTgt spid="24"/>
                                            </p:tgtEl>
                                            <p:attrNameLst>
                                              <p:attrName>ppt_y</p:attrName>
                                            </p:attrNameLst>
                                          </p:cBhvr>
                                          <p:tavLst>
                                            <p:tav tm="0">
                                              <p:val>
                                                <p:strVal val="0-#ppt_h/2"/>
                                              </p:val>
                                            </p:tav>
                                            <p:tav tm="100000">
                                              <p:val>
                                                <p:strVal val="#ppt_y"/>
                                              </p:val>
                                            </p:tav>
                                          </p:tavLst>
                                        </p:anim>
                                      </p:childTnLst>
                                    </p:cTn>
                                  </p:par>
                                  <p:par>
                                    <p:cTn id="16" presetID="2" presetClass="entr" presetSubtype="2" fill="hold" nodeType="withEffect">
                                      <p:stCondLst>
                                        <p:cond delay="75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par>
                                    <p:cTn id="20" presetID="10" presetClass="entr" presetSubtype="0" fill="hold" grpId="0" nodeType="withEffect">
                                      <p:stCondLst>
                                        <p:cond delay="125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 presetClass="entr" presetSubtype="12" accel="6000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cBhvr additive="base">
                                            <p:cTn id="10" dur="1250" fill="hold"/>
                                            <p:tgtEl>
                                              <p:spTgt spid="23"/>
                                            </p:tgtEl>
                                            <p:attrNameLst>
                                              <p:attrName>ppt_x</p:attrName>
                                            </p:attrNameLst>
                                          </p:cBhvr>
                                          <p:tavLst>
                                            <p:tav tm="0">
                                              <p:val>
                                                <p:strVal val="0-#ppt_w/2"/>
                                              </p:val>
                                            </p:tav>
                                            <p:tav tm="100000">
                                              <p:val>
                                                <p:strVal val="#ppt_x"/>
                                              </p:val>
                                            </p:tav>
                                          </p:tavLst>
                                        </p:anim>
                                        <p:anim calcmode="lin" valueType="num">
                                          <p:cBhvr additive="base">
                                            <p:cTn id="11" dur="1250" fill="hold"/>
                                            <p:tgtEl>
                                              <p:spTgt spid="23"/>
                                            </p:tgtEl>
                                            <p:attrNameLst>
                                              <p:attrName>ppt_y</p:attrName>
                                            </p:attrNameLst>
                                          </p:cBhvr>
                                          <p:tavLst>
                                            <p:tav tm="0">
                                              <p:val>
                                                <p:strVal val="1+#ppt_h/2"/>
                                              </p:val>
                                            </p:tav>
                                            <p:tav tm="100000">
                                              <p:val>
                                                <p:strVal val="#ppt_y"/>
                                              </p:val>
                                            </p:tav>
                                          </p:tavLst>
                                        </p:anim>
                                      </p:childTnLst>
                                    </p:cTn>
                                  </p:par>
                                  <p:par>
                                    <p:cTn id="12" presetID="2" presetClass="entr" presetSubtype="3" accel="60000" fill="hold" nodeType="withEffect">
                                      <p:stCondLst>
                                        <p:cond delay="25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1250" fill="hold"/>
                                            <p:tgtEl>
                                              <p:spTgt spid="24"/>
                                            </p:tgtEl>
                                            <p:attrNameLst>
                                              <p:attrName>ppt_x</p:attrName>
                                            </p:attrNameLst>
                                          </p:cBhvr>
                                          <p:tavLst>
                                            <p:tav tm="0">
                                              <p:val>
                                                <p:strVal val="1+#ppt_w/2"/>
                                              </p:val>
                                            </p:tav>
                                            <p:tav tm="100000">
                                              <p:val>
                                                <p:strVal val="#ppt_x"/>
                                              </p:val>
                                            </p:tav>
                                          </p:tavLst>
                                        </p:anim>
                                        <p:anim calcmode="lin" valueType="num">
                                          <p:cBhvr additive="base">
                                            <p:cTn id="15" dur="1250" fill="hold"/>
                                            <p:tgtEl>
                                              <p:spTgt spid="24"/>
                                            </p:tgtEl>
                                            <p:attrNameLst>
                                              <p:attrName>ppt_y</p:attrName>
                                            </p:attrNameLst>
                                          </p:cBhvr>
                                          <p:tavLst>
                                            <p:tav tm="0">
                                              <p:val>
                                                <p:strVal val="0-#ppt_h/2"/>
                                              </p:val>
                                            </p:tav>
                                            <p:tav tm="100000">
                                              <p:val>
                                                <p:strVal val="#ppt_y"/>
                                              </p:val>
                                            </p:tav>
                                          </p:tavLst>
                                        </p:anim>
                                      </p:childTnLst>
                                    </p:cTn>
                                  </p:par>
                                  <p:par>
                                    <p:cTn id="16" presetID="2" presetClass="entr" presetSubtype="2" fill="hold" nodeType="withEffect">
                                      <p:stCondLst>
                                        <p:cond delay="75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par>
                                    <p:cTn id="20" presetID="10" presetClass="entr" presetSubtype="0" fill="hold" grpId="0" nodeType="withEffect">
                                      <p:stCondLst>
                                        <p:cond delay="125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V="1">
            <a:off x="1414130" y="2879942"/>
            <a:ext cx="866770" cy="866770"/>
          </a:xfrm>
          <a:prstGeom prst="line">
            <a:avLst/>
          </a:prstGeom>
          <a:ln w="0">
            <a:solidFill>
              <a:schemeClr val="tx1">
                <a:lumMod val="75000"/>
                <a:lumOff val="25000"/>
                <a:alpha val="52000"/>
              </a:schemeClr>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009870" y="1642716"/>
            <a:ext cx="1701107" cy="646331"/>
          </a:xfrm>
          <a:prstGeom prst="rect">
            <a:avLst/>
          </a:prstGeom>
          <a:noFill/>
          <a:effectLst/>
        </p:spPr>
        <p:txBody>
          <a:bodyPr wrap="none" rtlCol="0">
            <a:spAutoFit/>
          </a:bodyPr>
          <a:lstStyle/>
          <a:p>
            <a:pPr algn="r"/>
            <a:r>
              <a:rPr lang="en-US" altLang="zh-CN" sz="3600" dirty="0">
                <a:solidFill>
                  <a:schemeClr val="tx1">
                    <a:lumMod val="75000"/>
                    <a:lumOff val="25000"/>
                  </a:schemeClr>
                </a:solidFill>
                <a:latin typeface="+mn-lt"/>
                <a:ea typeface="微软雅黑" panose="020B0503020204020204" pitchFamily="34" charset="-122"/>
                <a:cs typeface="Kartika" panose="02020503030404060203" pitchFamily="18" charset="0"/>
              </a:rPr>
              <a:t>CONCENTS</a:t>
            </a:r>
            <a:endParaRPr lang="zh-CN" altLang="en-US" sz="3600" dirty="0">
              <a:solidFill>
                <a:schemeClr val="tx1">
                  <a:lumMod val="75000"/>
                  <a:lumOff val="25000"/>
                </a:schemeClr>
              </a:solidFill>
              <a:latin typeface="+mn-lt"/>
              <a:ea typeface="微软雅黑" panose="020B0503020204020204" pitchFamily="34" charset="-122"/>
              <a:cs typeface="Kartika" panose="02020503030404060203" pitchFamily="18" charset="0"/>
            </a:endParaRPr>
          </a:p>
        </p:txBody>
      </p:sp>
      <p:sp>
        <p:nvSpPr>
          <p:cNvPr id="5" name="文本框 4"/>
          <p:cNvSpPr txBox="1"/>
          <p:nvPr/>
        </p:nvSpPr>
        <p:spPr>
          <a:xfrm>
            <a:off x="429172" y="2047495"/>
            <a:ext cx="1976145" cy="1107996"/>
          </a:xfrm>
          <a:prstGeom prst="rect">
            <a:avLst/>
          </a:prstGeom>
          <a:noFill/>
          <a:effectLst/>
        </p:spPr>
        <p:txBody>
          <a:bodyPr wrap="square" rtlCol="0">
            <a:spAutoFit/>
          </a:bodyPr>
          <a:lstStyle/>
          <a:p>
            <a:pPr algn="dist"/>
            <a:r>
              <a:rPr lang="zh-CN" altLang="en-US" sz="6600" dirty="0">
                <a:solidFill>
                  <a:schemeClr val="tx1">
                    <a:lumMod val="75000"/>
                    <a:lumOff val="25000"/>
                  </a:schemeClr>
                </a:solidFill>
                <a:latin typeface="微软雅黑 Light" panose="020B0502040204020203" pitchFamily="34" charset="-122"/>
                <a:ea typeface="微软雅黑 Light" panose="020B0502040204020203" pitchFamily="34" charset="-122"/>
                <a:cs typeface="Kartika" panose="02020503030404060203" pitchFamily="18" charset="0"/>
              </a:rPr>
              <a:t>目录</a:t>
            </a:r>
            <a:endParaRPr lang="zh-CN" altLang="en-US" sz="6600" dirty="0">
              <a:solidFill>
                <a:schemeClr val="tx1">
                  <a:lumMod val="75000"/>
                  <a:lumOff val="25000"/>
                </a:schemeClr>
              </a:solidFill>
              <a:latin typeface="微软雅黑 Light" panose="020B0502040204020203" pitchFamily="34" charset="-122"/>
              <a:ea typeface="微软雅黑 Light" panose="020B0502040204020203" pitchFamily="34" charset="-122"/>
              <a:cs typeface="Kartika" panose="02020503030404060203" pitchFamily="18" charset="0"/>
            </a:endParaRPr>
          </a:p>
        </p:txBody>
      </p:sp>
      <p:cxnSp>
        <p:nvCxnSpPr>
          <p:cNvPr id="16" name="直接连接符 15"/>
          <p:cNvCxnSpPr/>
          <p:nvPr/>
        </p:nvCxnSpPr>
        <p:spPr>
          <a:xfrm flipV="1">
            <a:off x="307706" y="2122679"/>
            <a:ext cx="3277828" cy="32778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2651249" y="2335625"/>
            <a:ext cx="866770" cy="866770"/>
          </a:xfrm>
          <a:prstGeom prst="line">
            <a:avLst/>
          </a:prstGeom>
          <a:ln w="0">
            <a:solidFill>
              <a:schemeClr val="tx1">
                <a:lumMod val="75000"/>
                <a:lumOff val="25000"/>
                <a:alpha val="52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3986015" y="1711248"/>
            <a:ext cx="5716785" cy="707886"/>
            <a:chOff x="3986015" y="1711248"/>
            <a:chExt cx="5716785" cy="707886"/>
          </a:xfrm>
        </p:grpSpPr>
        <p:sp>
          <p:nvSpPr>
            <p:cNvPr id="10" name="TextBox 64"/>
            <p:cNvSpPr>
              <a:spLocks noChangeArrowheads="1"/>
            </p:cNvSpPr>
            <p:nvPr/>
          </p:nvSpPr>
          <p:spPr bwMode="auto">
            <a:xfrm>
              <a:off x="4586719" y="1723948"/>
              <a:ext cx="3781315"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YOUR TITLE HERE</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13" name="TextBox 64"/>
            <p:cNvSpPr>
              <a:spLocks noChangeArrowheads="1"/>
            </p:cNvSpPr>
            <p:nvPr/>
          </p:nvSpPr>
          <p:spPr bwMode="auto">
            <a:xfrm>
              <a:off x="4193481" y="1723948"/>
              <a:ext cx="518681"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1</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3" name="矩形 2"/>
            <p:cNvSpPr/>
            <p:nvPr/>
          </p:nvSpPr>
          <p:spPr>
            <a:xfrm>
              <a:off x="3986015" y="1711248"/>
              <a:ext cx="5716785" cy="707886"/>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p:cNvGrpSpPr/>
          <p:nvPr/>
        </p:nvGrpSpPr>
        <p:grpSpPr>
          <a:xfrm>
            <a:off x="3986015" y="2695468"/>
            <a:ext cx="5716785" cy="707886"/>
            <a:chOff x="3986015" y="1711248"/>
            <a:chExt cx="5716785" cy="707886"/>
          </a:xfrm>
        </p:grpSpPr>
        <p:sp>
          <p:nvSpPr>
            <p:cNvPr id="18" name="TextBox 64"/>
            <p:cNvSpPr>
              <a:spLocks noChangeArrowheads="1"/>
            </p:cNvSpPr>
            <p:nvPr/>
          </p:nvSpPr>
          <p:spPr bwMode="auto">
            <a:xfrm>
              <a:off x="4586719" y="1723948"/>
              <a:ext cx="3781315"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YOUR TITLE HERE</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19" name="TextBox 64"/>
            <p:cNvSpPr>
              <a:spLocks noChangeArrowheads="1"/>
            </p:cNvSpPr>
            <p:nvPr/>
          </p:nvSpPr>
          <p:spPr bwMode="auto">
            <a:xfrm>
              <a:off x="4193481" y="1723948"/>
              <a:ext cx="518681"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2</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20" name="矩形 19"/>
            <p:cNvSpPr/>
            <p:nvPr/>
          </p:nvSpPr>
          <p:spPr>
            <a:xfrm>
              <a:off x="3986015" y="1711248"/>
              <a:ext cx="5716785" cy="707886"/>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1" name="组合 20"/>
          <p:cNvGrpSpPr/>
          <p:nvPr/>
        </p:nvGrpSpPr>
        <p:grpSpPr>
          <a:xfrm>
            <a:off x="3986014" y="3679688"/>
            <a:ext cx="5716785" cy="707886"/>
            <a:chOff x="3986015" y="1711248"/>
            <a:chExt cx="5716785" cy="707886"/>
          </a:xfrm>
        </p:grpSpPr>
        <p:sp>
          <p:nvSpPr>
            <p:cNvPr id="22" name="TextBox 64"/>
            <p:cNvSpPr>
              <a:spLocks noChangeArrowheads="1"/>
            </p:cNvSpPr>
            <p:nvPr/>
          </p:nvSpPr>
          <p:spPr bwMode="auto">
            <a:xfrm>
              <a:off x="4586719" y="1723948"/>
              <a:ext cx="3781315"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YOUR TITLE HERE</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23" name="TextBox 64"/>
            <p:cNvSpPr>
              <a:spLocks noChangeArrowheads="1"/>
            </p:cNvSpPr>
            <p:nvPr/>
          </p:nvSpPr>
          <p:spPr bwMode="auto">
            <a:xfrm>
              <a:off x="4193481" y="1723948"/>
              <a:ext cx="518681"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3</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25" name="矩形 24"/>
            <p:cNvSpPr/>
            <p:nvPr/>
          </p:nvSpPr>
          <p:spPr>
            <a:xfrm>
              <a:off x="3986015" y="1711248"/>
              <a:ext cx="5716785" cy="707886"/>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6" name="组合 25"/>
          <p:cNvGrpSpPr/>
          <p:nvPr/>
        </p:nvGrpSpPr>
        <p:grpSpPr>
          <a:xfrm>
            <a:off x="3986013" y="4663907"/>
            <a:ext cx="5716785" cy="707886"/>
            <a:chOff x="3986015" y="1711248"/>
            <a:chExt cx="5716785" cy="707886"/>
          </a:xfrm>
        </p:grpSpPr>
        <p:sp>
          <p:nvSpPr>
            <p:cNvPr id="27" name="TextBox 64"/>
            <p:cNvSpPr>
              <a:spLocks noChangeArrowheads="1"/>
            </p:cNvSpPr>
            <p:nvPr/>
          </p:nvSpPr>
          <p:spPr bwMode="auto">
            <a:xfrm>
              <a:off x="4586719" y="1723948"/>
              <a:ext cx="3781315"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YOUR TITLE HERE</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28" name="TextBox 64"/>
            <p:cNvSpPr>
              <a:spLocks noChangeArrowheads="1"/>
            </p:cNvSpPr>
            <p:nvPr/>
          </p:nvSpPr>
          <p:spPr bwMode="auto">
            <a:xfrm>
              <a:off x="4193481" y="1723948"/>
              <a:ext cx="518681" cy="646331"/>
            </a:xfrm>
            <a:prstGeom prst="rect">
              <a:avLst/>
            </a:prstGeom>
            <a:noFill/>
            <a:ln w="9525">
              <a:noFill/>
              <a:miter lim="800000"/>
            </a:ln>
          </p:spPr>
          <p:txBody>
            <a:bodyPr wrap="square" lIns="91440" tIns="45720" rIns="91440" bIns="45720">
              <a:spAutoFit/>
            </a:bodyPr>
            <a:lstStyle/>
            <a:p>
              <a:r>
                <a:rPr lang="en-US" altLang="zh-CN" sz="3600" dirty="0">
                  <a:solidFill>
                    <a:schemeClr val="tx1">
                      <a:lumMod val="75000"/>
                      <a:lumOff val="25000"/>
                    </a:schemeClr>
                  </a:solidFill>
                  <a:latin typeface="Agency FB" panose="020B0503020202020204" pitchFamily="34" charset="0"/>
                  <a:cs typeface="+mn-ea"/>
                  <a:sym typeface="+mn-lt"/>
                </a:rPr>
                <a:t>4</a:t>
              </a:r>
              <a:endParaRPr lang="zh-CN" altLang="en-US" sz="3600" dirty="0">
                <a:solidFill>
                  <a:schemeClr val="tx1">
                    <a:lumMod val="75000"/>
                    <a:lumOff val="25000"/>
                  </a:schemeClr>
                </a:solidFill>
                <a:latin typeface="Agency FB" panose="020B0503020202020204" pitchFamily="34" charset="0"/>
                <a:cs typeface="+mn-ea"/>
                <a:sym typeface="+mn-lt"/>
              </a:endParaRPr>
            </a:p>
          </p:txBody>
        </p:sp>
        <p:sp>
          <p:nvSpPr>
            <p:cNvPr id="29" name="矩形 28"/>
            <p:cNvSpPr/>
            <p:nvPr/>
          </p:nvSpPr>
          <p:spPr>
            <a:xfrm>
              <a:off x="3986015" y="1711248"/>
              <a:ext cx="5716785" cy="707886"/>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par>
                                    <p:cTn id="17" presetID="22" presetClass="entr" presetSubtype="1"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500"/>
                                            <p:tgtEl>
                                              <p:spTgt spid="24"/>
                                            </p:tgtEl>
                                          </p:cBhvr>
                                        </p:animEffect>
                                      </p:childTnLst>
                                    </p:cTn>
                                  </p:par>
                                  <p:par>
                                    <p:cTn id="20" presetID="22" presetClass="entr" presetSubtype="1"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par>
                              <p:cTn id="23" fill="hold">
                                <p:stCondLst>
                                  <p:cond delay="1000"/>
                                </p:stCondLst>
                                <p:childTnLst>
                                  <p:par>
                                    <p:cTn id="24" presetID="2" presetClass="entr" presetSubtype="2" accel="60000" fill="hold" nodeType="afterEffect" p14:presetBounceEnd="62000">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14:bounceEnd="62000">
                                          <p:cBhvr additive="base">
                                            <p:cTn id="26" dur="1750" fill="hold"/>
                                            <p:tgtEl>
                                              <p:spTgt spid="14"/>
                                            </p:tgtEl>
                                            <p:attrNameLst>
                                              <p:attrName>ppt_x</p:attrName>
                                            </p:attrNameLst>
                                          </p:cBhvr>
                                          <p:tavLst>
                                            <p:tav tm="0">
                                              <p:val>
                                                <p:strVal val="1+#ppt_w/2"/>
                                              </p:val>
                                            </p:tav>
                                            <p:tav tm="100000">
                                              <p:val>
                                                <p:strVal val="#ppt_x"/>
                                              </p:val>
                                            </p:tav>
                                          </p:tavLst>
                                        </p:anim>
                                        <p:anim calcmode="lin" valueType="num" p14:bounceEnd="62000">
                                          <p:cBhvr additive="base">
                                            <p:cTn id="27" dur="1750" fill="hold"/>
                                            <p:tgtEl>
                                              <p:spTgt spid="14"/>
                                            </p:tgtEl>
                                            <p:attrNameLst>
                                              <p:attrName>ppt_y</p:attrName>
                                            </p:attrNameLst>
                                          </p:cBhvr>
                                          <p:tavLst>
                                            <p:tav tm="0">
                                              <p:val>
                                                <p:strVal val="#ppt_y"/>
                                              </p:val>
                                            </p:tav>
                                            <p:tav tm="100000">
                                              <p:val>
                                                <p:strVal val="#ppt_y"/>
                                              </p:val>
                                            </p:tav>
                                          </p:tavLst>
                                        </p:anim>
                                      </p:childTnLst>
                                    </p:cTn>
                                  </p:par>
                                  <p:par>
                                    <p:cTn id="28" presetID="2" presetClass="entr" presetSubtype="2" accel="60000" fill="hold" nodeType="withEffect" p14:presetBounceEnd="62000">
                                      <p:stCondLst>
                                        <p:cond delay="100"/>
                                      </p:stCondLst>
                                      <p:childTnLst>
                                        <p:set>
                                          <p:cBhvr>
                                            <p:cTn id="29" dur="1" fill="hold">
                                              <p:stCondLst>
                                                <p:cond delay="0"/>
                                              </p:stCondLst>
                                            </p:cTn>
                                            <p:tgtEl>
                                              <p:spTgt spid="17"/>
                                            </p:tgtEl>
                                            <p:attrNameLst>
                                              <p:attrName>style.visibility</p:attrName>
                                            </p:attrNameLst>
                                          </p:cBhvr>
                                          <p:to>
                                            <p:strVal val="visible"/>
                                          </p:to>
                                        </p:set>
                                        <p:anim calcmode="lin" valueType="num" p14:bounceEnd="62000">
                                          <p:cBhvr additive="base">
                                            <p:cTn id="30" dur="1750" fill="hold"/>
                                            <p:tgtEl>
                                              <p:spTgt spid="17"/>
                                            </p:tgtEl>
                                            <p:attrNameLst>
                                              <p:attrName>ppt_x</p:attrName>
                                            </p:attrNameLst>
                                          </p:cBhvr>
                                          <p:tavLst>
                                            <p:tav tm="0">
                                              <p:val>
                                                <p:strVal val="1+#ppt_w/2"/>
                                              </p:val>
                                            </p:tav>
                                            <p:tav tm="100000">
                                              <p:val>
                                                <p:strVal val="#ppt_x"/>
                                              </p:val>
                                            </p:tav>
                                          </p:tavLst>
                                        </p:anim>
                                        <p:anim calcmode="lin" valueType="num" p14:bounceEnd="62000">
                                          <p:cBhvr additive="base">
                                            <p:cTn id="31" dur="1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2" accel="60000" fill="hold" nodeType="withEffect" p14:presetBounceEnd="62000">
                                      <p:stCondLst>
                                        <p:cond delay="200"/>
                                      </p:stCondLst>
                                      <p:childTnLst>
                                        <p:set>
                                          <p:cBhvr>
                                            <p:cTn id="33" dur="1" fill="hold">
                                              <p:stCondLst>
                                                <p:cond delay="0"/>
                                              </p:stCondLst>
                                            </p:cTn>
                                            <p:tgtEl>
                                              <p:spTgt spid="21"/>
                                            </p:tgtEl>
                                            <p:attrNameLst>
                                              <p:attrName>style.visibility</p:attrName>
                                            </p:attrNameLst>
                                          </p:cBhvr>
                                          <p:to>
                                            <p:strVal val="visible"/>
                                          </p:to>
                                        </p:set>
                                        <p:anim calcmode="lin" valueType="num" p14:bounceEnd="62000">
                                          <p:cBhvr additive="base">
                                            <p:cTn id="34" dur="1750" fill="hold"/>
                                            <p:tgtEl>
                                              <p:spTgt spid="21"/>
                                            </p:tgtEl>
                                            <p:attrNameLst>
                                              <p:attrName>ppt_x</p:attrName>
                                            </p:attrNameLst>
                                          </p:cBhvr>
                                          <p:tavLst>
                                            <p:tav tm="0">
                                              <p:val>
                                                <p:strVal val="1+#ppt_w/2"/>
                                              </p:val>
                                            </p:tav>
                                            <p:tav tm="100000">
                                              <p:val>
                                                <p:strVal val="#ppt_x"/>
                                              </p:val>
                                            </p:tav>
                                          </p:tavLst>
                                        </p:anim>
                                        <p:anim calcmode="lin" valueType="num" p14:bounceEnd="62000">
                                          <p:cBhvr additive="base">
                                            <p:cTn id="35" dur="1750" fill="hold"/>
                                            <p:tgtEl>
                                              <p:spTgt spid="21"/>
                                            </p:tgtEl>
                                            <p:attrNameLst>
                                              <p:attrName>ppt_y</p:attrName>
                                            </p:attrNameLst>
                                          </p:cBhvr>
                                          <p:tavLst>
                                            <p:tav tm="0">
                                              <p:val>
                                                <p:strVal val="#ppt_y"/>
                                              </p:val>
                                            </p:tav>
                                            <p:tav tm="100000">
                                              <p:val>
                                                <p:strVal val="#ppt_y"/>
                                              </p:val>
                                            </p:tav>
                                          </p:tavLst>
                                        </p:anim>
                                      </p:childTnLst>
                                    </p:cTn>
                                  </p:par>
                                  <p:par>
                                    <p:cTn id="36" presetID="2" presetClass="entr" presetSubtype="2" accel="60000" fill="hold" nodeType="withEffect" p14:presetBounceEnd="62000">
                                      <p:stCondLst>
                                        <p:cond delay="300"/>
                                      </p:stCondLst>
                                      <p:childTnLst>
                                        <p:set>
                                          <p:cBhvr>
                                            <p:cTn id="37" dur="1" fill="hold">
                                              <p:stCondLst>
                                                <p:cond delay="0"/>
                                              </p:stCondLst>
                                            </p:cTn>
                                            <p:tgtEl>
                                              <p:spTgt spid="26"/>
                                            </p:tgtEl>
                                            <p:attrNameLst>
                                              <p:attrName>style.visibility</p:attrName>
                                            </p:attrNameLst>
                                          </p:cBhvr>
                                          <p:to>
                                            <p:strVal val="visible"/>
                                          </p:to>
                                        </p:set>
                                        <p:anim calcmode="lin" valueType="num" p14:bounceEnd="62000">
                                          <p:cBhvr additive="base">
                                            <p:cTn id="38" dur="1750" fill="hold"/>
                                            <p:tgtEl>
                                              <p:spTgt spid="26"/>
                                            </p:tgtEl>
                                            <p:attrNameLst>
                                              <p:attrName>ppt_x</p:attrName>
                                            </p:attrNameLst>
                                          </p:cBhvr>
                                          <p:tavLst>
                                            <p:tav tm="0">
                                              <p:val>
                                                <p:strVal val="1+#ppt_w/2"/>
                                              </p:val>
                                            </p:tav>
                                            <p:tav tm="100000">
                                              <p:val>
                                                <p:strVal val="#ppt_x"/>
                                              </p:val>
                                            </p:tav>
                                          </p:tavLst>
                                        </p:anim>
                                        <p:anim calcmode="lin" valueType="num" p14:bounceEnd="62000">
                                          <p:cBhvr additive="base">
                                            <p:cTn id="39" dur="175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par>
                                    <p:cTn id="17" presetID="22" presetClass="entr" presetSubtype="1"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500"/>
                                            <p:tgtEl>
                                              <p:spTgt spid="24"/>
                                            </p:tgtEl>
                                          </p:cBhvr>
                                        </p:animEffect>
                                      </p:childTnLst>
                                    </p:cTn>
                                  </p:par>
                                  <p:par>
                                    <p:cTn id="20" presetID="22" presetClass="entr" presetSubtype="1"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par>
                              <p:cTn id="23" fill="hold">
                                <p:stCondLst>
                                  <p:cond delay="1000"/>
                                </p:stCondLst>
                                <p:childTnLst>
                                  <p:par>
                                    <p:cTn id="24" presetID="2" presetClass="entr" presetSubtype="2" accel="60000"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1750" fill="hold"/>
                                            <p:tgtEl>
                                              <p:spTgt spid="14"/>
                                            </p:tgtEl>
                                            <p:attrNameLst>
                                              <p:attrName>ppt_x</p:attrName>
                                            </p:attrNameLst>
                                          </p:cBhvr>
                                          <p:tavLst>
                                            <p:tav tm="0">
                                              <p:val>
                                                <p:strVal val="1+#ppt_w/2"/>
                                              </p:val>
                                            </p:tav>
                                            <p:tav tm="100000">
                                              <p:val>
                                                <p:strVal val="#ppt_x"/>
                                              </p:val>
                                            </p:tav>
                                          </p:tavLst>
                                        </p:anim>
                                        <p:anim calcmode="lin" valueType="num">
                                          <p:cBhvr additive="base">
                                            <p:cTn id="27" dur="1750" fill="hold"/>
                                            <p:tgtEl>
                                              <p:spTgt spid="14"/>
                                            </p:tgtEl>
                                            <p:attrNameLst>
                                              <p:attrName>ppt_y</p:attrName>
                                            </p:attrNameLst>
                                          </p:cBhvr>
                                          <p:tavLst>
                                            <p:tav tm="0">
                                              <p:val>
                                                <p:strVal val="#ppt_y"/>
                                              </p:val>
                                            </p:tav>
                                            <p:tav tm="100000">
                                              <p:val>
                                                <p:strVal val="#ppt_y"/>
                                              </p:val>
                                            </p:tav>
                                          </p:tavLst>
                                        </p:anim>
                                      </p:childTnLst>
                                    </p:cTn>
                                  </p:par>
                                  <p:par>
                                    <p:cTn id="28" presetID="2" presetClass="entr" presetSubtype="2" accel="60000" fill="hold" nodeType="withEffect">
                                      <p:stCondLst>
                                        <p:cond delay="10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1750" fill="hold"/>
                                            <p:tgtEl>
                                              <p:spTgt spid="17"/>
                                            </p:tgtEl>
                                            <p:attrNameLst>
                                              <p:attrName>ppt_x</p:attrName>
                                            </p:attrNameLst>
                                          </p:cBhvr>
                                          <p:tavLst>
                                            <p:tav tm="0">
                                              <p:val>
                                                <p:strVal val="1+#ppt_w/2"/>
                                              </p:val>
                                            </p:tav>
                                            <p:tav tm="100000">
                                              <p:val>
                                                <p:strVal val="#ppt_x"/>
                                              </p:val>
                                            </p:tav>
                                          </p:tavLst>
                                        </p:anim>
                                        <p:anim calcmode="lin" valueType="num">
                                          <p:cBhvr additive="base">
                                            <p:cTn id="31" dur="1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2" accel="60000" fill="hold" nodeType="withEffect">
                                      <p:stCondLst>
                                        <p:cond delay="20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1750" fill="hold"/>
                                            <p:tgtEl>
                                              <p:spTgt spid="21"/>
                                            </p:tgtEl>
                                            <p:attrNameLst>
                                              <p:attrName>ppt_x</p:attrName>
                                            </p:attrNameLst>
                                          </p:cBhvr>
                                          <p:tavLst>
                                            <p:tav tm="0">
                                              <p:val>
                                                <p:strVal val="1+#ppt_w/2"/>
                                              </p:val>
                                            </p:tav>
                                            <p:tav tm="100000">
                                              <p:val>
                                                <p:strVal val="#ppt_x"/>
                                              </p:val>
                                            </p:tav>
                                          </p:tavLst>
                                        </p:anim>
                                        <p:anim calcmode="lin" valueType="num">
                                          <p:cBhvr additive="base">
                                            <p:cTn id="35" dur="1750" fill="hold"/>
                                            <p:tgtEl>
                                              <p:spTgt spid="21"/>
                                            </p:tgtEl>
                                            <p:attrNameLst>
                                              <p:attrName>ppt_y</p:attrName>
                                            </p:attrNameLst>
                                          </p:cBhvr>
                                          <p:tavLst>
                                            <p:tav tm="0">
                                              <p:val>
                                                <p:strVal val="#ppt_y"/>
                                              </p:val>
                                            </p:tav>
                                            <p:tav tm="100000">
                                              <p:val>
                                                <p:strVal val="#ppt_y"/>
                                              </p:val>
                                            </p:tav>
                                          </p:tavLst>
                                        </p:anim>
                                      </p:childTnLst>
                                    </p:cTn>
                                  </p:par>
                                  <p:par>
                                    <p:cTn id="36" presetID="2" presetClass="entr" presetSubtype="2" accel="60000" fill="hold" nodeType="withEffect">
                                      <p:stCondLst>
                                        <p:cond delay="300"/>
                                      </p:stCondLst>
                                      <p:childTnLst>
                                        <p:set>
                                          <p:cBhvr>
                                            <p:cTn id="37" dur="1" fill="hold">
                                              <p:stCondLst>
                                                <p:cond delay="0"/>
                                              </p:stCondLst>
                                            </p:cTn>
                                            <p:tgtEl>
                                              <p:spTgt spid="26"/>
                                            </p:tgtEl>
                                            <p:attrNameLst>
                                              <p:attrName>style.visibility</p:attrName>
                                            </p:attrNameLst>
                                          </p:cBhvr>
                                          <p:to>
                                            <p:strVal val="visible"/>
                                          </p:to>
                                        </p:set>
                                        <p:anim calcmode="lin" valueType="num">
                                          <p:cBhvr additive="base">
                                            <p:cTn id="38" dur="1750" fill="hold"/>
                                            <p:tgtEl>
                                              <p:spTgt spid="26"/>
                                            </p:tgtEl>
                                            <p:attrNameLst>
                                              <p:attrName>ppt_x</p:attrName>
                                            </p:attrNameLst>
                                          </p:cBhvr>
                                          <p:tavLst>
                                            <p:tav tm="0">
                                              <p:val>
                                                <p:strVal val="1+#ppt_w/2"/>
                                              </p:val>
                                            </p:tav>
                                            <p:tav tm="100000">
                                              <p:val>
                                                <p:strVal val="#ppt_x"/>
                                              </p:val>
                                            </p:tav>
                                          </p:tavLst>
                                        </p:anim>
                                        <p:anim calcmode="lin" valueType="num">
                                          <p:cBhvr additive="base">
                                            <p:cTn id="39" dur="175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922874" y="1516960"/>
            <a:ext cx="2020186" cy="2167299"/>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822956" y="1579201"/>
            <a:ext cx="2020186" cy="216729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4"/>
          <p:cNvSpPr>
            <a:spLocks noChangeArrowheads="1"/>
          </p:cNvSpPr>
          <p:nvPr/>
        </p:nvSpPr>
        <p:spPr bwMode="auto">
          <a:xfrm>
            <a:off x="4125595" y="2047240"/>
            <a:ext cx="3584575" cy="1198880"/>
          </a:xfrm>
          <a:prstGeom prst="rect">
            <a:avLst/>
          </a:prstGeom>
          <a:noFill/>
          <a:ln w="9525">
            <a:noFill/>
            <a:miter lim="800000"/>
          </a:ln>
        </p:spPr>
        <p:txBody>
          <a:bodyPr wrap="square" lIns="91440" tIns="45720" rIns="91440" bIns="45720">
            <a:spAutoFit/>
          </a:bodyPr>
          <a:lstStyle/>
          <a:p>
            <a:pPr algn="ctr"/>
            <a:r>
              <a:rPr lang="en-US" altLang="zh-CN" sz="72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rPr>
              <a:t>ONE</a:t>
            </a:r>
            <a:endParaRPr lang="en-US" altLang="zh-CN" sz="72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endParaRPr>
          </a:p>
        </p:txBody>
      </p:sp>
      <p:sp>
        <p:nvSpPr>
          <p:cNvPr id="8" name="TextBox 64"/>
          <p:cNvSpPr>
            <a:spLocks noChangeArrowheads="1"/>
          </p:cNvSpPr>
          <p:nvPr/>
        </p:nvSpPr>
        <p:spPr bwMode="auto">
          <a:xfrm>
            <a:off x="3432175" y="3823970"/>
            <a:ext cx="5002530" cy="706755"/>
          </a:xfrm>
          <a:prstGeom prst="rect">
            <a:avLst/>
          </a:prstGeom>
          <a:noFill/>
          <a:ln w="9525">
            <a:noFill/>
            <a:miter lim="800000"/>
          </a:ln>
        </p:spPr>
        <p:txBody>
          <a:bodyPr wrap="square" lIns="91440" tIns="45720" rIns="91440" bIns="45720">
            <a:spAutoFit/>
          </a:bodyPr>
          <a:lstStyle/>
          <a:p>
            <a:pPr algn="ctr"/>
            <a:r>
              <a:rPr lang="en-US" altLang="zh-CN" sz="4000" b="1" dirty="0">
                <a:solidFill>
                  <a:schemeClr val="tx1">
                    <a:lumMod val="75000"/>
                    <a:lumOff val="25000"/>
                  </a:schemeClr>
                </a:solidFill>
                <a:latin typeface="Agency FB" panose="020B0503020202020204" pitchFamily="34" charset="0"/>
                <a:cs typeface="+mn-ea"/>
                <a:sym typeface="+mn-lt"/>
              </a:rPr>
              <a:t>YOUR TITLE </a:t>
            </a:r>
            <a:r>
              <a:rPr lang="en-US" altLang="zh-CN" sz="4000" b="1" dirty="0">
                <a:solidFill>
                  <a:schemeClr val="tx1">
                    <a:lumMod val="50000"/>
                    <a:lumOff val="50000"/>
                  </a:schemeClr>
                </a:solidFill>
                <a:latin typeface="Agency FB" panose="020B0503020202020204" pitchFamily="34" charset="0"/>
                <a:cs typeface="+mn-ea"/>
                <a:sym typeface="+mn-lt"/>
              </a:rPr>
              <a:t>HERE</a:t>
            </a:r>
            <a:endParaRPr lang="zh-CN" altLang="en-US" sz="4000" b="1" dirty="0">
              <a:solidFill>
                <a:schemeClr val="tx1">
                  <a:lumMod val="50000"/>
                  <a:lumOff val="50000"/>
                </a:schemeClr>
              </a:solidFill>
              <a:latin typeface="Agency FB" panose="020B0503020202020204" pitchFamily="34" charset="0"/>
              <a:cs typeface="+mn-ea"/>
              <a:sym typeface="+mn-lt"/>
            </a:endParaRPr>
          </a:p>
        </p:txBody>
      </p:sp>
      <p:sp>
        <p:nvSpPr>
          <p:cNvPr id="9" name="文本框 56"/>
          <p:cNvSpPr txBox="1">
            <a:spLocks noChangeArrowheads="1"/>
          </p:cNvSpPr>
          <p:nvPr/>
        </p:nvSpPr>
        <p:spPr bwMode="auto">
          <a:xfrm>
            <a:off x="3810001" y="4460865"/>
            <a:ext cx="4572000"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en-US" altLang="zh-CN" sz="105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050" dirty="0">
              <a:solidFill>
                <a:schemeClr val="tx1">
                  <a:lumMod val="75000"/>
                  <a:lumOff val="25000"/>
                </a:schemeClr>
              </a:solidFill>
            </a:endParaRPr>
          </a:p>
        </p:txBody>
      </p:sp>
      <p:cxnSp>
        <p:nvCxnSpPr>
          <p:cNvPr id="10" name="直接连接符 9"/>
          <p:cNvCxnSpPr/>
          <p:nvPr/>
        </p:nvCxnSpPr>
        <p:spPr>
          <a:xfrm flipH="1">
            <a:off x="2231573" y="3746500"/>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7558589" y="1761037"/>
            <a:ext cx="986828" cy="1679583"/>
          </a:xfrm>
          <a:prstGeom prst="line">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165806" y="2600828"/>
            <a:ext cx="718815" cy="122342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12465" y="4658512"/>
            <a:ext cx="3657607" cy="2639573"/>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14:presetBounceEnd="64000">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14:bounceEnd="64000">
                                          <p:cBhvr additive="base">
                                            <p:cTn id="31" dur="750" fill="hold"/>
                                            <p:tgtEl>
                                              <p:spTgt spid="8"/>
                                            </p:tgtEl>
                                            <p:attrNameLst>
                                              <p:attrName>ppt_x</p:attrName>
                                            </p:attrNameLst>
                                          </p:cBhvr>
                                          <p:tavLst>
                                            <p:tav tm="0">
                                              <p:val>
                                                <p:strVal val="1+#ppt_w/2"/>
                                              </p:val>
                                            </p:tav>
                                            <p:tav tm="100000">
                                              <p:val>
                                                <p:strVal val="#ppt_x"/>
                                              </p:val>
                                            </p:tav>
                                          </p:tavLst>
                                        </p:anim>
                                        <p:anim calcmode="lin" valueType="num" p14:bounceEnd="64000">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cBhvr additive="base">
                                            <p:cTn id="31" dur="750" fill="hold"/>
                                            <p:tgtEl>
                                              <p:spTgt spid="8"/>
                                            </p:tgtEl>
                                            <p:attrNameLst>
                                              <p:attrName>ppt_x</p:attrName>
                                            </p:attrNameLst>
                                          </p:cBhvr>
                                          <p:tavLst>
                                            <p:tav tm="0">
                                              <p:val>
                                                <p:strVal val="1+#ppt_w/2"/>
                                              </p:val>
                                            </p:tav>
                                            <p:tav tm="100000">
                                              <p:val>
                                                <p:strVal val="#ppt_x"/>
                                              </p:val>
                                            </p:tav>
                                          </p:tavLst>
                                        </p:anim>
                                        <p:anim calcmode="lin" valueType="num">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35924" y="2924927"/>
            <a:ext cx="1977279" cy="1973232"/>
          </a:xfrm>
          <a:prstGeom prst="rect">
            <a:avLst/>
          </a:prstGeom>
        </p:spPr>
        <p:txBody>
          <a:bodyPr wrap="square">
            <a:spAutoFit/>
          </a:bodyPr>
          <a:lstStyle/>
          <a:p>
            <a:pPr algn="just">
              <a:lnSpc>
                <a:spcPct val="200000"/>
              </a:lnSpc>
              <a:spcAft>
                <a:spcPts val="1200"/>
              </a:spcAft>
            </a:pPr>
            <a:r>
              <a:rPr lang="en-US" altLang="zh-CN" sz="1050" dirty="0">
                <a:solidFill>
                  <a:schemeClr val="tx1">
                    <a:lumMod val="75000"/>
                    <a:lumOff val="25000"/>
                  </a:schemeClr>
                </a:solidFill>
                <a:latin typeface="+mj-ea"/>
              </a:rPr>
              <a:t>Lorem Ipsum is simply dummy text of the printing and typesetting industry. Lorem Ipsum has been the industry's standard. Lorem Ipsum is simply dummy text of the printing and more.</a:t>
            </a:r>
            <a:endParaRPr lang="en-US" altLang="zh-CN" sz="1050" dirty="0">
              <a:solidFill>
                <a:schemeClr val="tx1">
                  <a:lumMod val="75000"/>
                  <a:lumOff val="25000"/>
                </a:schemeClr>
              </a:solidFill>
              <a:latin typeface="+mj-ea"/>
            </a:endParaRPr>
          </a:p>
        </p:txBody>
      </p:sp>
      <p:sp>
        <p:nvSpPr>
          <p:cNvPr id="5" name="矩形 4"/>
          <p:cNvSpPr/>
          <p:nvPr/>
        </p:nvSpPr>
        <p:spPr>
          <a:xfrm>
            <a:off x="8707368" y="2924927"/>
            <a:ext cx="2171700" cy="1980414"/>
          </a:xfrm>
          <a:prstGeom prst="rect">
            <a:avLst/>
          </a:prstGeom>
        </p:spPr>
        <p:txBody>
          <a:bodyPr wrap="square">
            <a:spAutoFit/>
          </a:bodyPr>
          <a:lstStyle/>
          <a:p>
            <a:pPr algn="just">
              <a:lnSpc>
                <a:spcPct val="200000"/>
              </a:lnSpc>
              <a:spcAft>
                <a:spcPts val="1200"/>
              </a:spcAft>
            </a:pPr>
            <a:r>
              <a:rPr lang="en-US" altLang="zh-CN" sz="1050" dirty="0">
                <a:solidFill>
                  <a:schemeClr val="tx1">
                    <a:lumMod val="75000"/>
                    <a:lumOff val="25000"/>
                  </a:schemeClr>
                </a:solidFill>
                <a:latin typeface="+mj-ea"/>
              </a:rPr>
              <a:t>Lorem Ipsum is simply dummy text of the printing and typesetting industry. Lorem Ipsum has been the industry's standard. Lorem Ipsum is simply dummy text of the printing and more.</a:t>
            </a:r>
            <a:endPar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6485796" y="2426735"/>
            <a:ext cx="4607320" cy="369332"/>
          </a:xfrm>
          <a:prstGeom prst="rect">
            <a:avLst/>
          </a:prstGeom>
        </p:spPr>
        <p:txBody>
          <a:bodyPr wrap="square">
            <a:spAutoFit/>
          </a:bodyPr>
          <a:lstStyle/>
          <a:p>
            <a:pPr algn="dist"/>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专业设计 精心开发</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56"/>
          <p:cNvSpPr txBox="1">
            <a:spLocks noChangeArrowheads="1"/>
          </p:cNvSpPr>
          <p:nvPr/>
        </p:nvSpPr>
        <p:spPr bwMode="auto">
          <a:xfrm>
            <a:off x="6435924" y="1842535"/>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tx1">
                    <a:lumMod val="50000"/>
                    <a:lumOff val="50000"/>
                  </a:schemeClr>
                </a:solidFill>
                <a:latin typeface="Agency FB" panose="020B0503020202020204" pitchFamily="34" charset="0"/>
              </a:rPr>
              <a:t>CLICK TO </a:t>
            </a:r>
            <a:r>
              <a:rPr lang="en-US" altLang="zh-CN" sz="3200" dirty="0">
                <a:solidFill>
                  <a:schemeClr val="tx1">
                    <a:lumMod val="75000"/>
                    <a:lumOff val="25000"/>
                  </a:schemeClr>
                </a:solidFill>
                <a:latin typeface="Agency FB" panose="020B0503020202020204" pitchFamily="34" charset="0"/>
              </a:rPr>
              <a:t>ADD YOUR TITLE IN HERE</a:t>
            </a:r>
            <a:endParaRPr lang="en-US" altLang="zh-CN" sz="3200" dirty="0">
              <a:solidFill>
                <a:schemeClr val="tx1">
                  <a:lumMod val="75000"/>
                  <a:lumOff val="25000"/>
                </a:schemeClr>
              </a:solidFill>
              <a:latin typeface="Agency FB" panose="020B0503020202020204" pitchFamily="34" charset="0"/>
            </a:endParaRPr>
          </a:p>
        </p:txBody>
      </p:sp>
      <p:cxnSp>
        <p:nvCxnSpPr>
          <p:cNvPr id="8" name="直接连接符 7"/>
          <p:cNvCxnSpPr/>
          <p:nvPr/>
        </p:nvCxnSpPr>
        <p:spPr>
          <a:xfrm flipV="1">
            <a:off x="10737065" y="4037179"/>
            <a:ext cx="1520860" cy="726565"/>
          </a:xfrm>
          <a:prstGeom prst="line">
            <a:avLst/>
          </a:prstGeom>
          <a:ln w="412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8398791" y="4474810"/>
            <a:ext cx="3333457" cy="159250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299900" y="1019475"/>
            <a:ext cx="1321599" cy="63137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21699" y="1842535"/>
            <a:ext cx="4866555" cy="32443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76000" fill="hold" grpId="0" nodeType="afterEffect" p14:presetBounceEnd="34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34000">
                                          <p:cBhvr additive="base">
                                            <p:cTn id="7" dur="750" fill="hold"/>
                                            <p:tgtEl>
                                              <p:spTgt spid="9"/>
                                            </p:tgtEl>
                                            <p:attrNameLst>
                                              <p:attrName>ppt_x</p:attrName>
                                            </p:attrNameLst>
                                          </p:cBhvr>
                                          <p:tavLst>
                                            <p:tav tm="0">
                                              <p:val>
                                                <p:strVal val="0-#ppt_w/2"/>
                                              </p:val>
                                            </p:tav>
                                            <p:tav tm="100000">
                                              <p:val>
                                                <p:strVal val="#ppt_x"/>
                                              </p:val>
                                            </p:tav>
                                          </p:tavLst>
                                        </p:anim>
                                        <p:anim calcmode="lin" valueType="num" p14:bounceEnd="34000">
                                          <p:cBhvr additive="base">
                                            <p:cTn id="8" dur="75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2" presetClass="entr" presetSubtype="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 presetClass="entr" presetSubtype="3"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3" fill="hold" nodeType="withEffect">
                                      <p:stCondLst>
                                        <p:cond delay="1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par>
                                    <p:cTn id="29" presetID="2" presetClass="entr" presetSubtype="12" fill="hold"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76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2" presetClass="entr" presetSubtype="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 presetClass="entr" presetSubtype="3"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3" fill="hold" nodeType="withEffect">
                                      <p:stCondLst>
                                        <p:cond delay="1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par>
                                    <p:cTn id="29" presetID="2" presetClass="entr" presetSubtype="12" fill="hold"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六边形 63"/>
          <p:cNvSpPr/>
          <p:nvPr/>
        </p:nvSpPr>
        <p:spPr>
          <a:xfrm>
            <a:off x="2041366" y="2151117"/>
            <a:ext cx="2535564" cy="2185831"/>
          </a:xfrm>
          <a:prstGeom prst="hexagon">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65" name="六边形 64"/>
          <p:cNvSpPr/>
          <p:nvPr/>
        </p:nvSpPr>
        <p:spPr>
          <a:xfrm>
            <a:off x="4828219" y="2151117"/>
            <a:ext cx="2535564" cy="2185831"/>
          </a:xfrm>
          <a:prstGeom prst="hexagon">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66" name="六边形 65"/>
          <p:cNvSpPr/>
          <p:nvPr/>
        </p:nvSpPr>
        <p:spPr>
          <a:xfrm>
            <a:off x="7615073" y="2151117"/>
            <a:ext cx="2535564" cy="2185831"/>
          </a:xfrm>
          <a:prstGeom prst="hexagon">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67" name="等腰三角形 66"/>
          <p:cNvSpPr/>
          <p:nvPr/>
        </p:nvSpPr>
        <p:spPr>
          <a:xfrm>
            <a:off x="4240027" y="3539453"/>
            <a:ext cx="925095" cy="797495"/>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68" name="等腰三角形 67"/>
          <p:cNvSpPr/>
          <p:nvPr/>
        </p:nvSpPr>
        <p:spPr>
          <a:xfrm>
            <a:off x="7026881" y="3539453"/>
            <a:ext cx="925095" cy="797495"/>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69" name="等腰三角形 68"/>
          <p:cNvSpPr/>
          <p:nvPr/>
        </p:nvSpPr>
        <p:spPr>
          <a:xfrm flipV="1">
            <a:off x="4240027" y="2135578"/>
            <a:ext cx="925095" cy="797495"/>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sp>
        <p:nvSpPr>
          <p:cNvPr id="70" name="等腰三角形 69"/>
          <p:cNvSpPr/>
          <p:nvPr/>
        </p:nvSpPr>
        <p:spPr>
          <a:xfrm flipV="1">
            <a:off x="7026881" y="2135578"/>
            <a:ext cx="925095" cy="797495"/>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DCB68A"/>
              </a:solidFill>
            </a:endParaRPr>
          </a:p>
        </p:txBody>
      </p:sp>
      <p:grpSp>
        <p:nvGrpSpPr>
          <p:cNvPr id="73" name="组合 72"/>
          <p:cNvGrpSpPr/>
          <p:nvPr/>
        </p:nvGrpSpPr>
        <p:grpSpPr>
          <a:xfrm>
            <a:off x="2448649" y="4793754"/>
            <a:ext cx="2244151" cy="1164043"/>
            <a:chOff x="3762506" y="1807841"/>
            <a:chExt cx="2244151" cy="1164043"/>
          </a:xfrm>
        </p:grpSpPr>
        <p:sp>
          <p:nvSpPr>
            <p:cNvPr id="74" name="矩形 73"/>
            <p:cNvSpPr/>
            <p:nvPr/>
          </p:nvSpPr>
          <p:spPr>
            <a:xfrm>
              <a:off x="3762584" y="2110110"/>
              <a:ext cx="2244073" cy="861774"/>
            </a:xfrm>
            <a:prstGeom prst="rect">
              <a:avLst/>
            </a:prstGeom>
          </p:spPr>
          <p:txBody>
            <a:bodyPr wrap="square">
              <a:spAutoFit/>
            </a:bodyPr>
            <a:lstStyle/>
            <a:p>
              <a:pPr algn="just"/>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typesetting industry.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has been the industry's standard.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more.</a:t>
              </a:r>
              <a:endParaRPr lang="en-US" altLang="zh-CN" sz="1000" dirty="0">
                <a:solidFill>
                  <a:schemeClr val="tx1">
                    <a:lumMod val="50000"/>
                    <a:lumOff val="50000"/>
                  </a:schemeClr>
                </a:solidFill>
                <a:cs typeface="+mn-ea"/>
                <a:sym typeface="+mn-lt"/>
              </a:endParaRPr>
            </a:p>
          </p:txBody>
        </p:sp>
        <p:sp>
          <p:nvSpPr>
            <p:cNvPr id="75" name="文本框 74"/>
            <p:cNvSpPr txBox="1"/>
            <p:nvPr/>
          </p:nvSpPr>
          <p:spPr>
            <a:xfrm>
              <a:off x="3762506" y="1807841"/>
              <a:ext cx="2175198" cy="369332"/>
            </a:xfrm>
            <a:prstGeom prst="rect">
              <a:avLst/>
            </a:prstGeom>
            <a:noFill/>
          </p:spPr>
          <p:txBody>
            <a:bodyPr wrap="square" rtlCol="0">
              <a:spAutoFit/>
            </a:bodyPr>
            <a:lstStyle/>
            <a:p>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grpSp>
        <p:nvGrpSpPr>
          <p:cNvPr id="76" name="组合 75"/>
          <p:cNvGrpSpPr/>
          <p:nvPr/>
        </p:nvGrpSpPr>
        <p:grpSpPr>
          <a:xfrm>
            <a:off x="5288102" y="4793754"/>
            <a:ext cx="2244151" cy="1164043"/>
            <a:chOff x="3762506" y="1807841"/>
            <a:chExt cx="2244151" cy="1164043"/>
          </a:xfrm>
        </p:grpSpPr>
        <p:sp>
          <p:nvSpPr>
            <p:cNvPr id="77" name="矩形 76"/>
            <p:cNvSpPr/>
            <p:nvPr/>
          </p:nvSpPr>
          <p:spPr>
            <a:xfrm>
              <a:off x="3762584" y="2110110"/>
              <a:ext cx="2244073" cy="861774"/>
            </a:xfrm>
            <a:prstGeom prst="rect">
              <a:avLst/>
            </a:prstGeom>
          </p:spPr>
          <p:txBody>
            <a:bodyPr wrap="square">
              <a:spAutoFit/>
            </a:bodyPr>
            <a:lstStyle/>
            <a:p>
              <a:pPr algn="just"/>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typesetting industry.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has been the industry's standard.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more.</a:t>
              </a:r>
              <a:endParaRPr lang="en-US" altLang="zh-CN" sz="1000" dirty="0">
                <a:solidFill>
                  <a:schemeClr val="tx1">
                    <a:lumMod val="50000"/>
                    <a:lumOff val="50000"/>
                  </a:schemeClr>
                </a:solidFill>
                <a:cs typeface="+mn-ea"/>
                <a:sym typeface="+mn-lt"/>
              </a:endParaRPr>
            </a:p>
          </p:txBody>
        </p:sp>
        <p:sp>
          <p:nvSpPr>
            <p:cNvPr id="78" name="文本框 77"/>
            <p:cNvSpPr txBox="1"/>
            <p:nvPr/>
          </p:nvSpPr>
          <p:spPr>
            <a:xfrm>
              <a:off x="3762506" y="1807841"/>
              <a:ext cx="2175198" cy="369332"/>
            </a:xfrm>
            <a:prstGeom prst="rect">
              <a:avLst/>
            </a:prstGeom>
            <a:noFill/>
          </p:spPr>
          <p:txBody>
            <a:bodyPr wrap="square" rtlCol="0">
              <a:spAutoFit/>
            </a:bodyPr>
            <a:lstStyle/>
            <a:p>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grpSp>
        <p:nvGrpSpPr>
          <p:cNvPr id="79" name="组合 78"/>
          <p:cNvGrpSpPr/>
          <p:nvPr/>
        </p:nvGrpSpPr>
        <p:grpSpPr>
          <a:xfrm>
            <a:off x="8127554" y="4793754"/>
            <a:ext cx="2244151" cy="1164043"/>
            <a:chOff x="3762506" y="1807841"/>
            <a:chExt cx="2244151" cy="1164043"/>
          </a:xfrm>
        </p:grpSpPr>
        <p:sp>
          <p:nvSpPr>
            <p:cNvPr id="80" name="矩形 79"/>
            <p:cNvSpPr/>
            <p:nvPr/>
          </p:nvSpPr>
          <p:spPr>
            <a:xfrm>
              <a:off x="3762584" y="2110110"/>
              <a:ext cx="2244073" cy="861774"/>
            </a:xfrm>
            <a:prstGeom prst="rect">
              <a:avLst/>
            </a:prstGeom>
          </p:spPr>
          <p:txBody>
            <a:bodyPr wrap="square">
              <a:spAutoFit/>
            </a:bodyPr>
            <a:lstStyle/>
            <a:p>
              <a:pPr algn="just"/>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typesetting industry.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has been the industry's standard. </a:t>
              </a:r>
              <a:r>
                <a:rPr lang="en-US" altLang="zh-CN" sz="1000" dirty="0" err="1">
                  <a:solidFill>
                    <a:schemeClr val="tx1">
                      <a:lumMod val="50000"/>
                      <a:lumOff val="50000"/>
                    </a:schemeClr>
                  </a:solidFill>
                  <a:cs typeface="+mn-ea"/>
                  <a:sym typeface="+mn-lt"/>
                </a:rPr>
                <a:t>Lorem</a:t>
              </a:r>
              <a:r>
                <a:rPr lang="en-US" altLang="zh-CN" sz="1000" dirty="0">
                  <a:solidFill>
                    <a:schemeClr val="tx1">
                      <a:lumMod val="50000"/>
                      <a:lumOff val="50000"/>
                    </a:schemeClr>
                  </a:solidFill>
                  <a:cs typeface="+mn-ea"/>
                  <a:sym typeface="+mn-lt"/>
                </a:rPr>
                <a:t> </a:t>
              </a:r>
              <a:r>
                <a:rPr lang="en-US" altLang="zh-CN" sz="1000" dirty="0" err="1">
                  <a:solidFill>
                    <a:schemeClr val="tx1">
                      <a:lumMod val="50000"/>
                      <a:lumOff val="50000"/>
                    </a:schemeClr>
                  </a:solidFill>
                  <a:cs typeface="+mn-ea"/>
                  <a:sym typeface="+mn-lt"/>
                </a:rPr>
                <a:t>Ipsum</a:t>
              </a:r>
              <a:r>
                <a:rPr lang="en-US" altLang="zh-CN" sz="1000" dirty="0">
                  <a:solidFill>
                    <a:schemeClr val="tx1">
                      <a:lumMod val="50000"/>
                      <a:lumOff val="50000"/>
                    </a:schemeClr>
                  </a:solidFill>
                  <a:cs typeface="+mn-ea"/>
                  <a:sym typeface="+mn-lt"/>
                </a:rPr>
                <a:t> is simply dummy text of the printing and more.</a:t>
              </a:r>
              <a:endParaRPr lang="en-US" altLang="zh-CN" sz="1000" dirty="0">
                <a:solidFill>
                  <a:schemeClr val="tx1">
                    <a:lumMod val="50000"/>
                    <a:lumOff val="50000"/>
                  </a:schemeClr>
                </a:solidFill>
                <a:cs typeface="+mn-ea"/>
                <a:sym typeface="+mn-lt"/>
              </a:endParaRPr>
            </a:p>
          </p:txBody>
        </p:sp>
        <p:sp>
          <p:nvSpPr>
            <p:cNvPr id="81" name="文本框 80"/>
            <p:cNvSpPr txBox="1"/>
            <p:nvPr/>
          </p:nvSpPr>
          <p:spPr>
            <a:xfrm>
              <a:off x="3762506" y="1807841"/>
              <a:ext cx="2175198" cy="369332"/>
            </a:xfrm>
            <a:prstGeom prst="rect">
              <a:avLst/>
            </a:prstGeom>
            <a:noFill/>
          </p:spPr>
          <p:txBody>
            <a:bodyPr wrap="square" rtlCol="0">
              <a:spAutoFit/>
            </a:bodyPr>
            <a:lstStyle/>
            <a:p>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sp>
        <p:nvSpPr>
          <p:cNvPr id="19"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34000">
                                          <p:cBhvr additive="base">
                                            <p:cTn id="7" dur="750" fill="hold"/>
                                            <p:tgtEl>
                                              <p:spTgt spid="19"/>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additive="base">
                                            <p:cTn id="12" dur="500" fill="hold"/>
                                            <p:tgtEl>
                                              <p:spTgt spid="64"/>
                                            </p:tgtEl>
                                            <p:attrNameLst>
                                              <p:attrName>ppt_x</p:attrName>
                                            </p:attrNameLst>
                                          </p:cBhvr>
                                          <p:tavLst>
                                            <p:tav tm="0">
                                              <p:val>
                                                <p:strVal val="0-#ppt_w/2"/>
                                              </p:val>
                                            </p:tav>
                                            <p:tav tm="100000">
                                              <p:val>
                                                <p:strVal val="#ppt_x"/>
                                              </p:val>
                                            </p:tav>
                                          </p:tavLst>
                                        </p:anim>
                                        <p:anim calcmode="lin" valueType="num">
                                          <p:cBhvr additive="base">
                                            <p:cTn id="13" dur="500" fill="hold"/>
                                            <p:tgtEl>
                                              <p:spTgt spid="64"/>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66"/>
                                            </p:tgtEl>
                                            <p:attrNameLst>
                                              <p:attrName>style.visibility</p:attrName>
                                            </p:attrNameLst>
                                          </p:cBhvr>
                                          <p:to>
                                            <p:strVal val="visible"/>
                                          </p:to>
                                        </p:set>
                                        <p:anim calcmode="lin" valueType="num">
                                          <p:cBhvr additive="base">
                                            <p:cTn id="16" dur="500" fill="hold"/>
                                            <p:tgtEl>
                                              <p:spTgt spid="66"/>
                                            </p:tgtEl>
                                            <p:attrNameLst>
                                              <p:attrName>ppt_x</p:attrName>
                                            </p:attrNameLst>
                                          </p:cBhvr>
                                          <p:tavLst>
                                            <p:tav tm="0">
                                              <p:val>
                                                <p:strVal val="1+#ppt_w/2"/>
                                              </p:val>
                                            </p:tav>
                                            <p:tav tm="100000">
                                              <p:val>
                                                <p:strVal val="#ppt_x"/>
                                              </p:val>
                                            </p:tav>
                                          </p:tavLst>
                                        </p:anim>
                                        <p:anim calcmode="lin" valueType="num">
                                          <p:cBhvr additive="base">
                                            <p:cTn id="17" dur="500" fill="hold"/>
                                            <p:tgtEl>
                                              <p:spTgt spid="66"/>
                                            </p:tgtEl>
                                            <p:attrNameLst>
                                              <p:attrName>ppt_y</p:attrName>
                                            </p:attrNameLst>
                                          </p:cBhvr>
                                          <p:tavLst>
                                            <p:tav tm="0">
                                              <p:val>
                                                <p:strVal val="#ppt_y"/>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barn(inVertical)">
                                          <p:cBhvr>
                                            <p:cTn id="20" dur="500"/>
                                            <p:tgtEl>
                                              <p:spTgt spid="65"/>
                                            </p:tgtEl>
                                          </p:cBhvr>
                                        </p:animEffect>
                                      </p:childTnLst>
                                    </p:cTn>
                                  </p:par>
                                  <p:par>
                                    <p:cTn id="21" presetID="22" presetClass="entr" presetSubtype="4" fill="hold" grpId="0" nodeType="withEffect">
                                      <p:stCondLst>
                                        <p:cond delay="300"/>
                                      </p:stCondLst>
                                      <p:childTnLst>
                                        <p:set>
                                          <p:cBhvr>
                                            <p:cTn id="22" dur="1" fill="hold">
                                              <p:stCondLst>
                                                <p:cond delay="0"/>
                                              </p:stCondLst>
                                            </p:cTn>
                                            <p:tgtEl>
                                              <p:spTgt spid="67"/>
                                            </p:tgtEl>
                                            <p:attrNameLst>
                                              <p:attrName>style.visibility</p:attrName>
                                            </p:attrNameLst>
                                          </p:cBhvr>
                                          <p:to>
                                            <p:strVal val="visible"/>
                                          </p:to>
                                        </p:set>
                                        <p:animEffect transition="in" filter="wipe(down)">
                                          <p:cBhvr>
                                            <p:cTn id="23" dur="500"/>
                                            <p:tgtEl>
                                              <p:spTgt spid="67"/>
                                            </p:tgtEl>
                                          </p:cBhvr>
                                        </p:animEffect>
                                      </p:childTnLst>
                                    </p:cTn>
                                  </p:par>
                                  <p:par>
                                    <p:cTn id="24" presetID="22" presetClass="entr" presetSubtype="1" fill="hold" grpId="0" nodeType="withEffect">
                                      <p:stCondLst>
                                        <p:cond delay="300"/>
                                      </p:stCondLst>
                                      <p:childTnLst>
                                        <p:set>
                                          <p:cBhvr>
                                            <p:cTn id="25" dur="1" fill="hold">
                                              <p:stCondLst>
                                                <p:cond delay="0"/>
                                              </p:stCondLst>
                                            </p:cTn>
                                            <p:tgtEl>
                                              <p:spTgt spid="70"/>
                                            </p:tgtEl>
                                            <p:attrNameLst>
                                              <p:attrName>style.visibility</p:attrName>
                                            </p:attrNameLst>
                                          </p:cBhvr>
                                          <p:to>
                                            <p:strVal val="visible"/>
                                          </p:to>
                                        </p:set>
                                        <p:animEffect transition="in" filter="wipe(up)">
                                          <p:cBhvr>
                                            <p:cTn id="26" dur="500"/>
                                            <p:tgtEl>
                                              <p:spTgt spid="70"/>
                                            </p:tgtEl>
                                          </p:cBhvr>
                                        </p:animEffect>
                                      </p:childTnLst>
                                    </p:cTn>
                                  </p:par>
                                  <p:par>
                                    <p:cTn id="27" presetID="22" presetClass="entr" presetSubtype="1" fill="hold" grpId="0" nodeType="withEffect">
                                      <p:stCondLst>
                                        <p:cond delay="500"/>
                                      </p:stCondLst>
                                      <p:childTnLst>
                                        <p:set>
                                          <p:cBhvr>
                                            <p:cTn id="28" dur="1" fill="hold">
                                              <p:stCondLst>
                                                <p:cond delay="0"/>
                                              </p:stCondLst>
                                            </p:cTn>
                                            <p:tgtEl>
                                              <p:spTgt spid="69"/>
                                            </p:tgtEl>
                                            <p:attrNameLst>
                                              <p:attrName>style.visibility</p:attrName>
                                            </p:attrNameLst>
                                          </p:cBhvr>
                                          <p:to>
                                            <p:strVal val="visible"/>
                                          </p:to>
                                        </p:set>
                                        <p:animEffect transition="in" filter="wipe(up)">
                                          <p:cBhvr>
                                            <p:cTn id="29" dur="500"/>
                                            <p:tgtEl>
                                              <p:spTgt spid="69"/>
                                            </p:tgtEl>
                                          </p:cBhvr>
                                        </p:animEffect>
                                      </p:childTnLst>
                                    </p:cTn>
                                  </p:par>
                                  <p:par>
                                    <p:cTn id="30" presetID="22" presetClass="entr" presetSubtype="4" fill="hold" grpId="0" nodeType="withEffect">
                                      <p:stCondLst>
                                        <p:cond delay="600"/>
                                      </p:stCondLst>
                                      <p:childTnLst>
                                        <p:set>
                                          <p:cBhvr>
                                            <p:cTn id="31" dur="1" fill="hold">
                                              <p:stCondLst>
                                                <p:cond delay="0"/>
                                              </p:stCondLst>
                                            </p:cTn>
                                            <p:tgtEl>
                                              <p:spTgt spid="68"/>
                                            </p:tgtEl>
                                            <p:attrNameLst>
                                              <p:attrName>style.visibility</p:attrName>
                                            </p:attrNameLst>
                                          </p:cBhvr>
                                          <p:to>
                                            <p:strVal val="visible"/>
                                          </p:to>
                                        </p:set>
                                        <p:animEffect transition="in" filter="wipe(down)">
                                          <p:cBhvr>
                                            <p:cTn id="32" dur="500"/>
                                            <p:tgtEl>
                                              <p:spTgt spid="68"/>
                                            </p:tgtEl>
                                          </p:cBhvr>
                                        </p:animEffect>
                                      </p:childTnLst>
                                    </p:cTn>
                                  </p:par>
                                </p:childTnLst>
                              </p:cTn>
                            </p:par>
                            <p:par>
                              <p:cTn id="33" fill="hold">
                                <p:stCondLst>
                                  <p:cond delay="1500"/>
                                </p:stCondLst>
                                <p:childTnLst>
                                  <p:par>
                                    <p:cTn id="34" presetID="22" presetClass="entr" presetSubtype="1" fill="hold" nodeType="after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wipe(up)">
                                          <p:cBhvr>
                                            <p:cTn id="36" dur="500"/>
                                            <p:tgtEl>
                                              <p:spTgt spid="73"/>
                                            </p:tgtEl>
                                          </p:cBhvr>
                                        </p:animEffect>
                                      </p:childTnLst>
                                    </p:cTn>
                                  </p:par>
                                </p:childTnLst>
                              </p:cTn>
                            </p:par>
                            <p:par>
                              <p:cTn id="37" fill="hold">
                                <p:stCondLst>
                                  <p:cond delay="2000"/>
                                </p:stCondLst>
                                <p:childTnLst>
                                  <p:par>
                                    <p:cTn id="38" presetID="22" presetClass="entr" presetSubtype="1" fill="hold" nodeType="after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wipe(up)">
                                          <p:cBhvr>
                                            <p:cTn id="40" dur="500"/>
                                            <p:tgtEl>
                                              <p:spTgt spid="76"/>
                                            </p:tgtEl>
                                          </p:cBhvr>
                                        </p:animEffect>
                                      </p:childTnLst>
                                    </p:cTn>
                                  </p:par>
                                </p:childTnLst>
                              </p:cTn>
                            </p:par>
                            <p:par>
                              <p:cTn id="41" fill="hold">
                                <p:stCondLst>
                                  <p:cond delay="2500"/>
                                </p:stCondLst>
                                <p:childTnLst>
                                  <p:par>
                                    <p:cTn id="42" presetID="22" presetClass="entr" presetSubtype="1" fill="hold" nodeType="after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wipe(up)">
                                          <p:cBhvr>
                                            <p:cTn id="4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P spid="65" grpId="0" bldLvl="0" animBg="1"/>
          <p:bldP spid="66" grpId="0" bldLvl="0" animBg="1"/>
          <p:bldP spid="67" grpId="0" bldLvl="0" animBg="1"/>
          <p:bldP spid="68" grpId="0" bldLvl="0" animBg="1"/>
          <p:bldP spid="69" grpId="0" bldLvl="0" animBg="1"/>
          <p:bldP spid="70" grpId="0" bldLvl="0" animBg="1"/>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750" fill="hold"/>
                                            <p:tgtEl>
                                              <p:spTgt spid="19"/>
                                            </p:tgtEl>
                                            <p:attrNameLst>
                                              <p:attrName>ppt_x</p:attrName>
                                            </p:attrNameLst>
                                          </p:cBhvr>
                                          <p:tavLst>
                                            <p:tav tm="0">
                                              <p:val>
                                                <p:strVal val="1+#ppt_w/2"/>
                                              </p:val>
                                            </p:tav>
                                            <p:tav tm="100000">
                                              <p:val>
                                                <p:strVal val="#ppt_x"/>
                                              </p:val>
                                            </p:tav>
                                          </p:tavLst>
                                        </p:anim>
                                        <p:anim calcmode="lin" valueType="num">
                                          <p:cBhvr additive="base">
                                            <p:cTn id="8" dur="75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additive="base">
                                            <p:cTn id="12" dur="500" fill="hold"/>
                                            <p:tgtEl>
                                              <p:spTgt spid="64"/>
                                            </p:tgtEl>
                                            <p:attrNameLst>
                                              <p:attrName>ppt_x</p:attrName>
                                            </p:attrNameLst>
                                          </p:cBhvr>
                                          <p:tavLst>
                                            <p:tav tm="0">
                                              <p:val>
                                                <p:strVal val="0-#ppt_w/2"/>
                                              </p:val>
                                            </p:tav>
                                            <p:tav tm="100000">
                                              <p:val>
                                                <p:strVal val="#ppt_x"/>
                                              </p:val>
                                            </p:tav>
                                          </p:tavLst>
                                        </p:anim>
                                        <p:anim calcmode="lin" valueType="num">
                                          <p:cBhvr additive="base">
                                            <p:cTn id="13" dur="500" fill="hold"/>
                                            <p:tgtEl>
                                              <p:spTgt spid="64"/>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66"/>
                                            </p:tgtEl>
                                            <p:attrNameLst>
                                              <p:attrName>style.visibility</p:attrName>
                                            </p:attrNameLst>
                                          </p:cBhvr>
                                          <p:to>
                                            <p:strVal val="visible"/>
                                          </p:to>
                                        </p:set>
                                        <p:anim calcmode="lin" valueType="num">
                                          <p:cBhvr additive="base">
                                            <p:cTn id="16" dur="500" fill="hold"/>
                                            <p:tgtEl>
                                              <p:spTgt spid="66"/>
                                            </p:tgtEl>
                                            <p:attrNameLst>
                                              <p:attrName>ppt_x</p:attrName>
                                            </p:attrNameLst>
                                          </p:cBhvr>
                                          <p:tavLst>
                                            <p:tav tm="0">
                                              <p:val>
                                                <p:strVal val="1+#ppt_w/2"/>
                                              </p:val>
                                            </p:tav>
                                            <p:tav tm="100000">
                                              <p:val>
                                                <p:strVal val="#ppt_x"/>
                                              </p:val>
                                            </p:tav>
                                          </p:tavLst>
                                        </p:anim>
                                        <p:anim calcmode="lin" valueType="num">
                                          <p:cBhvr additive="base">
                                            <p:cTn id="17" dur="500" fill="hold"/>
                                            <p:tgtEl>
                                              <p:spTgt spid="66"/>
                                            </p:tgtEl>
                                            <p:attrNameLst>
                                              <p:attrName>ppt_y</p:attrName>
                                            </p:attrNameLst>
                                          </p:cBhvr>
                                          <p:tavLst>
                                            <p:tav tm="0">
                                              <p:val>
                                                <p:strVal val="#ppt_y"/>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barn(inVertical)">
                                          <p:cBhvr>
                                            <p:cTn id="20" dur="500"/>
                                            <p:tgtEl>
                                              <p:spTgt spid="65"/>
                                            </p:tgtEl>
                                          </p:cBhvr>
                                        </p:animEffect>
                                      </p:childTnLst>
                                    </p:cTn>
                                  </p:par>
                                  <p:par>
                                    <p:cTn id="21" presetID="22" presetClass="entr" presetSubtype="4" fill="hold" grpId="0" nodeType="withEffect">
                                      <p:stCondLst>
                                        <p:cond delay="300"/>
                                      </p:stCondLst>
                                      <p:childTnLst>
                                        <p:set>
                                          <p:cBhvr>
                                            <p:cTn id="22" dur="1" fill="hold">
                                              <p:stCondLst>
                                                <p:cond delay="0"/>
                                              </p:stCondLst>
                                            </p:cTn>
                                            <p:tgtEl>
                                              <p:spTgt spid="67"/>
                                            </p:tgtEl>
                                            <p:attrNameLst>
                                              <p:attrName>style.visibility</p:attrName>
                                            </p:attrNameLst>
                                          </p:cBhvr>
                                          <p:to>
                                            <p:strVal val="visible"/>
                                          </p:to>
                                        </p:set>
                                        <p:animEffect transition="in" filter="wipe(down)">
                                          <p:cBhvr>
                                            <p:cTn id="23" dur="500"/>
                                            <p:tgtEl>
                                              <p:spTgt spid="67"/>
                                            </p:tgtEl>
                                          </p:cBhvr>
                                        </p:animEffect>
                                      </p:childTnLst>
                                    </p:cTn>
                                  </p:par>
                                  <p:par>
                                    <p:cTn id="24" presetID="22" presetClass="entr" presetSubtype="1" fill="hold" grpId="0" nodeType="withEffect">
                                      <p:stCondLst>
                                        <p:cond delay="300"/>
                                      </p:stCondLst>
                                      <p:childTnLst>
                                        <p:set>
                                          <p:cBhvr>
                                            <p:cTn id="25" dur="1" fill="hold">
                                              <p:stCondLst>
                                                <p:cond delay="0"/>
                                              </p:stCondLst>
                                            </p:cTn>
                                            <p:tgtEl>
                                              <p:spTgt spid="70"/>
                                            </p:tgtEl>
                                            <p:attrNameLst>
                                              <p:attrName>style.visibility</p:attrName>
                                            </p:attrNameLst>
                                          </p:cBhvr>
                                          <p:to>
                                            <p:strVal val="visible"/>
                                          </p:to>
                                        </p:set>
                                        <p:animEffect transition="in" filter="wipe(up)">
                                          <p:cBhvr>
                                            <p:cTn id="26" dur="500"/>
                                            <p:tgtEl>
                                              <p:spTgt spid="70"/>
                                            </p:tgtEl>
                                          </p:cBhvr>
                                        </p:animEffect>
                                      </p:childTnLst>
                                    </p:cTn>
                                  </p:par>
                                  <p:par>
                                    <p:cTn id="27" presetID="22" presetClass="entr" presetSubtype="1" fill="hold" grpId="0" nodeType="withEffect">
                                      <p:stCondLst>
                                        <p:cond delay="500"/>
                                      </p:stCondLst>
                                      <p:childTnLst>
                                        <p:set>
                                          <p:cBhvr>
                                            <p:cTn id="28" dur="1" fill="hold">
                                              <p:stCondLst>
                                                <p:cond delay="0"/>
                                              </p:stCondLst>
                                            </p:cTn>
                                            <p:tgtEl>
                                              <p:spTgt spid="69"/>
                                            </p:tgtEl>
                                            <p:attrNameLst>
                                              <p:attrName>style.visibility</p:attrName>
                                            </p:attrNameLst>
                                          </p:cBhvr>
                                          <p:to>
                                            <p:strVal val="visible"/>
                                          </p:to>
                                        </p:set>
                                        <p:animEffect transition="in" filter="wipe(up)">
                                          <p:cBhvr>
                                            <p:cTn id="29" dur="500"/>
                                            <p:tgtEl>
                                              <p:spTgt spid="69"/>
                                            </p:tgtEl>
                                          </p:cBhvr>
                                        </p:animEffect>
                                      </p:childTnLst>
                                    </p:cTn>
                                  </p:par>
                                  <p:par>
                                    <p:cTn id="30" presetID="22" presetClass="entr" presetSubtype="4" fill="hold" grpId="0" nodeType="withEffect">
                                      <p:stCondLst>
                                        <p:cond delay="600"/>
                                      </p:stCondLst>
                                      <p:childTnLst>
                                        <p:set>
                                          <p:cBhvr>
                                            <p:cTn id="31" dur="1" fill="hold">
                                              <p:stCondLst>
                                                <p:cond delay="0"/>
                                              </p:stCondLst>
                                            </p:cTn>
                                            <p:tgtEl>
                                              <p:spTgt spid="68"/>
                                            </p:tgtEl>
                                            <p:attrNameLst>
                                              <p:attrName>style.visibility</p:attrName>
                                            </p:attrNameLst>
                                          </p:cBhvr>
                                          <p:to>
                                            <p:strVal val="visible"/>
                                          </p:to>
                                        </p:set>
                                        <p:animEffect transition="in" filter="wipe(down)">
                                          <p:cBhvr>
                                            <p:cTn id="32" dur="500"/>
                                            <p:tgtEl>
                                              <p:spTgt spid="68"/>
                                            </p:tgtEl>
                                          </p:cBhvr>
                                        </p:animEffect>
                                      </p:childTnLst>
                                    </p:cTn>
                                  </p:par>
                                </p:childTnLst>
                              </p:cTn>
                            </p:par>
                            <p:par>
                              <p:cTn id="33" fill="hold">
                                <p:stCondLst>
                                  <p:cond delay="1500"/>
                                </p:stCondLst>
                                <p:childTnLst>
                                  <p:par>
                                    <p:cTn id="34" presetID="22" presetClass="entr" presetSubtype="1" fill="hold" nodeType="after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wipe(up)">
                                          <p:cBhvr>
                                            <p:cTn id="36" dur="500"/>
                                            <p:tgtEl>
                                              <p:spTgt spid="73"/>
                                            </p:tgtEl>
                                          </p:cBhvr>
                                        </p:animEffect>
                                      </p:childTnLst>
                                    </p:cTn>
                                  </p:par>
                                </p:childTnLst>
                              </p:cTn>
                            </p:par>
                            <p:par>
                              <p:cTn id="37" fill="hold">
                                <p:stCondLst>
                                  <p:cond delay="2000"/>
                                </p:stCondLst>
                                <p:childTnLst>
                                  <p:par>
                                    <p:cTn id="38" presetID="22" presetClass="entr" presetSubtype="1" fill="hold" nodeType="after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wipe(up)">
                                          <p:cBhvr>
                                            <p:cTn id="40" dur="500"/>
                                            <p:tgtEl>
                                              <p:spTgt spid="76"/>
                                            </p:tgtEl>
                                          </p:cBhvr>
                                        </p:animEffect>
                                      </p:childTnLst>
                                    </p:cTn>
                                  </p:par>
                                </p:childTnLst>
                              </p:cTn>
                            </p:par>
                            <p:par>
                              <p:cTn id="41" fill="hold">
                                <p:stCondLst>
                                  <p:cond delay="2500"/>
                                </p:stCondLst>
                                <p:childTnLst>
                                  <p:par>
                                    <p:cTn id="42" presetID="22" presetClass="entr" presetSubtype="1" fill="hold" nodeType="after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wipe(up)">
                                          <p:cBhvr>
                                            <p:cTn id="4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P spid="65" grpId="0" bldLvl="0" animBg="1"/>
          <p:bldP spid="66" grpId="0" bldLvl="0" animBg="1"/>
          <p:bldP spid="67" grpId="0" bldLvl="0" animBg="1"/>
          <p:bldP spid="68" grpId="0" bldLvl="0" animBg="1"/>
          <p:bldP spid="69" grpId="0" bldLvl="0" animBg="1"/>
          <p:bldP spid="70" grpId="0" bldLvl="0" animBg="1"/>
          <p:bldP spid="19"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7"/>
          <p:cNvSpPr/>
          <p:nvPr/>
        </p:nvSpPr>
        <p:spPr bwMode="auto">
          <a:xfrm>
            <a:off x="1438594" y="1657699"/>
            <a:ext cx="1584965" cy="1787979"/>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blipFill dpi="0" rotWithShape="1">
            <a:blip r:embed="rId1"/>
            <a:srcRect/>
            <a:stretch>
              <a:fillRect/>
            </a:stretch>
          </a:blip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948" tIns="54973" rIns="109948" bIns="54973" numCol="1" spcCol="0" rtlCol="0" fromWordArt="0" anchor="ctr" anchorCtr="0" forceAA="0" compatLnSpc="1">
            <a:noAutofit/>
          </a:bodyPr>
          <a:lstStyle/>
          <a:p>
            <a:pPr algn="ctr"/>
            <a:endParaRPr lang="zh-CN" altLang="en-US" sz="3200">
              <a:solidFill>
                <a:schemeClr val="tx1">
                  <a:lumMod val="75000"/>
                  <a:lumOff val="25000"/>
                </a:schemeClr>
              </a:solidFill>
              <a:cs typeface="+mn-ea"/>
              <a:sym typeface="+mn-lt"/>
            </a:endParaRPr>
          </a:p>
        </p:txBody>
      </p:sp>
      <p:grpSp>
        <p:nvGrpSpPr>
          <p:cNvPr id="36" name="组合 35"/>
          <p:cNvGrpSpPr/>
          <p:nvPr/>
        </p:nvGrpSpPr>
        <p:grpSpPr>
          <a:xfrm>
            <a:off x="3306935" y="2008138"/>
            <a:ext cx="2244151" cy="1202515"/>
            <a:chOff x="3762506" y="1807841"/>
            <a:chExt cx="2244151" cy="1202515"/>
          </a:xfrm>
        </p:grpSpPr>
        <p:sp>
          <p:nvSpPr>
            <p:cNvPr id="37" name="矩形 36"/>
            <p:cNvSpPr/>
            <p:nvPr/>
          </p:nvSpPr>
          <p:spPr>
            <a:xfrm>
              <a:off x="3762584" y="2110110"/>
              <a:ext cx="2244073" cy="900246"/>
            </a:xfrm>
            <a:prstGeom prst="rect">
              <a:avLst/>
            </a:prstGeom>
          </p:spPr>
          <p:txBody>
            <a:bodyPr wrap="square">
              <a:spAutoFit/>
            </a:bodyPr>
            <a:lstStyle/>
            <a:p>
              <a:pPr algn="just"/>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typesetting industry.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has been the industry's standard.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more.</a:t>
              </a:r>
              <a:endParaRPr lang="en-US" altLang="zh-CN" sz="1050" dirty="0">
                <a:solidFill>
                  <a:schemeClr val="tx1">
                    <a:lumMod val="50000"/>
                    <a:lumOff val="50000"/>
                  </a:schemeClr>
                </a:solidFill>
                <a:cs typeface="+mn-ea"/>
                <a:sym typeface="+mn-lt"/>
              </a:endParaRPr>
            </a:p>
          </p:txBody>
        </p:sp>
        <p:sp>
          <p:nvSpPr>
            <p:cNvPr id="38" name="文本框 37"/>
            <p:cNvSpPr txBox="1"/>
            <p:nvPr/>
          </p:nvSpPr>
          <p:spPr>
            <a:xfrm>
              <a:off x="3762506" y="1807841"/>
              <a:ext cx="2175198" cy="400110"/>
            </a:xfrm>
            <a:prstGeom prst="rect">
              <a:avLst/>
            </a:prstGeom>
            <a:noFill/>
          </p:spPr>
          <p:txBody>
            <a:bodyPr wrap="square" rtlCol="0">
              <a:spAutoFit/>
            </a:bodyPr>
            <a:lstStyle/>
            <a:p>
              <a:r>
                <a:rPr lang="en-US" altLang="zh-CN" sz="2000" b="1" dirty="0">
                  <a:solidFill>
                    <a:schemeClr val="tx1">
                      <a:lumMod val="75000"/>
                      <a:lumOff val="25000"/>
                    </a:schemeClr>
                  </a:solidFill>
                  <a:latin typeface="Agency FB" panose="020B0503020202020204" pitchFamily="34" charset="0"/>
                  <a:cs typeface="+mn-ea"/>
                  <a:sym typeface="+mn-lt"/>
                </a:rPr>
                <a:t>YOUR HEADER</a:t>
              </a:r>
              <a:endParaRPr lang="en-US" altLang="zh-CN" sz="2000" b="1" dirty="0">
                <a:solidFill>
                  <a:schemeClr val="tx1">
                    <a:lumMod val="75000"/>
                    <a:lumOff val="25000"/>
                  </a:schemeClr>
                </a:solidFill>
                <a:latin typeface="Agency FB" panose="020B0503020202020204" pitchFamily="34" charset="0"/>
                <a:cs typeface="+mn-ea"/>
                <a:sym typeface="+mn-lt"/>
              </a:endParaRPr>
            </a:p>
          </p:txBody>
        </p:sp>
      </p:grpSp>
      <p:grpSp>
        <p:nvGrpSpPr>
          <p:cNvPr id="39" name="组合 38"/>
          <p:cNvGrpSpPr/>
          <p:nvPr/>
        </p:nvGrpSpPr>
        <p:grpSpPr>
          <a:xfrm>
            <a:off x="8259935" y="2008138"/>
            <a:ext cx="2244151" cy="1202515"/>
            <a:chOff x="3762506" y="1807841"/>
            <a:chExt cx="2244151" cy="1202515"/>
          </a:xfrm>
        </p:grpSpPr>
        <p:sp>
          <p:nvSpPr>
            <p:cNvPr id="40" name="矩形 39"/>
            <p:cNvSpPr/>
            <p:nvPr/>
          </p:nvSpPr>
          <p:spPr>
            <a:xfrm>
              <a:off x="3762584" y="2110110"/>
              <a:ext cx="2244073" cy="900246"/>
            </a:xfrm>
            <a:prstGeom prst="rect">
              <a:avLst/>
            </a:prstGeom>
          </p:spPr>
          <p:txBody>
            <a:bodyPr wrap="square">
              <a:spAutoFit/>
            </a:bodyPr>
            <a:lstStyle/>
            <a:p>
              <a:pPr algn="just"/>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typesetting industry.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has been the industry's standard.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more.</a:t>
              </a:r>
              <a:endParaRPr lang="en-US" altLang="zh-CN" sz="1050" dirty="0">
                <a:solidFill>
                  <a:schemeClr val="tx1">
                    <a:lumMod val="50000"/>
                    <a:lumOff val="50000"/>
                  </a:schemeClr>
                </a:solidFill>
                <a:cs typeface="+mn-ea"/>
                <a:sym typeface="+mn-lt"/>
              </a:endParaRPr>
            </a:p>
          </p:txBody>
        </p:sp>
        <p:sp>
          <p:nvSpPr>
            <p:cNvPr id="41" name="文本框 40"/>
            <p:cNvSpPr txBox="1"/>
            <p:nvPr/>
          </p:nvSpPr>
          <p:spPr>
            <a:xfrm>
              <a:off x="3762506" y="1807841"/>
              <a:ext cx="2175198" cy="400110"/>
            </a:xfrm>
            <a:prstGeom prst="rect">
              <a:avLst/>
            </a:prstGeom>
            <a:noFill/>
          </p:spPr>
          <p:txBody>
            <a:bodyPr wrap="square" rtlCol="0">
              <a:spAutoFit/>
            </a:bodyPr>
            <a:lstStyle/>
            <a:p>
              <a:r>
                <a:rPr lang="en-US" altLang="zh-CN" sz="2000" b="1" dirty="0">
                  <a:solidFill>
                    <a:schemeClr val="tx1">
                      <a:lumMod val="75000"/>
                      <a:lumOff val="25000"/>
                    </a:schemeClr>
                  </a:solidFill>
                  <a:latin typeface="Agency FB" panose="020B0503020202020204" pitchFamily="34" charset="0"/>
                  <a:cs typeface="+mn-ea"/>
                  <a:sym typeface="+mn-lt"/>
                </a:rPr>
                <a:t>YOUR HEADER</a:t>
              </a:r>
              <a:endParaRPr lang="en-US" altLang="zh-CN" sz="2000" b="1" dirty="0">
                <a:solidFill>
                  <a:schemeClr val="tx1">
                    <a:lumMod val="75000"/>
                    <a:lumOff val="25000"/>
                  </a:schemeClr>
                </a:solidFill>
                <a:latin typeface="Agency FB" panose="020B0503020202020204" pitchFamily="34" charset="0"/>
                <a:cs typeface="+mn-ea"/>
                <a:sym typeface="+mn-lt"/>
              </a:endParaRPr>
            </a:p>
          </p:txBody>
        </p:sp>
      </p:grpSp>
      <p:grpSp>
        <p:nvGrpSpPr>
          <p:cNvPr id="42" name="组合 41"/>
          <p:cNvGrpSpPr/>
          <p:nvPr/>
        </p:nvGrpSpPr>
        <p:grpSpPr>
          <a:xfrm>
            <a:off x="3306935" y="4256038"/>
            <a:ext cx="2244151" cy="1202515"/>
            <a:chOff x="3762506" y="1807841"/>
            <a:chExt cx="2244151" cy="1202515"/>
          </a:xfrm>
        </p:grpSpPr>
        <p:sp>
          <p:nvSpPr>
            <p:cNvPr id="43" name="矩形 42"/>
            <p:cNvSpPr/>
            <p:nvPr/>
          </p:nvSpPr>
          <p:spPr>
            <a:xfrm>
              <a:off x="3762584" y="2110110"/>
              <a:ext cx="2244073" cy="900246"/>
            </a:xfrm>
            <a:prstGeom prst="rect">
              <a:avLst/>
            </a:prstGeom>
          </p:spPr>
          <p:txBody>
            <a:bodyPr wrap="square">
              <a:spAutoFit/>
            </a:bodyPr>
            <a:lstStyle/>
            <a:p>
              <a:pPr algn="just"/>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typesetting industry.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has been the industry's standard.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more.</a:t>
              </a:r>
              <a:endParaRPr lang="en-US" altLang="zh-CN" sz="1050" dirty="0">
                <a:solidFill>
                  <a:schemeClr val="tx1">
                    <a:lumMod val="50000"/>
                    <a:lumOff val="50000"/>
                  </a:schemeClr>
                </a:solidFill>
                <a:cs typeface="+mn-ea"/>
                <a:sym typeface="+mn-lt"/>
              </a:endParaRPr>
            </a:p>
          </p:txBody>
        </p:sp>
        <p:sp>
          <p:nvSpPr>
            <p:cNvPr id="44" name="文本框 43"/>
            <p:cNvSpPr txBox="1"/>
            <p:nvPr/>
          </p:nvSpPr>
          <p:spPr>
            <a:xfrm>
              <a:off x="3762506" y="1807841"/>
              <a:ext cx="2175198" cy="400110"/>
            </a:xfrm>
            <a:prstGeom prst="rect">
              <a:avLst/>
            </a:prstGeom>
            <a:noFill/>
          </p:spPr>
          <p:txBody>
            <a:bodyPr wrap="square" rtlCol="0">
              <a:spAutoFit/>
            </a:bodyPr>
            <a:lstStyle/>
            <a:p>
              <a:r>
                <a:rPr lang="en-US" altLang="zh-CN" sz="2000" b="1" dirty="0">
                  <a:solidFill>
                    <a:schemeClr val="tx1">
                      <a:lumMod val="75000"/>
                      <a:lumOff val="25000"/>
                    </a:schemeClr>
                  </a:solidFill>
                  <a:latin typeface="Agency FB" panose="020B0503020202020204" pitchFamily="34" charset="0"/>
                  <a:cs typeface="+mn-ea"/>
                  <a:sym typeface="+mn-lt"/>
                </a:rPr>
                <a:t>YOUR HEADER</a:t>
              </a:r>
              <a:endParaRPr lang="en-US" altLang="zh-CN" sz="2000" b="1" dirty="0">
                <a:solidFill>
                  <a:schemeClr val="tx1">
                    <a:lumMod val="75000"/>
                    <a:lumOff val="25000"/>
                  </a:schemeClr>
                </a:solidFill>
                <a:latin typeface="Agency FB" panose="020B0503020202020204" pitchFamily="34" charset="0"/>
                <a:cs typeface="+mn-ea"/>
                <a:sym typeface="+mn-lt"/>
              </a:endParaRPr>
            </a:p>
          </p:txBody>
        </p:sp>
      </p:grpSp>
      <p:grpSp>
        <p:nvGrpSpPr>
          <p:cNvPr id="45" name="组合 44"/>
          <p:cNvGrpSpPr/>
          <p:nvPr/>
        </p:nvGrpSpPr>
        <p:grpSpPr>
          <a:xfrm>
            <a:off x="8259935" y="4256038"/>
            <a:ext cx="2244151" cy="1202515"/>
            <a:chOff x="3762506" y="1807841"/>
            <a:chExt cx="2244151" cy="1202515"/>
          </a:xfrm>
        </p:grpSpPr>
        <p:sp>
          <p:nvSpPr>
            <p:cNvPr id="46" name="矩形 45"/>
            <p:cNvSpPr/>
            <p:nvPr/>
          </p:nvSpPr>
          <p:spPr>
            <a:xfrm>
              <a:off x="3762584" y="2110110"/>
              <a:ext cx="2244073" cy="900246"/>
            </a:xfrm>
            <a:prstGeom prst="rect">
              <a:avLst/>
            </a:prstGeom>
          </p:spPr>
          <p:txBody>
            <a:bodyPr wrap="square">
              <a:spAutoFit/>
            </a:bodyPr>
            <a:lstStyle/>
            <a:p>
              <a:pPr algn="just"/>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typesetting industry.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has been the industry's standard. </a:t>
              </a:r>
              <a:r>
                <a:rPr lang="en-US" altLang="zh-CN" sz="1050" dirty="0" err="1">
                  <a:solidFill>
                    <a:schemeClr val="tx1">
                      <a:lumMod val="50000"/>
                      <a:lumOff val="50000"/>
                    </a:schemeClr>
                  </a:solidFill>
                  <a:cs typeface="+mn-ea"/>
                  <a:sym typeface="+mn-lt"/>
                </a:rPr>
                <a:t>Lorem</a:t>
              </a:r>
              <a:r>
                <a:rPr lang="en-US" altLang="zh-CN" sz="1050" dirty="0">
                  <a:solidFill>
                    <a:schemeClr val="tx1">
                      <a:lumMod val="50000"/>
                      <a:lumOff val="50000"/>
                    </a:schemeClr>
                  </a:solidFill>
                  <a:cs typeface="+mn-ea"/>
                  <a:sym typeface="+mn-lt"/>
                </a:rPr>
                <a:t> </a:t>
              </a:r>
              <a:r>
                <a:rPr lang="en-US" altLang="zh-CN" sz="1050" dirty="0" err="1">
                  <a:solidFill>
                    <a:schemeClr val="tx1">
                      <a:lumMod val="50000"/>
                      <a:lumOff val="50000"/>
                    </a:schemeClr>
                  </a:solidFill>
                  <a:cs typeface="+mn-ea"/>
                  <a:sym typeface="+mn-lt"/>
                </a:rPr>
                <a:t>Ipsum</a:t>
              </a:r>
              <a:r>
                <a:rPr lang="en-US" altLang="zh-CN" sz="1050" dirty="0">
                  <a:solidFill>
                    <a:schemeClr val="tx1">
                      <a:lumMod val="50000"/>
                      <a:lumOff val="50000"/>
                    </a:schemeClr>
                  </a:solidFill>
                  <a:cs typeface="+mn-ea"/>
                  <a:sym typeface="+mn-lt"/>
                </a:rPr>
                <a:t> is simply dummy text of the printing and more.</a:t>
              </a:r>
              <a:endParaRPr lang="en-US" altLang="zh-CN" sz="1050" dirty="0">
                <a:solidFill>
                  <a:schemeClr val="tx1">
                    <a:lumMod val="50000"/>
                    <a:lumOff val="50000"/>
                  </a:schemeClr>
                </a:solidFill>
                <a:cs typeface="+mn-ea"/>
                <a:sym typeface="+mn-lt"/>
              </a:endParaRPr>
            </a:p>
          </p:txBody>
        </p:sp>
        <p:sp>
          <p:nvSpPr>
            <p:cNvPr id="47" name="文本框 46"/>
            <p:cNvSpPr txBox="1"/>
            <p:nvPr/>
          </p:nvSpPr>
          <p:spPr>
            <a:xfrm>
              <a:off x="3762506" y="1807841"/>
              <a:ext cx="2175198" cy="400110"/>
            </a:xfrm>
            <a:prstGeom prst="rect">
              <a:avLst/>
            </a:prstGeom>
            <a:noFill/>
          </p:spPr>
          <p:txBody>
            <a:bodyPr wrap="square" rtlCol="0">
              <a:spAutoFit/>
            </a:bodyPr>
            <a:lstStyle/>
            <a:p>
              <a:r>
                <a:rPr lang="en-US" altLang="zh-CN" sz="2000" b="1" dirty="0">
                  <a:solidFill>
                    <a:schemeClr val="tx1">
                      <a:lumMod val="75000"/>
                      <a:lumOff val="25000"/>
                    </a:schemeClr>
                  </a:solidFill>
                  <a:latin typeface="Agency FB" panose="020B0503020202020204" pitchFamily="34" charset="0"/>
                  <a:cs typeface="+mn-ea"/>
                  <a:sym typeface="+mn-lt"/>
                </a:rPr>
                <a:t>YOUR HEADER</a:t>
              </a:r>
              <a:endParaRPr lang="en-US" altLang="zh-CN" sz="2000" b="1" dirty="0">
                <a:solidFill>
                  <a:schemeClr val="tx1">
                    <a:lumMod val="75000"/>
                    <a:lumOff val="25000"/>
                  </a:schemeClr>
                </a:solidFill>
                <a:latin typeface="Agency FB" panose="020B0503020202020204" pitchFamily="34" charset="0"/>
                <a:cs typeface="+mn-ea"/>
                <a:sym typeface="+mn-lt"/>
              </a:endParaRPr>
            </a:p>
          </p:txBody>
        </p:sp>
      </p:grpSp>
      <p:sp>
        <p:nvSpPr>
          <p:cNvPr id="19"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sp>
        <p:nvSpPr>
          <p:cNvPr id="20" name="Freeform 7"/>
          <p:cNvSpPr/>
          <p:nvPr/>
        </p:nvSpPr>
        <p:spPr bwMode="auto">
          <a:xfrm>
            <a:off x="6519195" y="4104838"/>
            <a:ext cx="1584965" cy="1787979"/>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blipFill dpi="0" rotWithShape="1">
            <a:blip r:embed="rId2"/>
            <a:srcRect/>
            <a:stretch>
              <a:fillRect/>
            </a:stretch>
          </a:blip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948" tIns="54973" rIns="109948" bIns="54973" numCol="1" spcCol="0" rtlCol="0" fromWordArt="0" anchor="ctr" anchorCtr="0" forceAA="0" compatLnSpc="1">
            <a:noAutofit/>
          </a:bodyPr>
          <a:lstStyle/>
          <a:p>
            <a:pPr algn="ctr"/>
            <a:endParaRPr lang="zh-CN" altLang="en-US" sz="3200">
              <a:solidFill>
                <a:schemeClr val="tx1">
                  <a:lumMod val="75000"/>
                  <a:lumOff val="25000"/>
                </a:schemeClr>
              </a:solidFill>
              <a:cs typeface="+mn-ea"/>
              <a:sym typeface="+mn-lt"/>
            </a:endParaRPr>
          </a:p>
        </p:txBody>
      </p:sp>
      <p:sp>
        <p:nvSpPr>
          <p:cNvPr id="21" name="Freeform 7"/>
          <p:cNvSpPr/>
          <p:nvPr/>
        </p:nvSpPr>
        <p:spPr bwMode="auto">
          <a:xfrm>
            <a:off x="1433092" y="4104839"/>
            <a:ext cx="1584965" cy="1787979"/>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blipFill dpi="0" rotWithShape="1">
            <a:blip r:embed="rId3"/>
            <a:srcRect/>
            <a:stretch>
              <a:fillRect/>
            </a:stretch>
          </a:blip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948" tIns="54973" rIns="109948" bIns="54973" numCol="1" spcCol="0" rtlCol="0" fromWordArt="0" anchor="ctr" anchorCtr="0" forceAA="0" compatLnSpc="1">
            <a:noAutofit/>
          </a:bodyPr>
          <a:lstStyle/>
          <a:p>
            <a:pPr algn="ctr"/>
            <a:endParaRPr lang="zh-CN" altLang="en-US" sz="3200">
              <a:solidFill>
                <a:schemeClr val="tx1">
                  <a:lumMod val="75000"/>
                  <a:lumOff val="25000"/>
                </a:schemeClr>
              </a:solidFill>
              <a:cs typeface="+mn-ea"/>
              <a:sym typeface="+mn-lt"/>
            </a:endParaRPr>
          </a:p>
        </p:txBody>
      </p:sp>
      <p:sp>
        <p:nvSpPr>
          <p:cNvPr id="22" name="Freeform 7"/>
          <p:cNvSpPr/>
          <p:nvPr/>
        </p:nvSpPr>
        <p:spPr bwMode="auto">
          <a:xfrm>
            <a:off x="6520956" y="1657699"/>
            <a:ext cx="1584965" cy="1787979"/>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blipFill dpi="0" rotWithShape="1">
            <a:blip r:embed="rId4"/>
            <a:srcRect/>
            <a:stretch>
              <a:fillRect/>
            </a:stretch>
          </a:blip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948" tIns="54973" rIns="109948" bIns="54973" numCol="1" spcCol="0" rtlCol="0" fromWordArt="0" anchor="ctr" anchorCtr="0" forceAA="0" compatLnSpc="1">
            <a:noAutofit/>
          </a:bodyPr>
          <a:lstStyle/>
          <a:p>
            <a:pPr algn="ctr"/>
            <a:endParaRPr lang="zh-CN" altLang="en-US" sz="320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34000">
                                          <p:cBhvr additive="base">
                                            <p:cTn id="7" dur="750" fill="hold"/>
                                            <p:tgtEl>
                                              <p:spTgt spid="19"/>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par>
                                    <p:cTn id="17" presetID="22" presetClass="entr" presetSubtype="1"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up)">
                                          <p:cBhvr>
                                            <p:cTn id="19" dur="500"/>
                                            <p:tgtEl>
                                              <p:spTgt spid="39"/>
                                            </p:tgtEl>
                                          </p:cBhvr>
                                        </p:animEffect>
                                      </p:childTnLst>
                                    </p:cTn>
                                  </p:par>
                                  <p:par>
                                    <p:cTn id="20" presetID="22" presetClass="entr" presetSubtype="1"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up)">
                                          <p:cBhvr>
                                            <p:cTn id="22" dur="500"/>
                                            <p:tgtEl>
                                              <p:spTgt spid="42"/>
                                            </p:tgtEl>
                                          </p:cBhvr>
                                        </p:animEffect>
                                      </p:childTnLst>
                                    </p:cTn>
                                  </p:par>
                                  <p:par>
                                    <p:cTn id="23" presetID="22" presetClass="entr" presetSubtype="1"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up)">
                                          <p:cBhvr>
                                            <p:cTn id="25" dur="500"/>
                                            <p:tgtEl>
                                              <p:spTgt spid="45"/>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9" grpId="0"/>
          <p:bldP spid="20" grpId="0" animBg="1"/>
          <p:bldP spid="21" grpId="0" animBg="1"/>
          <p:bldP spid="2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750" fill="hold"/>
                                            <p:tgtEl>
                                              <p:spTgt spid="19"/>
                                            </p:tgtEl>
                                            <p:attrNameLst>
                                              <p:attrName>ppt_x</p:attrName>
                                            </p:attrNameLst>
                                          </p:cBhvr>
                                          <p:tavLst>
                                            <p:tav tm="0">
                                              <p:val>
                                                <p:strVal val="1+#ppt_w/2"/>
                                              </p:val>
                                            </p:tav>
                                            <p:tav tm="100000">
                                              <p:val>
                                                <p:strVal val="#ppt_x"/>
                                              </p:val>
                                            </p:tav>
                                          </p:tavLst>
                                        </p:anim>
                                        <p:anim calcmode="lin" valueType="num">
                                          <p:cBhvr additive="base">
                                            <p:cTn id="8" dur="75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par>
                                    <p:cTn id="17" presetID="22" presetClass="entr" presetSubtype="1"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up)">
                                          <p:cBhvr>
                                            <p:cTn id="19" dur="500"/>
                                            <p:tgtEl>
                                              <p:spTgt spid="39"/>
                                            </p:tgtEl>
                                          </p:cBhvr>
                                        </p:animEffect>
                                      </p:childTnLst>
                                    </p:cTn>
                                  </p:par>
                                  <p:par>
                                    <p:cTn id="20" presetID="22" presetClass="entr" presetSubtype="1"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up)">
                                          <p:cBhvr>
                                            <p:cTn id="22" dur="500"/>
                                            <p:tgtEl>
                                              <p:spTgt spid="42"/>
                                            </p:tgtEl>
                                          </p:cBhvr>
                                        </p:animEffect>
                                      </p:childTnLst>
                                    </p:cTn>
                                  </p:par>
                                  <p:par>
                                    <p:cTn id="23" presetID="22" presetClass="entr" presetSubtype="1"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up)">
                                          <p:cBhvr>
                                            <p:cTn id="25" dur="500"/>
                                            <p:tgtEl>
                                              <p:spTgt spid="45"/>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9" grpId="0"/>
          <p:bldP spid="20" grpId="0" animBg="1"/>
          <p:bldP spid="21" grpId="0" animBg="1"/>
          <p:bldP spid="22" grpId="0" animBg="1"/>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p:nvPr/>
        </p:nvSpPr>
        <p:spPr bwMode="auto">
          <a:xfrm>
            <a:off x="822325" y="3922713"/>
            <a:ext cx="10547350" cy="68213"/>
          </a:xfrm>
          <a:custGeom>
            <a:avLst/>
            <a:gdLst>
              <a:gd name="T0" fmla="*/ 2147483647 w 2112"/>
              <a:gd name="T1" fmla="*/ 2147483647 h 28"/>
              <a:gd name="T2" fmla="*/ 2147483647 w 2112"/>
              <a:gd name="T3" fmla="*/ 0 h 28"/>
              <a:gd name="T4" fmla="*/ 2147483647 w 2112"/>
              <a:gd name="T5" fmla="*/ 0 h 28"/>
              <a:gd name="T6" fmla="*/ 0 w 2112"/>
              <a:gd name="T7" fmla="*/ 2147483647 h 28"/>
              <a:gd name="T8" fmla="*/ 0 w 2112"/>
              <a:gd name="T9" fmla="*/ 2147483647 h 28"/>
              <a:gd name="T10" fmla="*/ 2147483647 w 2112"/>
              <a:gd name="T11" fmla="*/ 2147483647 h 28"/>
              <a:gd name="T12" fmla="*/ 2147483647 w 2112"/>
              <a:gd name="T13" fmla="*/ 2147483647 h 28"/>
              <a:gd name="T14" fmla="*/ 2147483647 w 2112"/>
              <a:gd name="T15" fmla="*/ 2147483647 h 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12" h="28">
                <a:moveTo>
                  <a:pt x="2112" y="14"/>
                </a:moveTo>
                <a:cubicBezTo>
                  <a:pt x="2112" y="7"/>
                  <a:pt x="2098" y="0"/>
                  <a:pt x="2081" y="0"/>
                </a:cubicBezTo>
                <a:cubicBezTo>
                  <a:pt x="30" y="0"/>
                  <a:pt x="30" y="0"/>
                  <a:pt x="30" y="0"/>
                </a:cubicBezTo>
                <a:cubicBezTo>
                  <a:pt x="13" y="0"/>
                  <a:pt x="0" y="7"/>
                  <a:pt x="0" y="14"/>
                </a:cubicBezTo>
                <a:cubicBezTo>
                  <a:pt x="0" y="14"/>
                  <a:pt x="0" y="14"/>
                  <a:pt x="0" y="14"/>
                </a:cubicBezTo>
                <a:cubicBezTo>
                  <a:pt x="0" y="22"/>
                  <a:pt x="13" y="28"/>
                  <a:pt x="30" y="28"/>
                </a:cubicBezTo>
                <a:cubicBezTo>
                  <a:pt x="2081" y="28"/>
                  <a:pt x="2081" y="28"/>
                  <a:pt x="2081" y="28"/>
                </a:cubicBezTo>
                <a:cubicBezTo>
                  <a:pt x="2098" y="28"/>
                  <a:pt x="2112" y="22"/>
                  <a:pt x="2112" y="14"/>
                </a:cubicBezTo>
                <a:close/>
              </a:path>
            </a:pathLst>
          </a:custGeom>
          <a:solidFill>
            <a:schemeClr val="tx1">
              <a:lumMod val="50000"/>
              <a:lumOff val="50000"/>
            </a:schemeClr>
          </a:solidFill>
          <a:ln w="9525">
            <a:noFill/>
            <a:round/>
          </a:ln>
        </p:spPr>
        <p:txBody>
          <a:bodyPr/>
          <a:lstStyle/>
          <a:p>
            <a:endParaRPr lang="zh-CN" altLang="en-US"/>
          </a:p>
        </p:txBody>
      </p:sp>
      <p:sp>
        <p:nvSpPr>
          <p:cNvPr id="17" name="文本框 16"/>
          <p:cNvSpPr txBox="1">
            <a:spLocks noChangeArrowheads="1"/>
          </p:cNvSpPr>
          <p:nvPr/>
        </p:nvSpPr>
        <p:spPr bwMode="auto">
          <a:xfrm>
            <a:off x="1217613" y="4240212"/>
            <a:ext cx="7601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tx1">
                    <a:lumMod val="75000"/>
                    <a:lumOff val="25000"/>
                  </a:schemeClr>
                </a:solidFill>
                <a:latin typeface="Agency FB" panose="020B0503020202020204" pitchFamily="34" charset="0"/>
              </a:rPr>
              <a:t>2014</a:t>
            </a:r>
            <a:endParaRPr lang="zh-CN" altLang="en-US" sz="2800" b="1" dirty="0">
              <a:solidFill>
                <a:schemeClr val="tx1">
                  <a:lumMod val="75000"/>
                  <a:lumOff val="25000"/>
                </a:schemeClr>
              </a:solidFill>
              <a:latin typeface="Agency FB" panose="020B0503020202020204" pitchFamily="34" charset="0"/>
            </a:endParaRPr>
          </a:p>
        </p:txBody>
      </p:sp>
      <p:sp>
        <p:nvSpPr>
          <p:cNvPr id="18" name="文本框 17"/>
          <p:cNvSpPr txBox="1">
            <a:spLocks noChangeArrowheads="1"/>
          </p:cNvSpPr>
          <p:nvPr/>
        </p:nvSpPr>
        <p:spPr bwMode="auto">
          <a:xfrm>
            <a:off x="7209243" y="4240212"/>
            <a:ext cx="7777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smtClean="0">
                <a:solidFill>
                  <a:schemeClr val="tx1">
                    <a:lumMod val="75000"/>
                    <a:lumOff val="25000"/>
                  </a:schemeClr>
                </a:solidFill>
                <a:latin typeface="Agency FB" panose="020B0503020202020204" pitchFamily="34" charset="0"/>
              </a:rPr>
              <a:t>2020</a:t>
            </a:r>
            <a:endParaRPr lang="zh-CN" altLang="en-US" sz="2800" b="1" dirty="0">
              <a:solidFill>
                <a:schemeClr val="tx1">
                  <a:lumMod val="75000"/>
                  <a:lumOff val="25000"/>
                </a:schemeClr>
              </a:solidFill>
              <a:latin typeface="Agency FB" panose="020B0503020202020204" pitchFamily="34" charset="0"/>
            </a:endParaRPr>
          </a:p>
        </p:txBody>
      </p:sp>
      <p:sp>
        <p:nvSpPr>
          <p:cNvPr id="19" name="文本框 18"/>
          <p:cNvSpPr txBox="1">
            <a:spLocks noChangeArrowheads="1"/>
          </p:cNvSpPr>
          <p:nvPr/>
        </p:nvSpPr>
        <p:spPr bwMode="auto">
          <a:xfrm>
            <a:off x="4214813" y="3084416"/>
            <a:ext cx="7601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tx1">
                    <a:lumMod val="75000"/>
                    <a:lumOff val="25000"/>
                  </a:schemeClr>
                </a:solidFill>
                <a:latin typeface="Agency FB" panose="020B0503020202020204" pitchFamily="34" charset="0"/>
              </a:rPr>
              <a:t>2018</a:t>
            </a:r>
            <a:endParaRPr lang="zh-CN" altLang="en-US" sz="2800" b="1" dirty="0">
              <a:solidFill>
                <a:schemeClr val="tx1">
                  <a:lumMod val="75000"/>
                  <a:lumOff val="25000"/>
                </a:schemeClr>
              </a:solidFill>
              <a:latin typeface="Agency FB" panose="020B0503020202020204" pitchFamily="34" charset="0"/>
            </a:endParaRPr>
          </a:p>
        </p:txBody>
      </p:sp>
      <p:sp>
        <p:nvSpPr>
          <p:cNvPr id="20" name="文本框 19"/>
          <p:cNvSpPr txBox="1">
            <a:spLocks noChangeArrowheads="1"/>
          </p:cNvSpPr>
          <p:nvPr/>
        </p:nvSpPr>
        <p:spPr bwMode="auto">
          <a:xfrm>
            <a:off x="10130851" y="3066820"/>
            <a:ext cx="7889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smtClean="0">
                <a:solidFill>
                  <a:schemeClr val="tx1">
                    <a:lumMod val="75000"/>
                    <a:lumOff val="25000"/>
                  </a:schemeClr>
                </a:solidFill>
                <a:latin typeface="Agency FB" panose="020B0503020202020204" pitchFamily="34" charset="0"/>
              </a:rPr>
              <a:t>2030</a:t>
            </a:r>
            <a:endParaRPr lang="zh-CN" altLang="en-US" sz="2800" b="1" dirty="0">
              <a:solidFill>
                <a:schemeClr val="tx1">
                  <a:lumMod val="75000"/>
                  <a:lumOff val="25000"/>
                </a:schemeClr>
              </a:solidFill>
              <a:latin typeface="Agency FB" panose="020B0503020202020204" pitchFamily="34" charset="0"/>
            </a:endParaRPr>
          </a:p>
        </p:txBody>
      </p:sp>
      <p:grpSp>
        <p:nvGrpSpPr>
          <p:cNvPr id="25" name="组合 24"/>
          <p:cNvGrpSpPr/>
          <p:nvPr/>
        </p:nvGrpSpPr>
        <p:grpSpPr>
          <a:xfrm>
            <a:off x="1049510" y="2018099"/>
            <a:ext cx="2244151" cy="1548764"/>
            <a:chOff x="3762506" y="1807841"/>
            <a:chExt cx="2244151" cy="1548764"/>
          </a:xfrm>
        </p:grpSpPr>
        <p:sp>
          <p:nvSpPr>
            <p:cNvPr id="26" name="矩形 25"/>
            <p:cNvSpPr/>
            <p:nvPr/>
          </p:nvSpPr>
          <p:spPr>
            <a:xfrm>
              <a:off x="3762584" y="2110110"/>
              <a:ext cx="2244073" cy="1246495"/>
            </a:xfrm>
            <a:prstGeom prst="rect">
              <a:avLst/>
            </a:prstGeom>
          </p:spPr>
          <p:txBody>
            <a:bodyPr wrap="square">
              <a:spAutoFit/>
            </a:bodyPr>
            <a:lstStyle/>
            <a:p>
              <a:pPr algn="just">
                <a:lnSpc>
                  <a:spcPct val="150000"/>
                </a:lnSpc>
              </a:pP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typesetting industry.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has been the industry's standard.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more.</a:t>
              </a:r>
              <a:endParaRPr lang="en-US" altLang="zh-CN" sz="1000" dirty="0">
                <a:solidFill>
                  <a:schemeClr val="tx1">
                    <a:lumMod val="75000"/>
                    <a:lumOff val="25000"/>
                  </a:schemeClr>
                </a:solidFill>
                <a:cs typeface="+mn-ea"/>
                <a:sym typeface="+mn-lt"/>
              </a:endParaRPr>
            </a:p>
          </p:txBody>
        </p:sp>
        <p:sp>
          <p:nvSpPr>
            <p:cNvPr id="27" name="文本框 26"/>
            <p:cNvSpPr txBox="1"/>
            <p:nvPr/>
          </p:nvSpPr>
          <p:spPr>
            <a:xfrm>
              <a:off x="3762506" y="1807841"/>
              <a:ext cx="2175198" cy="507831"/>
            </a:xfrm>
            <a:prstGeom prst="rect">
              <a:avLst/>
            </a:prstGeom>
            <a:noFill/>
          </p:spPr>
          <p:txBody>
            <a:bodyPr wrap="square" rtlCol="0">
              <a:spAutoFit/>
            </a:bodyPr>
            <a:lstStyle/>
            <a:p>
              <a:pPr>
                <a:lnSpc>
                  <a:spcPct val="150000"/>
                </a:lnSpc>
              </a:pPr>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grpSp>
        <p:nvGrpSpPr>
          <p:cNvPr id="28" name="组合 27"/>
          <p:cNvGrpSpPr/>
          <p:nvPr/>
        </p:nvGrpSpPr>
        <p:grpSpPr>
          <a:xfrm>
            <a:off x="3852881" y="4412052"/>
            <a:ext cx="2244151" cy="1548764"/>
            <a:chOff x="3762506" y="1807841"/>
            <a:chExt cx="2244151" cy="1548764"/>
          </a:xfrm>
        </p:grpSpPr>
        <p:sp>
          <p:nvSpPr>
            <p:cNvPr id="29" name="矩形 28"/>
            <p:cNvSpPr/>
            <p:nvPr/>
          </p:nvSpPr>
          <p:spPr>
            <a:xfrm>
              <a:off x="3762584" y="2110110"/>
              <a:ext cx="2244073" cy="1246495"/>
            </a:xfrm>
            <a:prstGeom prst="rect">
              <a:avLst/>
            </a:prstGeom>
          </p:spPr>
          <p:txBody>
            <a:bodyPr wrap="square">
              <a:spAutoFit/>
            </a:bodyPr>
            <a:lstStyle/>
            <a:p>
              <a:pPr algn="just">
                <a:lnSpc>
                  <a:spcPct val="150000"/>
                </a:lnSpc>
              </a:pP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typesetting industry.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has been the industry's standard.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more.</a:t>
              </a:r>
              <a:endParaRPr lang="en-US" altLang="zh-CN" sz="1000" dirty="0">
                <a:solidFill>
                  <a:schemeClr val="tx1">
                    <a:lumMod val="75000"/>
                    <a:lumOff val="25000"/>
                  </a:schemeClr>
                </a:solidFill>
                <a:cs typeface="+mn-ea"/>
                <a:sym typeface="+mn-lt"/>
              </a:endParaRPr>
            </a:p>
          </p:txBody>
        </p:sp>
        <p:sp>
          <p:nvSpPr>
            <p:cNvPr id="30" name="文本框 29"/>
            <p:cNvSpPr txBox="1"/>
            <p:nvPr/>
          </p:nvSpPr>
          <p:spPr>
            <a:xfrm>
              <a:off x="3762506" y="1807841"/>
              <a:ext cx="2175198" cy="507831"/>
            </a:xfrm>
            <a:prstGeom prst="rect">
              <a:avLst/>
            </a:prstGeom>
            <a:noFill/>
          </p:spPr>
          <p:txBody>
            <a:bodyPr wrap="square" rtlCol="0">
              <a:spAutoFit/>
            </a:bodyPr>
            <a:lstStyle/>
            <a:p>
              <a:pPr>
                <a:lnSpc>
                  <a:spcPct val="150000"/>
                </a:lnSpc>
              </a:pPr>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grpSp>
        <p:nvGrpSpPr>
          <p:cNvPr id="31" name="组合 30"/>
          <p:cNvGrpSpPr/>
          <p:nvPr/>
        </p:nvGrpSpPr>
        <p:grpSpPr>
          <a:xfrm>
            <a:off x="6529560" y="2018099"/>
            <a:ext cx="2244151" cy="1548764"/>
            <a:chOff x="3762506" y="1807841"/>
            <a:chExt cx="2244151" cy="1548764"/>
          </a:xfrm>
        </p:grpSpPr>
        <p:sp>
          <p:nvSpPr>
            <p:cNvPr id="32" name="矩形 31"/>
            <p:cNvSpPr/>
            <p:nvPr/>
          </p:nvSpPr>
          <p:spPr>
            <a:xfrm>
              <a:off x="3762584" y="2110110"/>
              <a:ext cx="2244073" cy="1246495"/>
            </a:xfrm>
            <a:prstGeom prst="rect">
              <a:avLst/>
            </a:prstGeom>
          </p:spPr>
          <p:txBody>
            <a:bodyPr wrap="square">
              <a:spAutoFit/>
            </a:bodyPr>
            <a:lstStyle/>
            <a:p>
              <a:pPr algn="just">
                <a:lnSpc>
                  <a:spcPct val="150000"/>
                </a:lnSpc>
              </a:pP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typesetting industry.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has been the industry's standard.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more.</a:t>
              </a:r>
              <a:endParaRPr lang="en-US" altLang="zh-CN" sz="1000" dirty="0">
                <a:solidFill>
                  <a:schemeClr val="tx1">
                    <a:lumMod val="75000"/>
                    <a:lumOff val="25000"/>
                  </a:schemeClr>
                </a:solidFill>
                <a:cs typeface="+mn-ea"/>
                <a:sym typeface="+mn-lt"/>
              </a:endParaRPr>
            </a:p>
          </p:txBody>
        </p:sp>
        <p:sp>
          <p:nvSpPr>
            <p:cNvPr id="33" name="文本框 32"/>
            <p:cNvSpPr txBox="1"/>
            <p:nvPr/>
          </p:nvSpPr>
          <p:spPr>
            <a:xfrm>
              <a:off x="3762506" y="1807841"/>
              <a:ext cx="2175198" cy="507831"/>
            </a:xfrm>
            <a:prstGeom prst="rect">
              <a:avLst/>
            </a:prstGeom>
            <a:noFill/>
          </p:spPr>
          <p:txBody>
            <a:bodyPr wrap="square" rtlCol="0">
              <a:spAutoFit/>
            </a:bodyPr>
            <a:lstStyle/>
            <a:p>
              <a:pPr>
                <a:lnSpc>
                  <a:spcPct val="150000"/>
                </a:lnSpc>
              </a:pPr>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grpSp>
        <p:nvGrpSpPr>
          <p:cNvPr id="34" name="组合 33"/>
          <p:cNvGrpSpPr/>
          <p:nvPr/>
        </p:nvGrpSpPr>
        <p:grpSpPr>
          <a:xfrm>
            <a:off x="9384840" y="4412052"/>
            <a:ext cx="2244151" cy="1548764"/>
            <a:chOff x="3762506" y="1807841"/>
            <a:chExt cx="2244151" cy="1548764"/>
          </a:xfrm>
        </p:grpSpPr>
        <p:sp>
          <p:nvSpPr>
            <p:cNvPr id="35" name="矩形 34"/>
            <p:cNvSpPr/>
            <p:nvPr/>
          </p:nvSpPr>
          <p:spPr>
            <a:xfrm>
              <a:off x="3762584" y="2110110"/>
              <a:ext cx="2244073" cy="1246495"/>
            </a:xfrm>
            <a:prstGeom prst="rect">
              <a:avLst/>
            </a:prstGeom>
          </p:spPr>
          <p:txBody>
            <a:bodyPr wrap="square">
              <a:spAutoFit/>
            </a:bodyPr>
            <a:lstStyle/>
            <a:p>
              <a:pPr algn="just">
                <a:lnSpc>
                  <a:spcPct val="150000"/>
                </a:lnSpc>
              </a:pP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typesetting industry.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has been the industry's standard. </a:t>
              </a:r>
              <a:r>
                <a:rPr lang="en-US" altLang="zh-CN" sz="1000" dirty="0" err="1">
                  <a:solidFill>
                    <a:schemeClr val="tx1">
                      <a:lumMod val="75000"/>
                      <a:lumOff val="25000"/>
                    </a:schemeClr>
                  </a:solidFill>
                  <a:cs typeface="+mn-ea"/>
                  <a:sym typeface="+mn-lt"/>
                </a:rPr>
                <a:t>Lorem</a:t>
              </a:r>
              <a:r>
                <a:rPr lang="en-US" altLang="zh-CN" sz="1000" dirty="0">
                  <a:solidFill>
                    <a:schemeClr val="tx1">
                      <a:lumMod val="75000"/>
                      <a:lumOff val="25000"/>
                    </a:schemeClr>
                  </a:solidFill>
                  <a:cs typeface="+mn-ea"/>
                  <a:sym typeface="+mn-lt"/>
                </a:rPr>
                <a:t> </a:t>
              </a:r>
              <a:r>
                <a:rPr lang="en-US" altLang="zh-CN" sz="1000" dirty="0" err="1">
                  <a:solidFill>
                    <a:schemeClr val="tx1">
                      <a:lumMod val="75000"/>
                      <a:lumOff val="25000"/>
                    </a:schemeClr>
                  </a:solidFill>
                  <a:cs typeface="+mn-ea"/>
                  <a:sym typeface="+mn-lt"/>
                </a:rPr>
                <a:t>Ipsum</a:t>
              </a:r>
              <a:r>
                <a:rPr lang="en-US" altLang="zh-CN" sz="1000" dirty="0">
                  <a:solidFill>
                    <a:schemeClr val="tx1">
                      <a:lumMod val="75000"/>
                      <a:lumOff val="25000"/>
                    </a:schemeClr>
                  </a:solidFill>
                  <a:cs typeface="+mn-ea"/>
                  <a:sym typeface="+mn-lt"/>
                </a:rPr>
                <a:t> is simply dummy text of the printing and more.</a:t>
              </a:r>
              <a:endParaRPr lang="en-US" altLang="zh-CN" sz="1000" dirty="0">
                <a:solidFill>
                  <a:schemeClr val="tx1">
                    <a:lumMod val="75000"/>
                    <a:lumOff val="25000"/>
                  </a:schemeClr>
                </a:solidFill>
                <a:cs typeface="+mn-ea"/>
                <a:sym typeface="+mn-lt"/>
              </a:endParaRPr>
            </a:p>
          </p:txBody>
        </p:sp>
        <p:sp>
          <p:nvSpPr>
            <p:cNvPr id="36" name="文本框 35"/>
            <p:cNvSpPr txBox="1"/>
            <p:nvPr/>
          </p:nvSpPr>
          <p:spPr>
            <a:xfrm>
              <a:off x="3762506" y="1807841"/>
              <a:ext cx="2175198" cy="507831"/>
            </a:xfrm>
            <a:prstGeom prst="rect">
              <a:avLst/>
            </a:prstGeom>
            <a:noFill/>
          </p:spPr>
          <p:txBody>
            <a:bodyPr wrap="square" rtlCol="0">
              <a:spAutoFit/>
            </a:bodyPr>
            <a:lstStyle/>
            <a:p>
              <a:pPr>
                <a:lnSpc>
                  <a:spcPct val="150000"/>
                </a:lnSpc>
              </a:pPr>
              <a:r>
                <a:rPr lang="en-US" altLang="zh-CN" b="1" dirty="0">
                  <a:solidFill>
                    <a:schemeClr val="tx1">
                      <a:lumMod val="75000"/>
                      <a:lumOff val="25000"/>
                    </a:schemeClr>
                  </a:solidFill>
                  <a:latin typeface="Agency FB" panose="020B0503020202020204" pitchFamily="34" charset="0"/>
                  <a:cs typeface="+mn-ea"/>
                  <a:sym typeface="+mn-lt"/>
                </a:rPr>
                <a:t>YOUR HEADER</a:t>
              </a:r>
              <a:endParaRPr lang="en-US" altLang="zh-CN" b="1" dirty="0">
                <a:solidFill>
                  <a:schemeClr val="tx1">
                    <a:lumMod val="75000"/>
                    <a:lumOff val="25000"/>
                  </a:schemeClr>
                </a:solidFill>
                <a:latin typeface="Agency FB" panose="020B0503020202020204" pitchFamily="34" charset="0"/>
                <a:cs typeface="+mn-ea"/>
                <a:sym typeface="+mn-lt"/>
              </a:endParaRPr>
            </a:p>
          </p:txBody>
        </p:sp>
      </p:grpSp>
      <p:sp>
        <p:nvSpPr>
          <p:cNvPr id="2" name="椭圆 1"/>
          <p:cNvSpPr/>
          <p:nvPr/>
        </p:nvSpPr>
        <p:spPr>
          <a:xfrm>
            <a:off x="1418298" y="3773439"/>
            <a:ext cx="358774" cy="35877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4339298" y="3773439"/>
            <a:ext cx="358774" cy="358774"/>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7260298" y="3773439"/>
            <a:ext cx="358774" cy="35877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0181298" y="3773439"/>
            <a:ext cx="358774" cy="358774"/>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14:bounceEnd="34000">
                                          <p:cBhvr additive="base">
                                            <p:cTn id="7" dur="750" fill="hold"/>
                                            <p:tgtEl>
                                              <p:spTgt spid="44"/>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4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animEffect transition="in" filter="fade">
                                          <p:cBhvr>
                                            <p:cTn id="18" dur="500"/>
                                            <p:tgtEl>
                                              <p:spTgt spid="2"/>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p:cTn id="31" dur="500" fill="hold"/>
                                            <p:tgtEl>
                                              <p:spTgt spid="43"/>
                                            </p:tgtEl>
                                            <p:attrNameLst>
                                              <p:attrName>ppt_w</p:attrName>
                                            </p:attrNameLst>
                                          </p:cBhvr>
                                          <p:tavLst>
                                            <p:tav tm="0">
                                              <p:val>
                                                <p:fltVal val="0"/>
                                              </p:val>
                                            </p:tav>
                                            <p:tav tm="100000">
                                              <p:val>
                                                <p:strVal val="#ppt_w"/>
                                              </p:val>
                                            </p:tav>
                                          </p:tavLst>
                                        </p:anim>
                                        <p:anim calcmode="lin" valueType="num">
                                          <p:cBhvr>
                                            <p:cTn id="32" dur="500" fill="hold"/>
                                            <p:tgtEl>
                                              <p:spTgt spid="43"/>
                                            </p:tgtEl>
                                            <p:attrNameLst>
                                              <p:attrName>ppt_h</p:attrName>
                                            </p:attrNameLst>
                                          </p:cBhvr>
                                          <p:tavLst>
                                            <p:tav tm="0">
                                              <p:val>
                                                <p:fltVal val="0"/>
                                              </p:val>
                                            </p:tav>
                                            <p:tav tm="100000">
                                              <p:val>
                                                <p:strVal val="#ppt_h"/>
                                              </p:val>
                                            </p:tav>
                                          </p:tavLst>
                                        </p:anim>
                                        <p:animEffect transition="in" filter="fade">
                                          <p:cBhvr>
                                            <p:cTn id="33" dur="500"/>
                                            <p:tgtEl>
                                              <p:spTgt spid="43"/>
                                            </p:tgtEl>
                                          </p:cBhvr>
                                        </p:animEffect>
                                      </p:childTnLst>
                                    </p:cTn>
                                  </p:par>
                                </p:childTnLst>
                              </p:cTn>
                            </p:par>
                            <p:par>
                              <p:cTn id="34"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21" presetClass="entr" presetSubtype="1"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heel(1)">
                                          <p:cBhvr>
                                            <p:cTn id="49" dur="2000"/>
                                            <p:tgtEl>
                                              <p:spTgt spid="25"/>
                                            </p:tgtEl>
                                          </p:cBhvr>
                                        </p:animEffect>
                                      </p:childTnLst>
                                    </p:cTn>
                                  </p:par>
                                  <p:par>
                                    <p:cTn id="50" presetID="21" presetClass="entr" presetSubtype="1"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heel(1)">
                                          <p:cBhvr>
                                            <p:cTn id="52" dur="2000"/>
                                            <p:tgtEl>
                                              <p:spTgt spid="28"/>
                                            </p:tgtEl>
                                          </p:cBhvr>
                                        </p:animEffect>
                                      </p:childTnLst>
                                    </p:cTn>
                                  </p:par>
                                  <p:par>
                                    <p:cTn id="53" presetID="21" presetClass="entr" presetSubtype="1"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heel(1)">
                                          <p:cBhvr>
                                            <p:cTn id="55" dur="2000"/>
                                            <p:tgtEl>
                                              <p:spTgt spid="31"/>
                                            </p:tgtEl>
                                          </p:cBhvr>
                                        </p:animEffect>
                                      </p:childTnLst>
                                    </p:cTn>
                                  </p:par>
                                  <p:par>
                                    <p:cTn id="56" presetID="21" presetClass="entr" presetSubtype="1"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heel(1)">
                                          <p:cBhvr>
                                            <p:cTn id="58"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 grpId="0" animBg="1"/>
          <p:bldP spid="41" grpId="0" animBg="1"/>
          <p:bldP spid="42" grpId="0" animBg="1"/>
          <p:bldP spid="43" grpId="0" animBg="1"/>
          <p:bldP spid="4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750" fill="hold"/>
                                            <p:tgtEl>
                                              <p:spTgt spid="44"/>
                                            </p:tgtEl>
                                            <p:attrNameLst>
                                              <p:attrName>ppt_x</p:attrName>
                                            </p:attrNameLst>
                                          </p:cBhvr>
                                          <p:tavLst>
                                            <p:tav tm="0">
                                              <p:val>
                                                <p:strVal val="1+#ppt_w/2"/>
                                              </p:val>
                                            </p:tav>
                                            <p:tav tm="100000">
                                              <p:val>
                                                <p:strVal val="#ppt_x"/>
                                              </p:val>
                                            </p:tav>
                                          </p:tavLst>
                                        </p:anim>
                                        <p:anim calcmode="lin" valueType="num">
                                          <p:cBhvr additive="base">
                                            <p:cTn id="8" dur="750" fill="hold"/>
                                            <p:tgtEl>
                                              <p:spTgt spid="4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animEffect transition="in" filter="fade">
                                          <p:cBhvr>
                                            <p:cTn id="18" dur="500"/>
                                            <p:tgtEl>
                                              <p:spTgt spid="2"/>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p:cTn id="31" dur="500" fill="hold"/>
                                            <p:tgtEl>
                                              <p:spTgt spid="43"/>
                                            </p:tgtEl>
                                            <p:attrNameLst>
                                              <p:attrName>ppt_w</p:attrName>
                                            </p:attrNameLst>
                                          </p:cBhvr>
                                          <p:tavLst>
                                            <p:tav tm="0">
                                              <p:val>
                                                <p:fltVal val="0"/>
                                              </p:val>
                                            </p:tav>
                                            <p:tav tm="100000">
                                              <p:val>
                                                <p:strVal val="#ppt_w"/>
                                              </p:val>
                                            </p:tav>
                                          </p:tavLst>
                                        </p:anim>
                                        <p:anim calcmode="lin" valueType="num">
                                          <p:cBhvr>
                                            <p:cTn id="32" dur="500" fill="hold"/>
                                            <p:tgtEl>
                                              <p:spTgt spid="43"/>
                                            </p:tgtEl>
                                            <p:attrNameLst>
                                              <p:attrName>ppt_h</p:attrName>
                                            </p:attrNameLst>
                                          </p:cBhvr>
                                          <p:tavLst>
                                            <p:tav tm="0">
                                              <p:val>
                                                <p:fltVal val="0"/>
                                              </p:val>
                                            </p:tav>
                                            <p:tav tm="100000">
                                              <p:val>
                                                <p:strVal val="#ppt_h"/>
                                              </p:val>
                                            </p:tav>
                                          </p:tavLst>
                                        </p:anim>
                                        <p:animEffect transition="in" filter="fade">
                                          <p:cBhvr>
                                            <p:cTn id="33" dur="500"/>
                                            <p:tgtEl>
                                              <p:spTgt spid="43"/>
                                            </p:tgtEl>
                                          </p:cBhvr>
                                        </p:animEffect>
                                      </p:childTnLst>
                                    </p:cTn>
                                  </p:par>
                                </p:childTnLst>
                              </p:cTn>
                            </p:par>
                            <p:par>
                              <p:cTn id="34"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21" presetClass="entr" presetSubtype="1"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heel(1)">
                                          <p:cBhvr>
                                            <p:cTn id="49" dur="2000"/>
                                            <p:tgtEl>
                                              <p:spTgt spid="25"/>
                                            </p:tgtEl>
                                          </p:cBhvr>
                                        </p:animEffect>
                                      </p:childTnLst>
                                    </p:cTn>
                                  </p:par>
                                  <p:par>
                                    <p:cTn id="50" presetID="21" presetClass="entr" presetSubtype="1"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heel(1)">
                                          <p:cBhvr>
                                            <p:cTn id="52" dur="2000"/>
                                            <p:tgtEl>
                                              <p:spTgt spid="28"/>
                                            </p:tgtEl>
                                          </p:cBhvr>
                                        </p:animEffect>
                                      </p:childTnLst>
                                    </p:cTn>
                                  </p:par>
                                  <p:par>
                                    <p:cTn id="53" presetID="21" presetClass="entr" presetSubtype="1"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heel(1)">
                                          <p:cBhvr>
                                            <p:cTn id="55" dur="2000"/>
                                            <p:tgtEl>
                                              <p:spTgt spid="31"/>
                                            </p:tgtEl>
                                          </p:cBhvr>
                                        </p:animEffect>
                                      </p:childTnLst>
                                    </p:cTn>
                                  </p:par>
                                  <p:par>
                                    <p:cTn id="56" presetID="21" presetClass="entr" presetSubtype="1"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heel(1)">
                                          <p:cBhvr>
                                            <p:cTn id="58"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 grpId="0" animBg="1"/>
          <p:bldP spid="41" grpId="0" animBg="1"/>
          <p:bldP spid="42" grpId="0" animBg="1"/>
          <p:bldP spid="43" grpId="0" animBg="1"/>
          <p:bldP spid="44"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536417"/>
            <a:ext cx="12192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图表 3"/>
          <p:cNvGraphicFramePr/>
          <p:nvPr/>
        </p:nvGraphicFramePr>
        <p:xfrm>
          <a:off x="311152" y="1476375"/>
          <a:ext cx="6642100" cy="4830763"/>
        </p:xfrm>
        <a:graphic>
          <a:graphicData uri="http://schemas.openxmlformats.org/drawingml/2006/chart">
            <c:chart xmlns:c="http://schemas.openxmlformats.org/drawingml/2006/chart" xmlns:r="http://schemas.openxmlformats.org/officeDocument/2006/relationships" r:id="rId1"/>
          </a:graphicData>
        </a:graphic>
      </p:graphicFrame>
      <p:cxnSp>
        <p:nvCxnSpPr>
          <p:cNvPr id="5" name="直接连接符 4"/>
          <p:cNvCxnSpPr/>
          <p:nvPr/>
        </p:nvCxnSpPr>
        <p:spPr>
          <a:xfrm>
            <a:off x="7137402" y="1335088"/>
            <a:ext cx="0" cy="4957762"/>
          </a:xfrm>
          <a:prstGeom prst="line">
            <a:avLst/>
          </a:prstGeom>
          <a:ln w="12700">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auto">
          <a:xfrm>
            <a:off x="7388227" y="3351213"/>
            <a:ext cx="1123950" cy="1123950"/>
            <a:chOff x="7489036" y="3140075"/>
            <a:chExt cx="1123950" cy="1123950"/>
          </a:xfrm>
        </p:grpSpPr>
        <p:sp>
          <p:nvSpPr>
            <p:cNvPr id="7" name="椭圆 6"/>
            <p:cNvSpPr/>
            <p:nvPr/>
          </p:nvSpPr>
          <p:spPr>
            <a:xfrm>
              <a:off x="7489036" y="3140075"/>
              <a:ext cx="1123950" cy="1123950"/>
            </a:xfrm>
            <a:prstGeom prst="ellipse">
              <a:avLst/>
            </a:prstGeom>
            <a:solidFill>
              <a:srgbClr val="37474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Freeform 252"/>
            <p:cNvSpPr>
              <a:spLocks noEditPoints="1"/>
            </p:cNvSpPr>
            <p:nvPr/>
          </p:nvSpPr>
          <p:spPr bwMode="auto">
            <a:xfrm>
              <a:off x="7857729" y="3391794"/>
              <a:ext cx="417909" cy="611386"/>
            </a:xfrm>
            <a:custGeom>
              <a:avLst/>
              <a:gdLst>
                <a:gd name="T0" fmla="*/ 91596 w 73"/>
                <a:gd name="T1" fmla="*/ 439969 h 107"/>
                <a:gd name="T2" fmla="*/ 326313 w 73"/>
                <a:gd name="T3" fmla="*/ 439969 h 107"/>
                <a:gd name="T4" fmla="*/ 297689 w 73"/>
                <a:gd name="T5" fmla="*/ 577103 h 107"/>
                <a:gd name="T6" fmla="*/ 257615 w 73"/>
                <a:gd name="T7" fmla="*/ 577103 h 107"/>
                <a:gd name="T8" fmla="*/ 211817 w 73"/>
                <a:gd name="T9" fmla="*/ 611386 h 107"/>
                <a:gd name="T10" fmla="*/ 166019 w 73"/>
                <a:gd name="T11" fmla="*/ 577103 h 107"/>
                <a:gd name="T12" fmla="*/ 120220 w 73"/>
                <a:gd name="T13" fmla="*/ 577103 h 107"/>
                <a:gd name="T14" fmla="*/ 91596 w 73"/>
                <a:gd name="T15" fmla="*/ 439969 h 107"/>
                <a:gd name="T16" fmla="*/ 291964 w 73"/>
                <a:gd name="T17" fmla="*/ 165703 h 107"/>
                <a:gd name="T18" fmla="*/ 297689 w 73"/>
                <a:gd name="T19" fmla="*/ 199986 h 107"/>
                <a:gd name="T20" fmla="*/ 291964 w 73"/>
                <a:gd name="T21" fmla="*/ 211414 h 107"/>
                <a:gd name="T22" fmla="*/ 303413 w 73"/>
                <a:gd name="T23" fmla="*/ 217128 h 107"/>
                <a:gd name="T24" fmla="*/ 297689 w 73"/>
                <a:gd name="T25" fmla="*/ 239983 h 107"/>
                <a:gd name="T26" fmla="*/ 286239 w 73"/>
                <a:gd name="T27" fmla="*/ 239983 h 107"/>
                <a:gd name="T28" fmla="*/ 297689 w 73"/>
                <a:gd name="T29" fmla="*/ 245697 h 107"/>
                <a:gd name="T30" fmla="*/ 291964 w 73"/>
                <a:gd name="T31" fmla="*/ 268553 h 107"/>
                <a:gd name="T32" fmla="*/ 286239 w 73"/>
                <a:gd name="T33" fmla="*/ 274267 h 107"/>
                <a:gd name="T34" fmla="*/ 291964 w 73"/>
                <a:gd name="T35" fmla="*/ 279981 h 107"/>
                <a:gd name="T36" fmla="*/ 286239 w 73"/>
                <a:gd name="T37" fmla="*/ 302836 h 107"/>
                <a:gd name="T38" fmla="*/ 269065 w 73"/>
                <a:gd name="T39" fmla="*/ 308550 h 107"/>
                <a:gd name="T40" fmla="*/ 166019 w 73"/>
                <a:gd name="T41" fmla="*/ 279981 h 107"/>
                <a:gd name="T42" fmla="*/ 120220 w 73"/>
                <a:gd name="T43" fmla="*/ 279981 h 107"/>
                <a:gd name="T44" fmla="*/ 120220 w 73"/>
                <a:gd name="T45" fmla="*/ 182844 h 107"/>
                <a:gd name="T46" fmla="*/ 160294 w 73"/>
                <a:gd name="T47" fmla="*/ 177131 h 107"/>
                <a:gd name="T48" fmla="*/ 240441 w 73"/>
                <a:gd name="T49" fmla="*/ 91422 h 107"/>
                <a:gd name="T50" fmla="*/ 217542 w 73"/>
                <a:gd name="T51" fmla="*/ 171417 h 107"/>
                <a:gd name="T52" fmla="*/ 291964 w 73"/>
                <a:gd name="T53" fmla="*/ 165703 h 107"/>
                <a:gd name="T54" fmla="*/ 85872 w 73"/>
                <a:gd name="T55" fmla="*/ 405686 h 107"/>
                <a:gd name="T56" fmla="*/ 143120 w 73"/>
                <a:gd name="T57" fmla="*/ 405686 h 107"/>
                <a:gd name="T58" fmla="*/ 97321 w 73"/>
                <a:gd name="T59" fmla="*/ 274267 h 107"/>
                <a:gd name="T60" fmla="*/ 62973 w 73"/>
                <a:gd name="T61" fmla="*/ 165703 h 107"/>
                <a:gd name="T62" fmla="*/ 131670 w 73"/>
                <a:gd name="T63" fmla="*/ 74281 h 107"/>
                <a:gd name="T64" fmla="*/ 211817 w 73"/>
                <a:gd name="T65" fmla="*/ 62853 h 107"/>
                <a:gd name="T66" fmla="*/ 286239 w 73"/>
                <a:gd name="T67" fmla="*/ 79994 h 107"/>
                <a:gd name="T68" fmla="*/ 354936 w 73"/>
                <a:gd name="T69" fmla="*/ 165703 h 107"/>
                <a:gd name="T70" fmla="*/ 320588 w 73"/>
                <a:gd name="T71" fmla="*/ 274267 h 107"/>
                <a:gd name="T72" fmla="*/ 274789 w 73"/>
                <a:gd name="T73" fmla="*/ 405686 h 107"/>
                <a:gd name="T74" fmla="*/ 332037 w 73"/>
                <a:gd name="T75" fmla="*/ 405686 h 107"/>
                <a:gd name="T76" fmla="*/ 372111 w 73"/>
                <a:gd name="T77" fmla="*/ 297122 h 107"/>
                <a:gd name="T78" fmla="*/ 406459 w 73"/>
                <a:gd name="T79" fmla="*/ 154275 h 107"/>
                <a:gd name="T80" fmla="*/ 314863 w 73"/>
                <a:gd name="T81" fmla="*/ 28569 h 107"/>
                <a:gd name="T82" fmla="*/ 211817 w 73"/>
                <a:gd name="T83" fmla="*/ 5714 h 107"/>
                <a:gd name="T84" fmla="*/ 108771 w 73"/>
                <a:gd name="T85" fmla="*/ 22856 h 107"/>
                <a:gd name="T86" fmla="*/ 11450 w 73"/>
                <a:gd name="T87" fmla="*/ 154275 h 107"/>
                <a:gd name="T88" fmla="*/ 45798 w 73"/>
                <a:gd name="T89" fmla="*/ 297122 h 107"/>
                <a:gd name="T90" fmla="*/ 85872 w 73"/>
                <a:gd name="T91" fmla="*/ 405686 h 10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3"/>
                    <a:pt x="52" y="43"/>
                    <a:pt x="52" y="43"/>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6"/>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4"/>
                  </a:cubicBezTo>
                  <a:cubicBezTo>
                    <a:pt x="10" y="9"/>
                    <a:pt x="4" y="16"/>
                    <a:pt x="2" y="27"/>
                  </a:cubicBezTo>
                  <a:cubicBezTo>
                    <a:pt x="0" y="36"/>
                    <a:pt x="4" y="44"/>
                    <a:pt x="8" y="52"/>
                  </a:cubicBezTo>
                  <a:cubicBezTo>
                    <a:pt x="10" y="58"/>
                    <a:pt x="13" y="64"/>
                    <a:pt x="15" y="7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9" name="组合 8"/>
          <p:cNvGrpSpPr/>
          <p:nvPr/>
        </p:nvGrpSpPr>
        <p:grpSpPr bwMode="auto">
          <a:xfrm>
            <a:off x="7388227" y="5145088"/>
            <a:ext cx="1123950" cy="1123950"/>
            <a:chOff x="7489036" y="4857235"/>
            <a:chExt cx="1123950" cy="1123950"/>
          </a:xfrm>
        </p:grpSpPr>
        <p:sp>
          <p:nvSpPr>
            <p:cNvPr id="10" name="椭圆 9"/>
            <p:cNvSpPr/>
            <p:nvPr/>
          </p:nvSpPr>
          <p:spPr>
            <a:xfrm>
              <a:off x="7489036" y="4857235"/>
              <a:ext cx="1123950" cy="112395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Freeform 273"/>
            <p:cNvSpPr>
              <a:spLocks noEditPoints="1"/>
            </p:cNvSpPr>
            <p:nvPr/>
          </p:nvSpPr>
          <p:spPr bwMode="auto">
            <a:xfrm>
              <a:off x="7781429" y="5193487"/>
              <a:ext cx="595908" cy="451446"/>
            </a:xfrm>
            <a:custGeom>
              <a:avLst/>
              <a:gdLst>
                <a:gd name="T0" fmla="*/ 91678 w 104"/>
                <a:gd name="T1" fmla="*/ 11429 h 79"/>
                <a:gd name="T2" fmla="*/ 154707 w 104"/>
                <a:gd name="T3" fmla="*/ 22858 h 79"/>
                <a:gd name="T4" fmla="*/ 108868 w 104"/>
                <a:gd name="T5" fmla="*/ 274296 h 79"/>
                <a:gd name="T6" fmla="*/ 22920 w 104"/>
                <a:gd name="T7" fmla="*/ 257153 h 79"/>
                <a:gd name="T8" fmla="*/ 91678 w 104"/>
                <a:gd name="T9" fmla="*/ 11429 h 79"/>
                <a:gd name="T10" fmla="*/ 103138 w 104"/>
                <a:gd name="T11" fmla="*/ 371443 h 79"/>
                <a:gd name="T12" fmla="*/ 91678 w 104"/>
                <a:gd name="T13" fmla="*/ 411444 h 79"/>
                <a:gd name="T14" fmla="*/ 578718 w 104"/>
                <a:gd name="T15" fmla="*/ 411444 h 79"/>
                <a:gd name="T16" fmla="*/ 595908 w 104"/>
                <a:gd name="T17" fmla="*/ 411444 h 79"/>
                <a:gd name="T18" fmla="*/ 595908 w 104"/>
                <a:gd name="T19" fmla="*/ 388586 h 79"/>
                <a:gd name="T20" fmla="*/ 595908 w 104"/>
                <a:gd name="T21" fmla="*/ 148577 h 79"/>
                <a:gd name="T22" fmla="*/ 595908 w 104"/>
                <a:gd name="T23" fmla="*/ 137148 h 79"/>
                <a:gd name="T24" fmla="*/ 590178 w 104"/>
                <a:gd name="T25" fmla="*/ 131434 h 79"/>
                <a:gd name="T26" fmla="*/ 515690 w 104"/>
                <a:gd name="T27" fmla="*/ 57145 h 79"/>
                <a:gd name="T28" fmla="*/ 509960 w 104"/>
                <a:gd name="T29" fmla="*/ 51431 h 79"/>
                <a:gd name="T30" fmla="*/ 498500 w 104"/>
                <a:gd name="T31" fmla="*/ 51431 h 79"/>
                <a:gd name="T32" fmla="*/ 177626 w 104"/>
                <a:gd name="T33" fmla="*/ 51431 h 79"/>
                <a:gd name="T34" fmla="*/ 177626 w 104"/>
                <a:gd name="T35" fmla="*/ 97147 h 79"/>
                <a:gd name="T36" fmla="*/ 481310 w 104"/>
                <a:gd name="T37" fmla="*/ 97147 h 79"/>
                <a:gd name="T38" fmla="*/ 475580 w 104"/>
                <a:gd name="T39" fmla="*/ 160006 h 79"/>
                <a:gd name="T40" fmla="*/ 475580 w 104"/>
                <a:gd name="T41" fmla="*/ 171435 h 79"/>
                <a:gd name="T42" fmla="*/ 487040 w 104"/>
                <a:gd name="T43" fmla="*/ 171435 h 79"/>
                <a:gd name="T44" fmla="*/ 555799 w 104"/>
                <a:gd name="T45" fmla="*/ 165721 h 79"/>
                <a:gd name="T46" fmla="*/ 555799 w 104"/>
                <a:gd name="T47" fmla="*/ 371443 h 79"/>
                <a:gd name="T48" fmla="*/ 103138 w 104"/>
                <a:gd name="T49" fmla="*/ 371443 h 79"/>
                <a:gd name="T50" fmla="*/ 544339 w 104"/>
                <a:gd name="T51" fmla="*/ 148577 h 79"/>
                <a:gd name="T52" fmla="*/ 492770 w 104"/>
                <a:gd name="T53" fmla="*/ 148577 h 79"/>
                <a:gd name="T54" fmla="*/ 498500 w 104"/>
                <a:gd name="T55" fmla="*/ 102861 h 79"/>
                <a:gd name="T56" fmla="*/ 544339 w 104"/>
                <a:gd name="T57" fmla="*/ 148577 h 79"/>
                <a:gd name="T58" fmla="*/ 183356 w 104"/>
                <a:gd name="T59" fmla="*/ 245724 h 79"/>
                <a:gd name="T60" fmla="*/ 424011 w 104"/>
                <a:gd name="T61" fmla="*/ 245724 h 79"/>
                <a:gd name="T62" fmla="*/ 424011 w 104"/>
                <a:gd name="T63" fmla="*/ 257153 h 79"/>
                <a:gd name="T64" fmla="*/ 183356 w 104"/>
                <a:gd name="T65" fmla="*/ 257153 h 79"/>
                <a:gd name="T66" fmla="*/ 183356 w 104"/>
                <a:gd name="T67" fmla="*/ 245724 h 79"/>
                <a:gd name="T68" fmla="*/ 183356 w 104"/>
                <a:gd name="T69" fmla="*/ 182864 h 79"/>
                <a:gd name="T70" fmla="*/ 406822 w 104"/>
                <a:gd name="T71" fmla="*/ 182864 h 79"/>
                <a:gd name="T72" fmla="*/ 406822 w 104"/>
                <a:gd name="T73" fmla="*/ 200008 h 79"/>
                <a:gd name="T74" fmla="*/ 183356 w 104"/>
                <a:gd name="T75" fmla="*/ 200008 h 79"/>
                <a:gd name="T76" fmla="*/ 183356 w 104"/>
                <a:gd name="T77" fmla="*/ 182864 h 79"/>
                <a:gd name="T78" fmla="*/ 183356 w 104"/>
                <a:gd name="T79" fmla="*/ 125719 h 79"/>
                <a:gd name="T80" fmla="*/ 406822 w 104"/>
                <a:gd name="T81" fmla="*/ 125719 h 79"/>
                <a:gd name="T82" fmla="*/ 406822 w 104"/>
                <a:gd name="T83" fmla="*/ 142863 h 79"/>
                <a:gd name="T84" fmla="*/ 183356 w 104"/>
                <a:gd name="T85" fmla="*/ 142863 h 79"/>
                <a:gd name="T86" fmla="*/ 183356 w 104"/>
                <a:gd name="T87" fmla="*/ 125719 h 79"/>
                <a:gd name="T88" fmla="*/ 17190 w 104"/>
                <a:gd name="T89" fmla="*/ 377157 h 79"/>
                <a:gd name="T90" fmla="*/ 51569 w 104"/>
                <a:gd name="T91" fmla="*/ 388586 h 79"/>
                <a:gd name="T92" fmla="*/ 51569 w 104"/>
                <a:gd name="T93" fmla="*/ 422873 h 79"/>
                <a:gd name="T94" fmla="*/ 28649 w 104"/>
                <a:gd name="T95" fmla="*/ 451446 h 79"/>
                <a:gd name="T96" fmla="*/ 11460 w 104"/>
                <a:gd name="T97" fmla="*/ 445731 h 79"/>
                <a:gd name="T98" fmla="*/ 0 w 104"/>
                <a:gd name="T99" fmla="*/ 411444 h 79"/>
                <a:gd name="T100" fmla="*/ 17190 w 104"/>
                <a:gd name="T101" fmla="*/ 377157 h 79"/>
                <a:gd name="T102" fmla="*/ 22920 w 104"/>
                <a:gd name="T103" fmla="*/ 274296 h 79"/>
                <a:gd name="T104" fmla="*/ 11460 w 104"/>
                <a:gd name="T105" fmla="*/ 371443 h 79"/>
                <a:gd name="T106" fmla="*/ 68759 w 104"/>
                <a:gd name="T107" fmla="*/ 382872 h 79"/>
                <a:gd name="T108" fmla="*/ 97408 w 104"/>
                <a:gd name="T109" fmla="*/ 291440 h 79"/>
                <a:gd name="T110" fmla="*/ 22920 w 104"/>
                <a:gd name="T111" fmla="*/ 274296 h 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04" h="79">
                  <a:moveTo>
                    <a:pt x="16" y="2"/>
                  </a:moveTo>
                  <a:cubicBezTo>
                    <a:pt x="21" y="0"/>
                    <a:pt x="24" y="1"/>
                    <a:pt x="27" y="4"/>
                  </a:cubicBezTo>
                  <a:cubicBezTo>
                    <a:pt x="26" y="20"/>
                    <a:pt x="23" y="35"/>
                    <a:pt x="19" y="48"/>
                  </a:cubicBezTo>
                  <a:cubicBezTo>
                    <a:pt x="14" y="47"/>
                    <a:pt x="9" y="46"/>
                    <a:pt x="4" y="45"/>
                  </a:cubicBezTo>
                  <a:cubicBezTo>
                    <a:pt x="6" y="29"/>
                    <a:pt x="10" y="15"/>
                    <a:pt x="16" y="2"/>
                  </a:cubicBezTo>
                  <a:close/>
                  <a:moveTo>
                    <a:pt x="18" y="65"/>
                  </a:moveTo>
                  <a:cubicBezTo>
                    <a:pt x="16" y="72"/>
                    <a:pt x="16" y="72"/>
                    <a:pt x="16" y="72"/>
                  </a:cubicBezTo>
                  <a:cubicBezTo>
                    <a:pt x="69" y="72"/>
                    <a:pt x="74" y="72"/>
                    <a:pt x="101" y="72"/>
                  </a:cubicBezTo>
                  <a:cubicBezTo>
                    <a:pt x="104" y="72"/>
                    <a:pt x="104" y="72"/>
                    <a:pt x="104" y="72"/>
                  </a:cubicBezTo>
                  <a:cubicBezTo>
                    <a:pt x="104" y="68"/>
                    <a:pt x="104" y="68"/>
                    <a:pt x="104" y="68"/>
                  </a:cubicBezTo>
                  <a:cubicBezTo>
                    <a:pt x="104" y="26"/>
                    <a:pt x="104" y="26"/>
                    <a:pt x="104" y="26"/>
                  </a:cubicBezTo>
                  <a:cubicBezTo>
                    <a:pt x="104" y="24"/>
                    <a:pt x="104" y="24"/>
                    <a:pt x="104" y="24"/>
                  </a:cubicBezTo>
                  <a:cubicBezTo>
                    <a:pt x="103" y="23"/>
                    <a:pt x="103" y="23"/>
                    <a:pt x="103" y="23"/>
                  </a:cubicBezTo>
                  <a:cubicBezTo>
                    <a:pt x="90" y="10"/>
                    <a:pt x="90" y="10"/>
                    <a:pt x="90" y="10"/>
                  </a:cubicBezTo>
                  <a:cubicBezTo>
                    <a:pt x="89" y="9"/>
                    <a:pt x="89" y="9"/>
                    <a:pt x="89" y="9"/>
                  </a:cubicBezTo>
                  <a:cubicBezTo>
                    <a:pt x="87" y="9"/>
                    <a:pt x="87" y="9"/>
                    <a:pt x="87" y="9"/>
                  </a:cubicBezTo>
                  <a:cubicBezTo>
                    <a:pt x="31" y="9"/>
                    <a:pt x="31" y="9"/>
                    <a:pt x="31" y="9"/>
                  </a:cubicBezTo>
                  <a:cubicBezTo>
                    <a:pt x="31" y="12"/>
                    <a:pt x="31" y="14"/>
                    <a:pt x="31" y="17"/>
                  </a:cubicBezTo>
                  <a:cubicBezTo>
                    <a:pt x="84" y="17"/>
                    <a:pt x="84" y="17"/>
                    <a:pt x="84" y="17"/>
                  </a:cubicBezTo>
                  <a:cubicBezTo>
                    <a:pt x="83" y="28"/>
                    <a:pt x="83" y="28"/>
                    <a:pt x="83" y="28"/>
                  </a:cubicBezTo>
                  <a:cubicBezTo>
                    <a:pt x="83" y="30"/>
                    <a:pt x="83" y="30"/>
                    <a:pt x="83" y="30"/>
                  </a:cubicBezTo>
                  <a:cubicBezTo>
                    <a:pt x="85" y="30"/>
                    <a:pt x="85" y="30"/>
                    <a:pt x="85" y="30"/>
                  </a:cubicBezTo>
                  <a:cubicBezTo>
                    <a:pt x="97" y="29"/>
                    <a:pt x="97" y="29"/>
                    <a:pt x="97" y="29"/>
                  </a:cubicBezTo>
                  <a:cubicBezTo>
                    <a:pt x="97" y="65"/>
                    <a:pt x="97" y="65"/>
                    <a:pt x="97" y="65"/>
                  </a:cubicBezTo>
                  <a:cubicBezTo>
                    <a:pt x="79" y="65"/>
                    <a:pt x="57" y="65"/>
                    <a:pt x="18" y="65"/>
                  </a:cubicBezTo>
                  <a:close/>
                  <a:moveTo>
                    <a:pt x="95" y="26"/>
                  </a:moveTo>
                  <a:cubicBezTo>
                    <a:pt x="86" y="26"/>
                    <a:pt x="86" y="26"/>
                    <a:pt x="86" y="26"/>
                  </a:cubicBezTo>
                  <a:cubicBezTo>
                    <a:pt x="87" y="18"/>
                    <a:pt x="87" y="18"/>
                    <a:pt x="87" y="18"/>
                  </a:cubicBezTo>
                  <a:cubicBezTo>
                    <a:pt x="95" y="26"/>
                    <a:pt x="95" y="26"/>
                    <a:pt x="95" y="26"/>
                  </a:cubicBezTo>
                  <a:close/>
                  <a:moveTo>
                    <a:pt x="32" y="43"/>
                  </a:moveTo>
                  <a:cubicBezTo>
                    <a:pt x="74" y="43"/>
                    <a:pt x="74" y="43"/>
                    <a:pt x="74" y="43"/>
                  </a:cubicBezTo>
                  <a:cubicBezTo>
                    <a:pt x="74" y="45"/>
                    <a:pt x="74" y="45"/>
                    <a:pt x="74" y="45"/>
                  </a:cubicBezTo>
                  <a:cubicBezTo>
                    <a:pt x="32" y="45"/>
                    <a:pt x="32" y="45"/>
                    <a:pt x="32" y="45"/>
                  </a:cubicBezTo>
                  <a:cubicBezTo>
                    <a:pt x="32" y="43"/>
                    <a:pt x="32" y="43"/>
                    <a:pt x="32" y="43"/>
                  </a:cubicBezTo>
                  <a:close/>
                  <a:moveTo>
                    <a:pt x="32" y="32"/>
                  </a:moveTo>
                  <a:cubicBezTo>
                    <a:pt x="71" y="32"/>
                    <a:pt x="71" y="32"/>
                    <a:pt x="71" y="32"/>
                  </a:cubicBezTo>
                  <a:cubicBezTo>
                    <a:pt x="71" y="35"/>
                    <a:pt x="71" y="35"/>
                    <a:pt x="71" y="35"/>
                  </a:cubicBezTo>
                  <a:cubicBezTo>
                    <a:pt x="32" y="35"/>
                    <a:pt x="32" y="35"/>
                    <a:pt x="32" y="35"/>
                  </a:cubicBezTo>
                  <a:cubicBezTo>
                    <a:pt x="32" y="32"/>
                    <a:pt x="32" y="32"/>
                    <a:pt x="32" y="32"/>
                  </a:cubicBezTo>
                  <a:close/>
                  <a:moveTo>
                    <a:pt x="32" y="22"/>
                  </a:moveTo>
                  <a:cubicBezTo>
                    <a:pt x="71" y="22"/>
                    <a:pt x="71" y="22"/>
                    <a:pt x="71" y="22"/>
                  </a:cubicBezTo>
                  <a:cubicBezTo>
                    <a:pt x="71" y="25"/>
                    <a:pt x="71" y="25"/>
                    <a:pt x="71" y="25"/>
                  </a:cubicBezTo>
                  <a:cubicBezTo>
                    <a:pt x="32" y="25"/>
                    <a:pt x="32" y="25"/>
                    <a:pt x="32" y="25"/>
                  </a:cubicBezTo>
                  <a:cubicBezTo>
                    <a:pt x="32" y="22"/>
                    <a:pt x="32" y="22"/>
                    <a:pt x="32" y="22"/>
                  </a:cubicBezTo>
                  <a:close/>
                  <a:moveTo>
                    <a:pt x="3" y="66"/>
                  </a:moveTo>
                  <a:cubicBezTo>
                    <a:pt x="9" y="68"/>
                    <a:pt x="9" y="68"/>
                    <a:pt x="9" y="68"/>
                  </a:cubicBezTo>
                  <a:cubicBezTo>
                    <a:pt x="9" y="74"/>
                    <a:pt x="9" y="74"/>
                    <a:pt x="9" y="74"/>
                  </a:cubicBezTo>
                  <a:cubicBezTo>
                    <a:pt x="5" y="79"/>
                    <a:pt x="5" y="79"/>
                    <a:pt x="5" y="79"/>
                  </a:cubicBezTo>
                  <a:cubicBezTo>
                    <a:pt x="4" y="79"/>
                    <a:pt x="3" y="79"/>
                    <a:pt x="2" y="78"/>
                  </a:cubicBezTo>
                  <a:cubicBezTo>
                    <a:pt x="0" y="72"/>
                    <a:pt x="0" y="72"/>
                    <a:pt x="0" y="72"/>
                  </a:cubicBezTo>
                  <a:cubicBezTo>
                    <a:pt x="3" y="66"/>
                    <a:pt x="3" y="66"/>
                    <a:pt x="3" y="66"/>
                  </a:cubicBezTo>
                  <a:close/>
                  <a:moveTo>
                    <a:pt x="4" y="48"/>
                  </a:moveTo>
                  <a:cubicBezTo>
                    <a:pt x="3" y="53"/>
                    <a:pt x="3" y="59"/>
                    <a:pt x="2" y="65"/>
                  </a:cubicBezTo>
                  <a:cubicBezTo>
                    <a:pt x="5" y="65"/>
                    <a:pt x="9" y="66"/>
                    <a:pt x="12" y="67"/>
                  </a:cubicBezTo>
                  <a:cubicBezTo>
                    <a:pt x="14" y="61"/>
                    <a:pt x="15" y="56"/>
                    <a:pt x="17" y="51"/>
                  </a:cubicBezTo>
                  <a:cubicBezTo>
                    <a:pt x="13" y="50"/>
                    <a:pt x="9" y="49"/>
                    <a:pt x="4" y="4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2" name="组合 11"/>
          <p:cNvGrpSpPr/>
          <p:nvPr/>
        </p:nvGrpSpPr>
        <p:grpSpPr bwMode="auto">
          <a:xfrm>
            <a:off x="7388227" y="1557338"/>
            <a:ext cx="1123950" cy="1123950"/>
            <a:chOff x="7489036" y="1422916"/>
            <a:chExt cx="1123950" cy="1123950"/>
          </a:xfrm>
        </p:grpSpPr>
        <p:sp>
          <p:nvSpPr>
            <p:cNvPr id="13" name="椭圆 12"/>
            <p:cNvSpPr/>
            <p:nvPr/>
          </p:nvSpPr>
          <p:spPr>
            <a:xfrm>
              <a:off x="7489036" y="1422916"/>
              <a:ext cx="1123950" cy="112395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Freeform 274"/>
            <p:cNvSpPr>
              <a:spLocks noEditPoints="1"/>
            </p:cNvSpPr>
            <p:nvPr/>
          </p:nvSpPr>
          <p:spPr bwMode="auto">
            <a:xfrm>
              <a:off x="7773695" y="1706285"/>
              <a:ext cx="554633" cy="557212"/>
            </a:xfrm>
            <a:custGeom>
              <a:avLst/>
              <a:gdLst>
                <a:gd name="T0" fmla="*/ 280175 w 97"/>
                <a:gd name="T1" fmla="*/ 0 h 97"/>
                <a:gd name="T2" fmla="*/ 474583 w 97"/>
                <a:gd name="T3" fmla="*/ 80422 h 97"/>
                <a:gd name="T4" fmla="*/ 554633 w 97"/>
                <a:gd name="T5" fmla="*/ 281478 h 97"/>
                <a:gd name="T6" fmla="*/ 474583 w 97"/>
                <a:gd name="T7" fmla="*/ 476790 h 97"/>
                <a:gd name="T8" fmla="*/ 280175 w 97"/>
                <a:gd name="T9" fmla="*/ 557212 h 97"/>
                <a:gd name="T10" fmla="*/ 80050 w 97"/>
                <a:gd name="T11" fmla="*/ 476790 h 97"/>
                <a:gd name="T12" fmla="*/ 0 w 97"/>
                <a:gd name="T13" fmla="*/ 281478 h 97"/>
                <a:gd name="T14" fmla="*/ 80050 w 97"/>
                <a:gd name="T15" fmla="*/ 80422 h 97"/>
                <a:gd name="T16" fmla="*/ 280175 w 97"/>
                <a:gd name="T17" fmla="*/ 0 h 97"/>
                <a:gd name="T18" fmla="*/ 314483 w 97"/>
                <a:gd name="T19" fmla="*/ 269989 h 97"/>
                <a:gd name="T20" fmla="*/ 308765 w 97"/>
                <a:gd name="T21" fmla="*/ 258500 h 97"/>
                <a:gd name="T22" fmla="*/ 388815 w 97"/>
                <a:gd name="T23" fmla="*/ 137867 h 97"/>
                <a:gd name="T24" fmla="*/ 371661 w 97"/>
                <a:gd name="T25" fmla="*/ 120634 h 97"/>
                <a:gd name="T26" fmla="*/ 285893 w 97"/>
                <a:gd name="T27" fmla="*/ 247012 h 97"/>
                <a:gd name="T28" fmla="*/ 257304 w 97"/>
                <a:gd name="T29" fmla="*/ 247012 h 97"/>
                <a:gd name="T30" fmla="*/ 240150 w 97"/>
                <a:gd name="T31" fmla="*/ 298712 h 97"/>
                <a:gd name="T32" fmla="*/ 291611 w 97"/>
                <a:gd name="T33" fmla="*/ 321689 h 97"/>
                <a:gd name="T34" fmla="*/ 297329 w 97"/>
                <a:gd name="T35" fmla="*/ 315945 h 97"/>
                <a:gd name="T36" fmla="*/ 394533 w 97"/>
                <a:gd name="T37" fmla="*/ 350412 h 97"/>
                <a:gd name="T38" fmla="*/ 405968 w 97"/>
                <a:gd name="T39" fmla="*/ 321689 h 97"/>
                <a:gd name="T40" fmla="*/ 314483 w 97"/>
                <a:gd name="T41" fmla="*/ 287223 h 97"/>
                <a:gd name="T42" fmla="*/ 314483 w 97"/>
                <a:gd name="T43" fmla="*/ 269989 h 97"/>
                <a:gd name="T44" fmla="*/ 423122 w 97"/>
                <a:gd name="T45" fmla="*/ 137867 h 97"/>
                <a:gd name="T46" fmla="*/ 280175 w 97"/>
                <a:gd name="T47" fmla="*/ 74678 h 97"/>
                <a:gd name="T48" fmla="*/ 131511 w 97"/>
                <a:gd name="T49" fmla="*/ 137867 h 97"/>
                <a:gd name="T50" fmla="*/ 74332 w 97"/>
                <a:gd name="T51" fmla="*/ 281478 h 97"/>
                <a:gd name="T52" fmla="*/ 131511 w 97"/>
                <a:gd name="T53" fmla="*/ 425090 h 97"/>
                <a:gd name="T54" fmla="*/ 280175 w 97"/>
                <a:gd name="T55" fmla="*/ 482534 h 97"/>
                <a:gd name="T56" fmla="*/ 423122 w 97"/>
                <a:gd name="T57" fmla="*/ 425090 h 97"/>
                <a:gd name="T58" fmla="*/ 480301 w 97"/>
                <a:gd name="T59" fmla="*/ 281478 h 97"/>
                <a:gd name="T60" fmla="*/ 423122 w 97"/>
                <a:gd name="T61" fmla="*/ 137867 h 9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7" h="97">
                  <a:moveTo>
                    <a:pt x="49" y="0"/>
                  </a:moveTo>
                  <a:cubicBezTo>
                    <a:pt x="62" y="0"/>
                    <a:pt x="74" y="5"/>
                    <a:pt x="83" y="14"/>
                  </a:cubicBezTo>
                  <a:cubicBezTo>
                    <a:pt x="92" y="23"/>
                    <a:pt x="97" y="35"/>
                    <a:pt x="97" y="49"/>
                  </a:cubicBezTo>
                  <a:cubicBezTo>
                    <a:pt x="97" y="62"/>
                    <a:pt x="92" y="74"/>
                    <a:pt x="83" y="83"/>
                  </a:cubicBezTo>
                  <a:cubicBezTo>
                    <a:pt x="74" y="92"/>
                    <a:pt x="62" y="97"/>
                    <a:pt x="49" y="97"/>
                  </a:cubicBezTo>
                  <a:cubicBezTo>
                    <a:pt x="35" y="97"/>
                    <a:pt x="23" y="92"/>
                    <a:pt x="14" y="83"/>
                  </a:cubicBezTo>
                  <a:cubicBezTo>
                    <a:pt x="5" y="74"/>
                    <a:pt x="0" y="62"/>
                    <a:pt x="0" y="49"/>
                  </a:cubicBezTo>
                  <a:cubicBezTo>
                    <a:pt x="0" y="35"/>
                    <a:pt x="5" y="23"/>
                    <a:pt x="14" y="14"/>
                  </a:cubicBezTo>
                  <a:cubicBezTo>
                    <a:pt x="23" y="5"/>
                    <a:pt x="35" y="0"/>
                    <a:pt x="49" y="0"/>
                  </a:cubicBezTo>
                  <a:close/>
                  <a:moveTo>
                    <a:pt x="55" y="47"/>
                  </a:moveTo>
                  <a:cubicBezTo>
                    <a:pt x="54" y="46"/>
                    <a:pt x="54" y="45"/>
                    <a:pt x="54" y="45"/>
                  </a:cubicBezTo>
                  <a:cubicBezTo>
                    <a:pt x="59" y="38"/>
                    <a:pt x="64" y="31"/>
                    <a:pt x="68" y="24"/>
                  </a:cubicBezTo>
                  <a:cubicBezTo>
                    <a:pt x="67" y="23"/>
                    <a:pt x="66" y="22"/>
                    <a:pt x="65" y="21"/>
                  </a:cubicBezTo>
                  <a:cubicBezTo>
                    <a:pt x="59" y="28"/>
                    <a:pt x="54" y="35"/>
                    <a:pt x="50" y="43"/>
                  </a:cubicBezTo>
                  <a:cubicBezTo>
                    <a:pt x="48" y="42"/>
                    <a:pt x="47" y="43"/>
                    <a:pt x="45" y="43"/>
                  </a:cubicBezTo>
                  <a:cubicBezTo>
                    <a:pt x="42" y="45"/>
                    <a:pt x="40" y="49"/>
                    <a:pt x="42" y="52"/>
                  </a:cubicBezTo>
                  <a:cubicBezTo>
                    <a:pt x="43" y="56"/>
                    <a:pt x="47" y="58"/>
                    <a:pt x="51" y="56"/>
                  </a:cubicBezTo>
                  <a:cubicBezTo>
                    <a:pt x="51" y="56"/>
                    <a:pt x="52" y="56"/>
                    <a:pt x="52" y="55"/>
                  </a:cubicBezTo>
                  <a:cubicBezTo>
                    <a:pt x="58" y="58"/>
                    <a:pt x="63" y="60"/>
                    <a:pt x="69" y="61"/>
                  </a:cubicBezTo>
                  <a:cubicBezTo>
                    <a:pt x="70" y="59"/>
                    <a:pt x="71" y="58"/>
                    <a:pt x="71" y="56"/>
                  </a:cubicBezTo>
                  <a:cubicBezTo>
                    <a:pt x="66" y="54"/>
                    <a:pt x="61" y="51"/>
                    <a:pt x="55" y="50"/>
                  </a:cubicBezTo>
                  <a:cubicBezTo>
                    <a:pt x="55" y="49"/>
                    <a:pt x="55" y="48"/>
                    <a:pt x="55" y="47"/>
                  </a:cubicBezTo>
                  <a:close/>
                  <a:moveTo>
                    <a:pt x="74" y="24"/>
                  </a:moveTo>
                  <a:cubicBezTo>
                    <a:pt x="67" y="17"/>
                    <a:pt x="58" y="13"/>
                    <a:pt x="49" y="13"/>
                  </a:cubicBezTo>
                  <a:cubicBezTo>
                    <a:pt x="39" y="13"/>
                    <a:pt x="30" y="17"/>
                    <a:pt x="23" y="24"/>
                  </a:cubicBezTo>
                  <a:cubicBezTo>
                    <a:pt x="17" y="30"/>
                    <a:pt x="13" y="39"/>
                    <a:pt x="13" y="49"/>
                  </a:cubicBezTo>
                  <a:cubicBezTo>
                    <a:pt x="13" y="58"/>
                    <a:pt x="17" y="67"/>
                    <a:pt x="23" y="74"/>
                  </a:cubicBezTo>
                  <a:cubicBezTo>
                    <a:pt x="30" y="80"/>
                    <a:pt x="39" y="84"/>
                    <a:pt x="49" y="84"/>
                  </a:cubicBezTo>
                  <a:cubicBezTo>
                    <a:pt x="58" y="84"/>
                    <a:pt x="67" y="80"/>
                    <a:pt x="74" y="74"/>
                  </a:cubicBezTo>
                  <a:cubicBezTo>
                    <a:pt x="80" y="67"/>
                    <a:pt x="84" y="58"/>
                    <a:pt x="84" y="49"/>
                  </a:cubicBezTo>
                  <a:cubicBezTo>
                    <a:pt x="84" y="39"/>
                    <a:pt x="80" y="30"/>
                    <a:pt x="74" y="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5" name="文本框 14"/>
          <p:cNvSpPr txBox="1">
            <a:spLocks noChangeArrowheads="1"/>
          </p:cNvSpPr>
          <p:nvPr/>
        </p:nvSpPr>
        <p:spPr bwMode="auto">
          <a:xfrm>
            <a:off x="8567740" y="1484313"/>
            <a:ext cx="1873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00">
                <a:latin typeface="Arial" panose="020B0604020202020204" pitchFamily="34" charset="0"/>
                <a:cs typeface="Arial" panose="020B0604020202020204" pitchFamily="34" charset="0"/>
              </a:rPr>
              <a:t>ADD YOUR TITLE</a:t>
            </a:r>
            <a:endParaRPr lang="zh-CN" altLang="en-US" sz="1600">
              <a:latin typeface="Arial" panose="020B0604020202020204" pitchFamily="34" charset="0"/>
              <a:cs typeface="Arial" panose="020B0604020202020204" pitchFamily="34" charset="0"/>
            </a:endParaRPr>
          </a:p>
        </p:txBody>
      </p:sp>
      <p:sp>
        <p:nvSpPr>
          <p:cNvPr id="16" name="矩形 15"/>
          <p:cNvSpPr/>
          <p:nvPr/>
        </p:nvSpPr>
        <p:spPr>
          <a:xfrm>
            <a:off x="8567740" y="1743075"/>
            <a:ext cx="3248025" cy="1217962"/>
          </a:xfrm>
          <a:prstGeom prst="rect">
            <a:avLst/>
          </a:prstGeom>
        </p:spPr>
        <p:txBody>
          <a:bodyPr>
            <a:spAutoFit/>
          </a:bodyPr>
          <a:lstStyle/>
          <a:p>
            <a:pPr algn="just" eaLnBrk="1" fontAlgn="auto" hangingPunct="1">
              <a:lnSpc>
                <a:spcPct val="150000"/>
              </a:lnSpc>
              <a:spcBef>
                <a:spcPts val="0"/>
              </a:spcBef>
              <a:spcAft>
                <a:spcPts val="0"/>
              </a:spcAft>
              <a:defRPr/>
            </a:pPr>
            <a:r>
              <a:rPr lang="en-US" altLang="zh-CN" sz="1000" dirty="0">
                <a:solidFill>
                  <a:schemeClr val="tx1">
                    <a:lumMod val="75000"/>
                    <a:lumOff val="25000"/>
                  </a:schemeClr>
                </a:solidFill>
                <a:latin typeface="Arial" panose="020B0604020202020204" pitchFamily="34" charset="0"/>
                <a:ea typeface="+mn-ea"/>
                <a:cs typeface="Arial" panose="020B0604020202020204" pitchFamily="34" charset="0"/>
              </a:rPr>
              <a:t>By training your thoughts to concentrate on the bright side of things, you are more likely to have the incentive to follow through on your goals. You are less likely to be held back by negative ideas that might limit your performance.</a:t>
            </a:r>
            <a:endParaRPr lang="zh-CN" altLang="en-US" sz="1000" dirty="0">
              <a:solidFill>
                <a:schemeClr val="tx1">
                  <a:lumMod val="75000"/>
                  <a:lumOff val="25000"/>
                </a:schemeClr>
              </a:solidFill>
              <a:latin typeface="Arial" panose="020B0604020202020204" pitchFamily="34" charset="0"/>
              <a:ea typeface="+mn-ea"/>
              <a:cs typeface="Arial" panose="020B0604020202020204" pitchFamily="34" charset="0"/>
            </a:endParaRPr>
          </a:p>
        </p:txBody>
      </p:sp>
      <p:sp>
        <p:nvSpPr>
          <p:cNvPr id="17" name="文本框 16"/>
          <p:cNvSpPr txBox="1">
            <a:spLocks noChangeArrowheads="1"/>
          </p:cNvSpPr>
          <p:nvPr/>
        </p:nvSpPr>
        <p:spPr bwMode="auto">
          <a:xfrm>
            <a:off x="8567740" y="3271838"/>
            <a:ext cx="1873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00">
                <a:latin typeface="Arial" panose="020B0604020202020204" pitchFamily="34" charset="0"/>
                <a:cs typeface="Arial" panose="020B0604020202020204" pitchFamily="34" charset="0"/>
              </a:rPr>
              <a:t>ADD YOUR TITLE</a:t>
            </a:r>
            <a:endParaRPr lang="zh-CN" altLang="en-US" sz="1600">
              <a:latin typeface="Arial" panose="020B0604020202020204" pitchFamily="34" charset="0"/>
              <a:cs typeface="Arial" panose="020B0604020202020204" pitchFamily="34" charset="0"/>
            </a:endParaRPr>
          </a:p>
        </p:txBody>
      </p:sp>
      <p:sp>
        <p:nvSpPr>
          <p:cNvPr id="18" name="矩形 17"/>
          <p:cNvSpPr/>
          <p:nvPr/>
        </p:nvSpPr>
        <p:spPr>
          <a:xfrm>
            <a:off x="8567740" y="3530600"/>
            <a:ext cx="3248025" cy="1217962"/>
          </a:xfrm>
          <a:prstGeom prst="rect">
            <a:avLst/>
          </a:prstGeom>
        </p:spPr>
        <p:txBody>
          <a:bodyPr>
            <a:spAutoFit/>
          </a:bodyPr>
          <a:lstStyle/>
          <a:p>
            <a:pPr algn="just" eaLnBrk="1" fontAlgn="auto" hangingPunct="1">
              <a:lnSpc>
                <a:spcPct val="150000"/>
              </a:lnSpc>
              <a:spcBef>
                <a:spcPts val="0"/>
              </a:spcBef>
              <a:spcAft>
                <a:spcPts val="0"/>
              </a:spcAft>
              <a:defRPr/>
            </a:pPr>
            <a:r>
              <a:rPr lang="en-US" altLang="zh-CN" sz="1000" dirty="0">
                <a:solidFill>
                  <a:schemeClr val="tx1">
                    <a:lumMod val="75000"/>
                    <a:lumOff val="25000"/>
                  </a:schemeClr>
                </a:solidFill>
                <a:latin typeface="Arial" panose="020B0604020202020204" pitchFamily="34" charset="0"/>
                <a:ea typeface="+mn-ea"/>
                <a:cs typeface="Arial" panose="020B0604020202020204" pitchFamily="34" charset="0"/>
              </a:rPr>
              <a:t>By training your thoughts to concentrate on the bright side of things, you are more likely to have the incentive to follow through on your goals. You are less likely to be held back by negative ideas that might limit your performance.</a:t>
            </a:r>
            <a:endParaRPr lang="zh-CN" altLang="en-US" sz="1000" dirty="0">
              <a:solidFill>
                <a:schemeClr val="tx1">
                  <a:lumMod val="75000"/>
                  <a:lumOff val="25000"/>
                </a:schemeClr>
              </a:solidFill>
              <a:latin typeface="Arial" panose="020B0604020202020204" pitchFamily="34" charset="0"/>
              <a:ea typeface="+mn-ea"/>
              <a:cs typeface="Arial" panose="020B0604020202020204" pitchFamily="34" charset="0"/>
            </a:endParaRPr>
          </a:p>
        </p:txBody>
      </p:sp>
      <p:sp>
        <p:nvSpPr>
          <p:cNvPr id="19" name="文本框 18"/>
          <p:cNvSpPr txBox="1">
            <a:spLocks noChangeArrowheads="1"/>
          </p:cNvSpPr>
          <p:nvPr/>
        </p:nvSpPr>
        <p:spPr bwMode="auto">
          <a:xfrm>
            <a:off x="8567740" y="5057775"/>
            <a:ext cx="18732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00">
                <a:latin typeface="Arial" panose="020B0604020202020204" pitchFamily="34" charset="0"/>
                <a:cs typeface="Arial" panose="020B0604020202020204" pitchFamily="34" charset="0"/>
              </a:rPr>
              <a:t>ADD YOUR TITLE</a:t>
            </a:r>
            <a:endParaRPr lang="zh-CN" altLang="en-US" sz="1600">
              <a:latin typeface="Arial" panose="020B0604020202020204" pitchFamily="34" charset="0"/>
              <a:cs typeface="Arial" panose="020B0604020202020204" pitchFamily="34" charset="0"/>
            </a:endParaRPr>
          </a:p>
        </p:txBody>
      </p:sp>
      <p:sp>
        <p:nvSpPr>
          <p:cNvPr id="20" name="矩形 19"/>
          <p:cNvSpPr/>
          <p:nvPr/>
        </p:nvSpPr>
        <p:spPr>
          <a:xfrm>
            <a:off x="8567740" y="5316538"/>
            <a:ext cx="3248025" cy="1217962"/>
          </a:xfrm>
          <a:prstGeom prst="rect">
            <a:avLst/>
          </a:prstGeom>
        </p:spPr>
        <p:txBody>
          <a:bodyPr>
            <a:spAutoFit/>
          </a:bodyPr>
          <a:lstStyle/>
          <a:p>
            <a:pPr algn="just" eaLnBrk="1" fontAlgn="auto" hangingPunct="1">
              <a:lnSpc>
                <a:spcPct val="150000"/>
              </a:lnSpc>
              <a:spcBef>
                <a:spcPts val="0"/>
              </a:spcBef>
              <a:spcAft>
                <a:spcPts val="0"/>
              </a:spcAft>
              <a:defRPr/>
            </a:pPr>
            <a:r>
              <a:rPr lang="en-US" altLang="zh-CN" sz="1000" dirty="0">
                <a:solidFill>
                  <a:schemeClr val="tx1">
                    <a:lumMod val="75000"/>
                    <a:lumOff val="25000"/>
                  </a:schemeClr>
                </a:solidFill>
                <a:latin typeface="Arial" panose="020B0604020202020204" pitchFamily="34" charset="0"/>
                <a:ea typeface="+mn-ea"/>
                <a:cs typeface="Arial" panose="020B0604020202020204" pitchFamily="34" charset="0"/>
              </a:rPr>
              <a:t>By training your thoughts to concentrate on the bright side of things, you are more likely to have the incentive to follow through on your goals. You are less likely to be held back by negative ideas that might limit your performance.</a:t>
            </a:r>
            <a:endParaRPr lang="zh-CN" altLang="en-US" sz="1000" dirty="0">
              <a:solidFill>
                <a:schemeClr val="tx1">
                  <a:lumMod val="75000"/>
                  <a:lumOff val="25000"/>
                </a:schemeClr>
              </a:solidFill>
              <a:latin typeface="Arial" panose="020B0604020202020204" pitchFamily="34" charset="0"/>
              <a:ea typeface="+mn-ea"/>
              <a:cs typeface="Arial" panose="020B0604020202020204" pitchFamily="34" charset="0"/>
            </a:endParaRPr>
          </a:p>
        </p:txBody>
      </p:sp>
      <p:sp>
        <p:nvSpPr>
          <p:cNvPr id="22"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14:bounceEnd="34000">
                                          <p:cBhvr additive="base">
                                            <p:cTn id="7" dur="750" fill="hold"/>
                                            <p:tgtEl>
                                              <p:spTgt spid="22"/>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2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par>
                              <p:cTn id="17" fill="hold">
                                <p:stCondLst>
                                  <p:cond delay="2000"/>
                                </p:stCondLst>
                                <p:childTnLst>
                                  <p:par>
                                    <p:cTn id="18" presetID="23" presetClass="entr" presetSubtype="16"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par>
                                    <p:cTn id="22" presetID="23" presetClass="entr" presetSubtype="16"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childTnLst>
                                    </p:cTn>
                                  </p:par>
                                  <p:par>
                                    <p:cTn id="26" presetID="23" presetClass="entr" presetSubtype="16"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par>
                              <p:cTn id="40" fill="hold">
                                <p:stCondLst>
                                  <p:cond delay="3000"/>
                                </p:stCondLst>
                                <p:childTnLst>
                                  <p:par>
                                    <p:cTn id="41" presetID="14" presetClass="entr" presetSubtype="1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randombar(horizontal)">
                                          <p:cBhvr>
                                            <p:cTn id="43" dur="500"/>
                                            <p:tgtEl>
                                              <p:spTgt spid="16"/>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randombar(horizontal)">
                                          <p:cBhvr>
                                            <p:cTn id="46" dur="500"/>
                                            <p:tgtEl>
                                              <p:spTgt spid="18"/>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randombar(horizontal)">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5" grpId="0"/>
          <p:bldP spid="16" grpId="0"/>
          <p:bldP spid="17" grpId="0"/>
          <p:bldP spid="18" grpId="0"/>
          <p:bldP spid="19" grpId="0"/>
          <p:bldP spid="20" grpId="0"/>
          <p:bldP spid="22"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750" fill="hold"/>
                                            <p:tgtEl>
                                              <p:spTgt spid="22"/>
                                            </p:tgtEl>
                                            <p:attrNameLst>
                                              <p:attrName>ppt_x</p:attrName>
                                            </p:attrNameLst>
                                          </p:cBhvr>
                                          <p:tavLst>
                                            <p:tav tm="0">
                                              <p:val>
                                                <p:strVal val="1+#ppt_w/2"/>
                                              </p:val>
                                            </p:tav>
                                            <p:tav tm="100000">
                                              <p:val>
                                                <p:strVal val="#ppt_x"/>
                                              </p:val>
                                            </p:tav>
                                          </p:tavLst>
                                        </p:anim>
                                        <p:anim calcmode="lin" valueType="num">
                                          <p:cBhvr additive="base">
                                            <p:cTn id="8" dur="750" fill="hold"/>
                                            <p:tgtEl>
                                              <p:spTgt spid="2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par>
                              <p:cTn id="17" fill="hold">
                                <p:stCondLst>
                                  <p:cond delay="2000"/>
                                </p:stCondLst>
                                <p:childTnLst>
                                  <p:par>
                                    <p:cTn id="18" presetID="23" presetClass="entr" presetSubtype="16"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par>
                                    <p:cTn id="22" presetID="23" presetClass="entr" presetSubtype="16"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childTnLst>
                                    </p:cTn>
                                  </p:par>
                                  <p:par>
                                    <p:cTn id="26" presetID="23" presetClass="entr" presetSubtype="16"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par>
                              <p:cTn id="40" fill="hold">
                                <p:stCondLst>
                                  <p:cond delay="3000"/>
                                </p:stCondLst>
                                <p:childTnLst>
                                  <p:par>
                                    <p:cTn id="41" presetID="14" presetClass="entr" presetSubtype="1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randombar(horizontal)">
                                          <p:cBhvr>
                                            <p:cTn id="43" dur="500"/>
                                            <p:tgtEl>
                                              <p:spTgt spid="16"/>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randombar(horizontal)">
                                          <p:cBhvr>
                                            <p:cTn id="46" dur="500"/>
                                            <p:tgtEl>
                                              <p:spTgt spid="18"/>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randombar(horizontal)">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5" grpId="0"/>
          <p:bldP spid="16" grpId="0"/>
          <p:bldP spid="17" grpId="0"/>
          <p:bldP spid="18" grpId="0"/>
          <p:bldP spid="19" grpId="0"/>
          <p:bldP spid="20" grpId="0"/>
          <p:bldP spid="22"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922874" y="1516960"/>
            <a:ext cx="2020186" cy="2167299"/>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822956" y="1579201"/>
            <a:ext cx="2020186" cy="216729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4"/>
          <p:cNvSpPr>
            <a:spLocks noChangeArrowheads="1"/>
          </p:cNvSpPr>
          <p:nvPr/>
        </p:nvSpPr>
        <p:spPr bwMode="auto">
          <a:xfrm>
            <a:off x="4850386" y="2053193"/>
            <a:ext cx="2165161" cy="1198880"/>
          </a:xfrm>
          <a:prstGeom prst="rect">
            <a:avLst/>
          </a:prstGeom>
          <a:noFill/>
          <a:ln w="9525">
            <a:noFill/>
            <a:miter lim="800000"/>
          </a:ln>
        </p:spPr>
        <p:txBody>
          <a:bodyPr wrap="square" lIns="91440" tIns="45720" rIns="91440" bIns="45720">
            <a:spAutoFit/>
          </a:bodyPr>
          <a:lstStyle/>
          <a:p>
            <a:pPr algn="ctr"/>
            <a:r>
              <a:rPr lang="en-US" altLang="zh-CN" sz="72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rPr>
              <a:t>TWO</a:t>
            </a:r>
            <a:endParaRPr lang="en-US" altLang="zh-CN" sz="72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endParaRPr>
          </a:p>
        </p:txBody>
      </p:sp>
      <p:sp>
        <p:nvSpPr>
          <p:cNvPr id="8" name="TextBox 64"/>
          <p:cNvSpPr>
            <a:spLocks noChangeArrowheads="1"/>
          </p:cNvSpPr>
          <p:nvPr/>
        </p:nvSpPr>
        <p:spPr bwMode="auto">
          <a:xfrm>
            <a:off x="3142615" y="3823970"/>
            <a:ext cx="5596255" cy="706755"/>
          </a:xfrm>
          <a:prstGeom prst="rect">
            <a:avLst/>
          </a:prstGeom>
          <a:noFill/>
          <a:ln w="9525">
            <a:noFill/>
            <a:miter lim="800000"/>
          </a:ln>
        </p:spPr>
        <p:txBody>
          <a:bodyPr wrap="square" lIns="91440" tIns="45720" rIns="91440" bIns="45720">
            <a:spAutoFit/>
          </a:bodyPr>
          <a:lstStyle/>
          <a:p>
            <a:pPr algn="ctr"/>
            <a:r>
              <a:rPr lang="en-US" altLang="zh-CN" sz="4000" b="1" dirty="0">
                <a:solidFill>
                  <a:schemeClr val="tx1">
                    <a:lumMod val="75000"/>
                    <a:lumOff val="25000"/>
                  </a:schemeClr>
                </a:solidFill>
                <a:latin typeface="Agency FB" panose="020B0503020202020204" pitchFamily="34" charset="0"/>
                <a:cs typeface="+mn-ea"/>
                <a:sym typeface="+mn-lt"/>
              </a:rPr>
              <a:t>YOUR TITLE </a:t>
            </a:r>
            <a:r>
              <a:rPr lang="en-US" altLang="zh-CN" sz="4000" b="1" dirty="0">
                <a:solidFill>
                  <a:schemeClr val="tx1">
                    <a:lumMod val="50000"/>
                    <a:lumOff val="50000"/>
                  </a:schemeClr>
                </a:solidFill>
                <a:latin typeface="Agency FB" panose="020B0503020202020204" pitchFamily="34" charset="0"/>
                <a:cs typeface="+mn-ea"/>
                <a:sym typeface="+mn-lt"/>
              </a:rPr>
              <a:t>HERE</a:t>
            </a:r>
            <a:endParaRPr lang="zh-CN" altLang="en-US" sz="4000" b="1" dirty="0">
              <a:solidFill>
                <a:schemeClr val="tx1">
                  <a:lumMod val="50000"/>
                  <a:lumOff val="50000"/>
                </a:schemeClr>
              </a:solidFill>
              <a:latin typeface="Agency FB" panose="020B0503020202020204" pitchFamily="34" charset="0"/>
              <a:cs typeface="+mn-ea"/>
              <a:sym typeface="+mn-lt"/>
            </a:endParaRPr>
          </a:p>
        </p:txBody>
      </p:sp>
      <p:sp>
        <p:nvSpPr>
          <p:cNvPr id="9" name="文本框 56"/>
          <p:cNvSpPr txBox="1">
            <a:spLocks noChangeArrowheads="1"/>
          </p:cNvSpPr>
          <p:nvPr/>
        </p:nvSpPr>
        <p:spPr bwMode="auto">
          <a:xfrm>
            <a:off x="3810001" y="4460865"/>
            <a:ext cx="4572000"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en-US" altLang="zh-CN" sz="105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050" dirty="0">
              <a:solidFill>
                <a:schemeClr val="tx1">
                  <a:lumMod val="75000"/>
                  <a:lumOff val="25000"/>
                </a:schemeClr>
              </a:solidFill>
            </a:endParaRPr>
          </a:p>
        </p:txBody>
      </p:sp>
      <p:cxnSp>
        <p:nvCxnSpPr>
          <p:cNvPr id="10" name="直接连接符 9"/>
          <p:cNvCxnSpPr/>
          <p:nvPr/>
        </p:nvCxnSpPr>
        <p:spPr>
          <a:xfrm flipH="1">
            <a:off x="2231573" y="3746500"/>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7558589" y="1761037"/>
            <a:ext cx="986828" cy="1679583"/>
          </a:xfrm>
          <a:prstGeom prst="line">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165806" y="2600828"/>
            <a:ext cx="718815" cy="122342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12465" y="4815357"/>
            <a:ext cx="3657607" cy="2639573"/>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14:presetBounceEnd="64000">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14:bounceEnd="64000">
                                          <p:cBhvr additive="base">
                                            <p:cTn id="31" dur="750" fill="hold"/>
                                            <p:tgtEl>
                                              <p:spTgt spid="8"/>
                                            </p:tgtEl>
                                            <p:attrNameLst>
                                              <p:attrName>ppt_x</p:attrName>
                                            </p:attrNameLst>
                                          </p:cBhvr>
                                          <p:tavLst>
                                            <p:tav tm="0">
                                              <p:val>
                                                <p:strVal val="1+#ppt_w/2"/>
                                              </p:val>
                                            </p:tav>
                                            <p:tav tm="100000">
                                              <p:val>
                                                <p:strVal val="#ppt_x"/>
                                              </p:val>
                                            </p:tav>
                                          </p:tavLst>
                                        </p:anim>
                                        <p:anim calcmode="lin" valueType="num" p14:bounceEnd="64000">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cBhvr additive="base">
                                            <p:cTn id="31" dur="750" fill="hold"/>
                                            <p:tgtEl>
                                              <p:spTgt spid="8"/>
                                            </p:tgtEl>
                                            <p:attrNameLst>
                                              <p:attrName>ppt_x</p:attrName>
                                            </p:attrNameLst>
                                          </p:cBhvr>
                                          <p:tavLst>
                                            <p:tav tm="0">
                                              <p:val>
                                                <p:strVal val="1+#ppt_w/2"/>
                                              </p:val>
                                            </p:tav>
                                            <p:tav tm="100000">
                                              <p:val>
                                                <p:strVal val="#ppt_x"/>
                                              </p:val>
                                            </p:tav>
                                          </p:tavLst>
                                        </p:anim>
                                        <p:anim calcmode="lin" valueType="num">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977900" y="871628"/>
            <a:ext cx="3648045" cy="5871089"/>
            <a:chOff x="5137944" y="2190750"/>
            <a:chExt cx="2724944" cy="4385469"/>
          </a:xfrm>
        </p:grpSpPr>
        <p:pic>
          <p:nvPicPr>
            <p:cNvPr id="37" name="Picture 6" descr="mockup_0014_iPad_FRONT_black.png"/>
            <p:cNvPicPr>
              <a:picLocks noChangeAspect="1"/>
            </p:cNvPicPr>
            <p:nvPr/>
          </p:nvPicPr>
          <p:blipFill>
            <a:blip r:embed="rId1"/>
            <a:srcRect/>
            <a:stretch>
              <a:fillRect/>
            </a:stretch>
          </p:blipFill>
          <p:spPr bwMode="auto">
            <a:xfrm>
              <a:off x="5137944" y="2190750"/>
              <a:ext cx="2724944" cy="4385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8" name="矩形 37"/>
            <p:cNvSpPr/>
            <p:nvPr/>
          </p:nvSpPr>
          <p:spPr>
            <a:xfrm>
              <a:off x="5314384" y="2544024"/>
              <a:ext cx="2353901" cy="314155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椭圆 38"/>
          <p:cNvSpPr/>
          <p:nvPr/>
        </p:nvSpPr>
        <p:spPr>
          <a:xfrm>
            <a:off x="6453183" y="935104"/>
            <a:ext cx="2630408" cy="2630406"/>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41" name="椭圆 40"/>
          <p:cNvSpPr/>
          <p:nvPr/>
        </p:nvSpPr>
        <p:spPr>
          <a:xfrm>
            <a:off x="8183864" y="3175759"/>
            <a:ext cx="3436636" cy="3436636"/>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grpSp>
        <p:nvGrpSpPr>
          <p:cNvPr id="64" name="组合 63"/>
          <p:cNvGrpSpPr/>
          <p:nvPr/>
        </p:nvGrpSpPr>
        <p:grpSpPr>
          <a:xfrm>
            <a:off x="3697590" y="4691524"/>
            <a:ext cx="4486274" cy="438341"/>
            <a:chOff x="3418190" y="5097924"/>
            <a:chExt cx="2904060" cy="438341"/>
          </a:xfrm>
        </p:grpSpPr>
        <p:cxnSp>
          <p:nvCxnSpPr>
            <p:cNvPr id="65" name="直接连接符 64"/>
            <p:cNvCxnSpPr/>
            <p:nvPr/>
          </p:nvCxnSpPr>
          <p:spPr>
            <a:xfrm>
              <a:off x="3418190" y="5317094"/>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3418190" y="5207509"/>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3418190" y="5097924"/>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3418190" y="5536265"/>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18190" y="5426679"/>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4115059" y="2089357"/>
            <a:ext cx="2338124" cy="438341"/>
            <a:chOff x="3418190" y="5097924"/>
            <a:chExt cx="2904060" cy="438341"/>
          </a:xfrm>
        </p:grpSpPr>
        <p:cxnSp>
          <p:nvCxnSpPr>
            <p:cNvPr id="71" name="直接连接符 70"/>
            <p:cNvCxnSpPr/>
            <p:nvPr/>
          </p:nvCxnSpPr>
          <p:spPr>
            <a:xfrm>
              <a:off x="3418190" y="5317094"/>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418190" y="5207509"/>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3418190" y="5097924"/>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3418190" y="5536265"/>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3418190" y="5426679"/>
              <a:ext cx="290406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6847012" y="1447354"/>
            <a:ext cx="2095500" cy="1661994"/>
            <a:chOff x="6847012" y="1853754"/>
            <a:chExt cx="2095500" cy="1661994"/>
          </a:xfrm>
        </p:grpSpPr>
        <p:sp>
          <p:nvSpPr>
            <p:cNvPr id="77" name="Rectangle 38"/>
            <p:cNvSpPr/>
            <p:nvPr/>
          </p:nvSpPr>
          <p:spPr bwMode="auto">
            <a:xfrm>
              <a:off x="6884054" y="2315419"/>
              <a:ext cx="2053167" cy="1200329"/>
            </a:xfrm>
            <a:prstGeom prst="rect">
              <a:avLst/>
            </a:prstGeom>
          </p:spPr>
          <p:txBody>
            <a:bodyPr>
              <a:spAutoFit/>
            </a:bodyPr>
            <a:lstStyle/>
            <a:p>
              <a:pPr fontAlgn="auto">
                <a:spcBef>
                  <a:spcPts val="0"/>
                </a:spcBef>
                <a:spcAft>
                  <a:spcPts val="0"/>
                </a:spcAft>
                <a:defRPr/>
              </a:pPr>
              <a:r>
                <a:rPr lang="ms-MY" sz="1200" dirty="0">
                  <a:solidFill>
                    <a:schemeClr val="tx1">
                      <a:lumMod val="85000"/>
                      <a:lumOff val="15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a:t>
              </a:r>
              <a:r>
                <a:rPr lang="en-US" altLang="zh-CN" sz="1200" dirty="0">
                  <a:solidFill>
                    <a:schemeClr val="tx1">
                      <a:lumMod val="85000"/>
                      <a:lumOff val="15000"/>
                    </a:schemeClr>
                  </a:solidFill>
                  <a:latin typeface="Open Sans Light" pitchFamily="34" charset="0"/>
                  <a:ea typeface="Open Sans Light" pitchFamily="34" charset="0"/>
                  <a:cs typeface="Open Sans Light" pitchFamily="34" charset="0"/>
                </a:rPr>
                <a:t>……</a:t>
              </a:r>
              <a:endParaRPr lang="ms-MY" sz="1200" dirty="0">
                <a:solidFill>
                  <a:schemeClr val="tx1">
                    <a:lumMod val="85000"/>
                    <a:lumOff val="15000"/>
                  </a:schemeClr>
                </a:solidFill>
                <a:latin typeface="Open Sans Light" pitchFamily="34" charset="0"/>
                <a:ea typeface="Open Sans Light" pitchFamily="34" charset="0"/>
                <a:cs typeface="Open Sans Light" pitchFamily="34" charset="0"/>
              </a:endParaRPr>
            </a:p>
          </p:txBody>
        </p:sp>
        <p:sp>
          <p:nvSpPr>
            <p:cNvPr id="78" name="Rectangle 33"/>
            <p:cNvSpPr>
              <a:spLocks noChangeArrowheads="1"/>
            </p:cNvSpPr>
            <p:nvPr/>
          </p:nvSpPr>
          <p:spPr bwMode="auto">
            <a:xfrm>
              <a:off x="6847012" y="1853754"/>
              <a:ext cx="209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b="1" dirty="0">
                  <a:solidFill>
                    <a:schemeClr val="tx1">
                      <a:lumMod val="85000"/>
                      <a:lumOff val="15000"/>
                    </a:schemeClr>
                  </a:solidFill>
                  <a:latin typeface="+mn-lt"/>
                  <a:cs typeface="Open Sans" panose="020B0606030504020204" pitchFamily="34" charset="0"/>
                </a:rPr>
                <a:t>YOUR TITLE </a:t>
              </a:r>
              <a:r>
                <a:rPr lang="en-US" altLang="zh-CN" sz="2400" dirty="0">
                  <a:solidFill>
                    <a:schemeClr val="tx1">
                      <a:lumMod val="85000"/>
                      <a:lumOff val="15000"/>
                    </a:schemeClr>
                  </a:solidFill>
                  <a:latin typeface="+mn-lt"/>
                  <a:cs typeface="Open Sans" panose="020B0606030504020204" pitchFamily="34" charset="0"/>
                </a:rPr>
                <a:t>HERE</a:t>
              </a:r>
              <a:endParaRPr lang="en-US" altLang="zh-CN" sz="2400" dirty="0">
                <a:solidFill>
                  <a:schemeClr val="tx1">
                    <a:lumMod val="85000"/>
                    <a:lumOff val="15000"/>
                  </a:schemeClr>
                </a:solidFill>
                <a:latin typeface="+mn-lt"/>
                <a:cs typeface="Open Sans Light" pitchFamily="34" charset="0"/>
              </a:endParaRPr>
            </a:p>
          </p:txBody>
        </p:sp>
      </p:grpSp>
      <p:grpSp>
        <p:nvGrpSpPr>
          <p:cNvPr id="79" name="组合 78"/>
          <p:cNvGrpSpPr/>
          <p:nvPr/>
        </p:nvGrpSpPr>
        <p:grpSpPr>
          <a:xfrm>
            <a:off x="8841075" y="4077760"/>
            <a:ext cx="2095500" cy="1661994"/>
            <a:chOff x="8841075" y="4484160"/>
            <a:chExt cx="2095500" cy="1661994"/>
          </a:xfrm>
        </p:grpSpPr>
        <p:sp>
          <p:nvSpPr>
            <p:cNvPr id="80" name="Rectangle 38"/>
            <p:cNvSpPr/>
            <p:nvPr/>
          </p:nvSpPr>
          <p:spPr bwMode="auto">
            <a:xfrm>
              <a:off x="8878117" y="4945825"/>
              <a:ext cx="2053167" cy="1200329"/>
            </a:xfrm>
            <a:prstGeom prst="rect">
              <a:avLst/>
            </a:prstGeom>
          </p:spPr>
          <p:txBody>
            <a:bodyPr>
              <a:spAutoFit/>
            </a:bodyPr>
            <a:lstStyle/>
            <a:p>
              <a:pPr fontAlgn="auto">
                <a:spcBef>
                  <a:spcPts val="0"/>
                </a:spcBef>
                <a:spcAft>
                  <a:spcPts val="0"/>
                </a:spcAft>
                <a:defRPr/>
              </a:pPr>
              <a:r>
                <a:rPr lang="ms-MY" sz="1200" dirty="0">
                  <a:solidFill>
                    <a:schemeClr val="tx1">
                      <a:lumMod val="85000"/>
                      <a:lumOff val="15000"/>
                    </a:schemeClr>
                  </a:solidFill>
                  <a:latin typeface="Open Sans Light" pitchFamily="34" charset="0"/>
                  <a:ea typeface="Open Sans Light" pitchFamily="34" charset="0"/>
                  <a:cs typeface="Open Sans Light" pitchFamily="34" charset="0"/>
                </a:rPr>
                <a:t>Lorem ipsum dolor sit amet, consectetur adipiscing elit. Praesent sodales odio sit amet odio tristique quis tempus odio </a:t>
              </a:r>
              <a:r>
                <a:rPr lang="en-US" altLang="zh-CN" sz="1200" dirty="0">
                  <a:solidFill>
                    <a:schemeClr val="tx1">
                      <a:lumMod val="85000"/>
                      <a:lumOff val="15000"/>
                    </a:schemeClr>
                  </a:solidFill>
                  <a:latin typeface="Open Sans Light" pitchFamily="34" charset="0"/>
                  <a:ea typeface="Open Sans Light" pitchFamily="34" charset="0"/>
                  <a:cs typeface="Open Sans Light" pitchFamily="34" charset="0"/>
                </a:rPr>
                <a:t>……</a:t>
              </a:r>
              <a:endParaRPr lang="ms-MY" sz="1200" dirty="0">
                <a:solidFill>
                  <a:schemeClr val="tx1">
                    <a:lumMod val="85000"/>
                    <a:lumOff val="15000"/>
                  </a:schemeClr>
                </a:solidFill>
                <a:latin typeface="Open Sans Light" pitchFamily="34" charset="0"/>
                <a:ea typeface="Open Sans Light" pitchFamily="34" charset="0"/>
                <a:cs typeface="Open Sans Light" pitchFamily="34" charset="0"/>
              </a:endParaRPr>
            </a:p>
          </p:txBody>
        </p:sp>
        <p:sp>
          <p:nvSpPr>
            <p:cNvPr id="81" name="Rectangle 33"/>
            <p:cNvSpPr>
              <a:spLocks noChangeArrowheads="1"/>
            </p:cNvSpPr>
            <p:nvPr/>
          </p:nvSpPr>
          <p:spPr bwMode="auto">
            <a:xfrm>
              <a:off x="8841075" y="4484160"/>
              <a:ext cx="209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b="1" dirty="0">
                  <a:solidFill>
                    <a:schemeClr val="tx1">
                      <a:lumMod val="85000"/>
                      <a:lumOff val="15000"/>
                    </a:schemeClr>
                  </a:solidFill>
                  <a:latin typeface="+mn-lt"/>
                  <a:cs typeface="Open Sans" panose="020B0606030504020204" pitchFamily="34" charset="0"/>
                </a:rPr>
                <a:t>YOUR TITLE </a:t>
              </a:r>
              <a:r>
                <a:rPr lang="en-US" altLang="zh-CN" sz="2400" dirty="0">
                  <a:solidFill>
                    <a:schemeClr val="tx1">
                      <a:lumMod val="85000"/>
                      <a:lumOff val="15000"/>
                    </a:schemeClr>
                  </a:solidFill>
                  <a:latin typeface="+mn-lt"/>
                  <a:cs typeface="Open Sans" panose="020B0606030504020204" pitchFamily="34" charset="0"/>
                </a:rPr>
                <a:t>HERE</a:t>
              </a:r>
              <a:endParaRPr lang="en-US" altLang="zh-CN" sz="2400" dirty="0">
                <a:solidFill>
                  <a:schemeClr val="tx1">
                    <a:lumMod val="85000"/>
                    <a:lumOff val="15000"/>
                  </a:schemeClr>
                </a:solidFill>
                <a:latin typeface="+mn-lt"/>
                <a:cs typeface="Open Sans Light" pitchFamily="34" charset="0"/>
              </a:endParaRPr>
            </a:p>
          </p:txBody>
        </p:sp>
      </p:gr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48000" fill="hold" nodeType="afterEffect" p14:presetBounceEnd="56000">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14:bounceEnd="56000">
                                          <p:cBhvr additive="base">
                                            <p:cTn id="7" dur="1000" fill="hold"/>
                                            <p:tgtEl>
                                              <p:spTgt spid="36"/>
                                            </p:tgtEl>
                                            <p:attrNameLst>
                                              <p:attrName>ppt_x</p:attrName>
                                            </p:attrNameLst>
                                          </p:cBhvr>
                                          <p:tavLst>
                                            <p:tav tm="0">
                                              <p:val>
                                                <p:strVal val="#ppt_x"/>
                                              </p:val>
                                            </p:tav>
                                            <p:tav tm="100000">
                                              <p:val>
                                                <p:strVal val="#ppt_x"/>
                                              </p:val>
                                            </p:tav>
                                          </p:tavLst>
                                        </p:anim>
                                        <p:anim calcmode="lin" valueType="num" p14:bounceEnd="56000">
                                          <p:cBhvr additive="base">
                                            <p:cTn id="8" dur="1000" fill="hold"/>
                                            <p:tgtEl>
                                              <p:spTgt spid="3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left)">
                                          <p:cBhvr>
                                            <p:cTn id="12" dur="500"/>
                                            <p:tgtEl>
                                              <p:spTgt spid="64"/>
                                            </p:tgtEl>
                                          </p:cBhvr>
                                        </p:animEffect>
                                      </p:childTnLst>
                                    </p:cTn>
                                  </p:par>
                                  <p:par>
                                    <p:cTn id="13" presetID="22" presetClass="entr" presetSubtype="8"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500"/>
                                            <p:tgtEl>
                                              <p:spTgt spid="70"/>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randombar(horizontal)">
                                          <p:cBhvr>
                                            <p:cTn id="22" dur="500"/>
                                            <p:tgtEl>
                                              <p:spTgt spid="41"/>
                                            </p:tgtEl>
                                          </p:cBhvr>
                                        </p:animEffect>
                                      </p:childTnLst>
                                    </p:cTn>
                                  </p:par>
                                </p:childTnLst>
                              </p:cTn>
                            </p:par>
                            <p:par>
                              <p:cTn id="23" fill="hold">
                                <p:stCondLst>
                                  <p:cond delay="2000"/>
                                </p:stCondLst>
                                <p:childTnLst>
                                  <p:par>
                                    <p:cTn id="24" presetID="18" presetClass="entr" presetSubtype="6" fill="hold" nodeType="after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strips(downRight)">
                                          <p:cBhvr>
                                            <p:cTn id="26" dur="500"/>
                                            <p:tgtEl>
                                              <p:spTgt spid="76"/>
                                            </p:tgtEl>
                                          </p:cBhvr>
                                        </p:animEffect>
                                      </p:childTnLst>
                                    </p:cTn>
                                  </p:par>
                                  <p:par>
                                    <p:cTn id="27" presetID="18" presetClass="entr" presetSubtype="6" fill="hold" nodeType="with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strips(downRight)">
                                          <p:cBhvr>
                                            <p:cTn id="29"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4800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ppt_x"/>
                                              </p:val>
                                            </p:tav>
                                            <p:tav tm="100000">
                                              <p:val>
                                                <p:strVal val="#ppt_x"/>
                                              </p:val>
                                            </p:tav>
                                          </p:tavLst>
                                        </p:anim>
                                        <p:anim calcmode="lin" valueType="num">
                                          <p:cBhvr additive="base">
                                            <p:cTn id="8" dur="1000" fill="hold"/>
                                            <p:tgtEl>
                                              <p:spTgt spid="3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left)">
                                          <p:cBhvr>
                                            <p:cTn id="12" dur="500"/>
                                            <p:tgtEl>
                                              <p:spTgt spid="64"/>
                                            </p:tgtEl>
                                          </p:cBhvr>
                                        </p:animEffect>
                                      </p:childTnLst>
                                    </p:cTn>
                                  </p:par>
                                  <p:par>
                                    <p:cTn id="13" presetID="22" presetClass="entr" presetSubtype="8"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500"/>
                                            <p:tgtEl>
                                              <p:spTgt spid="70"/>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randombar(horizontal)">
                                          <p:cBhvr>
                                            <p:cTn id="19" dur="500"/>
                                            <p:tgtEl>
                                              <p:spTgt spid="3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randombar(horizontal)">
                                          <p:cBhvr>
                                            <p:cTn id="22" dur="500"/>
                                            <p:tgtEl>
                                              <p:spTgt spid="41"/>
                                            </p:tgtEl>
                                          </p:cBhvr>
                                        </p:animEffect>
                                      </p:childTnLst>
                                    </p:cTn>
                                  </p:par>
                                </p:childTnLst>
                              </p:cTn>
                            </p:par>
                            <p:par>
                              <p:cTn id="23" fill="hold">
                                <p:stCondLst>
                                  <p:cond delay="2000"/>
                                </p:stCondLst>
                                <p:childTnLst>
                                  <p:par>
                                    <p:cTn id="24" presetID="18" presetClass="entr" presetSubtype="6" fill="hold" nodeType="after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strips(downRight)">
                                          <p:cBhvr>
                                            <p:cTn id="26" dur="500"/>
                                            <p:tgtEl>
                                              <p:spTgt spid="76"/>
                                            </p:tgtEl>
                                          </p:cBhvr>
                                        </p:animEffect>
                                      </p:childTnLst>
                                    </p:cTn>
                                  </p:par>
                                  <p:par>
                                    <p:cTn id="27" presetID="18" presetClass="entr" presetSubtype="6" fill="hold" nodeType="with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strips(downRight)">
                                          <p:cBhvr>
                                            <p:cTn id="29"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grpSp>
        <p:nvGrpSpPr>
          <p:cNvPr id="42" name="组合 41"/>
          <p:cNvGrpSpPr/>
          <p:nvPr/>
        </p:nvGrpSpPr>
        <p:grpSpPr>
          <a:xfrm>
            <a:off x="3853542" y="2047721"/>
            <a:ext cx="4477004" cy="3591079"/>
            <a:chOff x="3853542" y="2265435"/>
            <a:chExt cx="4477004" cy="3591079"/>
          </a:xfrm>
        </p:grpSpPr>
        <p:grpSp>
          <p:nvGrpSpPr>
            <p:cNvPr id="43" name="组合 42"/>
            <p:cNvGrpSpPr/>
            <p:nvPr/>
          </p:nvGrpSpPr>
          <p:grpSpPr>
            <a:xfrm>
              <a:off x="3853542" y="2265435"/>
              <a:ext cx="4477004" cy="3591079"/>
              <a:chOff x="3853542" y="2265435"/>
              <a:chExt cx="4477004" cy="3591079"/>
            </a:xfrm>
          </p:grpSpPr>
          <p:pic>
            <p:nvPicPr>
              <p:cNvPr id="45" name="图片 44"/>
              <p:cNvPicPr>
                <a:picLocks noChangeAspect="1"/>
              </p:cNvPicPr>
              <p:nvPr/>
            </p:nvPicPr>
            <p:blipFill>
              <a:blip r:embed="rId1" cstate="screen"/>
              <a:stretch>
                <a:fillRect/>
              </a:stretch>
            </p:blipFill>
            <p:spPr>
              <a:xfrm>
                <a:off x="3853542" y="2265435"/>
                <a:ext cx="4477004" cy="3591079"/>
              </a:xfrm>
              <a:prstGeom prst="rect">
                <a:avLst/>
              </a:prstGeom>
            </p:spPr>
          </p:pic>
          <p:sp>
            <p:nvSpPr>
              <p:cNvPr id="46" name="矩形 45"/>
              <p:cNvSpPr/>
              <p:nvPr/>
            </p:nvSpPr>
            <p:spPr>
              <a:xfrm>
                <a:off x="5703207" y="4711700"/>
                <a:ext cx="783411" cy="4353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grpSp>
        <p:sp>
          <p:nvSpPr>
            <p:cNvPr id="44" name="矩形 43"/>
            <p:cNvSpPr/>
            <p:nvPr/>
          </p:nvSpPr>
          <p:spPr>
            <a:xfrm>
              <a:off x="4095750" y="2514599"/>
              <a:ext cx="4000500" cy="2413337"/>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椭圆 46"/>
          <p:cNvSpPr/>
          <p:nvPr/>
        </p:nvSpPr>
        <p:spPr>
          <a:xfrm>
            <a:off x="5703207" y="2896737"/>
            <a:ext cx="783411" cy="783411"/>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48" name="椭圆 47"/>
          <p:cNvSpPr/>
          <p:nvPr/>
        </p:nvSpPr>
        <p:spPr>
          <a:xfrm>
            <a:off x="5206264" y="2405496"/>
            <a:ext cx="1777297" cy="1777297"/>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49" name="椭圆 48"/>
          <p:cNvSpPr/>
          <p:nvPr/>
        </p:nvSpPr>
        <p:spPr>
          <a:xfrm>
            <a:off x="4459714" y="1658946"/>
            <a:ext cx="3270396" cy="32703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50" name="椭圆 49"/>
          <p:cNvSpPr/>
          <p:nvPr/>
        </p:nvSpPr>
        <p:spPr>
          <a:xfrm>
            <a:off x="3170747" y="369979"/>
            <a:ext cx="5848331" cy="5848331"/>
          </a:xfrm>
          <a:prstGeom prst="ellipse">
            <a:avLst/>
          </a:prstGeom>
          <a:noFill/>
          <a:ln>
            <a:solidFill>
              <a:schemeClr val="bg1">
                <a:lumMod val="75000"/>
                <a:alpha val="3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grpSp>
        <p:nvGrpSpPr>
          <p:cNvPr id="51" name="组合 50"/>
          <p:cNvGrpSpPr/>
          <p:nvPr/>
        </p:nvGrpSpPr>
        <p:grpSpPr>
          <a:xfrm>
            <a:off x="3359435" y="3180442"/>
            <a:ext cx="5486705" cy="216000"/>
            <a:chOff x="3359435" y="3398156"/>
            <a:chExt cx="5486705" cy="216000"/>
          </a:xfrm>
          <a:solidFill>
            <a:schemeClr val="tx1">
              <a:lumMod val="75000"/>
              <a:lumOff val="25000"/>
            </a:schemeClr>
          </a:solidFill>
        </p:grpSpPr>
        <p:sp>
          <p:nvSpPr>
            <p:cNvPr id="52" name="椭圆 51"/>
            <p:cNvSpPr/>
            <p:nvPr/>
          </p:nvSpPr>
          <p:spPr>
            <a:xfrm>
              <a:off x="8630140" y="3398156"/>
              <a:ext cx="216000" cy="216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53" name="椭圆 52"/>
            <p:cNvSpPr/>
            <p:nvPr/>
          </p:nvSpPr>
          <p:spPr>
            <a:xfrm>
              <a:off x="3359435" y="3398156"/>
              <a:ext cx="216000" cy="216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grpSp>
      <p:grpSp>
        <p:nvGrpSpPr>
          <p:cNvPr id="54" name="组合 53"/>
          <p:cNvGrpSpPr/>
          <p:nvPr/>
        </p:nvGrpSpPr>
        <p:grpSpPr>
          <a:xfrm>
            <a:off x="2846063" y="3216442"/>
            <a:ext cx="6553208" cy="144000"/>
            <a:chOff x="2846063" y="3434156"/>
            <a:chExt cx="6553208" cy="144000"/>
          </a:xfrm>
          <a:solidFill>
            <a:schemeClr val="tx1">
              <a:lumMod val="50000"/>
              <a:lumOff val="50000"/>
            </a:schemeClr>
          </a:solidFill>
        </p:grpSpPr>
        <p:sp>
          <p:nvSpPr>
            <p:cNvPr id="55" name="椭圆 54"/>
            <p:cNvSpPr/>
            <p:nvPr/>
          </p:nvSpPr>
          <p:spPr>
            <a:xfrm>
              <a:off x="2846063" y="3434156"/>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sp>
          <p:nvSpPr>
            <p:cNvPr id="56" name="椭圆 55"/>
            <p:cNvSpPr/>
            <p:nvPr/>
          </p:nvSpPr>
          <p:spPr>
            <a:xfrm>
              <a:off x="9255271" y="3434156"/>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方正兰亭细黑_GBK" panose="02000000000000000000" pitchFamily="2" charset="-122"/>
              </a:endParaRPr>
            </a:p>
          </p:txBody>
        </p:sp>
      </p:grpSp>
      <p:sp>
        <p:nvSpPr>
          <p:cNvPr id="57" name="Rectangle 36"/>
          <p:cNvSpPr/>
          <p:nvPr/>
        </p:nvSpPr>
        <p:spPr bwMode="auto">
          <a:xfrm>
            <a:off x="555358" y="2642378"/>
            <a:ext cx="2241319" cy="954107"/>
          </a:xfrm>
          <a:prstGeom prst="rect">
            <a:avLst/>
          </a:prstGeom>
        </p:spPr>
        <p:txBody>
          <a:bodyPr wrap="none">
            <a:spAutoFit/>
          </a:bodyPr>
          <a:lstStyle/>
          <a:p>
            <a:pPr algn="r" fontAlgn="auto">
              <a:spcBef>
                <a:spcPts val="0"/>
              </a:spcBef>
              <a:spcAft>
                <a:spcPts val="0"/>
              </a:spcAft>
              <a:defRPr/>
            </a:pPr>
            <a:r>
              <a:rPr lang="en-US" sz="2800" dirty="0">
                <a:solidFill>
                  <a:schemeClr val="tx1">
                    <a:lumMod val="75000"/>
                    <a:lumOff val="25000"/>
                  </a:schemeClr>
                </a:solidFill>
                <a:latin typeface="+mj-lt"/>
                <a:ea typeface="Open Sans" panose="020B0606030504020204" pitchFamily="34" charset="0"/>
                <a:cs typeface="Open Sans" panose="020B0606030504020204" pitchFamily="34" charset="0"/>
              </a:rPr>
              <a:t>ADD </a:t>
            </a:r>
            <a:endParaRPr lang="en-US" sz="2800" dirty="0">
              <a:solidFill>
                <a:schemeClr val="tx1">
                  <a:lumMod val="75000"/>
                  <a:lumOff val="25000"/>
                </a:schemeClr>
              </a:solidFill>
              <a:latin typeface="+mj-lt"/>
              <a:ea typeface="Open Sans" panose="020B0606030504020204" pitchFamily="34" charset="0"/>
              <a:cs typeface="Open Sans" panose="020B0606030504020204" pitchFamily="34" charset="0"/>
            </a:endParaRPr>
          </a:p>
          <a:p>
            <a:pPr algn="r" fontAlgn="auto">
              <a:spcBef>
                <a:spcPts val="0"/>
              </a:spcBef>
              <a:spcAft>
                <a:spcPts val="0"/>
              </a:spcAft>
              <a:defRPr/>
            </a:pPr>
            <a:r>
              <a:rPr lang="en-US" sz="2800" b="1" dirty="0">
                <a:solidFill>
                  <a:schemeClr val="tx1">
                    <a:lumMod val="75000"/>
                    <a:lumOff val="25000"/>
                  </a:schemeClr>
                </a:solidFill>
                <a:latin typeface="+mj-lt"/>
                <a:ea typeface="Open Sans" panose="020B0606030504020204" pitchFamily="34" charset="0"/>
                <a:cs typeface="Open Sans" panose="020B0606030504020204" pitchFamily="34" charset="0"/>
              </a:rPr>
              <a:t>YOUR TITLE HERE</a:t>
            </a:r>
            <a:endParaRPr lang="en-US" sz="2800" b="1" dirty="0">
              <a:solidFill>
                <a:schemeClr val="tx1">
                  <a:lumMod val="75000"/>
                  <a:lumOff val="25000"/>
                </a:schemeClr>
              </a:solidFill>
              <a:latin typeface="+mj-lt"/>
              <a:ea typeface="Open Sans" panose="020B0606030504020204" pitchFamily="34" charset="0"/>
              <a:cs typeface="Open Sans" panose="020B0606030504020204" pitchFamily="34" charset="0"/>
            </a:endParaRPr>
          </a:p>
        </p:txBody>
      </p:sp>
      <p:sp>
        <p:nvSpPr>
          <p:cNvPr id="58" name="Rectangle 37"/>
          <p:cNvSpPr/>
          <p:nvPr/>
        </p:nvSpPr>
        <p:spPr bwMode="auto">
          <a:xfrm>
            <a:off x="467777" y="3527740"/>
            <a:ext cx="2328900" cy="1401602"/>
          </a:xfrm>
          <a:prstGeom prst="rect">
            <a:avLst/>
          </a:prstGeom>
        </p:spPr>
        <p:txBody>
          <a:bodyPr wrap="square">
            <a:spAutoFit/>
          </a:bodyPr>
          <a:lstStyle/>
          <a:p>
            <a:pPr algn="r" defTabSz="323850">
              <a:lnSpc>
                <a:spcPct val="120000"/>
              </a:lnSpc>
              <a:spcBef>
                <a:spcPts val="850"/>
              </a:spcBef>
              <a:defRPr/>
            </a:pPr>
            <a:r>
              <a:rPr lang="es-E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Lato" charset="0"/>
              </a:rPr>
              <a:t>Lorem ipsum dolor sit amet, consectetur adipiscing elit. Integer mollis vehicula ligula ut faucibus. Curabitur vestibulum consequat urna et vehicula. Suspendisse feugiat biben</a:t>
            </a:r>
            <a:endParaRPr lang="es-ES" altLang="zh-CN" sz="28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Gill Sans" charset="0"/>
            </a:endParaRPr>
          </a:p>
        </p:txBody>
      </p:sp>
      <p:sp>
        <p:nvSpPr>
          <p:cNvPr id="59" name="Rectangle 36"/>
          <p:cNvSpPr/>
          <p:nvPr/>
        </p:nvSpPr>
        <p:spPr bwMode="auto">
          <a:xfrm>
            <a:off x="9447464" y="2573633"/>
            <a:ext cx="2241319" cy="954107"/>
          </a:xfrm>
          <a:prstGeom prst="rect">
            <a:avLst/>
          </a:prstGeom>
        </p:spPr>
        <p:txBody>
          <a:bodyPr wrap="none">
            <a:spAutoFit/>
          </a:bodyPr>
          <a:lstStyle/>
          <a:p>
            <a:pPr fontAlgn="auto">
              <a:spcBef>
                <a:spcPts val="0"/>
              </a:spcBef>
              <a:spcAft>
                <a:spcPts val="0"/>
              </a:spcAft>
              <a:defRPr/>
            </a:pPr>
            <a:r>
              <a:rPr lang="en-US" sz="2800" dirty="0">
                <a:solidFill>
                  <a:schemeClr val="tx1">
                    <a:lumMod val="75000"/>
                    <a:lumOff val="25000"/>
                  </a:schemeClr>
                </a:solidFill>
                <a:latin typeface="+mj-lt"/>
                <a:ea typeface="Open Sans" panose="020B0606030504020204" pitchFamily="34" charset="0"/>
                <a:cs typeface="Open Sans" panose="020B0606030504020204" pitchFamily="34" charset="0"/>
              </a:rPr>
              <a:t>ADD </a:t>
            </a:r>
            <a:endParaRPr lang="en-US" sz="2800" dirty="0">
              <a:solidFill>
                <a:schemeClr val="tx1">
                  <a:lumMod val="75000"/>
                  <a:lumOff val="25000"/>
                </a:schemeClr>
              </a:solidFill>
              <a:latin typeface="+mj-lt"/>
              <a:ea typeface="Open Sans" panose="020B0606030504020204" pitchFamily="34" charset="0"/>
              <a:cs typeface="Open Sans" panose="020B0606030504020204" pitchFamily="34" charset="0"/>
            </a:endParaRPr>
          </a:p>
          <a:p>
            <a:pPr fontAlgn="auto">
              <a:spcBef>
                <a:spcPts val="0"/>
              </a:spcBef>
              <a:spcAft>
                <a:spcPts val="0"/>
              </a:spcAft>
              <a:defRPr/>
            </a:pPr>
            <a:r>
              <a:rPr lang="en-US" sz="2800" b="1" dirty="0">
                <a:solidFill>
                  <a:schemeClr val="tx1">
                    <a:lumMod val="75000"/>
                    <a:lumOff val="25000"/>
                  </a:schemeClr>
                </a:solidFill>
                <a:latin typeface="+mj-lt"/>
                <a:ea typeface="Open Sans" panose="020B0606030504020204" pitchFamily="34" charset="0"/>
                <a:cs typeface="Open Sans" panose="020B0606030504020204" pitchFamily="34" charset="0"/>
              </a:rPr>
              <a:t>YOUR TITLE HERE</a:t>
            </a:r>
            <a:endParaRPr lang="en-US" sz="2800" b="1" dirty="0">
              <a:solidFill>
                <a:schemeClr val="tx1">
                  <a:lumMod val="75000"/>
                  <a:lumOff val="25000"/>
                </a:schemeClr>
              </a:solidFill>
              <a:latin typeface="+mj-lt"/>
              <a:ea typeface="Open Sans" panose="020B0606030504020204" pitchFamily="34" charset="0"/>
              <a:cs typeface="Open Sans" panose="020B0606030504020204" pitchFamily="34" charset="0"/>
            </a:endParaRPr>
          </a:p>
        </p:txBody>
      </p:sp>
      <p:sp>
        <p:nvSpPr>
          <p:cNvPr id="60" name="Rectangle 37"/>
          <p:cNvSpPr/>
          <p:nvPr/>
        </p:nvSpPr>
        <p:spPr bwMode="auto">
          <a:xfrm>
            <a:off x="9447464" y="3458995"/>
            <a:ext cx="2328900" cy="1401602"/>
          </a:xfrm>
          <a:prstGeom prst="rect">
            <a:avLst/>
          </a:prstGeom>
        </p:spPr>
        <p:txBody>
          <a:bodyPr wrap="square">
            <a:spAutoFit/>
          </a:bodyPr>
          <a:lstStyle/>
          <a:p>
            <a:pPr defTabSz="323850">
              <a:lnSpc>
                <a:spcPct val="120000"/>
              </a:lnSpc>
              <a:spcBef>
                <a:spcPts val="850"/>
              </a:spcBef>
              <a:defRPr/>
            </a:pPr>
            <a:r>
              <a:rPr lang="es-E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Lato" charset="0"/>
              </a:rPr>
              <a:t>Lorem ipsum dolor sit amet, consectetur adipiscing elit. Integer mollis vehicula ligula ut faucibus. Curabitur vestibulum consequat urna et vehicula. Suspendisse feugiat biben</a:t>
            </a:r>
            <a:endParaRPr lang="es-ES" altLang="zh-CN" sz="28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Gill Sans" charset="0"/>
            </a:endParaRPr>
          </a:p>
        </p:txBody>
      </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14:bounceEnd="34000">
                                          <p:cBhvr additive="base">
                                            <p:cTn id="7" dur="750" fill="hold"/>
                                            <p:tgtEl>
                                              <p:spTgt spid="41"/>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accel="56000" fill="hold" nodeType="afterEffect" p14:presetBounceEnd="60000">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14:bounceEnd="60000">
                                          <p:cBhvr additive="base">
                                            <p:cTn id="12" dur="1250" fill="hold"/>
                                            <p:tgtEl>
                                              <p:spTgt spid="42"/>
                                            </p:tgtEl>
                                            <p:attrNameLst>
                                              <p:attrName>ppt_x</p:attrName>
                                            </p:attrNameLst>
                                          </p:cBhvr>
                                          <p:tavLst>
                                            <p:tav tm="0">
                                              <p:val>
                                                <p:strVal val="#ppt_x"/>
                                              </p:val>
                                            </p:tav>
                                            <p:tav tm="100000">
                                              <p:val>
                                                <p:strVal val="#ppt_x"/>
                                              </p:val>
                                            </p:tav>
                                          </p:tavLst>
                                        </p:anim>
                                        <p:anim calcmode="lin" valueType="num" p14:bounceEnd="60000">
                                          <p:cBhvr additive="base">
                                            <p:cTn id="13" dur="1250" fill="hold"/>
                                            <p:tgtEl>
                                              <p:spTgt spid="42"/>
                                            </p:tgtEl>
                                            <p:attrNameLst>
                                              <p:attrName>ppt_y</p:attrName>
                                            </p:attrNameLst>
                                          </p:cBhvr>
                                          <p:tavLst>
                                            <p:tav tm="0">
                                              <p:val>
                                                <p:strVal val="1+#ppt_h/2"/>
                                              </p:val>
                                            </p:tav>
                                            <p:tav tm="100000">
                                              <p:val>
                                                <p:strVal val="#ppt_y"/>
                                              </p:val>
                                            </p:tav>
                                          </p:tavLst>
                                        </p:anim>
                                      </p:childTnLst>
                                    </p:cTn>
                                  </p:par>
                                  <p:par>
                                    <p:cTn id="14" presetID="10" presetClass="entr" presetSubtype="0" fill="hold" grpId="0" nodeType="withEffect">
                                      <p:stCondLst>
                                        <p:cond delay="100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250"/>
                                            <p:tgtEl>
                                              <p:spTgt spid="47"/>
                                            </p:tgtEl>
                                          </p:cBhvr>
                                        </p:animEffect>
                                      </p:childTnLst>
                                    </p:cTn>
                                  </p:par>
                                  <p:par>
                                    <p:cTn id="17" presetID="10" presetClass="entr" presetSubtype="0" fill="hold" grpId="0" nodeType="withEffect">
                                      <p:stCondLst>
                                        <p:cond delay="125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250"/>
                                            <p:tgtEl>
                                              <p:spTgt spid="48"/>
                                            </p:tgtEl>
                                          </p:cBhvr>
                                        </p:animEffect>
                                      </p:childTnLst>
                                    </p:cTn>
                                  </p:par>
                                  <p:par>
                                    <p:cTn id="20" presetID="10" presetClass="entr" presetSubtype="0" fill="hold" grpId="0" nodeType="withEffect">
                                      <p:stCondLst>
                                        <p:cond delay="150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250"/>
                                            <p:tgtEl>
                                              <p:spTgt spid="49"/>
                                            </p:tgtEl>
                                          </p:cBhvr>
                                        </p:animEffect>
                                      </p:childTnLst>
                                    </p:cTn>
                                  </p:par>
                                  <p:par>
                                    <p:cTn id="23" presetID="10" presetClass="entr" presetSubtype="0" fill="hold" grpId="0" nodeType="withEffect">
                                      <p:stCondLst>
                                        <p:cond delay="175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250"/>
                                            <p:tgtEl>
                                              <p:spTgt spid="50"/>
                                            </p:tgtEl>
                                          </p:cBhvr>
                                        </p:animEffect>
                                      </p:childTnLst>
                                    </p:cTn>
                                  </p:par>
                                  <p:par>
                                    <p:cTn id="26" presetID="6" presetClass="emph" presetSubtype="0" accel="40000" decel="60000" fill="hold" grpId="1" nodeType="withEffect">
                                      <p:stCondLst>
                                        <p:cond delay="1000"/>
                                      </p:stCondLst>
                                      <p:childTnLst>
                                        <p:animScale>
                                          <p:cBhvr>
                                            <p:cTn id="27" dur="1250" fill="hold"/>
                                            <p:tgtEl>
                                              <p:spTgt spid="47"/>
                                            </p:tgtEl>
                                          </p:cBhvr>
                                          <p:by x="150000" y="150000"/>
                                        </p:animScale>
                                      </p:childTnLst>
                                    </p:cTn>
                                  </p:par>
                                  <p:par>
                                    <p:cTn id="28" presetID="6" presetClass="emph" presetSubtype="0" accel="40000" decel="60000" fill="hold" grpId="1" nodeType="withEffect">
                                      <p:stCondLst>
                                        <p:cond delay="1250"/>
                                      </p:stCondLst>
                                      <p:childTnLst>
                                        <p:animScale>
                                          <p:cBhvr>
                                            <p:cTn id="29" dur="1250" fill="hold"/>
                                            <p:tgtEl>
                                              <p:spTgt spid="48"/>
                                            </p:tgtEl>
                                          </p:cBhvr>
                                          <p:by x="150000" y="150000"/>
                                        </p:animScale>
                                      </p:childTnLst>
                                    </p:cTn>
                                  </p:par>
                                  <p:par>
                                    <p:cTn id="30" presetID="6" presetClass="emph" presetSubtype="0" accel="40000" decel="60000" fill="hold" grpId="1" nodeType="withEffect">
                                      <p:stCondLst>
                                        <p:cond delay="1500"/>
                                      </p:stCondLst>
                                      <p:childTnLst>
                                        <p:animScale>
                                          <p:cBhvr>
                                            <p:cTn id="31" dur="1250" fill="hold"/>
                                            <p:tgtEl>
                                              <p:spTgt spid="49"/>
                                            </p:tgtEl>
                                          </p:cBhvr>
                                          <p:by x="150000" y="150000"/>
                                        </p:animScale>
                                      </p:childTnLst>
                                    </p:cTn>
                                  </p:par>
                                  <p:par>
                                    <p:cTn id="32" presetID="6" presetClass="emph" presetSubtype="0" accel="40000" decel="60000" fill="hold" grpId="1" nodeType="withEffect">
                                      <p:stCondLst>
                                        <p:cond delay="1750"/>
                                      </p:stCondLst>
                                      <p:childTnLst>
                                        <p:animScale>
                                          <p:cBhvr>
                                            <p:cTn id="33" dur="1250" fill="hold"/>
                                            <p:tgtEl>
                                              <p:spTgt spid="50"/>
                                            </p:tgtEl>
                                          </p:cBhvr>
                                          <p:by x="150000" y="150000"/>
                                        </p:animScale>
                                      </p:childTnLst>
                                    </p:cTn>
                                  </p:par>
                                  <p:par>
                                    <p:cTn id="34" presetID="6" presetClass="emph" presetSubtype="0" accel="40000" decel="60000" fill="hold" grpId="2" nodeType="withEffect">
                                      <p:stCondLst>
                                        <p:cond delay="2250"/>
                                      </p:stCondLst>
                                      <p:childTnLst>
                                        <p:animScale>
                                          <p:cBhvr>
                                            <p:cTn id="35" dur="1250" fill="hold"/>
                                            <p:tgtEl>
                                              <p:spTgt spid="47"/>
                                            </p:tgtEl>
                                          </p:cBhvr>
                                          <p:by x="67000" y="67000"/>
                                        </p:animScale>
                                      </p:childTnLst>
                                    </p:cTn>
                                  </p:par>
                                  <p:par>
                                    <p:cTn id="36" presetID="6" presetClass="emph" presetSubtype="0" accel="40000" decel="60000" fill="hold" grpId="2" nodeType="withEffect">
                                      <p:stCondLst>
                                        <p:cond delay="2500"/>
                                      </p:stCondLst>
                                      <p:childTnLst>
                                        <p:animScale>
                                          <p:cBhvr>
                                            <p:cTn id="37" dur="1250" fill="hold"/>
                                            <p:tgtEl>
                                              <p:spTgt spid="48"/>
                                            </p:tgtEl>
                                          </p:cBhvr>
                                          <p:by x="66000" y="66000"/>
                                        </p:animScale>
                                      </p:childTnLst>
                                    </p:cTn>
                                  </p:par>
                                  <p:par>
                                    <p:cTn id="38" presetID="6" presetClass="emph" presetSubtype="0" accel="40000" decel="60000" fill="hold" grpId="2" nodeType="withEffect">
                                      <p:stCondLst>
                                        <p:cond delay="2750"/>
                                      </p:stCondLst>
                                      <p:childTnLst>
                                        <p:animScale>
                                          <p:cBhvr>
                                            <p:cTn id="39" dur="1250" fill="hold"/>
                                            <p:tgtEl>
                                              <p:spTgt spid="49"/>
                                            </p:tgtEl>
                                          </p:cBhvr>
                                          <p:by x="66000" y="66000"/>
                                        </p:animScale>
                                      </p:childTnLst>
                                    </p:cTn>
                                  </p:par>
                                  <p:par>
                                    <p:cTn id="40" presetID="6" presetClass="emph" presetSubtype="0" accel="40000" decel="60000" fill="hold" grpId="2" nodeType="withEffect">
                                      <p:stCondLst>
                                        <p:cond delay="3000"/>
                                      </p:stCondLst>
                                      <p:childTnLst>
                                        <p:animScale>
                                          <p:cBhvr>
                                            <p:cTn id="41" dur="1250" fill="hold"/>
                                            <p:tgtEl>
                                              <p:spTgt spid="50"/>
                                            </p:tgtEl>
                                          </p:cBhvr>
                                          <p:by x="66000" y="66000"/>
                                        </p:animScale>
                                      </p:childTnLst>
                                    </p:cTn>
                                  </p:par>
                                  <p:par>
                                    <p:cTn id="42" presetID="10" presetClass="entr" presetSubtype="0" fill="hold" nodeType="withEffect">
                                      <p:stCondLst>
                                        <p:cond delay="375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750"/>
                                            <p:tgtEl>
                                              <p:spTgt spid="51"/>
                                            </p:tgtEl>
                                          </p:cBhvr>
                                        </p:animEffect>
                                      </p:childTnLst>
                                    </p:cTn>
                                  </p:par>
                                  <p:par>
                                    <p:cTn id="45" presetID="10" presetClass="entr" presetSubtype="0" fill="hold" nodeType="withEffect">
                                      <p:stCondLst>
                                        <p:cond delay="3750"/>
                                      </p:stCondLst>
                                      <p:childTnLst>
                                        <p:set>
                                          <p:cBhvr>
                                            <p:cTn id="46" dur="1" fill="hold">
                                              <p:stCondLst>
                                                <p:cond delay="0"/>
                                              </p:stCondLst>
                                            </p:cTn>
                                            <p:tgtEl>
                                              <p:spTgt spid="54"/>
                                            </p:tgtEl>
                                            <p:attrNameLst>
                                              <p:attrName>style.visibility</p:attrName>
                                            </p:attrNameLst>
                                          </p:cBhvr>
                                          <p:to>
                                            <p:strVal val="visible"/>
                                          </p:to>
                                        </p:set>
                                        <p:animEffect transition="in" filter="fade">
                                          <p:cBhvr>
                                            <p:cTn id="47" dur="750"/>
                                            <p:tgtEl>
                                              <p:spTgt spid="54"/>
                                            </p:tgtEl>
                                          </p:cBhvr>
                                        </p:animEffect>
                                      </p:childTnLst>
                                    </p:cTn>
                                  </p:par>
                                </p:childTnLst>
                              </p:cTn>
                            </p:par>
                            <p:par>
                              <p:cTn id="48" fill="hold">
                                <p:stCondLst>
                                  <p:cond delay="2500"/>
                                </p:stCondLst>
                                <p:childTnLst>
                                  <p:par>
                                    <p:cTn id="49" presetID="14" presetClass="entr" presetSubtype="10" fill="hold" grpId="0" nodeType="after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randombar(horizontal)">
                                          <p:cBhvr>
                                            <p:cTn id="51" dur="500"/>
                                            <p:tgtEl>
                                              <p:spTgt spid="57"/>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1000"/>
                                            <p:tgtEl>
                                              <p:spTgt spid="58"/>
                                            </p:tgtEl>
                                          </p:cBhvr>
                                        </p:animEffect>
                                        <p:anim calcmode="lin" valueType="num">
                                          <p:cBhvr>
                                            <p:cTn id="55" dur="1000" fill="hold"/>
                                            <p:tgtEl>
                                              <p:spTgt spid="58"/>
                                            </p:tgtEl>
                                            <p:attrNameLst>
                                              <p:attrName>ppt_x</p:attrName>
                                            </p:attrNameLst>
                                          </p:cBhvr>
                                          <p:tavLst>
                                            <p:tav tm="0">
                                              <p:val>
                                                <p:strVal val="#ppt_x"/>
                                              </p:val>
                                            </p:tav>
                                            <p:tav tm="100000">
                                              <p:val>
                                                <p:strVal val="#ppt_x"/>
                                              </p:val>
                                            </p:tav>
                                          </p:tavLst>
                                        </p:anim>
                                        <p:anim calcmode="lin" valueType="num">
                                          <p:cBhvr>
                                            <p:cTn id="56" dur="1000" fill="hold"/>
                                            <p:tgtEl>
                                              <p:spTgt spid="58"/>
                                            </p:tgtEl>
                                            <p:attrNameLst>
                                              <p:attrName>ppt_y</p:attrName>
                                            </p:attrNameLst>
                                          </p:cBhvr>
                                          <p:tavLst>
                                            <p:tav tm="0">
                                              <p:val>
                                                <p:strVal val="#ppt_y+.1"/>
                                              </p:val>
                                            </p:tav>
                                            <p:tav tm="100000">
                                              <p:val>
                                                <p:strVal val="#ppt_y"/>
                                              </p:val>
                                            </p:tav>
                                          </p:tavLst>
                                        </p:anim>
                                      </p:childTnLst>
                                    </p:cTn>
                                  </p:par>
                                  <p:par>
                                    <p:cTn id="57" presetID="14" presetClass="entr" presetSubtype="1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randombar(horizontal)">
                                          <p:cBhvr>
                                            <p:cTn id="59" dur="500"/>
                                            <p:tgtEl>
                                              <p:spTgt spid="59"/>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fade">
                                          <p:cBhvr>
                                            <p:cTn id="62" dur="1000"/>
                                            <p:tgtEl>
                                              <p:spTgt spid="60"/>
                                            </p:tgtEl>
                                          </p:cBhvr>
                                        </p:animEffect>
                                        <p:anim calcmode="lin" valueType="num">
                                          <p:cBhvr>
                                            <p:cTn id="63" dur="1000" fill="hold"/>
                                            <p:tgtEl>
                                              <p:spTgt spid="60"/>
                                            </p:tgtEl>
                                            <p:attrNameLst>
                                              <p:attrName>ppt_x</p:attrName>
                                            </p:attrNameLst>
                                          </p:cBhvr>
                                          <p:tavLst>
                                            <p:tav tm="0">
                                              <p:val>
                                                <p:strVal val="#ppt_x"/>
                                              </p:val>
                                            </p:tav>
                                            <p:tav tm="100000">
                                              <p:val>
                                                <p:strVal val="#ppt_x"/>
                                              </p:val>
                                            </p:tav>
                                          </p:tavLst>
                                        </p:anim>
                                        <p:anim calcmode="lin" valueType="num">
                                          <p:cBhvr>
                                            <p:cTn id="6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7" grpId="0"/>
          <p:bldP spid="58" grpId="0"/>
          <p:bldP spid="59" grpId="0"/>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750" fill="hold"/>
                                            <p:tgtEl>
                                              <p:spTgt spid="41"/>
                                            </p:tgtEl>
                                            <p:attrNameLst>
                                              <p:attrName>ppt_x</p:attrName>
                                            </p:attrNameLst>
                                          </p:cBhvr>
                                          <p:tavLst>
                                            <p:tav tm="0">
                                              <p:val>
                                                <p:strVal val="1+#ppt_w/2"/>
                                              </p:val>
                                            </p:tav>
                                            <p:tav tm="100000">
                                              <p:val>
                                                <p:strVal val="#ppt_x"/>
                                              </p:val>
                                            </p:tav>
                                          </p:tavLst>
                                        </p:anim>
                                        <p:anim calcmode="lin" valueType="num">
                                          <p:cBhvr additive="base">
                                            <p:cTn id="8" dur="75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accel="56000"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1250" fill="hold"/>
                                            <p:tgtEl>
                                              <p:spTgt spid="42"/>
                                            </p:tgtEl>
                                            <p:attrNameLst>
                                              <p:attrName>ppt_x</p:attrName>
                                            </p:attrNameLst>
                                          </p:cBhvr>
                                          <p:tavLst>
                                            <p:tav tm="0">
                                              <p:val>
                                                <p:strVal val="#ppt_x"/>
                                              </p:val>
                                            </p:tav>
                                            <p:tav tm="100000">
                                              <p:val>
                                                <p:strVal val="#ppt_x"/>
                                              </p:val>
                                            </p:tav>
                                          </p:tavLst>
                                        </p:anim>
                                        <p:anim calcmode="lin" valueType="num">
                                          <p:cBhvr additive="base">
                                            <p:cTn id="13" dur="1250" fill="hold"/>
                                            <p:tgtEl>
                                              <p:spTgt spid="42"/>
                                            </p:tgtEl>
                                            <p:attrNameLst>
                                              <p:attrName>ppt_y</p:attrName>
                                            </p:attrNameLst>
                                          </p:cBhvr>
                                          <p:tavLst>
                                            <p:tav tm="0">
                                              <p:val>
                                                <p:strVal val="1+#ppt_h/2"/>
                                              </p:val>
                                            </p:tav>
                                            <p:tav tm="100000">
                                              <p:val>
                                                <p:strVal val="#ppt_y"/>
                                              </p:val>
                                            </p:tav>
                                          </p:tavLst>
                                        </p:anim>
                                      </p:childTnLst>
                                    </p:cTn>
                                  </p:par>
                                  <p:par>
                                    <p:cTn id="14" presetID="10" presetClass="entr" presetSubtype="0" fill="hold" grpId="0" nodeType="withEffect">
                                      <p:stCondLst>
                                        <p:cond delay="100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250"/>
                                            <p:tgtEl>
                                              <p:spTgt spid="47"/>
                                            </p:tgtEl>
                                          </p:cBhvr>
                                        </p:animEffect>
                                      </p:childTnLst>
                                    </p:cTn>
                                  </p:par>
                                  <p:par>
                                    <p:cTn id="17" presetID="10" presetClass="entr" presetSubtype="0" fill="hold" grpId="0" nodeType="withEffect">
                                      <p:stCondLst>
                                        <p:cond delay="125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250"/>
                                            <p:tgtEl>
                                              <p:spTgt spid="48"/>
                                            </p:tgtEl>
                                          </p:cBhvr>
                                        </p:animEffect>
                                      </p:childTnLst>
                                    </p:cTn>
                                  </p:par>
                                  <p:par>
                                    <p:cTn id="20" presetID="10" presetClass="entr" presetSubtype="0" fill="hold" grpId="0" nodeType="withEffect">
                                      <p:stCondLst>
                                        <p:cond delay="150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250"/>
                                            <p:tgtEl>
                                              <p:spTgt spid="49"/>
                                            </p:tgtEl>
                                          </p:cBhvr>
                                        </p:animEffect>
                                      </p:childTnLst>
                                    </p:cTn>
                                  </p:par>
                                  <p:par>
                                    <p:cTn id="23" presetID="10" presetClass="entr" presetSubtype="0" fill="hold" grpId="0" nodeType="withEffect">
                                      <p:stCondLst>
                                        <p:cond delay="175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250"/>
                                            <p:tgtEl>
                                              <p:spTgt spid="50"/>
                                            </p:tgtEl>
                                          </p:cBhvr>
                                        </p:animEffect>
                                      </p:childTnLst>
                                    </p:cTn>
                                  </p:par>
                                  <p:par>
                                    <p:cTn id="26" presetID="6" presetClass="emph" presetSubtype="0" accel="40000" decel="60000" fill="hold" grpId="1" nodeType="withEffect">
                                      <p:stCondLst>
                                        <p:cond delay="1000"/>
                                      </p:stCondLst>
                                      <p:childTnLst>
                                        <p:animScale>
                                          <p:cBhvr>
                                            <p:cTn id="27" dur="1250" fill="hold"/>
                                            <p:tgtEl>
                                              <p:spTgt spid="47"/>
                                            </p:tgtEl>
                                          </p:cBhvr>
                                          <p:by x="150000" y="150000"/>
                                        </p:animScale>
                                      </p:childTnLst>
                                    </p:cTn>
                                  </p:par>
                                  <p:par>
                                    <p:cTn id="28" presetID="6" presetClass="emph" presetSubtype="0" accel="40000" decel="60000" fill="hold" grpId="1" nodeType="withEffect">
                                      <p:stCondLst>
                                        <p:cond delay="1250"/>
                                      </p:stCondLst>
                                      <p:childTnLst>
                                        <p:animScale>
                                          <p:cBhvr>
                                            <p:cTn id="29" dur="1250" fill="hold"/>
                                            <p:tgtEl>
                                              <p:spTgt spid="48"/>
                                            </p:tgtEl>
                                          </p:cBhvr>
                                          <p:by x="150000" y="150000"/>
                                        </p:animScale>
                                      </p:childTnLst>
                                    </p:cTn>
                                  </p:par>
                                  <p:par>
                                    <p:cTn id="30" presetID="6" presetClass="emph" presetSubtype="0" accel="40000" decel="60000" fill="hold" grpId="1" nodeType="withEffect">
                                      <p:stCondLst>
                                        <p:cond delay="1500"/>
                                      </p:stCondLst>
                                      <p:childTnLst>
                                        <p:animScale>
                                          <p:cBhvr>
                                            <p:cTn id="31" dur="1250" fill="hold"/>
                                            <p:tgtEl>
                                              <p:spTgt spid="49"/>
                                            </p:tgtEl>
                                          </p:cBhvr>
                                          <p:by x="150000" y="150000"/>
                                        </p:animScale>
                                      </p:childTnLst>
                                    </p:cTn>
                                  </p:par>
                                  <p:par>
                                    <p:cTn id="32" presetID="6" presetClass="emph" presetSubtype="0" accel="40000" decel="60000" fill="hold" grpId="1" nodeType="withEffect">
                                      <p:stCondLst>
                                        <p:cond delay="1750"/>
                                      </p:stCondLst>
                                      <p:childTnLst>
                                        <p:animScale>
                                          <p:cBhvr>
                                            <p:cTn id="33" dur="1250" fill="hold"/>
                                            <p:tgtEl>
                                              <p:spTgt spid="50"/>
                                            </p:tgtEl>
                                          </p:cBhvr>
                                          <p:by x="150000" y="150000"/>
                                        </p:animScale>
                                      </p:childTnLst>
                                    </p:cTn>
                                  </p:par>
                                  <p:par>
                                    <p:cTn id="34" presetID="6" presetClass="emph" presetSubtype="0" accel="40000" decel="60000" fill="hold" grpId="2" nodeType="withEffect">
                                      <p:stCondLst>
                                        <p:cond delay="2250"/>
                                      </p:stCondLst>
                                      <p:childTnLst>
                                        <p:animScale>
                                          <p:cBhvr>
                                            <p:cTn id="35" dur="1250" fill="hold"/>
                                            <p:tgtEl>
                                              <p:spTgt spid="47"/>
                                            </p:tgtEl>
                                          </p:cBhvr>
                                          <p:by x="67000" y="67000"/>
                                        </p:animScale>
                                      </p:childTnLst>
                                    </p:cTn>
                                  </p:par>
                                  <p:par>
                                    <p:cTn id="36" presetID="6" presetClass="emph" presetSubtype="0" accel="40000" decel="60000" fill="hold" grpId="2" nodeType="withEffect">
                                      <p:stCondLst>
                                        <p:cond delay="2500"/>
                                      </p:stCondLst>
                                      <p:childTnLst>
                                        <p:animScale>
                                          <p:cBhvr>
                                            <p:cTn id="37" dur="1250" fill="hold"/>
                                            <p:tgtEl>
                                              <p:spTgt spid="48"/>
                                            </p:tgtEl>
                                          </p:cBhvr>
                                          <p:by x="66000" y="66000"/>
                                        </p:animScale>
                                      </p:childTnLst>
                                    </p:cTn>
                                  </p:par>
                                  <p:par>
                                    <p:cTn id="38" presetID="6" presetClass="emph" presetSubtype="0" accel="40000" decel="60000" fill="hold" grpId="2" nodeType="withEffect">
                                      <p:stCondLst>
                                        <p:cond delay="2750"/>
                                      </p:stCondLst>
                                      <p:childTnLst>
                                        <p:animScale>
                                          <p:cBhvr>
                                            <p:cTn id="39" dur="1250" fill="hold"/>
                                            <p:tgtEl>
                                              <p:spTgt spid="49"/>
                                            </p:tgtEl>
                                          </p:cBhvr>
                                          <p:by x="66000" y="66000"/>
                                        </p:animScale>
                                      </p:childTnLst>
                                    </p:cTn>
                                  </p:par>
                                  <p:par>
                                    <p:cTn id="40" presetID="6" presetClass="emph" presetSubtype="0" accel="40000" decel="60000" fill="hold" grpId="2" nodeType="withEffect">
                                      <p:stCondLst>
                                        <p:cond delay="3000"/>
                                      </p:stCondLst>
                                      <p:childTnLst>
                                        <p:animScale>
                                          <p:cBhvr>
                                            <p:cTn id="41" dur="1250" fill="hold"/>
                                            <p:tgtEl>
                                              <p:spTgt spid="50"/>
                                            </p:tgtEl>
                                          </p:cBhvr>
                                          <p:by x="66000" y="66000"/>
                                        </p:animScale>
                                      </p:childTnLst>
                                    </p:cTn>
                                  </p:par>
                                  <p:par>
                                    <p:cTn id="42" presetID="10" presetClass="entr" presetSubtype="0" fill="hold" nodeType="withEffect">
                                      <p:stCondLst>
                                        <p:cond delay="375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750"/>
                                            <p:tgtEl>
                                              <p:spTgt spid="51"/>
                                            </p:tgtEl>
                                          </p:cBhvr>
                                        </p:animEffect>
                                      </p:childTnLst>
                                    </p:cTn>
                                  </p:par>
                                  <p:par>
                                    <p:cTn id="45" presetID="10" presetClass="entr" presetSubtype="0" fill="hold" nodeType="withEffect">
                                      <p:stCondLst>
                                        <p:cond delay="3750"/>
                                      </p:stCondLst>
                                      <p:childTnLst>
                                        <p:set>
                                          <p:cBhvr>
                                            <p:cTn id="46" dur="1" fill="hold">
                                              <p:stCondLst>
                                                <p:cond delay="0"/>
                                              </p:stCondLst>
                                            </p:cTn>
                                            <p:tgtEl>
                                              <p:spTgt spid="54"/>
                                            </p:tgtEl>
                                            <p:attrNameLst>
                                              <p:attrName>style.visibility</p:attrName>
                                            </p:attrNameLst>
                                          </p:cBhvr>
                                          <p:to>
                                            <p:strVal val="visible"/>
                                          </p:to>
                                        </p:set>
                                        <p:animEffect transition="in" filter="fade">
                                          <p:cBhvr>
                                            <p:cTn id="47" dur="750"/>
                                            <p:tgtEl>
                                              <p:spTgt spid="54"/>
                                            </p:tgtEl>
                                          </p:cBhvr>
                                        </p:animEffect>
                                      </p:childTnLst>
                                    </p:cTn>
                                  </p:par>
                                </p:childTnLst>
                              </p:cTn>
                            </p:par>
                            <p:par>
                              <p:cTn id="48" fill="hold">
                                <p:stCondLst>
                                  <p:cond delay="2500"/>
                                </p:stCondLst>
                                <p:childTnLst>
                                  <p:par>
                                    <p:cTn id="49" presetID="14" presetClass="entr" presetSubtype="10" fill="hold" grpId="0" nodeType="after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randombar(horizontal)">
                                          <p:cBhvr>
                                            <p:cTn id="51" dur="500"/>
                                            <p:tgtEl>
                                              <p:spTgt spid="57"/>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1000"/>
                                            <p:tgtEl>
                                              <p:spTgt spid="58"/>
                                            </p:tgtEl>
                                          </p:cBhvr>
                                        </p:animEffect>
                                        <p:anim calcmode="lin" valueType="num">
                                          <p:cBhvr>
                                            <p:cTn id="55" dur="1000" fill="hold"/>
                                            <p:tgtEl>
                                              <p:spTgt spid="58"/>
                                            </p:tgtEl>
                                            <p:attrNameLst>
                                              <p:attrName>ppt_x</p:attrName>
                                            </p:attrNameLst>
                                          </p:cBhvr>
                                          <p:tavLst>
                                            <p:tav tm="0">
                                              <p:val>
                                                <p:strVal val="#ppt_x"/>
                                              </p:val>
                                            </p:tav>
                                            <p:tav tm="100000">
                                              <p:val>
                                                <p:strVal val="#ppt_x"/>
                                              </p:val>
                                            </p:tav>
                                          </p:tavLst>
                                        </p:anim>
                                        <p:anim calcmode="lin" valueType="num">
                                          <p:cBhvr>
                                            <p:cTn id="56" dur="1000" fill="hold"/>
                                            <p:tgtEl>
                                              <p:spTgt spid="58"/>
                                            </p:tgtEl>
                                            <p:attrNameLst>
                                              <p:attrName>ppt_y</p:attrName>
                                            </p:attrNameLst>
                                          </p:cBhvr>
                                          <p:tavLst>
                                            <p:tav tm="0">
                                              <p:val>
                                                <p:strVal val="#ppt_y+.1"/>
                                              </p:val>
                                            </p:tav>
                                            <p:tav tm="100000">
                                              <p:val>
                                                <p:strVal val="#ppt_y"/>
                                              </p:val>
                                            </p:tav>
                                          </p:tavLst>
                                        </p:anim>
                                      </p:childTnLst>
                                    </p:cTn>
                                  </p:par>
                                  <p:par>
                                    <p:cTn id="57" presetID="14" presetClass="entr" presetSubtype="1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randombar(horizontal)">
                                          <p:cBhvr>
                                            <p:cTn id="59" dur="500"/>
                                            <p:tgtEl>
                                              <p:spTgt spid="59"/>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fade">
                                          <p:cBhvr>
                                            <p:cTn id="62" dur="1000"/>
                                            <p:tgtEl>
                                              <p:spTgt spid="60"/>
                                            </p:tgtEl>
                                          </p:cBhvr>
                                        </p:animEffect>
                                        <p:anim calcmode="lin" valueType="num">
                                          <p:cBhvr>
                                            <p:cTn id="63" dur="1000" fill="hold"/>
                                            <p:tgtEl>
                                              <p:spTgt spid="60"/>
                                            </p:tgtEl>
                                            <p:attrNameLst>
                                              <p:attrName>ppt_x</p:attrName>
                                            </p:attrNameLst>
                                          </p:cBhvr>
                                          <p:tavLst>
                                            <p:tav tm="0">
                                              <p:val>
                                                <p:strVal val="#ppt_x"/>
                                              </p:val>
                                            </p:tav>
                                            <p:tav tm="100000">
                                              <p:val>
                                                <p:strVal val="#ppt_x"/>
                                              </p:val>
                                            </p:tav>
                                          </p:tavLst>
                                        </p:anim>
                                        <p:anim calcmode="lin" valueType="num">
                                          <p:cBhvr>
                                            <p:cTn id="6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7" grpId="0"/>
          <p:bldP spid="58" grpId="0"/>
          <p:bldP spid="59" grpId="0"/>
          <p:bldP spid="60"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sp>
        <p:nvSpPr>
          <p:cNvPr id="36" name="Freeform 61"/>
          <p:cNvSpPr>
            <a:spLocks noEditPoints="1"/>
          </p:cNvSpPr>
          <p:nvPr/>
        </p:nvSpPr>
        <p:spPr bwMode="auto">
          <a:xfrm>
            <a:off x="5530749" y="2612585"/>
            <a:ext cx="1130502" cy="1722038"/>
          </a:xfrm>
          <a:custGeom>
            <a:avLst/>
            <a:gdLst>
              <a:gd name="T0" fmla="*/ 890 w 1018"/>
              <a:gd name="T1" fmla="*/ 61 h 1017"/>
              <a:gd name="T2" fmla="*/ 876 w 1018"/>
              <a:gd name="T3" fmla="*/ 5 h 1017"/>
              <a:gd name="T4" fmla="*/ 147 w 1018"/>
              <a:gd name="T5" fmla="*/ 2 h 1017"/>
              <a:gd name="T6" fmla="*/ 127 w 1018"/>
              <a:gd name="T7" fmla="*/ 31 h 1017"/>
              <a:gd name="T8" fmla="*/ 131 w 1018"/>
              <a:gd name="T9" fmla="*/ 148 h 1017"/>
              <a:gd name="T10" fmla="*/ 24 w 1018"/>
              <a:gd name="T11" fmla="*/ 243 h 1017"/>
              <a:gd name="T12" fmla="*/ 3 w 1018"/>
              <a:gd name="T13" fmla="*/ 383 h 1017"/>
              <a:gd name="T14" fmla="*/ 61 w 1018"/>
              <a:gd name="T15" fmla="*/ 493 h 1017"/>
              <a:gd name="T16" fmla="*/ 170 w 1018"/>
              <a:gd name="T17" fmla="*/ 551 h 1017"/>
              <a:gd name="T18" fmla="*/ 274 w 1018"/>
              <a:gd name="T19" fmla="*/ 546 h 1017"/>
              <a:gd name="T20" fmla="*/ 382 w 1018"/>
              <a:gd name="T21" fmla="*/ 690 h 1017"/>
              <a:gd name="T22" fmla="*/ 410 w 1018"/>
              <a:gd name="T23" fmla="*/ 735 h 1017"/>
              <a:gd name="T24" fmla="*/ 410 w 1018"/>
              <a:gd name="T25" fmla="*/ 791 h 1017"/>
              <a:gd name="T26" fmla="*/ 379 w 1018"/>
              <a:gd name="T27" fmla="*/ 837 h 1017"/>
              <a:gd name="T28" fmla="*/ 318 w 1018"/>
              <a:gd name="T29" fmla="*/ 858 h 1017"/>
              <a:gd name="T30" fmla="*/ 248 w 1018"/>
              <a:gd name="T31" fmla="*/ 880 h 1017"/>
              <a:gd name="T32" fmla="*/ 197 w 1018"/>
              <a:gd name="T33" fmla="*/ 948 h 1017"/>
              <a:gd name="T34" fmla="*/ 196 w 1018"/>
              <a:gd name="T35" fmla="*/ 1003 h 1017"/>
              <a:gd name="T36" fmla="*/ 795 w 1018"/>
              <a:gd name="T37" fmla="*/ 1017 h 1017"/>
              <a:gd name="T38" fmla="*/ 826 w 1018"/>
              <a:gd name="T39" fmla="*/ 992 h 1017"/>
              <a:gd name="T40" fmla="*/ 812 w 1018"/>
              <a:gd name="T41" fmla="*/ 925 h 1017"/>
              <a:gd name="T42" fmla="*/ 750 w 1018"/>
              <a:gd name="T43" fmla="*/ 869 h 1017"/>
              <a:gd name="T44" fmla="*/ 681 w 1018"/>
              <a:gd name="T45" fmla="*/ 856 h 1017"/>
              <a:gd name="T46" fmla="*/ 633 w 1018"/>
              <a:gd name="T47" fmla="*/ 830 h 1017"/>
              <a:gd name="T48" fmla="*/ 605 w 1018"/>
              <a:gd name="T49" fmla="*/ 772 h 1017"/>
              <a:gd name="T50" fmla="*/ 616 w 1018"/>
              <a:gd name="T51" fmla="*/ 718 h 1017"/>
              <a:gd name="T52" fmla="*/ 639 w 1018"/>
              <a:gd name="T53" fmla="*/ 683 h 1017"/>
              <a:gd name="T54" fmla="*/ 774 w 1018"/>
              <a:gd name="T55" fmla="*/ 554 h 1017"/>
              <a:gd name="T56" fmla="*/ 887 w 1018"/>
              <a:gd name="T57" fmla="*/ 540 h 1017"/>
              <a:gd name="T58" fmla="*/ 983 w 1018"/>
              <a:gd name="T59" fmla="*/ 461 h 1017"/>
              <a:gd name="T60" fmla="*/ 1018 w 1018"/>
              <a:gd name="T61" fmla="*/ 342 h 1017"/>
              <a:gd name="T62" fmla="*/ 971 w 1018"/>
              <a:gd name="T63" fmla="*/ 210 h 1017"/>
              <a:gd name="T64" fmla="*/ 154 w 1018"/>
              <a:gd name="T65" fmla="*/ 481 h 1017"/>
              <a:gd name="T66" fmla="*/ 88 w 1018"/>
              <a:gd name="T67" fmla="*/ 426 h 1017"/>
              <a:gd name="T68" fmla="*/ 63 w 1018"/>
              <a:gd name="T69" fmla="*/ 345 h 1017"/>
              <a:gd name="T70" fmla="*/ 92 w 1018"/>
              <a:gd name="T71" fmla="*/ 256 h 1017"/>
              <a:gd name="T72" fmla="*/ 152 w 1018"/>
              <a:gd name="T73" fmla="*/ 252 h 1017"/>
              <a:gd name="T74" fmla="*/ 241 w 1018"/>
              <a:gd name="T75" fmla="*/ 488 h 1017"/>
              <a:gd name="T76" fmla="*/ 176 w 1018"/>
              <a:gd name="T77" fmla="*/ 487 h 1017"/>
              <a:gd name="T78" fmla="*/ 717 w 1018"/>
              <a:gd name="T79" fmla="*/ 925 h 1017"/>
              <a:gd name="T80" fmla="*/ 263 w 1018"/>
              <a:gd name="T81" fmla="*/ 954 h 1017"/>
              <a:gd name="T82" fmla="*/ 301 w 1018"/>
              <a:gd name="T83" fmla="*/ 925 h 1017"/>
              <a:gd name="T84" fmla="*/ 380 w 1018"/>
              <a:gd name="T85" fmla="*/ 910 h 1017"/>
              <a:gd name="T86" fmla="*/ 448 w 1018"/>
              <a:gd name="T87" fmla="*/ 854 h 1017"/>
              <a:gd name="T88" fmla="*/ 476 w 1018"/>
              <a:gd name="T89" fmla="*/ 778 h 1017"/>
              <a:gd name="T90" fmla="*/ 509 w 1018"/>
              <a:gd name="T91" fmla="*/ 795 h 1017"/>
              <a:gd name="T92" fmla="*/ 543 w 1018"/>
              <a:gd name="T93" fmla="*/ 778 h 1017"/>
              <a:gd name="T94" fmla="*/ 578 w 1018"/>
              <a:gd name="T95" fmla="*/ 865 h 1017"/>
              <a:gd name="T96" fmla="*/ 653 w 1018"/>
              <a:gd name="T97" fmla="*/ 915 h 1017"/>
              <a:gd name="T98" fmla="*/ 494 w 1018"/>
              <a:gd name="T99" fmla="*/ 709 h 1017"/>
              <a:gd name="T100" fmla="*/ 329 w 1018"/>
              <a:gd name="T101" fmla="*/ 511 h 1017"/>
              <a:gd name="T102" fmla="*/ 247 w 1018"/>
              <a:gd name="T103" fmla="*/ 342 h 1017"/>
              <a:gd name="T104" fmla="*/ 196 w 1018"/>
              <a:gd name="T105" fmla="*/ 132 h 1017"/>
              <a:gd name="T106" fmla="*/ 817 w 1018"/>
              <a:gd name="T107" fmla="*/ 164 h 1017"/>
              <a:gd name="T108" fmla="*/ 762 w 1018"/>
              <a:gd name="T109" fmla="*/ 369 h 1017"/>
              <a:gd name="T110" fmla="*/ 663 w 1018"/>
              <a:gd name="T111" fmla="*/ 550 h 1017"/>
              <a:gd name="T112" fmla="*/ 509 w 1018"/>
              <a:gd name="T113" fmla="*/ 722 h 1017"/>
              <a:gd name="T114" fmla="*/ 911 w 1018"/>
              <a:gd name="T115" fmla="*/ 448 h 1017"/>
              <a:gd name="T116" fmla="*/ 842 w 1018"/>
              <a:gd name="T117" fmla="*/ 487 h 1017"/>
              <a:gd name="T118" fmla="*/ 777 w 1018"/>
              <a:gd name="T119" fmla="*/ 489 h 1017"/>
              <a:gd name="T120" fmla="*/ 866 w 1018"/>
              <a:gd name="T121" fmla="*/ 252 h 1017"/>
              <a:gd name="T122" fmla="*/ 926 w 1018"/>
              <a:gd name="T123" fmla="*/ 257 h 1017"/>
              <a:gd name="T124" fmla="*/ 955 w 1018"/>
              <a:gd name="T125" fmla="*/ 34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887" y="148"/>
                </a:moveTo>
                <a:lnTo>
                  <a:pt x="887" y="148"/>
                </a:lnTo>
                <a:lnTo>
                  <a:pt x="884" y="147"/>
                </a:lnTo>
                <a:lnTo>
                  <a:pt x="884" y="147"/>
                </a:lnTo>
                <a:lnTo>
                  <a:pt x="887" y="119"/>
                </a:lnTo>
                <a:lnTo>
                  <a:pt x="889" y="90"/>
                </a:lnTo>
                <a:lnTo>
                  <a:pt x="890" y="61"/>
                </a:lnTo>
                <a:lnTo>
                  <a:pt x="890" y="31"/>
                </a:lnTo>
                <a:lnTo>
                  <a:pt x="890" y="31"/>
                </a:lnTo>
                <a:lnTo>
                  <a:pt x="890" y="26"/>
                </a:lnTo>
                <a:lnTo>
                  <a:pt x="888" y="19"/>
                </a:lnTo>
                <a:lnTo>
                  <a:pt x="885" y="14"/>
                </a:lnTo>
                <a:lnTo>
                  <a:pt x="882" y="10"/>
                </a:lnTo>
                <a:lnTo>
                  <a:pt x="876" y="5"/>
                </a:lnTo>
                <a:lnTo>
                  <a:pt x="871" y="2"/>
                </a:lnTo>
                <a:lnTo>
                  <a:pt x="866" y="0"/>
                </a:lnTo>
                <a:lnTo>
                  <a:pt x="859" y="0"/>
                </a:lnTo>
                <a:lnTo>
                  <a:pt x="160" y="0"/>
                </a:lnTo>
                <a:lnTo>
                  <a:pt x="160" y="0"/>
                </a:lnTo>
                <a:lnTo>
                  <a:pt x="153" y="0"/>
                </a:lnTo>
                <a:lnTo>
                  <a:pt x="147" y="2"/>
                </a:lnTo>
                <a:lnTo>
                  <a:pt x="141" y="5"/>
                </a:lnTo>
                <a:lnTo>
                  <a:pt x="137" y="10"/>
                </a:lnTo>
                <a:lnTo>
                  <a:pt x="133" y="14"/>
                </a:lnTo>
                <a:lnTo>
                  <a:pt x="130" y="19"/>
                </a:lnTo>
                <a:lnTo>
                  <a:pt x="129" y="26"/>
                </a:lnTo>
                <a:lnTo>
                  <a:pt x="127" y="31"/>
                </a:lnTo>
                <a:lnTo>
                  <a:pt x="127" y="31"/>
                </a:lnTo>
                <a:lnTo>
                  <a:pt x="127" y="61"/>
                </a:lnTo>
                <a:lnTo>
                  <a:pt x="130" y="90"/>
                </a:lnTo>
                <a:lnTo>
                  <a:pt x="132" y="119"/>
                </a:lnTo>
                <a:lnTo>
                  <a:pt x="134" y="147"/>
                </a:lnTo>
                <a:lnTo>
                  <a:pt x="134" y="147"/>
                </a:lnTo>
                <a:lnTo>
                  <a:pt x="131" y="148"/>
                </a:lnTo>
                <a:lnTo>
                  <a:pt x="131" y="148"/>
                </a:lnTo>
                <a:lnTo>
                  <a:pt x="110" y="157"/>
                </a:lnTo>
                <a:lnTo>
                  <a:pt x="93" y="168"/>
                </a:lnTo>
                <a:lnTo>
                  <a:pt x="76" y="180"/>
                </a:lnTo>
                <a:lnTo>
                  <a:pt x="61" y="194"/>
                </a:lnTo>
                <a:lnTo>
                  <a:pt x="47" y="210"/>
                </a:lnTo>
                <a:lnTo>
                  <a:pt x="35" y="226"/>
                </a:lnTo>
                <a:lnTo>
                  <a:pt x="24" y="243"/>
                </a:lnTo>
                <a:lnTo>
                  <a:pt x="16" y="263"/>
                </a:lnTo>
                <a:lnTo>
                  <a:pt x="8" y="281"/>
                </a:lnTo>
                <a:lnTo>
                  <a:pt x="4" y="301"/>
                </a:lnTo>
                <a:lnTo>
                  <a:pt x="1" y="322"/>
                </a:lnTo>
                <a:lnTo>
                  <a:pt x="0" y="342"/>
                </a:lnTo>
                <a:lnTo>
                  <a:pt x="0" y="363"/>
                </a:lnTo>
                <a:lnTo>
                  <a:pt x="3" y="383"/>
                </a:lnTo>
                <a:lnTo>
                  <a:pt x="8" y="404"/>
                </a:lnTo>
                <a:lnTo>
                  <a:pt x="15" y="425"/>
                </a:lnTo>
                <a:lnTo>
                  <a:pt x="15" y="425"/>
                </a:lnTo>
                <a:lnTo>
                  <a:pt x="24" y="443"/>
                </a:lnTo>
                <a:lnTo>
                  <a:pt x="35" y="461"/>
                </a:lnTo>
                <a:lnTo>
                  <a:pt x="47" y="478"/>
                </a:lnTo>
                <a:lnTo>
                  <a:pt x="61" y="493"/>
                </a:lnTo>
                <a:lnTo>
                  <a:pt x="76" y="507"/>
                </a:lnTo>
                <a:lnTo>
                  <a:pt x="93" y="519"/>
                </a:lnTo>
                <a:lnTo>
                  <a:pt x="110" y="530"/>
                </a:lnTo>
                <a:lnTo>
                  <a:pt x="130" y="540"/>
                </a:lnTo>
                <a:lnTo>
                  <a:pt x="130" y="540"/>
                </a:lnTo>
                <a:lnTo>
                  <a:pt x="150" y="546"/>
                </a:lnTo>
                <a:lnTo>
                  <a:pt x="170" y="551"/>
                </a:lnTo>
                <a:lnTo>
                  <a:pt x="191" y="555"/>
                </a:lnTo>
                <a:lnTo>
                  <a:pt x="211" y="556"/>
                </a:lnTo>
                <a:lnTo>
                  <a:pt x="211" y="556"/>
                </a:lnTo>
                <a:lnTo>
                  <a:pt x="227" y="555"/>
                </a:lnTo>
                <a:lnTo>
                  <a:pt x="243" y="554"/>
                </a:lnTo>
                <a:lnTo>
                  <a:pt x="259" y="550"/>
                </a:lnTo>
                <a:lnTo>
                  <a:pt x="274" y="546"/>
                </a:lnTo>
                <a:lnTo>
                  <a:pt x="274" y="546"/>
                </a:lnTo>
                <a:lnTo>
                  <a:pt x="301" y="586"/>
                </a:lnTo>
                <a:lnTo>
                  <a:pt x="327" y="621"/>
                </a:lnTo>
                <a:lnTo>
                  <a:pt x="353" y="654"/>
                </a:lnTo>
                <a:lnTo>
                  <a:pt x="379" y="683"/>
                </a:lnTo>
                <a:lnTo>
                  <a:pt x="379" y="683"/>
                </a:lnTo>
                <a:lnTo>
                  <a:pt x="382" y="690"/>
                </a:lnTo>
                <a:lnTo>
                  <a:pt x="386" y="695"/>
                </a:lnTo>
                <a:lnTo>
                  <a:pt x="386" y="695"/>
                </a:lnTo>
                <a:lnTo>
                  <a:pt x="393" y="703"/>
                </a:lnTo>
                <a:lnTo>
                  <a:pt x="398" y="710"/>
                </a:lnTo>
                <a:lnTo>
                  <a:pt x="402" y="718"/>
                </a:lnTo>
                <a:lnTo>
                  <a:pt x="406" y="726"/>
                </a:lnTo>
                <a:lnTo>
                  <a:pt x="410" y="735"/>
                </a:lnTo>
                <a:lnTo>
                  <a:pt x="412" y="744"/>
                </a:lnTo>
                <a:lnTo>
                  <a:pt x="413" y="753"/>
                </a:lnTo>
                <a:lnTo>
                  <a:pt x="414" y="763"/>
                </a:lnTo>
                <a:lnTo>
                  <a:pt x="414" y="763"/>
                </a:lnTo>
                <a:lnTo>
                  <a:pt x="413" y="772"/>
                </a:lnTo>
                <a:lnTo>
                  <a:pt x="412" y="782"/>
                </a:lnTo>
                <a:lnTo>
                  <a:pt x="410" y="791"/>
                </a:lnTo>
                <a:lnTo>
                  <a:pt x="406" y="799"/>
                </a:lnTo>
                <a:lnTo>
                  <a:pt x="402" y="808"/>
                </a:lnTo>
                <a:lnTo>
                  <a:pt x="398" y="816"/>
                </a:lnTo>
                <a:lnTo>
                  <a:pt x="393" y="824"/>
                </a:lnTo>
                <a:lnTo>
                  <a:pt x="386" y="830"/>
                </a:lnTo>
                <a:lnTo>
                  <a:pt x="386" y="830"/>
                </a:lnTo>
                <a:lnTo>
                  <a:pt x="379" y="837"/>
                </a:lnTo>
                <a:lnTo>
                  <a:pt x="371" y="842"/>
                </a:lnTo>
                <a:lnTo>
                  <a:pt x="364" y="847"/>
                </a:lnTo>
                <a:lnTo>
                  <a:pt x="355" y="851"/>
                </a:lnTo>
                <a:lnTo>
                  <a:pt x="346" y="854"/>
                </a:lnTo>
                <a:lnTo>
                  <a:pt x="337" y="856"/>
                </a:lnTo>
                <a:lnTo>
                  <a:pt x="328" y="858"/>
                </a:lnTo>
                <a:lnTo>
                  <a:pt x="318" y="858"/>
                </a:lnTo>
                <a:lnTo>
                  <a:pt x="318" y="858"/>
                </a:lnTo>
                <a:lnTo>
                  <a:pt x="306" y="859"/>
                </a:lnTo>
                <a:lnTo>
                  <a:pt x="293" y="861"/>
                </a:lnTo>
                <a:lnTo>
                  <a:pt x="281" y="865"/>
                </a:lnTo>
                <a:lnTo>
                  <a:pt x="269" y="869"/>
                </a:lnTo>
                <a:lnTo>
                  <a:pt x="257" y="874"/>
                </a:lnTo>
                <a:lnTo>
                  <a:pt x="248" y="880"/>
                </a:lnTo>
                <a:lnTo>
                  <a:pt x="237" y="887"/>
                </a:lnTo>
                <a:lnTo>
                  <a:pt x="228" y="896"/>
                </a:lnTo>
                <a:lnTo>
                  <a:pt x="220" y="904"/>
                </a:lnTo>
                <a:lnTo>
                  <a:pt x="212" y="915"/>
                </a:lnTo>
                <a:lnTo>
                  <a:pt x="207" y="925"/>
                </a:lnTo>
                <a:lnTo>
                  <a:pt x="202" y="937"/>
                </a:lnTo>
                <a:lnTo>
                  <a:pt x="197" y="948"/>
                </a:lnTo>
                <a:lnTo>
                  <a:pt x="194" y="960"/>
                </a:lnTo>
                <a:lnTo>
                  <a:pt x="192" y="973"/>
                </a:lnTo>
                <a:lnTo>
                  <a:pt x="191" y="986"/>
                </a:lnTo>
                <a:lnTo>
                  <a:pt x="191" y="986"/>
                </a:lnTo>
                <a:lnTo>
                  <a:pt x="192" y="992"/>
                </a:lnTo>
                <a:lnTo>
                  <a:pt x="194" y="998"/>
                </a:lnTo>
                <a:lnTo>
                  <a:pt x="196" y="1003"/>
                </a:lnTo>
                <a:lnTo>
                  <a:pt x="200" y="1008"/>
                </a:lnTo>
                <a:lnTo>
                  <a:pt x="205" y="1012"/>
                </a:lnTo>
                <a:lnTo>
                  <a:pt x="210" y="1015"/>
                </a:lnTo>
                <a:lnTo>
                  <a:pt x="217" y="1017"/>
                </a:lnTo>
                <a:lnTo>
                  <a:pt x="223" y="1017"/>
                </a:lnTo>
                <a:lnTo>
                  <a:pt x="795" y="1017"/>
                </a:lnTo>
                <a:lnTo>
                  <a:pt x="795" y="1017"/>
                </a:lnTo>
                <a:lnTo>
                  <a:pt x="801" y="1017"/>
                </a:lnTo>
                <a:lnTo>
                  <a:pt x="808" y="1015"/>
                </a:lnTo>
                <a:lnTo>
                  <a:pt x="813" y="1012"/>
                </a:lnTo>
                <a:lnTo>
                  <a:pt x="817" y="1008"/>
                </a:lnTo>
                <a:lnTo>
                  <a:pt x="822" y="1003"/>
                </a:lnTo>
                <a:lnTo>
                  <a:pt x="825" y="998"/>
                </a:lnTo>
                <a:lnTo>
                  <a:pt x="826" y="992"/>
                </a:lnTo>
                <a:lnTo>
                  <a:pt x="827" y="986"/>
                </a:lnTo>
                <a:lnTo>
                  <a:pt x="827" y="986"/>
                </a:lnTo>
                <a:lnTo>
                  <a:pt x="826" y="973"/>
                </a:lnTo>
                <a:lnTo>
                  <a:pt x="825" y="960"/>
                </a:lnTo>
                <a:lnTo>
                  <a:pt x="822" y="948"/>
                </a:lnTo>
                <a:lnTo>
                  <a:pt x="817" y="937"/>
                </a:lnTo>
                <a:lnTo>
                  <a:pt x="812" y="925"/>
                </a:lnTo>
                <a:lnTo>
                  <a:pt x="806" y="915"/>
                </a:lnTo>
                <a:lnTo>
                  <a:pt x="798" y="904"/>
                </a:lnTo>
                <a:lnTo>
                  <a:pt x="790" y="896"/>
                </a:lnTo>
                <a:lnTo>
                  <a:pt x="781" y="887"/>
                </a:lnTo>
                <a:lnTo>
                  <a:pt x="771" y="880"/>
                </a:lnTo>
                <a:lnTo>
                  <a:pt x="761" y="874"/>
                </a:lnTo>
                <a:lnTo>
                  <a:pt x="750" y="869"/>
                </a:lnTo>
                <a:lnTo>
                  <a:pt x="738" y="865"/>
                </a:lnTo>
                <a:lnTo>
                  <a:pt x="725" y="861"/>
                </a:lnTo>
                <a:lnTo>
                  <a:pt x="713" y="859"/>
                </a:lnTo>
                <a:lnTo>
                  <a:pt x="699" y="858"/>
                </a:lnTo>
                <a:lnTo>
                  <a:pt x="699" y="858"/>
                </a:lnTo>
                <a:lnTo>
                  <a:pt x="691" y="858"/>
                </a:lnTo>
                <a:lnTo>
                  <a:pt x="681" y="856"/>
                </a:lnTo>
                <a:lnTo>
                  <a:pt x="673" y="854"/>
                </a:lnTo>
                <a:lnTo>
                  <a:pt x="663" y="851"/>
                </a:lnTo>
                <a:lnTo>
                  <a:pt x="655" y="847"/>
                </a:lnTo>
                <a:lnTo>
                  <a:pt x="647" y="842"/>
                </a:lnTo>
                <a:lnTo>
                  <a:pt x="639" y="837"/>
                </a:lnTo>
                <a:lnTo>
                  <a:pt x="633" y="830"/>
                </a:lnTo>
                <a:lnTo>
                  <a:pt x="633" y="830"/>
                </a:lnTo>
                <a:lnTo>
                  <a:pt x="626" y="824"/>
                </a:lnTo>
                <a:lnTo>
                  <a:pt x="620" y="816"/>
                </a:lnTo>
                <a:lnTo>
                  <a:pt x="616" y="808"/>
                </a:lnTo>
                <a:lnTo>
                  <a:pt x="611" y="799"/>
                </a:lnTo>
                <a:lnTo>
                  <a:pt x="608" y="791"/>
                </a:lnTo>
                <a:lnTo>
                  <a:pt x="606" y="782"/>
                </a:lnTo>
                <a:lnTo>
                  <a:pt x="605" y="772"/>
                </a:lnTo>
                <a:lnTo>
                  <a:pt x="605" y="763"/>
                </a:lnTo>
                <a:lnTo>
                  <a:pt x="605" y="763"/>
                </a:lnTo>
                <a:lnTo>
                  <a:pt x="605" y="753"/>
                </a:lnTo>
                <a:lnTo>
                  <a:pt x="606" y="744"/>
                </a:lnTo>
                <a:lnTo>
                  <a:pt x="608" y="735"/>
                </a:lnTo>
                <a:lnTo>
                  <a:pt x="611" y="726"/>
                </a:lnTo>
                <a:lnTo>
                  <a:pt x="616" y="718"/>
                </a:lnTo>
                <a:lnTo>
                  <a:pt x="620" y="710"/>
                </a:lnTo>
                <a:lnTo>
                  <a:pt x="626" y="703"/>
                </a:lnTo>
                <a:lnTo>
                  <a:pt x="633" y="695"/>
                </a:lnTo>
                <a:lnTo>
                  <a:pt x="633" y="695"/>
                </a:lnTo>
                <a:lnTo>
                  <a:pt x="637" y="690"/>
                </a:lnTo>
                <a:lnTo>
                  <a:pt x="639" y="683"/>
                </a:lnTo>
                <a:lnTo>
                  <a:pt x="639" y="683"/>
                </a:lnTo>
                <a:lnTo>
                  <a:pt x="665" y="654"/>
                </a:lnTo>
                <a:lnTo>
                  <a:pt x="691" y="622"/>
                </a:lnTo>
                <a:lnTo>
                  <a:pt x="718" y="586"/>
                </a:lnTo>
                <a:lnTo>
                  <a:pt x="743" y="546"/>
                </a:lnTo>
                <a:lnTo>
                  <a:pt x="743" y="546"/>
                </a:lnTo>
                <a:lnTo>
                  <a:pt x="758" y="550"/>
                </a:lnTo>
                <a:lnTo>
                  <a:pt x="774" y="554"/>
                </a:lnTo>
                <a:lnTo>
                  <a:pt x="791" y="555"/>
                </a:lnTo>
                <a:lnTo>
                  <a:pt x="806" y="556"/>
                </a:lnTo>
                <a:lnTo>
                  <a:pt x="806" y="556"/>
                </a:lnTo>
                <a:lnTo>
                  <a:pt x="827" y="555"/>
                </a:lnTo>
                <a:lnTo>
                  <a:pt x="847" y="551"/>
                </a:lnTo>
                <a:lnTo>
                  <a:pt x="868" y="546"/>
                </a:lnTo>
                <a:lnTo>
                  <a:pt x="887" y="540"/>
                </a:lnTo>
                <a:lnTo>
                  <a:pt x="887" y="540"/>
                </a:lnTo>
                <a:lnTo>
                  <a:pt x="906" y="530"/>
                </a:lnTo>
                <a:lnTo>
                  <a:pt x="925" y="519"/>
                </a:lnTo>
                <a:lnTo>
                  <a:pt x="941" y="507"/>
                </a:lnTo>
                <a:lnTo>
                  <a:pt x="956" y="493"/>
                </a:lnTo>
                <a:lnTo>
                  <a:pt x="970" y="478"/>
                </a:lnTo>
                <a:lnTo>
                  <a:pt x="983" y="461"/>
                </a:lnTo>
                <a:lnTo>
                  <a:pt x="993" y="443"/>
                </a:lnTo>
                <a:lnTo>
                  <a:pt x="1002" y="425"/>
                </a:lnTo>
                <a:lnTo>
                  <a:pt x="1002" y="425"/>
                </a:lnTo>
                <a:lnTo>
                  <a:pt x="1009" y="404"/>
                </a:lnTo>
                <a:lnTo>
                  <a:pt x="1014" y="383"/>
                </a:lnTo>
                <a:lnTo>
                  <a:pt x="1017" y="363"/>
                </a:lnTo>
                <a:lnTo>
                  <a:pt x="1018" y="342"/>
                </a:lnTo>
                <a:lnTo>
                  <a:pt x="1017" y="322"/>
                </a:lnTo>
                <a:lnTo>
                  <a:pt x="1014" y="301"/>
                </a:lnTo>
                <a:lnTo>
                  <a:pt x="1008" y="281"/>
                </a:lnTo>
                <a:lnTo>
                  <a:pt x="1002" y="263"/>
                </a:lnTo>
                <a:lnTo>
                  <a:pt x="993" y="243"/>
                </a:lnTo>
                <a:lnTo>
                  <a:pt x="983" y="226"/>
                </a:lnTo>
                <a:lnTo>
                  <a:pt x="971" y="210"/>
                </a:lnTo>
                <a:lnTo>
                  <a:pt x="957" y="194"/>
                </a:lnTo>
                <a:lnTo>
                  <a:pt x="942" y="180"/>
                </a:lnTo>
                <a:lnTo>
                  <a:pt x="925" y="168"/>
                </a:lnTo>
                <a:lnTo>
                  <a:pt x="906" y="157"/>
                </a:lnTo>
                <a:lnTo>
                  <a:pt x="887" y="148"/>
                </a:lnTo>
                <a:lnTo>
                  <a:pt x="887" y="148"/>
                </a:lnTo>
                <a:close/>
                <a:moveTo>
                  <a:pt x="154" y="481"/>
                </a:moveTo>
                <a:lnTo>
                  <a:pt x="154" y="481"/>
                </a:lnTo>
                <a:lnTo>
                  <a:pt x="140" y="474"/>
                </a:lnTo>
                <a:lnTo>
                  <a:pt x="129" y="467"/>
                </a:lnTo>
                <a:lnTo>
                  <a:pt x="117" y="458"/>
                </a:lnTo>
                <a:lnTo>
                  <a:pt x="106" y="448"/>
                </a:lnTo>
                <a:lnTo>
                  <a:pt x="96" y="438"/>
                </a:lnTo>
                <a:lnTo>
                  <a:pt x="88" y="426"/>
                </a:lnTo>
                <a:lnTo>
                  <a:pt x="80" y="413"/>
                </a:lnTo>
                <a:lnTo>
                  <a:pt x="74" y="400"/>
                </a:lnTo>
                <a:lnTo>
                  <a:pt x="74" y="400"/>
                </a:lnTo>
                <a:lnTo>
                  <a:pt x="70" y="386"/>
                </a:lnTo>
                <a:lnTo>
                  <a:pt x="66" y="373"/>
                </a:lnTo>
                <a:lnTo>
                  <a:pt x="64" y="359"/>
                </a:lnTo>
                <a:lnTo>
                  <a:pt x="63" y="345"/>
                </a:lnTo>
                <a:lnTo>
                  <a:pt x="63" y="331"/>
                </a:lnTo>
                <a:lnTo>
                  <a:pt x="65" y="319"/>
                </a:lnTo>
                <a:lnTo>
                  <a:pt x="68" y="305"/>
                </a:lnTo>
                <a:lnTo>
                  <a:pt x="73" y="292"/>
                </a:lnTo>
                <a:lnTo>
                  <a:pt x="78" y="280"/>
                </a:lnTo>
                <a:lnTo>
                  <a:pt x="85" y="268"/>
                </a:lnTo>
                <a:lnTo>
                  <a:pt x="92" y="256"/>
                </a:lnTo>
                <a:lnTo>
                  <a:pt x="101" y="247"/>
                </a:lnTo>
                <a:lnTo>
                  <a:pt x="110" y="236"/>
                </a:lnTo>
                <a:lnTo>
                  <a:pt x="120" y="227"/>
                </a:lnTo>
                <a:lnTo>
                  <a:pt x="132" y="219"/>
                </a:lnTo>
                <a:lnTo>
                  <a:pt x="144" y="212"/>
                </a:lnTo>
                <a:lnTo>
                  <a:pt x="144" y="212"/>
                </a:lnTo>
                <a:lnTo>
                  <a:pt x="152" y="252"/>
                </a:lnTo>
                <a:lnTo>
                  <a:pt x="162" y="290"/>
                </a:lnTo>
                <a:lnTo>
                  <a:pt x="173" y="326"/>
                </a:lnTo>
                <a:lnTo>
                  <a:pt x="184" y="361"/>
                </a:lnTo>
                <a:lnTo>
                  <a:pt x="197" y="395"/>
                </a:lnTo>
                <a:lnTo>
                  <a:pt x="211" y="428"/>
                </a:lnTo>
                <a:lnTo>
                  <a:pt x="226" y="459"/>
                </a:lnTo>
                <a:lnTo>
                  <a:pt x="241" y="488"/>
                </a:lnTo>
                <a:lnTo>
                  <a:pt x="241" y="488"/>
                </a:lnTo>
                <a:lnTo>
                  <a:pt x="230" y="490"/>
                </a:lnTo>
                <a:lnTo>
                  <a:pt x="220" y="491"/>
                </a:lnTo>
                <a:lnTo>
                  <a:pt x="209" y="491"/>
                </a:lnTo>
                <a:lnTo>
                  <a:pt x="197" y="491"/>
                </a:lnTo>
                <a:lnTo>
                  <a:pt x="187" y="490"/>
                </a:lnTo>
                <a:lnTo>
                  <a:pt x="176" y="487"/>
                </a:lnTo>
                <a:lnTo>
                  <a:pt x="165" y="485"/>
                </a:lnTo>
                <a:lnTo>
                  <a:pt x="154" y="481"/>
                </a:lnTo>
                <a:lnTo>
                  <a:pt x="154" y="481"/>
                </a:lnTo>
                <a:close/>
                <a:moveTo>
                  <a:pt x="699" y="922"/>
                </a:moveTo>
                <a:lnTo>
                  <a:pt x="699" y="922"/>
                </a:lnTo>
                <a:lnTo>
                  <a:pt x="709" y="923"/>
                </a:lnTo>
                <a:lnTo>
                  <a:pt x="717" y="925"/>
                </a:lnTo>
                <a:lnTo>
                  <a:pt x="725" y="927"/>
                </a:lnTo>
                <a:lnTo>
                  <a:pt x="733" y="931"/>
                </a:lnTo>
                <a:lnTo>
                  <a:pt x="739" y="935"/>
                </a:lnTo>
                <a:lnTo>
                  <a:pt x="746" y="941"/>
                </a:lnTo>
                <a:lnTo>
                  <a:pt x="751" y="947"/>
                </a:lnTo>
                <a:lnTo>
                  <a:pt x="755" y="954"/>
                </a:lnTo>
                <a:lnTo>
                  <a:pt x="263" y="954"/>
                </a:lnTo>
                <a:lnTo>
                  <a:pt x="263" y="954"/>
                </a:lnTo>
                <a:lnTo>
                  <a:pt x="268" y="947"/>
                </a:lnTo>
                <a:lnTo>
                  <a:pt x="273" y="941"/>
                </a:lnTo>
                <a:lnTo>
                  <a:pt x="279" y="935"/>
                </a:lnTo>
                <a:lnTo>
                  <a:pt x="286" y="931"/>
                </a:lnTo>
                <a:lnTo>
                  <a:pt x="294" y="927"/>
                </a:lnTo>
                <a:lnTo>
                  <a:pt x="301" y="925"/>
                </a:lnTo>
                <a:lnTo>
                  <a:pt x="310" y="923"/>
                </a:lnTo>
                <a:lnTo>
                  <a:pt x="318" y="922"/>
                </a:lnTo>
                <a:lnTo>
                  <a:pt x="318" y="922"/>
                </a:lnTo>
                <a:lnTo>
                  <a:pt x="333" y="922"/>
                </a:lnTo>
                <a:lnTo>
                  <a:pt x="350" y="919"/>
                </a:lnTo>
                <a:lnTo>
                  <a:pt x="365" y="915"/>
                </a:lnTo>
                <a:lnTo>
                  <a:pt x="380" y="910"/>
                </a:lnTo>
                <a:lnTo>
                  <a:pt x="394" y="903"/>
                </a:lnTo>
                <a:lnTo>
                  <a:pt x="406" y="896"/>
                </a:lnTo>
                <a:lnTo>
                  <a:pt x="419" y="886"/>
                </a:lnTo>
                <a:lnTo>
                  <a:pt x="431" y="875"/>
                </a:lnTo>
                <a:lnTo>
                  <a:pt x="431" y="875"/>
                </a:lnTo>
                <a:lnTo>
                  <a:pt x="440" y="865"/>
                </a:lnTo>
                <a:lnTo>
                  <a:pt x="448" y="854"/>
                </a:lnTo>
                <a:lnTo>
                  <a:pt x="456" y="842"/>
                </a:lnTo>
                <a:lnTo>
                  <a:pt x="462" y="830"/>
                </a:lnTo>
                <a:lnTo>
                  <a:pt x="468" y="817"/>
                </a:lnTo>
                <a:lnTo>
                  <a:pt x="471" y="805"/>
                </a:lnTo>
                <a:lnTo>
                  <a:pt x="474" y="792"/>
                </a:lnTo>
                <a:lnTo>
                  <a:pt x="476" y="778"/>
                </a:lnTo>
                <a:lnTo>
                  <a:pt x="476" y="778"/>
                </a:lnTo>
                <a:lnTo>
                  <a:pt x="490" y="788"/>
                </a:lnTo>
                <a:lnTo>
                  <a:pt x="490" y="788"/>
                </a:lnTo>
                <a:lnTo>
                  <a:pt x="494" y="792"/>
                </a:lnTo>
                <a:lnTo>
                  <a:pt x="500" y="793"/>
                </a:lnTo>
                <a:lnTo>
                  <a:pt x="504" y="795"/>
                </a:lnTo>
                <a:lnTo>
                  <a:pt x="509" y="795"/>
                </a:lnTo>
                <a:lnTo>
                  <a:pt x="509" y="795"/>
                </a:lnTo>
                <a:lnTo>
                  <a:pt x="514" y="795"/>
                </a:lnTo>
                <a:lnTo>
                  <a:pt x="519" y="793"/>
                </a:lnTo>
                <a:lnTo>
                  <a:pt x="523" y="792"/>
                </a:lnTo>
                <a:lnTo>
                  <a:pt x="528" y="788"/>
                </a:lnTo>
                <a:lnTo>
                  <a:pt x="528" y="788"/>
                </a:lnTo>
                <a:lnTo>
                  <a:pt x="543" y="778"/>
                </a:lnTo>
                <a:lnTo>
                  <a:pt x="543" y="778"/>
                </a:lnTo>
                <a:lnTo>
                  <a:pt x="544" y="792"/>
                </a:lnTo>
                <a:lnTo>
                  <a:pt x="547" y="805"/>
                </a:lnTo>
                <a:lnTo>
                  <a:pt x="551" y="817"/>
                </a:lnTo>
                <a:lnTo>
                  <a:pt x="557" y="830"/>
                </a:lnTo>
                <a:lnTo>
                  <a:pt x="562" y="842"/>
                </a:lnTo>
                <a:lnTo>
                  <a:pt x="570" y="854"/>
                </a:lnTo>
                <a:lnTo>
                  <a:pt x="578" y="865"/>
                </a:lnTo>
                <a:lnTo>
                  <a:pt x="588" y="875"/>
                </a:lnTo>
                <a:lnTo>
                  <a:pt x="588" y="875"/>
                </a:lnTo>
                <a:lnTo>
                  <a:pt x="600" y="886"/>
                </a:lnTo>
                <a:lnTo>
                  <a:pt x="611" y="896"/>
                </a:lnTo>
                <a:lnTo>
                  <a:pt x="625" y="903"/>
                </a:lnTo>
                <a:lnTo>
                  <a:pt x="639" y="910"/>
                </a:lnTo>
                <a:lnTo>
                  <a:pt x="653" y="915"/>
                </a:lnTo>
                <a:lnTo>
                  <a:pt x="668" y="919"/>
                </a:lnTo>
                <a:lnTo>
                  <a:pt x="684" y="922"/>
                </a:lnTo>
                <a:lnTo>
                  <a:pt x="699" y="922"/>
                </a:lnTo>
                <a:lnTo>
                  <a:pt x="699" y="922"/>
                </a:lnTo>
                <a:close/>
                <a:moveTo>
                  <a:pt x="509" y="722"/>
                </a:moveTo>
                <a:lnTo>
                  <a:pt x="509" y="722"/>
                </a:lnTo>
                <a:lnTo>
                  <a:pt x="494" y="709"/>
                </a:lnTo>
                <a:lnTo>
                  <a:pt x="476" y="692"/>
                </a:lnTo>
                <a:lnTo>
                  <a:pt x="456" y="672"/>
                </a:lnTo>
                <a:lnTo>
                  <a:pt x="432" y="647"/>
                </a:lnTo>
                <a:lnTo>
                  <a:pt x="408" y="618"/>
                </a:lnTo>
                <a:lnTo>
                  <a:pt x="382" y="586"/>
                </a:lnTo>
                <a:lnTo>
                  <a:pt x="355" y="550"/>
                </a:lnTo>
                <a:lnTo>
                  <a:pt x="329" y="511"/>
                </a:lnTo>
                <a:lnTo>
                  <a:pt x="316" y="489"/>
                </a:lnTo>
                <a:lnTo>
                  <a:pt x="303" y="467"/>
                </a:lnTo>
                <a:lnTo>
                  <a:pt x="292" y="444"/>
                </a:lnTo>
                <a:lnTo>
                  <a:pt x="280" y="420"/>
                </a:lnTo>
                <a:lnTo>
                  <a:pt x="268" y="395"/>
                </a:lnTo>
                <a:lnTo>
                  <a:pt x="257" y="369"/>
                </a:lnTo>
                <a:lnTo>
                  <a:pt x="247" y="342"/>
                </a:lnTo>
                <a:lnTo>
                  <a:pt x="237" y="315"/>
                </a:lnTo>
                <a:lnTo>
                  <a:pt x="228" y="286"/>
                </a:lnTo>
                <a:lnTo>
                  <a:pt x="220" y="257"/>
                </a:lnTo>
                <a:lnTo>
                  <a:pt x="212" y="227"/>
                </a:lnTo>
                <a:lnTo>
                  <a:pt x="206" y="196"/>
                </a:lnTo>
                <a:lnTo>
                  <a:pt x="200" y="164"/>
                </a:lnTo>
                <a:lnTo>
                  <a:pt x="196" y="132"/>
                </a:lnTo>
                <a:lnTo>
                  <a:pt x="193" y="98"/>
                </a:lnTo>
                <a:lnTo>
                  <a:pt x="192" y="63"/>
                </a:lnTo>
                <a:lnTo>
                  <a:pt x="827" y="63"/>
                </a:lnTo>
                <a:lnTo>
                  <a:pt x="827" y="63"/>
                </a:lnTo>
                <a:lnTo>
                  <a:pt x="825" y="98"/>
                </a:lnTo>
                <a:lnTo>
                  <a:pt x="822" y="132"/>
                </a:lnTo>
                <a:lnTo>
                  <a:pt x="817" y="164"/>
                </a:lnTo>
                <a:lnTo>
                  <a:pt x="812" y="196"/>
                </a:lnTo>
                <a:lnTo>
                  <a:pt x="806" y="227"/>
                </a:lnTo>
                <a:lnTo>
                  <a:pt x="798" y="257"/>
                </a:lnTo>
                <a:lnTo>
                  <a:pt x="791" y="286"/>
                </a:lnTo>
                <a:lnTo>
                  <a:pt x="781" y="315"/>
                </a:lnTo>
                <a:lnTo>
                  <a:pt x="771" y="342"/>
                </a:lnTo>
                <a:lnTo>
                  <a:pt x="762" y="369"/>
                </a:lnTo>
                <a:lnTo>
                  <a:pt x="750" y="395"/>
                </a:lnTo>
                <a:lnTo>
                  <a:pt x="739" y="420"/>
                </a:lnTo>
                <a:lnTo>
                  <a:pt x="726" y="444"/>
                </a:lnTo>
                <a:lnTo>
                  <a:pt x="714" y="467"/>
                </a:lnTo>
                <a:lnTo>
                  <a:pt x="702" y="489"/>
                </a:lnTo>
                <a:lnTo>
                  <a:pt x="689" y="511"/>
                </a:lnTo>
                <a:lnTo>
                  <a:pt x="663" y="550"/>
                </a:lnTo>
                <a:lnTo>
                  <a:pt x="636" y="586"/>
                </a:lnTo>
                <a:lnTo>
                  <a:pt x="610" y="618"/>
                </a:lnTo>
                <a:lnTo>
                  <a:pt x="586" y="647"/>
                </a:lnTo>
                <a:lnTo>
                  <a:pt x="563" y="672"/>
                </a:lnTo>
                <a:lnTo>
                  <a:pt x="542" y="692"/>
                </a:lnTo>
                <a:lnTo>
                  <a:pt x="523" y="709"/>
                </a:lnTo>
                <a:lnTo>
                  <a:pt x="509" y="722"/>
                </a:lnTo>
                <a:lnTo>
                  <a:pt x="509" y="722"/>
                </a:lnTo>
                <a:close/>
                <a:moveTo>
                  <a:pt x="943" y="400"/>
                </a:moveTo>
                <a:lnTo>
                  <a:pt x="943" y="400"/>
                </a:lnTo>
                <a:lnTo>
                  <a:pt x="936" y="413"/>
                </a:lnTo>
                <a:lnTo>
                  <a:pt x="929" y="426"/>
                </a:lnTo>
                <a:lnTo>
                  <a:pt x="920" y="438"/>
                </a:lnTo>
                <a:lnTo>
                  <a:pt x="911" y="448"/>
                </a:lnTo>
                <a:lnTo>
                  <a:pt x="900" y="458"/>
                </a:lnTo>
                <a:lnTo>
                  <a:pt x="889" y="467"/>
                </a:lnTo>
                <a:lnTo>
                  <a:pt x="876" y="474"/>
                </a:lnTo>
                <a:lnTo>
                  <a:pt x="864" y="481"/>
                </a:lnTo>
                <a:lnTo>
                  <a:pt x="864" y="481"/>
                </a:lnTo>
                <a:lnTo>
                  <a:pt x="853" y="485"/>
                </a:lnTo>
                <a:lnTo>
                  <a:pt x="842" y="487"/>
                </a:lnTo>
                <a:lnTo>
                  <a:pt x="831" y="490"/>
                </a:lnTo>
                <a:lnTo>
                  <a:pt x="821" y="491"/>
                </a:lnTo>
                <a:lnTo>
                  <a:pt x="809" y="491"/>
                </a:lnTo>
                <a:lnTo>
                  <a:pt x="798" y="491"/>
                </a:lnTo>
                <a:lnTo>
                  <a:pt x="787" y="490"/>
                </a:lnTo>
                <a:lnTo>
                  <a:pt x="777" y="489"/>
                </a:lnTo>
                <a:lnTo>
                  <a:pt x="777" y="489"/>
                </a:lnTo>
                <a:lnTo>
                  <a:pt x="792" y="459"/>
                </a:lnTo>
                <a:lnTo>
                  <a:pt x="807" y="428"/>
                </a:lnTo>
                <a:lnTo>
                  <a:pt x="821" y="396"/>
                </a:lnTo>
                <a:lnTo>
                  <a:pt x="833" y="361"/>
                </a:lnTo>
                <a:lnTo>
                  <a:pt x="845" y="326"/>
                </a:lnTo>
                <a:lnTo>
                  <a:pt x="856" y="290"/>
                </a:lnTo>
                <a:lnTo>
                  <a:pt x="866" y="252"/>
                </a:lnTo>
                <a:lnTo>
                  <a:pt x="874" y="212"/>
                </a:lnTo>
                <a:lnTo>
                  <a:pt x="874" y="212"/>
                </a:lnTo>
                <a:lnTo>
                  <a:pt x="886" y="220"/>
                </a:lnTo>
                <a:lnTo>
                  <a:pt x="898" y="227"/>
                </a:lnTo>
                <a:lnTo>
                  <a:pt x="908" y="237"/>
                </a:lnTo>
                <a:lnTo>
                  <a:pt x="917" y="247"/>
                </a:lnTo>
                <a:lnTo>
                  <a:pt x="926" y="257"/>
                </a:lnTo>
                <a:lnTo>
                  <a:pt x="933" y="268"/>
                </a:lnTo>
                <a:lnTo>
                  <a:pt x="940" y="280"/>
                </a:lnTo>
                <a:lnTo>
                  <a:pt x="945" y="293"/>
                </a:lnTo>
                <a:lnTo>
                  <a:pt x="949" y="306"/>
                </a:lnTo>
                <a:lnTo>
                  <a:pt x="952" y="319"/>
                </a:lnTo>
                <a:lnTo>
                  <a:pt x="954" y="332"/>
                </a:lnTo>
                <a:lnTo>
                  <a:pt x="955" y="345"/>
                </a:lnTo>
                <a:lnTo>
                  <a:pt x="954" y="359"/>
                </a:lnTo>
                <a:lnTo>
                  <a:pt x="952" y="373"/>
                </a:lnTo>
                <a:lnTo>
                  <a:pt x="948" y="386"/>
                </a:lnTo>
                <a:lnTo>
                  <a:pt x="943" y="400"/>
                </a:lnTo>
                <a:lnTo>
                  <a:pt x="943" y="400"/>
                </a:lnTo>
                <a:close/>
              </a:path>
            </a:pathLst>
          </a:custGeom>
          <a:blipFill>
            <a:blip r:embed="rId1" cstate="screen"/>
            <a:stretch>
              <a:fillRect/>
            </a:stretch>
          </a:bli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lumMod val="75000"/>
                  <a:lumOff val="25000"/>
                </a:schemeClr>
              </a:solidFill>
              <a:effectLst/>
              <a:uLnTx/>
              <a:uFillTx/>
              <a:latin typeface="小米兰亭_GB外压缩"/>
              <a:ea typeface="小米兰亭_GB外压缩"/>
            </a:endParaRPr>
          </a:p>
        </p:txBody>
      </p:sp>
      <p:grpSp>
        <p:nvGrpSpPr>
          <p:cNvPr id="37" name="组合 36"/>
          <p:cNvGrpSpPr/>
          <p:nvPr/>
        </p:nvGrpSpPr>
        <p:grpSpPr>
          <a:xfrm>
            <a:off x="6986923" y="2180942"/>
            <a:ext cx="3526947" cy="1292662"/>
            <a:chOff x="7772002" y="1549478"/>
            <a:chExt cx="3526947" cy="1292662"/>
          </a:xfrm>
        </p:grpSpPr>
        <p:sp>
          <p:nvSpPr>
            <p:cNvPr id="38" name="矩形 37"/>
            <p:cNvSpPr/>
            <p:nvPr/>
          </p:nvSpPr>
          <p:spPr>
            <a:xfrm>
              <a:off x="8346199" y="1549478"/>
              <a:ext cx="2952750" cy="369332"/>
            </a:xfrm>
            <a:prstGeom prst="rect">
              <a:avLst/>
            </a:prstGeom>
          </p:spPr>
          <p:txBody>
            <a:bodyPr wrap="square">
              <a:spAutoFit/>
            </a:bodyPr>
            <a:lstStyle/>
            <a:p>
              <a:pPr>
                <a:spcAft>
                  <a:spcPts val="600"/>
                </a:spcAft>
                <a:buClr>
                  <a:srgbClr val="5ABEAA"/>
                </a:buClr>
              </a:pPr>
              <a:r>
                <a:rPr lang="en-US" altLang="zh-CN" dirty="0">
                  <a:solidFill>
                    <a:schemeClr val="tx1">
                      <a:lumMod val="75000"/>
                      <a:lumOff val="25000"/>
                    </a:schemeClr>
                  </a:solidFill>
                  <a:ea typeface="小米兰亭_GB外压缩"/>
                </a:rPr>
                <a:t>ENTER YOUR TITLE</a:t>
              </a:r>
              <a:endParaRPr lang="zh-CN" altLang="en-US" sz="1200" dirty="0">
                <a:solidFill>
                  <a:schemeClr val="tx1">
                    <a:lumMod val="75000"/>
                    <a:lumOff val="25000"/>
                  </a:schemeClr>
                </a:solidFill>
                <a:ea typeface="小米兰亭_GB外压缩"/>
              </a:endParaRPr>
            </a:p>
          </p:txBody>
        </p:sp>
        <p:sp>
          <p:nvSpPr>
            <p:cNvPr id="39" name="矩形 38"/>
            <p:cNvSpPr/>
            <p:nvPr/>
          </p:nvSpPr>
          <p:spPr>
            <a:xfrm>
              <a:off x="7772002" y="1661548"/>
              <a:ext cx="601448" cy="584775"/>
            </a:xfrm>
            <a:prstGeom prst="rect">
              <a:avLst/>
            </a:prstGeom>
          </p:spPr>
          <p:txBody>
            <a:bodyPr wrap="none">
              <a:spAutoFit/>
            </a:bodyPr>
            <a:lstStyle/>
            <a:p>
              <a:pPr algn="ctr"/>
              <a:r>
                <a:rPr lang="en-US" altLang="zh-CN" sz="3200" dirty="0">
                  <a:solidFill>
                    <a:schemeClr val="tx1">
                      <a:lumMod val="75000"/>
                      <a:lumOff val="25000"/>
                    </a:schemeClr>
                  </a:solidFill>
                  <a:ea typeface="小米兰亭_GB外压缩"/>
                </a:rPr>
                <a:t>02</a:t>
              </a:r>
              <a:endParaRPr lang="zh-CN" altLang="en-US" sz="3200" dirty="0">
                <a:solidFill>
                  <a:schemeClr val="tx1">
                    <a:lumMod val="75000"/>
                    <a:lumOff val="25000"/>
                  </a:schemeClr>
                </a:solidFill>
                <a:ea typeface="小米兰亭_GB外压缩"/>
              </a:endParaRPr>
            </a:p>
          </p:txBody>
        </p:sp>
        <p:sp>
          <p:nvSpPr>
            <p:cNvPr id="40" name="矩形 39"/>
            <p:cNvSpPr/>
            <p:nvPr/>
          </p:nvSpPr>
          <p:spPr>
            <a:xfrm>
              <a:off x="8314458" y="1918810"/>
              <a:ext cx="2952750" cy="923330"/>
            </a:xfrm>
            <a:prstGeom prst="rect">
              <a:avLst/>
            </a:prstGeom>
          </p:spPr>
          <p:txBody>
            <a:bodyPr wrap="square">
              <a:spAutoFit/>
            </a:bodyPr>
            <a:lstStyle/>
            <a:p>
              <a:pPr>
                <a:lnSpc>
                  <a:spcPct val="150000"/>
                </a:lnSpc>
                <a:spcAft>
                  <a:spcPts val="600"/>
                </a:spcAft>
                <a:buClr>
                  <a:srgbClr val="5ABEAA"/>
                </a:buClr>
              </a:pPr>
              <a:r>
                <a:rPr lang="zh-CN" altLang="en-US" sz="1200" dirty="0">
                  <a:solidFill>
                    <a:schemeClr val="tx1">
                      <a:lumMod val="75000"/>
                      <a:lumOff val="25000"/>
                    </a:schemeClr>
                  </a:solidFill>
                  <a:latin typeface="小米兰亭_GB外压缩"/>
                  <a:ea typeface="小米兰亭_GB外压缩"/>
                </a:rPr>
                <a:t>为客户提供有效服务，是我们工作的方向和价值评价的标尺，成就客户就是成就我们自己</a:t>
              </a:r>
              <a:endParaRPr lang="zh-CN" altLang="en-US" sz="1200" dirty="0">
                <a:solidFill>
                  <a:schemeClr val="tx1">
                    <a:lumMod val="75000"/>
                    <a:lumOff val="25000"/>
                  </a:schemeClr>
                </a:solidFill>
                <a:latin typeface="小米兰亭_GB外压缩"/>
                <a:ea typeface="小米兰亭_GB外压缩"/>
              </a:endParaRPr>
            </a:p>
          </p:txBody>
        </p:sp>
      </p:grpSp>
      <p:grpSp>
        <p:nvGrpSpPr>
          <p:cNvPr id="41" name="组合 40"/>
          <p:cNvGrpSpPr/>
          <p:nvPr/>
        </p:nvGrpSpPr>
        <p:grpSpPr>
          <a:xfrm>
            <a:off x="6986122" y="3669897"/>
            <a:ext cx="3526946" cy="1261670"/>
            <a:chOff x="7772003" y="2760046"/>
            <a:chExt cx="3526946" cy="1261670"/>
          </a:xfrm>
        </p:grpSpPr>
        <p:sp>
          <p:nvSpPr>
            <p:cNvPr id="42" name="矩形 41"/>
            <p:cNvSpPr/>
            <p:nvPr/>
          </p:nvSpPr>
          <p:spPr>
            <a:xfrm>
              <a:off x="8346199" y="2760046"/>
              <a:ext cx="2952750" cy="369332"/>
            </a:xfrm>
            <a:prstGeom prst="rect">
              <a:avLst/>
            </a:prstGeom>
          </p:spPr>
          <p:txBody>
            <a:bodyPr wrap="square">
              <a:spAutoFit/>
            </a:bodyPr>
            <a:lstStyle/>
            <a:p>
              <a:pPr>
                <a:spcAft>
                  <a:spcPts val="600"/>
                </a:spcAft>
                <a:buClr>
                  <a:srgbClr val="5ABEAA"/>
                </a:buClr>
              </a:pPr>
              <a:r>
                <a:rPr lang="en-US" altLang="zh-CN" dirty="0">
                  <a:solidFill>
                    <a:schemeClr val="tx1">
                      <a:lumMod val="75000"/>
                      <a:lumOff val="25000"/>
                    </a:schemeClr>
                  </a:solidFill>
                  <a:ea typeface="小米兰亭_GB外压缩"/>
                </a:rPr>
                <a:t>ENTER YOUR TITLE</a:t>
              </a:r>
              <a:endParaRPr lang="zh-CN" altLang="en-US" sz="1200" dirty="0">
                <a:solidFill>
                  <a:schemeClr val="tx1">
                    <a:lumMod val="75000"/>
                    <a:lumOff val="25000"/>
                  </a:schemeClr>
                </a:solidFill>
                <a:ea typeface="小米兰亭_GB外压缩"/>
              </a:endParaRPr>
            </a:p>
          </p:txBody>
        </p:sp>
        <p:sp>
          <p:nvSpPr>
            <p:cNvPr id="43" name="矩形 42"/>
            <p:cNvSpPr/>
            <p:nvPr/>
          </p:nvSpPr>
          <p:spPr>
            <a:xfrm>
              <a:off x="7772003" y="2798384"/>
              <a:ext cx="601448" cy="584775"/>
            </a:xfrm>
            <a:prstGeom prst="rect">
              <a:avLst/>
            </a:prstGeom>
          </p:spPr>
          <p:txBody>
            <a:bodyPr wrap="none">
              <a:spAutoFit/>
            </a:bodyPr>
            <a:lstStyle/>
            <a:p>
              <a:pPr algn="ctr"/>
              <a:r>
                <a:rPr lang="en-US" altLang="zh-CN" sz="3200" dirty="0">
                  <a:solidFill>
                    <a:schemeClr val="tx1">
                      <a:lumMod val="75000"/>
                      <a:lumOff val="25000"/>
                    </a:schemeClr>
                  </a:solidFill>
                  <a:ea typeface="小米兰亭_GB外压缩"/>
                </a:rPr>
                <a:t>04</a:t>
              </a:r>
              <a:endParaRPr lang="zh-CN" altLang="en-US" sz="3200" dirty="0">
                <a:solidFill>
                  <a:schemeClr val="tx1">
                    <a:lumMod val="75000"/>
                    <a:lumOff val="25000"/>
                  </a:schemeClr>
                </a:solidFill>
                <a:ea typeface="小米兰亭_GB外压缩"/>
              </a:endParaRPr>
            </a:p>
          </p:txBody>
        </p:sp>
        <p:sp>
          <p:nvSpPr>
            <p:cNvPr id="44" name="矩形 43"/>
            <p:cNvSpPr/>
            <p:nvPr/>
          </p:nvSpPr>
          <p:spPr>
            <a:xfrm>
              <a:off x="8314458" y="3098386"/>
              <a:ext cx="2952750" cy="923330"/>
            </a:xfrm>
            <a:prstGeom prst="rect">
              <a:avLst/>
            </a:prstGeom>
          </p:spPr>
          <p:txBody>
            <a:bodyPr wrap="square">
              <a:spAutoFit/>
            </a:bodyPr>
            <a:lstStyle/>
            <a:p>
              <a:pPr>
                <a:lnSpc>
                  <a:spcPct val="150000"/>
                </a:lnSpc>
                <a:spcAft>
                  <a:spcPts val="600"/>
                </a:spcAft>
                <a:buClr>
                  <a:srgbClr val="5ABEAA"/>
                </a:buClr>
              </a:pPr>
              <a:r>
                <a:rPr lang="zh-CN" altLang="en-US" sz="1200" dirty="0">
                  <a:solidFill>
                    <a:schemeClr val="tx1">
                      <a:lumMod val="75000"/>
                      <a:lumOff val="25000"/>
                    </a:schemeClr>
                  </a:solidFill>
                  <a:latin typeface="小米兰亭_GB外压缩"/>
                  <a:ea typeface="小米兰亭_GB外压缩"/>
                </a:rPr>
                <a:t>为客户提供有效服务，是我们工作的方向和价值评价的标尺，成就客户就是成就我们自己</a:t>
              </a:r>
              <a:endParaRPr lang="zh-CN" altLang="en-US" sz="1200" dirty="0">
                <a:solidFill>
                  <a:schemeClr val="tx1">
                    <a:lumMod val="75000"/>
                    <a:lumOff val="25000"/>
                  </a:schemeClr>
                </a:solidFill>
                <a:latin typeface="小米兰亭_GB外压缩"/>
                <a:ea typeface="小米兰亭_GB外压缩"/>
              </a:endParaRPr>
            </a:p>
          </p:txBody>
        </p:sp>
      </p:grpSp>
      <p:grpSp>
        <p:nvGrpSpPr>
          <p:cNvPr id="45" name="组合 44"/>
          <p:cNvGrpSpPr/>
          <p:nvPr/>
        </p:nvGrpSpPr>
        <p:grpSpPr>
          <a:xfrm>
            <a:off x="1538487" y="3669897"/>
            <a:ext cx="3568552" cy="1223332"/>
            <a:chOff x="852954" y="2798384"/>
            <a:chExt cx="3568552" cy="1223332"/>
          </a:xfrm>
        </p:grpSpPr>
        <p:sp>
          <p:nvSpPr>
            <p:cNvPr id="46" name="矩形 45"/>
            <p:cNvSpPr/>
            <p:nvPr/>
          </p:nvSpPr>
          <p:spPr>
            <a:xfrm>
              <a:off x="893051" y="2813987"/>
              <a:ext cx="2952750" cy="369332"/>
            </a:xfrm>
            <a:prstGeom prst="rect">
              <a:avLst/>
            </a:prstGeom>
          </p:spPr>
          <p:txBody>
            <a:bodyPr wrap="square">
              <a:spAutoFit/>
            </a:bodyPr>
            <a:lstStyle/>
            <a:p>
              <a:pPr algn="r">
                <a:spcAft>
                  <a:spcPts val="600"/>
                </a:spcAft>
                <a:buClr>
                  <a:srgbClr val="5ABEAA"/>
                </a:buClr>
              </a:pPr>
              <a:r>
                <a:rPr lang="en-US" altLang="zh-CN" dirty="0">
                  <a:solidFill>
                    <a:schemeClr val="tx1">
                      <a:lumMod val="75000"/>
                      <a:lumOff val="25000"/>
                    </a:schemeClr>
                  </a:solidFill>
                  <a:ea typeface="小米兰亭_GB外压缩"/>
                </a:rPr>
                <a:t>ENTER YOUR TITLE</a:t>
              </a:r>
              <a:endParaRPr lang="en-US" altLang="zh-CN" dirty="0">
                <a:solidFill>
                  <a:schemeClr val="tx1">
                    <a:lumMod val="75000"/>
                    <a:lumOff val="25000"/>
                  </a:schemeClr>
                </a:solidFill>
                <a:ea typeface="小米兰亭_GB外压缩"/>
              </a:endParaRPr>
            </a:p>
          </p:txBody>
        </p:sp>
        <p:sp>
          <p:nvSpPr>
            <p:cNvPr id="47" name="矩形 46"/>
            <p:cNvSpPr/>
            <p:nvPr/>
          </p:nvSpPr>
          <p:spPr>
            <a:xfrm>
              <a:off x="3820059" y="2798384"/>
              <a:ext cx="601447" cy="584775"/>
            </a:xfrm>
            <a:prstGeom prst="rect">
              <a:avLst/>
            </a:prstGeom>
          </p:spPr>
          <p:txBody>
            <a:bodyPr wrap="none">
              <a:spAutoFit/>
            </a:bodyPr>
            <a:lstStyle/>
            <a:p>
              <a:pPr algn="ctr"/>
              <a:r>
                <a:rPr lang="en-US" altLang="zh-CN" sz="3200" dirty="0">
                  <a:solidFill>
                    <a:schemeClr val="tx1">
                      <a:lumMod val="75000"/>
                      <a:lumOff val="25000"/>
                    </a:schemeClr>
                  </a:solidFill>
                  <a:ea typeface="小米兰亭_GB外压缩"/>
                </a:rPr>
                <a:t>03</a:t>
              </a:r>
              <a:endParaRPr lang="zh-CN" altLang="en-US" sz="3200" dirty="0">
                <a:solidFill>
                  <a:schemeClr val="tx1">
                    <a:lumMod val="75000"/>
                    <a:lumOff val="25000"/>
                  </a:schemeClr>
                </a:solidFill>
                <a:ea typeface="小米兰亭_GB外压缩"/>
              </a:endParaRPr>
            </a:p>
          </p:txBody>
        </p:sp>
        <p:sp>
          <p:nvSpPr>
            <p:cNvPr id="48" name="矩形 47"/>
            <p:cNvSpPr/>
            <p:nvPr/>
          </p:nvSpPr>
          <p:spPr>
            <a:xfrm>
              <a:off x="852954" y="3098386"/>
              <a:ext cx="2952750" cy="923330"/>
            </a:xfrm>
            <a:prstGeom prst="rect">
              <a:avLst/>
            </a:prstGeom>
          </p:spPr>
          <p:txBody>
            <a:bodyPr wrap="square">
              <a:spAutoFit/>
            </a:bodyPr>
            <a:lstStyle/>
            <a:p>
              <a:pPr algn="r">
                <a:lnSpc>
                  <a:spcPct val="150000"/>
                </a:lnSpc>
                <a:spcAft>
                  <a:spcPts val="600"/>
                </a:spcAft>
                <a:buClr>
                  <a:srgbClr val="5ABEAA"/>
                </a:buClr>
              </a:pPr>
              <a:r>
                <a:rPr lang="zh-CN" altLang="en-US" sz="1200" dirty="0">
                  <a:solidFill>
                    <a:schemeClr val="tx1">
                      <a:lumMod val="75000"/>
                      <a:lumOff val="25000"/>
                    </a:schemeClr>
                  </a:solidFill>
                  <a:latin typeface="小米兰亭_GB外压缩"/>
                  <a:ea typeface="小米兰亭_GB外压缩"/>
                </a:rPr>
                <a:t>为客户提供有效服务，是我们工作的方向和价值评价的标尺，成就客户就是成就我们自己</a:t>
              </a:r>
              <a:endParaRPr lang="zh-CN" altLang="en-US" sz="1200" dirty="0">
                <a:solidFill>
                  <a:schemeClr val="tx1">
                    <a:lumMod val="75000"/>
                    <a:lumOff val="25000"/>
                  </a:schemeClr>
                </a:solidFill>
                <a:latin typeface="小米兰亭_GB外压缩"/>
                <a:ea typeface="小米兰亭_GB外压缩"/>
              </a:endParaRPr>
            </a:p>
          </p:txBody>
        </p:sp>
      </p:grpSp>
      <p:grpSp>
        <p:nvGrpSpPr>
          <p:cNvPr id="49" name="组合 48"/>
          <p:cNvGrpSpPr/>
          <p:nvPr/>
        </p:nvGrpSpPr>
        <p:grpSpPr>
          <a:xfrm>
            <a:off x="1506746" y="2180942"/>
            <a:ext cx="3600293" cy="1230527"/>
            <a:chOff x="821213" y="1575037"/>
            <a:chExt cx="3600293" cy="1230527"/>
          </a:xfrm>
        </p:grpSpPr>
        <p:sp>
          <p:nvSpPr>
            <p:cNvPr id="50" name="矩形 49"/>
            <p:cNvSpPr/>
            <p:nvPr/>
          </p:nvSpPr>
          <p:spPr>
            <a:xfrm>
              <a:off x="821213" y="1575037"/>
              <a:ext cx="2952750" cy="369332"/>
            </a:xfrm>
            <a:prstGeom prst="rect">
              <a:avLst/>
            </a:prstGeom>
          </p:spPr>
          <p:txBody>
            <a:bodyPr wrap="square">
              <a:spAutoFit/>
            </a:bodyPr>
            <a:lstStyle/>
            <a:p>
              <a:pPr algn="r">
                <a:spcAft>
                  <a:spcPts val="600"/>
                </a:spcAft>
                <a:buClr>
                  <a:srgbClr val="5ABEAA"/>
                </a:buClr>
              </a:pPr>
              <a:r>
                <a:rPr lang="en-US" altLang="zh-CN" dirty="0">
                  <a:solidFill>
                    <a:schemeClr val="tx1">
                      <a:lumMod val="75000"/>
                      <a:lumOff val="25000"/>
                    </a:schemeClr>
                  </a:solidFill>
                  <a:ea typeface="小米兰亭_GB外压缩"/>
                </a:rPr>
                <a:t>ENTER YOUR TITLE</a:t>
              </a:r>
              <a:endParaRPr lang="en-US" altLang="zh-CN" dirty="0">
                <a:solidFill>
                  <a:schemeClr val="tx1">
                    <a:lumMod val="75000"/>
                    <a:lumOff val="25000"/>
                  </a:schemeClr>
                </a:solidFill>
                <a:ea typeface="小米兰亭_GB外压缩"/>
              </a:endParaRPr>
            </a:p>
          </p:txBody>
        </p:sp>
        <p:sp>
          <p:nvSpPr>
            <p:cNvPr id="51" name="矩形 50"/>
            <p:cNvSpPr/>
            <p:nvPr/>
          </p:nvSpPr>
          <p:spPr>
            <a:xfrm>
              <a:off x="3820058" y="1661548"/>
              <a:ext cx="601448" cy="584775"/>
            </a:xfrm>
            <a:prstGeom prst="rect">
              <a:avLst/>
            </a:prstGeom>
          </p:spPr>
          <p:txBody>
            <a:bodyPr wrap="none">
              <a:spAutoFit/>
            </a:bodyPr>
            <a:lstStyle/>
            <a:p>
              <a:pPr algn="ctr"/>
              <a:r>
                <a:rPr lang="en-US" altLang="zh-CN" sz="3200" dirty="0">
                  <a:solidFill>
                    <a:schemeClr val="tx1">
                      <a:lumMod val="75000"/>
                      <a:lumOff val="25000"/>
                    </a:schemeClr>
                  </a:solidFill>
                  <a:ea typeface="小米兰亭_GB外压缩"/>
                </a:rPr>
                <a:t>01</a:t>
              </a:r>
              <a:endParaRPr lang="zh-CN" altLang="en-US" sz="3200" dirty="0">
                <a:solidFill>
                  <a:schemeClr val="tx1">
                    <a:lumMod val="75000"/>
                    <a:lumOff val="25000"/>
                  </a:schemeClr>
                </a:solidFill>
                <a:ea typeface="小米兰亭_GB外压缩"/>
              </a:endParaRPr>
            </a:p>
          </p:txBody>
        </p:sp>
        <p:sp>
          <p:nvSpPr>
            <p:cNvPr id="52" name="矩形 51"/>
            <p:cNvSpPr/>
            <p:nvPr/>
          </p:nvSpPr>
          <p:spPr>
            <a:xfrm>
              <a:off x="852954" y="1882234"/>
              <a:ext cx="2952750" cy="923330"/>
            </a:xfrm>
            <a:prstGeom prst="rect">
              <a:avLst/>
            </a:prstGeom>
          </p:spPr>
          <p:txBody>
            <a:bodyPr wrap="square">
              <a:spAutoFit/>
            </a:bodyPr>
            <a:lstStyle/>
            <a:p>
              <a:pPr algn="r">
                <a:lnSpc>
                  <a:spcPct val="150000"/>
                </a:lnSpc>
                <a:spcAft>
                  <a:spcPts val="600"/>
                </a:spcAft>
                <a:buClr>
                  <a:srgbClr val="5ABEAA"/>
                </a:buClr>
              </a:pPr>
              <a:r>
                <a:rPr lang="zh-CN" altLang="en-US" sz="1200" dirty="0">
                  <a:solidFill>
                    <a:schemeClr val="tx1">
                      <a:lumMod val="75000"/>
                      <a:lumOff val="25000"/>
                    </a:schemeClr>
                  </a:solidFill>
                  <a:latin typeface="小米兰亭_GB外压缩"/>
                  <a:ea typeface="小米兰亭_GB外压缩"/>
                </a:rPr>
                <a:t>为客户提供有效服务，是我们工作的方向和价值评价的标尺，成就客户就是成就我们自己</a:t>
              </a:r>
              <a:endParaRPr lang="zh-CN" altLang="en-US" sz="1200" dirty="0">
                <a:solidFill>
                  <a:schemeClr val="tx1">
                    <a:lumMod val="75000"/>
                    <a:lumOff val="25000"/>
                  </a:schemeClr>
                </a:solidFill>
                <a:latin typeface="小米兰亭_GB外压缩"/>
                <a:ea typeface="小米兰亭_GB外压缩"/>
              </a:endParaRPr>
            </a:p>
          </p:txBody>
        </p:sp>
      </p:gr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14:bounceEnd="34000">
                                          <p:cBhvr additive="base">
                                            <p:cTn id="7" dur="750" fill="hold"/>
                                            <p:tgtEl>
                                              <p:spTgt spid="35"/>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42" presetClass="entr" presetSubtype="0"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2" presetClass="entr" presetSubtype="8" accel="46000" fill="hold" nodeType="afterEffect" p14:presetBounceEnd="48000">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14:bounceEnd="48000">
                                          <p:cBhvr additive="base">
                                            <p:cTn id="18" dur="1000" fill="hold"/>
                                            <p:tgtEl>
                                              <p:spTgt spid="49"/>
                                            </p:tgtEl>
                                            <p:attrNameLst>
                                              <p:attrName>ppt_x</p:attrName>
                                            </p:attrNameLst>
                                          </p:cBhvr>
                                          <p:tavLst>
                                            <p:tav tm="0">
                                              <p:val>
                                                <p:strVal val="0-#ppt_w/2"/>
                                              </p:val>
                                            </p:tav>
                                            <p:tav tm="100000">
                                              <p:val>
                                                <p:strVal val="#ppt_x"/>
                                              </p:val>
                                            </p:tav>
                                          </p:tavLst>
                                        </p:anim>
                                        <p:anim calcmode="lin" valueType="num" p14:bounceEnd="48000">
                                          <p:cBhvr additive="base">
                                            <p:cTn id="19" dur="1000" fill="hold"/>
                                            <p:tgtEl>
                                              <p:spTgt spid="49"/>
                                            </p:tgtEl>
                                            <p:attrNameLst>
                                              <p:attrName>ppt_y</p:attrName>
                                            </p:attrNameLst>
                                          </p:cBhvr>
                                          <p:tavLst>
                                            <p:tav tm="0">
                                              <p:val>
                                                <p:strVal val="#ppt_y"/>
                                              </p:val>
                                            </p:tav>
                                            <p:tav tm="100000">
                                              <p:val>
                                                <p:strVal val="#ppt_y"/>
                                              </p:val>
                                            </p:tav>
                                          </p:tavLst>
                                        </p:anim>
                                      </p:childTnLst>
                                    </p:cTn>
                                  </p:par>
                                  <p:par>
                                    <p:cTn id="20" presetID="2" presetClass="entr" presetSubtype="8" accel="46000" fill="hold" nodeType="withEffect" p14:presetBounceEnd="48000">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14:bounceEnd="48000">
                                          <p:cBhvr additive="base">
                                            <p:cTn id="22" dur="1000" fill="hold"/>
                                            <p:tgtEl>
                                              <p:spTgt spid="45"/>
                                            </p:tgtEl>
                                            <p:attrNameLst>
                                              <p:attrName>ppt_x</p:attrName>
                                            </p:attrNameLst>
                                          </p:cBhvr>
                                          <p:tavLst>
                                            <p:tav tm="0">
                                              <p:val>
                                                <p:strVal val="0-#ppt_w/2"/>
                                              </p:val>
                                            </p:tav>
                                            <p:tav tm="100000">
                                              <p:val>
                                                <p:strVal val="#ppt_x"/>
                                              </p:val>
                                            </p:tav>
                                          </p:tavLst>
                                        </p:anim>
                                        <p:anim calcmode="lin" valueType="num" p14:bounceEnd="48000">
                                          <p:cBhvr additive="base">
                                            <p:cTn id="23" dur="1000" fill="hold"/>
                                            <p:tgtEl>
                                              <p:spTgt spid="45"/>
                                            </p:tgtEl>
                                            <p:attrNameLst>
                                              <p:attrName>ppt_y</p:attrName>
                                            </p:attrNameLst>
                                          </p:cBhvr>
                                          <p:tavLst>
                                            <p:tav tm="0">
                                              <p:val>
                                                <p:strVal val="#ppt_y"/>
                                              </p:val>
                                            </p:tav>
                                            <p:tav tm="100000">
                                              <p:val>
                                                <p:strVal val="#ppt_y"/>
                                              </p:val>
                                            </p:tav>
                                          </p:tavLst>
                                        </p:anim>
                                      </p:childTnLst>
                                    </p:cTn>
                                  </p:par>
                                  <p:par>
                                    <p:cTn id="24" presetID="2" presetClass="entr" presetSubtype="2" accel="46000" fill="hold" nodeType="withEffect" p14:presetBounceEnd="48000">
                                      <p:stCondLst>
                                        <p:cond delay="0"/>
                                      </p:stCondLst>
                                      <p:childTnLst>
                                        <p:set>
                                          <p:cBhvr>
                                            <p:cTn id="25" dur="1" fill="hold">
                                              <p:stCondLst>
                                                <p:cond delay="0"/>
                                              </p:stCondLst>
                                            </p:cTn>
                                            <p:tgtEl>
                                              <p:spTgt spid="37"/>
                                            </p:tgtEl>
                                            <p:attrNameLst>
                                              <p:attrName>style.visibility</p:attrName>
                                            </p:attrNameLst>
                                          </p:cBhvr>
                                          <p:to>
                                            <p:strVal val="visible"/>
                                          </p:to>
                                        </p:set>
                                        <p:anim calcmode="lin" valueType="num" p14:bounceEnd="48000">
                                          <p:cBhvr additive="base">
                                            <p:cTn id="26" dur="1000" fill="hold"/>
                                            <p:tgtEl>
                                              <p:spTgt spid="37"/>
                                            </p:tgtEl>
                                            <p:attrNameLst>
                                              <p:attrName>ppt_x</p:attrName>
                                            </p:attrNameLst>
                                          </p:cBhvr>
                                          <p:tavLst>
                                            <p:tav tm="0">
                                              <p:val>
                                                <p:strVal val="1+#ppt_w/2"/>
                                              </p:val>
                                            </p:tav>
                                            <p:tav tm="100000">
                                              <p:val>
                                                <p:strVal val="#ppt_x"/>
                                              </p:val>
                                            </p:tav>
                                          </p:tavLst>
                                        </p:anim>
                                        <p:anim calcmode="lin" valueType="num" p14:bounceEnd="48000">
                                          <p:cBhvr additive="base">
                                            <p:cTn id="27" dur="1000" fill="hold"/>
                                            <p:tgtEl>
                                              <p:spTgt spid="37"/>
                                            </p:tgtEl>
                                            <p:attrNameLst>
                                              <p:attrName>ppt_y</p:attrName>
                                            </p:attrNameLst>
                                          </p:cBhvr>
                                          <p:tavLst>
                                            <p:tav tm="0">
                                              <p:val>
                                                <p:strVal val="#ppt_y"/>
                                              </p:val>
                                            </p:tav>
                                            <p:tav tm="100000">
                                              <p:val>
                                                <p:strVal val="#ppt_y"/>
                                              </p:val>
                                            </p:tav>
                                          </p:tavLst>
                                        </p:anim>
                                      </p:childTnLst>
                                    </p:cTn>
                                  </p:par>
                                  <p:par>
                                    <p:cTn id="28" presetID="2" presetClass="entr" presetSubtype="2" accel="46000" fill="hold" nodeType="withEffect" p14:presetBounceEnd="48000">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14:bounceEnd="48000">
                                          <p:cBhvr additive="base">
                                            <p:cTn id="30" dur="1000" fill="hold"/>
                                            <p:tgtEl>
                                              <p:spTgt spid="41"/>
                                            </p:tgtEl>
                                            <p:attrNameLst>
                                              <p:attrName>ppt_x</p:attrName>
                                            </p:attrNameLst>
                                          </p:cBhvr>
                                          <p:tavLst>
                                            <p:tav tm="0">
                                              <p:val>
                                                <p:strVal val="1+#ppt_w/2"/>
                                              </p:val>
                                            </p:tav>
                                            <p:tav tm="100000">
                                              <p:val>
                                                <p:strVal val="#ppt_x"/>
                                              </p:val>
                                            </p:tav>
                                          </p:tavLst>
                                        </p:anim>
                                        <p:anim calcmode="lin" valueType="num" p14:bounceEnd="48000">
                                          <p:cBhvr additive="base">
                                            <p:cTn id="31" dur="10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750" fill="hold"/>
                                            <p:tgtEl>
                                              <p:spTgt spid="35"/>
                                            </p:tgtEl>
                                            <p:attrNameLst>
                                              <p:attrName>ppt_x</p:attrName>
                                            </p:attrNameLst>
                                          </p:cBhvr>
                                          <p:tavLst>
                                            <p:tav tm="0">
                                              <p:val>
                                                <p:strVal val="1+#ppt_w/2"/>
                                              </p:val>
                                            </p:tav>
                                            <p:tav tm="100000">
                                              <p:val>
                                                <p:strVal val="#ppt_x"/>
                                              </p:val>
                                            </p:tav>
                                          </p:tavLst>
                                        </p:anim>
                                        <p:anim calcmode="lin" valueType="num">
                                          <p:cBhvr additive="base">
                                            <p:cTn id="8" dur="75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42" presetClass="entr" presetSubtype="0"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2" presetClass="entr" presetSubtype="8" accel="46000" fill="hold" nodeType="after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additive="base">
                                            <p:cTn id="18" dur="1000" fill="hold"/>
                                            <p:tgtEl>
                                              <p:spTgt spid="49"/>
                                            </p:tgtEl>
                                            <p:attrNameLst>
                                              <p:attrName>ppt_x</p:attrName>
                                            </p:attrNameLst>
                                          </p:cBhvr>
                                          <p:tavLst>
                                            <p:tav tm="0">
                                              <p:val>
                                                <p:strVal val="0-#ppt_w/2"/>
                                              </p:val>
                                            </p:tav>
                                            <p:tav tm="100000">
                                              <p:val>
                                                <p:strVal val="#ppt_x"/>
                                              </p:val>
                                            </p:tav>
                                          </p:tavLst>
                                        </p:anim>
                                        <p:anim calcmode="lin" valueType="num">
                                          <p:cBhvr additive="base">
                                            <p:cTn id="19" dur="1000" fill="hold"/>
                                            <p:tgtEl>
                                              <p:spTgt spid="49"/>
                                            </p:tgtEl>
                                            <p:attrNameLst>
                                              <p:attrName>ppt_y</p:attrName>
                                            </p:attrNameLst>
                                          </p:cBhvr>
                                          <p:tavLst>
                                            <p:tav tm="0">
                                              <p:val>
                                                <p:strVal val="#ppt_y"/>
                                              </p:val>
                                            </p:tav>
                                            <p:tav tm="100000">
                                              <p:val>
                                                <p:strVal val="#ppt_y"/>
                                              </p:val>
                                            </p:tav>
                                          </p:tavLst>
                                        </p:anim>
                                      </p:childTnLst>
                                    </p:cTn>
                                  </p:par>
                                  <p:par>
                                    <p:cTn id="20" presetID="2" presetClass="entr" presetSubtype="8" accel="46000"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additive="base">
                                            <p:cTn id="22" dur="1000" fill="hold"/>
                                            <p:tgtEl>
                                              <p:spTgt spid="45"/>
                                            </p:tgtEl>
                                            <p:attrNameLst>
                                              <p:attrName>ppt_x</p:attrName>
                                            </p:attrNameLst>
                                          </p:cBhvr>
                                          <p:tavLst>
                                            <p:tav tm="0">
                                              <p:val>
                                                <p:strVal val="0-#ppt_w/2"/>
                                              </p:val>
                                            </p:tav>
                                            <p:tav tm="100000">
                                              <p:val>
                                                <p:strVal val="#ppt_x"/>
                                              </p:val>
                                            </p:tav>
                                          </p:tavLst>
                                        </p:anim>
                                        <p:anim calcmode="lin" valueType="num">
                                          <p:cBhvr additive="base">
                                            <p:cTn id="23" dur="1000" fill="hold"/>
                                            <p:tgtEl>
                                              <p:spTgt spid="45"/>
                                            </p:tgtEl>
                                            <p:attrNameLst>
                                              <p:attrName>ppt_y</p:attrName>
                                            </p:attrNameLst>
                                          </p:cBhvr>
                                          <p:tavLst>
                                            <p:tav tm="0">
                                              <p:val>
                                                <p:strVal val="#ppt_y"/>
                                              </p:val>
                                            </p:tav>
                                            <p:tav tm="100000">
                                              <p:val>
                                                <p:strVal val="#ppt_y"/>
                                              </p:val>
                                            </p:tav>
                                          </p:tavLst>
                                        </p:anim>
                                      </p:childTnLst>
                                    </p:cTn>
                                  </p:par>
                                  <p:par>
                                    <p:cTn id="24" presetID="2" presetClass="entr" presetSubtype="2" accel="46000" fill="hold" nodeType="withEffect">
                                      <p:stCondLst>
                                        <p:cond delay="0"/>
                                      </p:stCondLst>
                                      <p:childTnLst>
                                        <p:set>
                                          <p:cBhvr>
                                            <p:cTn id="25" dur="1" fill="hold">
                                              <p:stCondLst>
                                                <p:cond delay="0"/>
                                              </p:stCondLst>
                                            </p:cTn>
                                            <p:tgtEl>
                                              <p:spTgt spid="37"/>
                                            </p:tgtEl>
                                            <p:attrNameLst>
                                              <p:attrName>style.visibility</p:attrName>
                                            </p:attrNameLst>
                                          </p:cBhvr>
                                          <p:to>
                                            <p:strVal val="visible"/>
                                          </p:to>
                                        </p:set>
                                        <p:anim calcmode="lin" valueType="num">
                                          <p:cBhvr additive="base">
                                            <p:cTn id="26" dur="1000" fill="hold"/>
                                            <p:tgtEl>
                                              <p:spTgt spid="37"/>
                                            </p:tgtEl>
                                            <p:attrNameLst>
                                              <p:attrName>ppt_x</p:attrName>
                                            </p:attrNameLst>
                                          </p:cBhvr>
                                          <p:tavLst>
                                            <p:tav tm="0">
                                              <p:val>
                                                <p:strVal val="1+#ppt_w/2"/>
                                              </p:val>
                                            </p:tav>
                                            <p:tav tm="100000">
                                              <p:val>
                                                <p:strVal val="#ppt_x"/>
                                              </p:val>
                                            </p:tav>
                                          </p:tavLst>
                                        </p:anim>
                                        <p:anim calcmode="lin" valueType="num">
                                          <p:cBhvr additive="base">
                                            <p:cTn id="27" dur="1000" fill="hold"/>
                                            <p:tgtEl>
                                              <p:spTgt spid="37"/>
                                            </p:tgtEl>
                                            <p:attrNameLst>
                                              <p:attrName>ppt_y</p:attrName>
                                            </p:attrNameLst>
                                          </p:cBhvr>
                                          <p:tavLst>
                                            <p:tav tm="0">
                                              <p:val>
                                                <p:strVal val="#ppt_y"/>
                                              </p:val>
                                            </p:tav>
                                            <p:tav tm="100000">
                                              <p:val>
                                                <p:strVal val="#ppt_y"/>
                                              </p:val>
                                            </p:tav>
                                          </p:tavLst>
                                        </p:anim>
                                      </p:childTnLst>
                                    </p:cTn>
                                  </p:par>
                                  <p:par>
                                    <p:cTn id="28" presetID="2" presetClass="entr" presetSubtype="2" accel="46000"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1000" fill="hold"/>
                                            <p:tgtEl>
                                              <p:spTgt spid="41"/>
                                            </p:tgtEl>
                                            <p:attrNameLst>
                                              <p:attrName>ppt_x</p:attrName>
                                            </p:attrNameLst>
                                          </p:cBhvr>
                                          <p:tavLst>
                                            <p:tav tm="0">
                                              <p:val>
                                                <p:strVal val="1+#ppt_w/2"/>
                                              </p:val>
                                            </p:tav>
                                            <p:tav tm="100000">
                                              <p:val>
                                                <p:strVal val="#ppt_x"/>
                                              </p:val>
                                            </p:tav>
                                          </p:tavLst>
                                        </p:anim>
                                        <p:anim calcmode="lin" valueType="num">
                                          <p:cBhvr additive="base">
                                            <p:cTn id="31" dur="10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H_Other_1"/>
          <p:cNvSpPr/>
          <p:nvPr>
            <p:custDataLst>
              <p:tags r:id="rId1"/>
            </p:custDataLst>
          </p:nvPr>
        </p:nvSpPr>
        <p:spPr>
          <a:xfrm>
            <a:off x="1588" y="4321576"/>
            <a:ext cx="12171362" cy="957263"/>
          </a:xfrm>
          <a:prstGeom prst="rect">
            <a:avLst/>
          </a:prstGeom>
          <a:solidFill>
            <a:schemeClr val="tx1">
              <a:lumMod val="85000"/>
              <a:lumOff val="15000"/>
            </a:schemeClr>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103313" y="1188358"/>
            <a:ext cx="3214687" cy="4570413"/>
            <a:chOff x="1103313" y="1188358"/>
            <a:chExt cx="3214687" cy="4570413"/>
          </a:xfrm>
        </p:grpSpPr>
        <p:sp>
          <p:nvSpPr>
            <p:cNvPr id="4" name="MH_Text_1"/>
            <p:cNvSpPr>
              <a:spLocks noChangeArrowheads="1"/>
            </p:cNvSpPr>
            <p:nvPr>
              <p:custDataLst>
                <p:tags r:id="rId2"/>
              </p:custDataLst>
            </p:nvPr>
          </p:nvSpPr>
          <p:spPr bwMode="auto">
            <a:xfrm>
              <a:off x="1103313" y="1188358"/>
              <a:ext cx="3214687" cy="4570413"/>
            </a:xfrm>
            <a:prstGeom prst="roundRect">
              <a:avLst>
                <a:gd name="adj" fmla="val 0"/>
              </a:avLst>
            </a:prstGeom>
            <a:solidFill>
              <a:srgbClr val="BCC2C4"/>
            </a:solidFill>
            <a:ln>
              <a:noFill/>
            </a:ln>
            <a:effectLst>
              <a:outerShdw blurRad="50800" dist="38100" dir="18900000" algn="bl" rotWithShape="0">
                <a:prstClr val="black">
                  <a:alpha val="40000"/>
                </a:prstClr>
              </a:outerShdw>
            </a:effectLst>
          </p:spPr>
          <p:txBody>
            <a:bodyPr lIns="90000" tIns="180000" rIns="90000" bIns="90000"/>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fontAlgn="auto">
                <a:lnSpc>
                  <a:spcPct val="130000"/>
                </a:lnSpc>
                <a:spcBef>
                  <a:spcPts val="0"/>
                </a:spcBef>
                <a:spcAft>
                  <a:spcPts val="0"/>
                </a:spcAft>
                <a:defRPr/>
              </a:pPr>
              <a:endParaRPr lang="zh-CN" altLang="en-US" dirty="0">
                <a:solidFill>
                  <a:srgbClr val="3D3D3D"/>
                </a:solidFill>
                <a:latin typeface="+mn-lt"/>
                <a:ea typeface="+mn-ea"/>
              </a:endParaRPr>
            </a:p>
          </p:txBody>
        </p:sp>
        <p:sp>
          <p:nvSpPr>
            <p:cNvPr id="5" name="MH_Other_2"/>
            <p:cNvSpPr/>
            <p:nvPr>
              <p:custDataLst>
                <p:tags r:id="rId3"/>
              </p:custDataLst>
            </p:nvPr>
          </p:nvSpPr>
          <p:spPr>
            <a:xfrm>
              <a:off x="1458913" y="4201433"/>
              <a:ext cx="163512"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6" name="MH_Other_3"/>
            <p:cNvSpPr/>
            <p:nvPr>
              <p:custDataLst>
                <p:tags r:id="rId4"/>
              </p:custDataLst>
            </p:nvPr>
          </p:nvSpPr>
          <p:spPr>
            <a:xfrm>
              <a:off x="3789363" y="4201433"/>
              <a:ext cx="163512"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7" name="MH_SubTitle_1"/>
            <p:cNvSpPr/>
            <p:nvPr>
              <p:custDataLst>
                <p:tags r:id="rId5"/>
              </p:custDataLst>
            </p:nvPr>
          </p:nvSpPr>
          <p:spPr>
            <a:xfrm>
              <a:off x="1506538" y="4310971"/>
              <a:ext cx="2411412" cy="957262"/>
            </a:xfrm>
            <a:prstGeom prst="rect">
              <a:avLst/>
            </a:prstGeom>
            <a:solidFill>
              <a:schemeClr val="tx1">
                <a:lumMod val="85000"/>
                <a:lumOff val="15000"/>
              </a:schemeClr>
            </a:solidFill>
            <a:ln w="25400" cap="flat" cmpd="sng" algn="ctr">
              <a:noFill/>
              <a:prstDash val="solid"/>
            </a:ln>
            <a:effectLst/>
          </p:spPr>
          <p:txBody>
            <a:bodyPr lIns="0" tIns="0" rIns="0" bIns="0" anchor="ctr">
              <a:normAutofit/>
            </a:bodyPr>
            <a:lstStyle/>
            <a:p>
              <a:pPr algn="ctr" fontAlgn="auto">
                <a:spcBef>
                  <a:spcPts val="0"/>
                </a:spcBef>
                <a:spcAft>
                  <a:spcPts val="0"/>
                </a:spcAft>
                <a:defRPr/>
              </a:pPr>
              <a:endParaRPr lang="zh-CN" altLang="en-US" sz="1400" kern="0" dirty="0">
                <a:solidFill>
                  <a:srgbClr val="FFFFFF"/>
                </a:solidFill>
                <a:latin typeface="+mn-lt"/>
                <a:ea typeface="+mn-ea"/>
              </a:endParaRPr>
            </a:p>
          </p:txBody>
        </p:sp>
        <p:sp>
          <p:nvSpPr>
            <p:cNvPr id="8" name="文本框 7"/>
            <p:cNvSpPr txBox="1"/>
            <p:nvPr/>
          </p:nvSpPr>
          <p:spPr>
            <a:xfrm>
              <a:off x="2054678" y="4526871"/>
              <a:ext cx="1370694" cy="584775"/>
            </a:xfrm>
            <a:prstGeom prst="rect">
              <a:avLst/>
            </a:prstGeom>
            <a:noFill/>
          </p:spPr>
          <p:txBody>
            <a:bodyPr wrap="square">
              <a:spAutoFit/>
            </a:bodyPr>
            <a:lstStyle/>
            <a:p>
              <a:pPr algn="ctr" fontAlgn="auto">
                <a:spcBef>
                  <a:spcPts val="0"/>
                </a:spcBef>
                <a:spcAft>
                  <a:spcPts val="0"/>
                </a:spcAft>
                <a:defRPr/>
              </a:pPr>
              <a:r>
                <a:rPr lang="en-US" altLang="zh-CN" sz="3200" b="1" spc="600" dirty="0">
                  <a:solidFill>
                    <a:schemeClr val="bg1">
                      <a:lumMod val="95000"/>
                    </a:schemeClr>
                  </a:solidFill>
                  <a:latin typeface="迷你简汉真广标" panose="02010609000101010101" pitchFamily="49" charset="-122"/>
                  <a:ea typeface="迷你简汉真广标" panose="02010609000101010101" pitchFamily="49" charset="-122"/>
                </a:rPr>
                <a:t>01</a:t>
              </a:r>
              <a:endParaRPr lang="zh-CN" altLang="en-US" sz="3200" b="1" spc="600" dirty="0">
                <a:solidFill>
                  <a:schemeClr val="bg1">
                    <a:lumMod val="95000"/>
                  </a:schemeClr>
                </a:solidFill>
                <a:latin typeface="迷你简汉真广标" panose="02010609000101010101" pitchFamily="49" charset="-122"/>
                <a:ea typeface="迷你简汉真广标" panose="02010609000101010101" pitchFamily="49" charset="-122"/>
              </a:endParaRPr>
            </a:p>
          </p:txBody>
        </p:sp>
        <p:sp>
          <p:nvSpPr>
            <p:cNvPr id="9" name="AutoShape 27"/>
            <p:cNvSpPr/>
            <p:nvPr/>
          </p:nvSpPr>
          <p:spPr bwMode="auto">
            <a:xfrm>
              <a:off x="1475154" y="2131333"/>
              <a:ext cx="2449574" cy="19986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nSpc>
                  <a:spcPct val="150000"/>
                </a:lnSpc>
              </a:pPr>
              <a:r>
                <a:rPr lang="en-US" altLang="zh-CN" sz="110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100" dirty="0">
                <a:solidFill>
                  <a:schemeClr val="tx1">
                    <a:lumMod val="75000"/>
                    <a:lumOff val="25000"/>
                  </a:schemeClr>
                </a:solidFill>
              </a:endParaRPr>
            </a:p>
          </p:txBody>
        </p:sp>
        <p:sp>
          <p:nvSpPr>
            <p:cNvPr id="10" name="AutoShape 28"/>
            <p:cNvSpPr/>
            <p:nvPr/>
          </p:nvSpPr>
          <p:spPr bwMode="auto">
            <a:xfrm>
              <a:off x="1394619" y="1651908"/>
              <a:ext cx="2558256" cy="4557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323850">
                <a:spcBef>
                  <a:spcPts val="850"/>
                </a:spcBef>
                <a:defRPr/>
              </a:pPr>
              <a:r>
                <a:rPr lang="es-ES" sz="2000" b="1" dirty="0">
                  <a:solidFill>
                    <a:prstClr val="black">
                      <a:lumMod val="75000"/>
                      <a:lumOff val="25000"/>
                    </a:prstClr>
                  </a:solidFill>
                  <a:latin typeface="Agency FB"/>
                  <a:ea typeface="MS PGothic" panose="020B0600070205080204" pitchFamily="34" charset="-128"/>
                  <a:cs typeface="Lato" charset="0"/>
                  <a:sym typeface="Lato" charset="0"/>
                </a:rPr>
                <a:t>ADD YOUR TITLE HERE</a:t>
              </a:r>
              <a:endParaRPr lang="es-ES" sz="2800" dirty="0">
                <a:solidFill>
                  <a:prstClr val="black">
                    <a:lumMod val="75000"/>
                    <a:lumOff val="25000"/>
                  </a:prstClr>
                </a:solidFill>
                <a:latin typeface="Agency FB"/>
                <a:ea typeface="MS PGothic" panose="020B0600070205080204" pitchFamily="34" charset="-128"/>
                <a:sym typeface="Gill Sans" charset="0"/>
              </a:endParaRPr>
            </a:p>
          </p:txBody>
        </p:sp>
      </p:grpSp>
      <p:grpSp>
        <p:nvGrpSpPr>
          <p:cNvPr id="11" name="组合 10"/>
          <p:cNvGrpSpPr/>
          <p:nvPr/>
        </p:nvGrpSpPr>
        <p:grpSpPr>
          <a:xfrm>
            <a:off x="4554538" y="1188358"/>
            <a:ext cx="3214687" cy="4570413"/>
            <a:chOff x="4554538" y="1188358"/>
            <a:chExt cx="3214687" cy="4570413"/>
          </a:xfrm>
        </p:grpSpPr>
        <p:sp>
          <p:nvSpPr>
            <p:cNvPr id="12" name="MH_Text_2"/>
            <p:cNvSpPr>
              <a:spLocks noChangeArrowheads="1"/>
            </p:cNvSpPr>
            <p:nvPr>
              <p:custDataLst>
                <p:tags r:id="rId6"/>
              </p:custDataLst>
            </p:nvPr>
          </p:nvSpPr>
          <p:spPr bwMode="auto">
            <a:xfrm>
              <a:off x="4554538" y="1188358"/>
              <a:ext cx="3214687" cy="4570413"/>
            </a:xfrm>
            <a:prstGeom prst="roundRect">
              <a:avLst>
                <a:gd name="adj" fmla="val 0"/>
              </a:avLst>
            </a:prstGeom>
            <a:solidFill>
              <a:srgbClr val="BCC2C4"/>
            </a:solidFill>
            <a:ln>
              <a:noFill/>
            </a:ln>
            <a:effectLst>
              <a:outerShdw blurRad="50800" dist="38100" dir="18900000" algn="bl" rotWithShape="0">
                <a:prstClr val="black">
                  <a:alpha val="40000"/>
                </a:prstClr>
              </a:outerShdw>
            </a:effectLst>
          </p:spPr>
          <p:txBody>
            <a:bodyPr lIns="90000" tIns="180000" rIns="90000" bIns="90000"/>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fontAlgn="auto">
                <a:lnSpc>
                  <a:spcPct val="130000"/>
                </a:lnSpc>
                <a:spcBef>
                  <a:spcPts val="0"/>
                </a:spcBef>
                <a:spcAft>
                  <a:spcPts val="0"/>
                </a:spcAft>
                <a:defRPr/>
              </a:pPr>
              <a:endParaRPr lang="zh-CN" altLang="en-US" dirty="0">
                <a:solidFill>
                  <a:srgbClr val="3D3D3D"/>
                </a:solidFill>
                <a:latin typeface="+mn-lt"/>
                <a:ea typeface="+mn-ea"/>
              </a:endParaRPr>
            </a:p>
          </p:txBody>
        </p:sp>
        <p:sp>
          <p:nvSpPr>
            <p:cNvPr id="13" name="MH_Other_4"/>
            <p:cNvSpPr/>
            <p:nvPr>
              <p:custDataLst>
                <p:tags r:id="rId7"/>
              </p:custDataLst>
            </p:nvPr>
          </p:nvSpPr>
          <p:spPr>
            <a:xfrm>
              <a:off x="4906963" y="4201433"/>
              <a:ext cx="166687"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14" name="MH_Other_5"/>
            <p:cNvSpPr/>
            <p:nvPr>
              <p:custDataLst>
                <p:tags r:id="rId8"/>
              </p:custDataLst>
            </p:nvPr>
          </p:nvSpPr>
          <p:spPr>
            <a:xfrm>
              <a:off x="7237413" y="4201433"/>
              <a:ext cx="165100"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15" name="MH_SubTitle_2"/>
            <p:cNvSpPr/>
            <p:nvPr>
              <p:custDataLst>
                <p:tags r:id="rId9"/>
              </p:custDataLst>
            </p:nvPr>
          </p:nvSpPr>
          <p:spPr>
            <a:xfrm>
              <a:off x="4957763" y="4310971"/>
              <a:ext cx="2411412" cy="957262"/>
            </a:xfrm>
            <a:prstGeom prst="rect">
              <a:avLst/>
            </a:prstGeom>
            <a:solidFill>
              <a:schemeClr val="tx1">
                <a:lumMod val="85000"/>
                <a:lumOff val="15000"/>
              </a:schemeClr>
            </a:solidFill>
            <a:ln w="25400" cap="flat" cmpd="sng" algn="ctr">
              <a:noFill/>
              <a:prstDash val="solid"/>
            </a:ln>
            <a:effectLst/>
          </p:spPr>
          <p:txBody>
            <a:bodyPr lIns="0" tIns="0" rIns="0" bIns="0" anchor="ctr">
              <a:normAutofit/>
            </a:bodyPr>
            <a:lstStyle/>
            <a:p>
              <a:pPr algn="ctr" fontAlgn="auto">
                <a:spcBef>
                  <a:spcPts val="0"/>
                </a:spcBef>
                <a:spcAft>
                  <a:spcPts val="0"/>
                </a:spcAft>
                <a:defRPr/>
              </a:pPr>
              <a:endParaRPr lang="zh-CN" altLang="en-US" sz="1400" kern="0" dirty="0">
                <a:solidFill>
                  <a:srgbClr val="FFFFFF"/>
                </a:solidFill>
                <a:latin typeface="+mn-lt"/>
                <a:ea typeface="+mn-ea"/>
              </a:endParaRPr>
            </a:p>
          </p:txBody>
        </p:sp>
        <p:sp>
          <p:nvSpPr>
            <p:cNvPr id="16" name="文本框 15"/>
            <p:cNvSpPr txBox="1"/>
            <p:nvPr/>
          </p:nvSpPr>
          <p:spPr>
            <a:xfrm>
              <a:off x="5493092" y="4507821"/>
              <a:ext cx="1370692" cy="584775"/>
            </a:xfrm>
            <a:prstGeom prst="rect">
              <a:avLst/>
            </a:prstGeom>
            <a:noFill/>
          </p:spPr>
          <p:txBody>
            <a:bodyPr wrap="square">
              <a:spAutoFit/>
            </a:bodyPr>
            <a:lstStyle/>
            <a:p>
              <a:pPr algn="ctr" fontAlgn="auto">
                <a:spcBef>
                  <a:spcPts val="0"/>
                </a:spcBef>
                <a:spcAft>
                  <a:spcPts val="0"/>
                </a:spcAft>
                <a:defRPr/>
              </a:pPr>
              <a:r>
                <a:rPr lang="en-US" altLang="zh-CN" sz="3200" b="1" spc="600" dirty="0">
                  <a:solidFill>
                    <a:schemeClr val="bg1">
                      <a:lumMod val="95000"/>
                    </a:schemeClr>
                  </a:solidFill>
                  <a:latin typeface="迷你简汉真广标" panose="02010609000101010101" pitchFamily="49" charset="-122"/>
                  <a:ea typeface="迷你简汉真广标" panose="02010609000101010101" pitchFamily="49" charset="-122"/>
                </a:rPr>
                <a:t>02</a:t>
              </a:r>
              <a:endParaRPr lang="zh-CN" altLang="en-US" sz="3200" b="1" spc="600" dirty="0">
                <a:solidFill>
                  <a:schemeClr val="bg1">
                    <a:lumMod val="95000"/>
                  </a:schemeClr>
                </a:solidFill>
                <a:latin typeface="迷你简汉真广标" panose="02010609000101010101" pitchFamily="49" charset="-122"/>
                <a:ea typeface="迷你简汉真广标" panose="02010609000101010101" pitchFamily="49" charset="-122"/>
              </a:endParaRPr>
            </a:p>
          </p:txBody>
        </p:sp>
        <p:sp>
          <p:nvSpPr>
            <p:cNvPr id="17" name="AutoShape 27"/>
            <p:cNvSpPr/>
            <p:nvPr/>
          </p:nvSpPr>
          <p:spPr bwMode="auto">
            <a:xfrm>
              <a:off x="4915040" y="2131333"/>
              <a:ext cx="2449574" cy="19986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nSpc>
                  <a:spcPct val="150000"/>
                </a:lnSpc>
              </a:pPr>
              <a:r>
                <a:rPr lang="en-US" altLang="zh-CN" sz="110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100" dirty="0">
                <a:solidFill>
                  <a:schemeClr val="tx1">
                    <a:lumMod val="75000"/>
                    <a:lumOff val="25000"/>
                  </a:schemeClr>
                </a:solidFill>
              </a:endParaRPr>
            </a:p>
          </p:txBody>
        </p:sp>
        <p:sp>
          <p:nvSpPr>
            <p:cNvPr id="18" name="AutoShape 28"/>
            <p:cNvSpPr/>
            <p:nvPr/>
          </p:nvSpPr>
          <p:spPr bwMode="auto">
            <a:xfrm>
              <a:off x="4834505" y="1651908"/>
              <a:ext cx="2558256" cy="4557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323850">
                <a:spcBef>
                  <a:spcPts val="850"/>
                </a:spcBef>
                <a:defRPr/>
              </a:pPr>
              <a:r>
                <a:rPr lang="es-ES" sz="2000" b="1" dirty="0">
                  <a:solidFill>
                    <a:prstClr val="black">
                      <a:lumMod val="75000"/>
                      <a:lumOff val="25000"/>
                    </a:prstClr>
                  </a:solidFill>
                  <a:latin typeface="Agency FB"/>
                  <a:ea typeface="MS PGothic" panose="020B0600070205080204" pitchFamily="34" charset="-128"/>
                  <a:cs typeface="Lato" charset="0"/>
                  <a:sym typeface="Lato" charset="0"/>
                </a:rPr>
                <a:t>ADD YOUR TITLE HERE</a:t>
              </a:r>
              <a:endParaRPr lang="es-ES" sz="2800" dirty="0">
                <a:solidFill>
                  <a:prstClr val="black">
                    <a:lumMod val="75000"/>
                    <a:lumOff val="25000"/>
                  </a:prstClr>
                </a:solidFill>
                <a:latin typeface="Agency FB"/>
                <a:ea typeface="MS PGothic" panose="020B0600070205080204" pitchFamily="34" charset="-128"/>
                <a:sym typeface="Gill Sans" charset="0"/>
              </a:endParaRPr>
            </a:p>
          </p:txBody>
        </p:sp>
      </p:grpSp>
      <p:grpSp>
        <p:nvGrpSpPr>
          <p:cNvPr id="19" name="组合 18"/>
          <p:cNvGrpSpPr/>
          <p:nvPr/>
        </p:nvGrpSpPr>
        <p:grpSpPr>
          <a:xfrm>
            <a:off x="8002588" y="1188358"/>
            <a:ext cx="3217862" cy="4570413"/>
            <a:chOff x="8002588" y="1188358"/>
            <a:chExt cx="3217862" cy="4570413"/>
          </a:xfrm>
        </p:grpSpPr>
        <p:sp>
          <p:nvSpPr>
            <p:cNvPr id="20" name="MH_Text_3"/>
            <p:cNvSpPr>
              <a:spLocks noChangeArrowheads="1"/>
            </p:cNvSpPr>
            <p:nvPr>
              <p:custDataLst>
                <p:tags r:id="rId10"/>
              </p:custDataLst>
            </p:nvPr>
          </p:nvSpPr>
          <p:spPr bwMode="auto">
            <a:xfrm>
              <a:off x="8002588" y="1188358"/>
              <a:ext cx="3217862" cy="4570413"/>
            </a:xfrm>
            <a:prstGeom prst="roundRect">
              <a:avLst>
                <a:gd name="adj" fmla="val 0"/>
              </a:avLst>
            </a:prstGeom>
            <a:solidFill>
              <a:srgbClr val="BCC2C4"/>
            </a:solidFill>
            <a:ln>
              <a:noFill/>
            </a:ln>
            <a:effectLst>
              <a:outerShdw blurRad="50800" dist="38100" dir="18900000" algn="bl" rotWithShape="0">
                <a:prstClr val="black">
                  <a:alpha val="40000"/>
                </a:prstClr>
              </a:outerShdw>
            </a:effectLst>
          </p:spPr>
          <p:txBody>
            <a:bodyPr lIns="90000" tIns="180000" rIns="90000" bIns="90000"/>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fontAlgn="auto">
                <a:lnSpc>
                  <a:spcPct val="130000"/>
                </a:lnSpc>
                <a:spcBef>
                  <a:spcPts val="0"/>
                </a:spcBef>
                <a:spcAft>
                  <a:spcPts val="0"/>
                </a:spcAft>
                <a:defRPr/>
              </a:pPr>
              <a:endParaRPr lang="zh-CN" altLang="en-US" dirty="0">
                <a:solidFill>
                  <a:srgbClr val="3D3D3D"/>
                </a:solidFill>
                <a:latin typeface="+mn-lt"/>
                <a:ea typeface="+mn-ea"/>
              </a:endParaRPr>
            </a:p>
          </p:txBody>
        </p:sp>
        <p:sp>
          <p:nvSpPr>
            <p:cNvPr id="21" name="MH_Other_6"/>
            <p:cNvSpPr/>
            <p:nvPr>
              <p:custDataLst>
                <p:tags r:id="rId11"/>
              </p:custDataLst>
            </p:nvPr>
          </p:nvSpPr>
          <p:spPr>
            <a:xfrm>
              <a:off x="8358188" y="4201433"/>
              <a:ext cx="163512"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22" name="MH_Other_7"/>
            <p:cNvSpPr/>
            <p:nvPr>
              <p:custDataLst>
                <p:tags r:id="rId12"/>
              </p:custDataLst>
            </p:nvPr>
          </p:nvSpPr>
          <p:spPr>
            <a:xfrm>
              <a:off x="10688638" y="4201433"/>
              <a:ext cx="163512" cy="1149350"/>
            </a:xfrm>
            <a:prstGeom prst="roundRect">
              <a:avLst>
                <a:gd name="adj" fmla="val 50000"/>
              </a:avLst>
            </a:prstGeom>
            <a:solidFill>
              <a:srgbClr val="D7DBDC"/>
            </a:solidFill>
            <a:ln w="25400" cap="flat" cmpd="sng" algn="ctr">
              <a:noFill/>
              <a:prstDash val="solid"/>
            </a:ln>
            <a:effectLst/>
          </p:spPr>
          <p:txBody>
            <a:bodyPr lIns="68580" tIns="34290" rIns="68580" bIns="34290" anchor="ctr"/>
            <a:lstStyle/>
            <a:p>
              <a:pPr algn="ctr" fontAlgn="auto">
                <a:spcBef>
                  <a:spcPts val="0"/>
                </a:spcBef>
                <a:spcAft>
                  <a:spcPts val="0"/>
                </a:spcAft>
                <a:defRPr/>
              </a:pPr>
              <a:endParaRPr lang="zh-CN" altLang="en-US" sz="1050" kern="0">
                <a:solidFill>
                  <a:sysClr val="window" lastClr="FFFFFF"/>
                </a:solidFill>
                <a:latin typeface="Calibri" panose="020F0502020204030204"/>
                <a:ea typeface="宋体" panose="02010600030101010101" pitchFamily="2" charset="-122"/>
              </a:endParaRPr>
            </a:p>
          </p:txBody>
        </p:sp>
        <p:sp>
          <p:nvSpPr>
            <p:cNvPr id="23" name="MH_SubTitle_3"/>
            <p:cNvSpPr/>
            <p:nvPr>
              <p:custDataLst>
                <p:tags r:id="rId13"/>
              </p:custDataLst>
            </p:nvPr>
          </p:nvSpPr>
          <p:spPr>
            <a:xfrm>
              <a:off x="8405813" y="4310971"/>
              <a:ext cx="2411412" cy="957262"/>
            </a:xfrm>
            <a:prstGeom prst="rect">
              <a:avLst/>
            </a:prstGeom>
            <a:solidFill>
              <a:schemeClr val="tx1">
                <a:lumMod val="85000"/>
                <a:lumOff val="15000"/>
              </a:schemeClr>
            </a:solidFill>
            <a:ln w="25400" cap="flat" cmpd="sng" algn="ctr">
              <a:noFill/>
              <a:prstDash val="solid"/>
            </a:ln>
            <a:effectLst/>
          </p:spPr>
          <p:txBody>
            <a:bodyPr lIns="0" tIns="0" rIns="0" bIns="0" anchor="ctr">
              <a:normAutofit/>
            </a:bodyPr>
            <a:lstStyle/>
            <a:p>
              <a:pPr algn="ctr" fontAlgn="auto">
                <a:spcBef>
                  <a:spcPts val="0"/>
                </a:spcBef>
                <a:spcAft>
                  <a:spcPts val="0"/>
                </a:spcAft>
                <a:defRPr/>
              </a:pPr>
              <a:endParaRPr lang="zh-CN" altLang="en-US" sz="1400" kern="0" dirty="0">
                <a:solidFill>
                  <a:srgbClr val="FFFFFF"/>
                </a:solidFill>
                <a:latin typeface="+mn-lt"/>
                <a:ea typeface="+mn-ea"/>
              </a:endParaRPr>
            </a:p>
          </p:txBody>
        </p:sp>
        <p:sp>
          <p:nvSpPr>
            <p:cNvPr id="24" name="文本框 23"/>
            <p:cNvSpPr txBox="1"/>
            <p:nvPr/>
          </p:nvSpPr>
          <p:spPr>
            <a:xfrm>
              <a:off x="8900773" y="4507821"/>
              <a:ext cx="1370692" cy="584775"/>
            </a:xfrm>
            <a:prstGeom prst="rect">
              <a:avLst/>
            </a:prstGeom>
            <a:noFill/>
          </p:spPr>
          <p:txBody>
            <a:bodyPr wrap="square">
              <a:spAutoFit/>
            </a:bodyPr>
            <a:lstStyle/>
            <a:p>
              <a:pPr algn="ctr" fontAlgn="auto">
                <a:spcBef>
                  <a:spcPts val="0"/>
                </a:spcBef>
                <a:spcAft>
                  <a:spcPts val="0"/>
                </a:spcAft>
                <a:defRPr/>
              </a:pPr>
              <a:r>
                <a:rPr lang="en-US" altLang="zh-CN" sz="3200" b="1" spc="600" dirty="0">
                  <a:solidFill>
                    <a:schemeClr val="bg1">
                      <a:lumMod val="95000"/>
                    </a:schemeClr>
                  </a:solidFill>
                  <a:latin typeface="迷你简汉真广标" panose="02010609000101010101" pitchFamily="49" charset="-122"/>
                  <a:ea typeface="迷你简汉真广标" panose="02010609000101010101" pitchFamily="49" charset="-122"/>
                </a:rPr>
                <a:t>03</a:t>
              </a:r>
              <a:endParaRPr lang="zh-CN" altLang="en-US" sz="3200" b="1" spc="600" dirty="0">
                <a:solidFill>
                  <a:schemeClr val="bg1">
                    <a:lumMod val="95000"/>
                  </a:schemeClr>
                </a:solidFill>
                <a:latin typeface="迷你简汉真广标" panose="02010609000101010101" pitchFamily="49" charset="-122"/>
                <a:ea typeface="迷你简汉真广标" panose="02010609000101010101" pitchFamily="49" charset="-122"/>
              </a:endParaRPr>
            </a:p>
          </p:txBody>
        </p:sp>
        <p:sp>
          <p:nvSpPr>
            <p:cNvPr id="25" name="AutoShape 27"/>
            <p:cNvSpPr/>
            <p:nvPr/>
          </p:nvSpPr>
          <p:spPr bwMode="auto">
            <a:xfrm>
              <a:off x="8369440" y="2131333"/>
              <a:ext cx="2449574" cy="19986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nSpc>
                  <a:spcPct val="150000"/>
                </a:lnSpc>
              </a:pPr>
              <a:r>
                <a:rPr lang="en-US" altLang="zh-CN" sz="110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100" dirty="0">
                <a:solidFill>
                  <a:schemeClr val="tx1">
                    <a:lumMod val="75000"/>
                    <a:lumOff val="25000"/>
                  </a:schemeClr>
                </a:solidFill>
              </a:endParaRPr>
            </a:p>
          </p:txBody>
        </p:sp>
        <p:sp>
          <p:nvSpPr>
            <p:cNvPr id="26" name="AutoShape 28"/>
            <p:cNvSpPr/>
            <p:nvPr/>
          </p:nvSpPr>
          <p:spPr bwMode="auto">
            <a:xfrm>
              <a:off x="8288905" y="1651908"/>
              <a:ext cx="2558256" cy="4557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323850">
                <a:spcBef>
                  <a:spcPts val="850"/>
                </a:spcBef>
                <a:defRPr/>
              </a:pPr>
              <a:r>
                <a:rPr lang="es-ES" sz="2000" b="1" dirty="0">
                  <a:solidFill>
                    <a:prstClr val="black">
                      <a:lumMod val="75000"/>
                      <a:lumOff val="25000"/>
                    </a:prstClr>
                  </a:solidFill>
                  <a:latin typeface="Agency FB"/>
                  <a:ea typeface="MS PGothic" panose="020B0600070205080204" pitchFamily="34" charset="-128"/>
                  <a:cs typeface="Lato" charset="0"/>
                  <a:sym typeface="Lato" charset="0"/>
                </a:rPr>
                <a:t>ADD YOUR TITLE HERE</a:t>
              </a:r>
              <a:endParaRPr lang="es-ES" sz="2800" dirty="0">
                <a:solidFill>
                  <a:prstClr val="black">
                    <a:lumMod val="75000"/>
                    <a:lumOff val="25000"/>
                  </a:prstClr>
                </a:solidFill>
                <a:latin typeface="Agency FB"/>
                <a:ea typeface="MS PGothic" panose="020B0600070205080204" pitchFamily="34" charset="-128"/>
                <a:sym typeface="Gill Sans" charset="0"/>
              </a:endParaRPr>
            </a:p>
          </p:txBody>
        </p:sp>
      </p:grpSp>
      <p:pic>
        <p:nvPicPr>
          <p:cNvPr id="27" name="图片 2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369440" y="5240893"/>
            <a:ext cx="2778511" cy="20051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4" accel="60000" fill="hold" nodeType="withEffect" p14:presetBounceEnd="60000">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14:bounceEnd="60000">
                                          <p:cBhvr additive="base">
                                            <p:cTn id="11" dur="1500" fill="hold"/>
                                            <p:tgtEl>
                                              <p:spTgt spid="3"/>
                                            </p:tgtEl>
                                            <p:attrNameLst>
                                              <p:attrName>ppt_x</p:attrName>
                                            </p:attrNameLst>
                                          </p:cBhvr>
                                          <p:tavLst>
                                            <p:tav tm="0">
                                              <p:val>
                                                <p:strVal val="#ppt_x"/>
                                              </p:val>
                                            </p:tav>
                                            <p:tav tm="100000">
                                              <p:val>
                                                <p:strVal val="#ppt_x"/>
                                              </p:val>
                                            </p:tav>
                                          </p:tavLst>
                                        </p:anim>
                                        <p:anim calcmode="lin" valueType="num" p14:bounceEnd="60000">
                                          <p:cBhvr additive="base">
                                            <p:cTn id="12" dur="1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14:presetBounceEnd="60000">
                                      <p:stCondLst>
                                        <p:cond delay="100"/>
                                      </p:stCondLst>
                                      <p:childTnLst>
                                        <p:set>
                                          <p:cBhvr>
                                            <p:cTn id="14" dur="1" fill="hold">
                                              <p:stCondLst>
                                                <p:cond delay="0"/>
                                              </p:stCondLst>
                                            </p:cTn>
                                            <p:tgtEl>
                                              <p:spTgt spid="11"/>
                                            </p:tgtEl>
                                            <p:attrNameLst>
                                              <p:attrName>style.visibility</p:attrName>
                                            </p:attrNameLst>
                                          </p:cBhvr>
                                          <p:to>
                                            <p:strVal val="visible"/>
                                          </p:to>
                                        </p:set>
                                        <p:anim calcmode="lin" valueType="num" p14:bounceEnd="60000">
                                          <p:cBhvr additive="base">
                                            <p:cTn id="15" dur="1500" fill="hold"/>
                                            <p:tgtEl>
                                              <p:spTgt spid="11"/>
                                            </p:tgtEl>
                                            <p:attrNameLst>
                                              <p:attrName>ppt_x</p:attrName>
                                            </p:attrNameLst>
                                          </p:cBhvr>
                                          <p:tavLst>
                                            <p:tav tm="0">
                                              <p:val>
                                                <p:strVal val="#ppt_x"/>
                                              </p:val>
                                            </p:tav>
                                            <p:tav tm="100000">
                                              <p:val>
                                                <p:strVal val="#ppt_x"/>
                                              </p:val>
                                            </p:tav>
                                          </p:tavLst>
                                        </p:anim>
                                        <p:anim calcmode="lin" valueType="num" p14:bounceEnd="60000">
                                          <p:cBhvr additive="base">
                                            <p:cTn id="16" dur="1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accel="60000" fill="hold" nodeType="withEffect" p14:presetBounceEnd="60000">
                                      <p:stCondLst>
                                        <p:cond delay="200"/>
                                      </p:stCondLst>
                                      <p:childTnLst>
                                        <p:set>
                                          <p:cBhvr>
                                            <p:cTn id="18" dur="1" fill="hold">
                                              <p:stCondLst>
                                                <p:cond delay="0"/>
                                              </p:stCondLst>
                                            </p:cTn>
                                            <p:tgtEl>
                                              <p:spTgt spid="19"/>
                                            </p:tgtEl>
                                            <p:attrNameLst>
                                              <p:attrName>style.visibility</p:attrName>
                                            </p:attrNameLst>
                                          </p:cBhvr>
                                          <p:to>
                                            <p:strVal val="visible"/>
                                          </p:to>
                                        </p:set>
                                        <p:anim calcmode="lin" valueType="num" p14:bounceEnd="60000">
                                          <p:cBhvr additive="base">
                                            <p:cTn id="19" dur="1500" fill="hold"/>
                                            <p:tgtEl>
                                              <p:spTgt spid="19"/>
                                            </p:tgtEl>
                                            <p:attrNameLst>
                                              <p:attrName>ppt_x</p:attrName>
                                            </p:attrNameLst>
                                          </p:cBhvr>
                                          <p:tavLst>
                                            <p:tav tm="0">
                                              <p:val>
                                                <p:strVal val="#ppt_x"/>
                                              </p:val>
                                            </p:tav>
                                            <p:tav tm="100000">
                                              <p:val>
                                                <p:strVal val="#ppt_x"/>
                                              </p:val>
                                            </p:tav>
                                          </p:tavLst>
                                        </p:anim>
                                        <p:anim calcmode="lin" valueType="num" p14:bounceEnd="60000">
                                          <p:cBhvr additive="base">
                                            <p:cTn id="20" dur="1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4" accel="6000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ppt_x"/>
                                              </p:val>
                                            </p:tav>
                                            <p:tav tm="100000">
                                              <p:val>
                                                <p:strVal val="#ppt_x"/>
                                              </p:val>
                                            </p:tav>
                                          </p:tavLst>
                                        </p:anim>
                                        <p:anim calcmode="lin" valueType="num">
                                          <p:cBhvr additive="base">
                                            <p:cTn id="12" dur="1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stCondLst>
                                        <p:cond delay="1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1500" fill="hold"/>
                                            <p:tgtEl>
                                              <p:spTgt spid="11"/>
                                            </p:tgtEl>
                                            <p:attrNameLst>
                                              <p:attrName>ppt_x</p:attrName>
                                            </p:attrNameLst>
                                          </p:cBhvr>
                                          <p:tavLst>
                                            <p:tav tm="0">
                                              <p:val>
                                                <p:strVal val="#ppt_x"/>
                                              </p:val>
                                            </p:tav>
                                            <p:tav tm="100000">
                                              <p:val>
                                                <p:strVal val="#ppt_x"/>
                                              </p:val>
                                            </p:tav>
                                          </p:tavLst>
                                        </p:anim>
                                        <p:anim calcmode="lin" valueType="num">
                                          <p:cBhvr additive="base">
                                            <p:cTn id="16" dur="1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accel="60000" fill="hold" nodeType="withEffect">
                                      <p:stCondLst>
                                        <p:cond delay="20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1500" fill="hold"/>
                                            <p:tgtEl>
                                              <p:spTgt spid="19"/>
                                            </p:tgtEl>
                                            <p:attrNameLst>
                                              <p:attrName>ppt_x</p:attrName>
                                            </p:attrNameLst>
                                          </p:cBhvr>
                                          <p:tavLst>
                                            <p:tav tm="0">
                                              <p:val>
                                                <p:strVal val="#ppt_x"/>
                                              </p:val>
                                            </p:tav>
                                            <p:tav tm="100000">
                                              <p:val>
                                                <p:strVal val="#ppt_x"/>
                                              </p:val>
                                            </p:tav>
                                          </p:tavLst>
                                        </p:anim>
                                        <p:anim calcmode="lin" valueType="num">
                                          <p:cBhvr additive="base">
                                            <p:cTn id="20" dur="1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2221556" y="3683149"/>
            <a:ext cx="7761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dirty="0">
                <a:solidFill>
                  <a:schemeClr val="tx1">
                    <a:lumMod val="75000"/>
                    <a:lumOff val="25000"/>
                  </a:schemeClr>
                </a:solidFill>
              </a:rPr>
              <a:t>NAME</a:t>
            </a:r>
            <a:endParaRPr lang="zh-CN" altLang="en-US" dirty="0">
              <a:solidFill>
                <a:schemeClr val="tx1">
                  <a:lumMod val="75000"/>
                  <a:lumOff val="25000"/>
                </a:schemeClr>
              </a:solidFill>
            </a:endParaRPr>
          </a:p>
        </p:txBody>
      </p:sp>
      <p:sp>
        <p:nvSpPr>
          <p:cNvPr id="5" name="TextBox 8"/>
          <p:cNvSpPr txBox="1">
            <a:spLocks noChangeArrowheads="1"/>
          </p:cNvSpPr>
          <p:nvPr/>
        </p:nvSpPr>
        <p:spPr bwMode="auto">
          <a:xfrm>
            <a:off x="5726756" y="3683149"/>
            <a:ext cx="7761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chemeClr val="tx1">
                    <a:lumMod val="75000"/>
                    <a:lumOff val="25000"/>
                  </a:schemeClr>
                </a:solidFill>
              </a:rPr>
              <a:t>NAME</a:t>
            </a:r>
            <a:endParaRPr lang="zh-CN" altLang="en-US">
              <a:solidFill>
                <a:schemeClr val="tx1">
                  <a:lumMod val="75000"/>
                  <a:lumOff val="25000"/>
                </a:schemeClr>
              </a:solidFill>
            </a:endParaRPr>
          </a:p>
        </p:txBody>
      </p:sp>
      <p:sp>
        <p:nvSpPr>
          <p:cNvPr id="6" name="TextBox 9"/>
          <p:cNvSpPr txBox="1">
            <a:spLocks noChangeArrowheads="1"/>
          </p:cNvSpPr>
          <p:nvPr/>
        </p:nvSpPr>
        <p:spPr bwMode="auto">
          <a:xfrm>
            <a:off x="9231956" y="3683149"/>
            <a:ext cx="7761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chemeClr val="tx1">
                    <a:lumMod val="75000"/>
                    <a:lumOff val="25000"/>
                  </a:schemeClr>
                </a:solidFill>
              </a:rPr>
              <a:t>NAME</a:t>
            </a:r>
            <a:endParaRPr lang="zh-CN" altLang="en-US">
              <a:solidFill>
                <a:schemeClr val="tx1">
                  <a:lumMod val="75000"/>
                  <a:lumOff val="25000"/>
                </a:schemeClr>
              </a:solidFill>
            </a:endParaRPr>
          </a:p>
        </p:txBody>
      </p:sp>
      <p:sp>
        <p:nvSpPr>
          <p:cNvPr id="7" name="文本框 56"/>
          <p:cNvSpPr txBox="1"/>
          <p:nvPr/>
        </p:nvSpPr>
        <p:spPr>
          <a:xfrm>
            <a:off x="1565275" y="4052481"/>
            <a:ext cx="2051050" cy="400110"/>
          </a:xfrm>
          <a:prstGeom prst="rect">
            <a:avLst/>
          </a:prstGeom>
          <a:noFill/>
        </p:spPr>
        <p:txBody>
          <a:bodyPr>
            <a:spAutoFit/>
          </a:bodyPr>
          <a:lstStyle>
            <a:defPPr>
              <a:defRPr lang="zh-CN"/>
            </a:defPPr>
            <a:lvl1pPr algn="just">
              <a:lnSpc>
                <a:spcPct val="110000"/>
              </a:lnSpc>
              <a:defRPr sz="1400">
                <a:solidFill>
                  <a:schemeClr val="tx1">
                    <a:lumMod val="50000"/>
                    <a:lumOff val="50000"/>
                  </a:schemeClr>
                </a:solidFill>
              </a:defRPr>
            </a:lvl1pPr>
          </a:lstStyle>
          <a:p>
            <a:pPr algn="ctr" eaLnBrk="1" fontAlgn="auto" hangingPunct="1">
              <a:lnSpc>
                <a:spcPct val="100000"/>
              </a:lnSpc>
              <a:spcBef>
                <a:spcPts val="0"/>
              </a:spcBef>
              <a:spcAft>
                <a:spcPts val="0"/>
              </a:spcAft>
              <a:defRPr/>
            </a:pPr>
            <a:r>
              <a:rPr lang="en-US" altLang="zh-CN" sz="2000" dirty="0">
                <a:solidFill>
                  <a:schemeClr val="tx1"/>
                </a:solidFill>
                <a:latin typeface="Agency FB" panose="020B0503020202020204" pitchFamily="34" charset="0"/>
                <a:ea typeface="+mn-ea"/>
              </a:rPr>
              <a:t>Your Title Here</a:t>
            </a:r>
            <a:endParaRPr lang="zh-CN" altLang="en-US" sz="1600" dirty="0">
              <a:solidFill>
                <a:schemeClr val="tx1"/>
              </a:solidFill>
              <a:latin typeface="Agency FB" panose="020B0503020202020204" pitchFamily="34" charset="0"/>
              <a:ea typeface="+mn-ea"/>
            </a:endParaRPr>
          </a:p>
        </p:txBody>
      </p:sp>
      <p:sp>
        <p:nvSpPr>
          <p:cNvPr id="8" name="TextBox 23"/>
          <p:cNvSpPr txBox="1"/>
          <p:nvPr/>
        </p:nvSpPr>
        <p:spPr>
          <a:xfrm>
            <a:off x="1528843" y="4514146"/>
            <a:ext cx="2123914" cy="1015663"/>
          </a:xfrm>
          <a:prstGeom prst="rect">
            <a:avLst/>
          </a:prstGeom>
          <a:noFill/>
        </p:spPr>
        <p:txBody>
          <a:bodyPr wrap="square" rtlCol="0">
            <a:spAutoFit/>
          </a:bodyPr>
          <a:lstStyle/>
          <a:p>
            <a:pPr algn="ctr">
              <a:lnSpc>
                <a:spcPct val="150000"/>
              </a:lnSpc>
            </a:pPr>
            <a:r>
              <a:rPr lang="zh-CN" altLang="en-US" sz="1000" dirty="0">
                <a:solidFill>
                  <a:schemeClr val="tx1">
                    <a:lumMod val="50000"/>
                    <a:lumOff val="50000"/>
                  </a:schemeClr>
                </a:solidFill>
                <a:cs typeface="+mn-ea"/>
                <a:sym typeface="+mn-lt"/>
              </a:rPr>
              <a:t>点击添加相关标题文字，点击添加相关标题文字，点击添加相关标题文字，点击添加相关标题文字，点击添加相关标题文字。</a:t>
            </a:r>
            <a:endParaRPr lang="en-GB" altLang="zh-CN" sz="1000" dirty="0">
              <a:solidFill>
                <a:schemeClr val="tx1">
                  <a:lumMod val="50000"/>
                  <a:lumOff val="50000"/>
                </a:schemeClr>
              </a:solidFill>
              <a:cs typeface="+mn-ea"/>
              <a:sym typeface="+mn-lt"/>
            </a:endParaRPr>
          </a:p>
        </p:txBody>
      </p:sp>
      <p:sp>
        <p:nvSpPr>
          <p:cNvPr id="9" name="文本框 56"/>
          <p:cNvSpPr txBox="1"/>
          <p:nvPr/>
        </p:nvSpPr>
        <p:spPr>
          <a:xfrm>
            <a:off x="5074023" y="4052481"/>
            <a:ext cx="2051050" cy="400110"/>
          </a:xfrm>
          <a:prstGeom prst="rect">
            <a:avLst/>
          </a:prstGeom>
          <a:noFill/>
        </p:spPr>
        <p:txBody>
          <a:bodyPr>
            <a:spAutoFit/>
          </a:bodyPr>
          <a:lstStyle>
            <a:defPPr>
              <a:defRPr lang="zh-CN"/>
            </a:defPPr>
            <a:lvl1pPr algn="just">
              <a:lnSpc>
                <a:spcPct val="110000"/>
              </a:lnSpc>
              <a:defRPr sz="1400">
                <a:solidFill>
                  <a:schemeClr val="tx1">
                    <a:lumMod val="50000"/>
                    <a:lumOff val="50000"/>
                  </a:schemeClr>
                </a:solidFill>
              </a:defRPr>
            </a:lvl1pPr>
          </a:lstStyle>
          <a:p>
            <a:pPr algn="ctr" eaLnBrk="1" fontAlgn="auto" hangingPunct="1">
              <a:lnSpc>
                <a:spcPct val="100000"/>
              </a:lnSpc>
              <a:spcBef>
                <a:spcPts val="0"/>
              </a:spcBef>
              <a:spcAft>
                <a:spcPts val="0"/>
              </a:spcAft>
              <a:defRPr/>
            </a:pPr>
            <a:r>
              <a:rPr lang="en-US" altLang="zh-CN" sz="2000" dirty="0">
                <a:solidFill>
                  <a:schemeClr val="tx1"/>
                </a:solidFill>
                <a:latin typeface="Agency FB" panose="020B0503020202020204" pitchFamily="34" charset="0"/>
              </a:rPr>
              <a:t>Your Title Here</a:t>
            </a:r>
            <a:endParaRPr lang="zh-CN" altLang="en-US" sz="1600" dirty="0">
              <a:solidFill>
                <a:schemeClr val="tx1"/>
              </a:solidFill>
              <a:latin typeface="Agency FB" panose="020B0503020202020204" pitchFamily="34" charset="0"/>
            </a:endParaRPr>
          </a:p>
        </p:txBody>
      </p:sp>
      <p:sp>
        <p:nvSpPr>
          <p:cNvPr id="10" name="TextBox 23"/>
          <p:cNvSpPr txBox="1"/>
          <p:nvPr/>
        </p:nvSpPr>
        <p:spPr>
          <a:xfrm>
            <a:off x="5037591" y="4514146"/>
            <a:ext cx="2123914" cy="1015663"/>
          </a:xfrm>
          <a:prstGeom prst="rect">
            <a:avLst/>
          </a:prstGeom>
          <a:noFill/>
        </p:spPr>
        <p:txBody>
          <a:bodyPr wrap="square" rtlCol="0">
            <a:spAutoFit/>
          </a:bodyPr>
          <a:lstStyle/>
          <a:p>
            <a:pPr algn="ctr">
              <a:lnSpc>
                <a:spcPct val="150000"/>
              </a:lnSpc>
            </a:pPr>
            <a:r>
              <a:rPr lang="zh-CN" altLang="en-US" sz="1000" dirty="0">
                <a:solidFill>
                  <a:schemeClr val="tx1">
                    <a:lumMod val="50000"/>
                    <a:lumOff val="50000"/>
                  </a:schemeClr>
                </a:solidFill>
                <a:cs typeface="+mn-ea"/>
                <a:sym typeface="+mn-lt"/>
              </a:rPr>
              <a:t>点击添加相关标题文字，点击添加相关标题文字，点击添加相关标题文字，点击添加相关标题文字，点击添加相关标题文字。</a:t>
            </a:r>
            <a:endParaRPr lang="en-GB" altLang="zh-CN" sz="1000" dirty="0">
              <a:solidFill>
                <a:schemeClr val="tx1">
                  <a:lumMod val="50000"/>
                  <a:lumOff val="50000"/>
                </a:schemeClr>
              </a:solidFill>
              <a:cs typeface="+mn-ea"/>
              <a:sym typeface="+mn-lt"/>
            </a:endParaRPr>
          </a:p>
        </p:txBody>
      </p:sp>
      <p:sp>
        <p:nvSpPr>
          <p:cNvPr id="11" name="文本框 56"/>
          <p:cNvSpPr txBox="1"/>
          <p:nvPr/>
        </p:nvSpPr>
        <p:spPr>
          <a:xfrm>
            <a:off x="8625297" y="4052481"/>
            <a:ext cx="2051050" cy="400110"/>
          </a:xfrm>
          <a:prstGeom prst="rect">
            <a:avLst/>
          </a:prstGeom>
          <a:noFill/>
        </p:spPr>
        <p:txBody>
          <a:bodyPr>
            <a:spAutoFit/>
          </a:bodyPr>
          <a:lstStyle>
            <a:defPPr>
              <a:defRPr lang="zh-CN"/>
            </a:defPPr>
            <a:lvl1pPr algn="just">
              <a:lnSpc>
                <a:spcPct val="110000"/>
              </a:lnSpc>
              <a:defRPr sz="1400">
                <a:solidFill>
                  <a:schemeClr val="tx1">
                    <a:lumMod val="50000"/>
                    <a:lumOff val="50000"/>
                  </a:schemeClr>
                </a:solidFill>
              </a:defRPr>
            </a:lvl1pPr>
          </a:lstStyle>
          <a:p>
            <a:pPr algn="ctr" eaLnBrk="1" fontAlgn="auto" hangingPunct="1">
              <a:lnSpc>
                <a:spcPct val="100000"/>
              </a:lnSpc>
              <a:spcBef>
                <a:spcPts val="0"/>
              </a:spcBef>
              <a:spcAft>
                <a:spcPts val="0"/>
              </a:spcAft>
              <a:defRPr/>
            </a:pPr>
            <a:r>
              <a:rPr lang="en-US" altLang="zh-CN" sz="2000" dirty="0">
                <a:solidFill>
                  <a:schemeClr val="tx1"/>
                </a:solidFill>
                <a:latin typeface="Agency FB" panose="020B0503020202020204" pitchFamily="34" charset="0"/>
              </a:rPr>
              <a:t>Your Title Here</a:t>
            </a:r>
            <a:endParaRPr lang="zh-CN" altLang="en-US" sz="1600" dirty="0">
              <a:solidFill>
                <a:schemeClr val="tx1"/>
              </a:solidFill>
              <a:latin typeface="Agency FB" panose="020B0503020202020204" pitchFamily="34" charset="0"/>
            </a:endParaRPr>
          </a:p>
        </p:txBody>
      </p:sp>
      <p:sp>
        <p:nvSpPr>
          <p:cNvPr id="12" name="TextBox 23"/>
          <p:cNvSpPr txBox="1"/>
          <p:nvPr/>
        </p:nvSpPr>
        <p:spPr>
          <a:xfrm>
            <a:off x="8588865" y="4514146"/>
            <a:ext cx="2123914" cy="1015663"/>
          </a:xfrm>
          <a:prstGeom prst="rect">
            <a:avLst/>
          </a:prstGeom>
          <a:noFill/>
        </p:spPr>
        <p:txBody>
          <a:bodyPr wrap="square" rtlCol="0">
            <a:spAutoFit/>
          </a:bodyPr>
          <a:lstStyle/>
          <a:p>
            <a:pPr algn="ctr">
              <a:lnSpc>
                <a:spcPct val="150000"/>
              </a:lnSpc>
            </a:pPr>
            <a:r>
              <a:rPr lang="zh-CN" altLang="en-US" sz="1000" dirty="0">
                <a:solidFill>
                  <a:schemeClr val="tx1">
                    <a:lumMod val="50000"/>
                    <a:lumOff val="50000"/>
                  </a:schemeClr>
                </a:solidFill>
                <a:cs typeface="+mn-ea"/>
                <a:sym typeface="+mn-lt"/>
              </a:rPr>
              <a:t>点击添加相关标题文字，点击添加相关标题文字，点击添加相关标题文字，点击添加相关标题文字，点击添加相关标题文字。</a:t>
            </a:r>
            <a:endParaRPr lang="en-GB" altLang="zh-CN" sz="1000" dirty="0">
              <a:solidFill>
                <a:schemeClr val="tx1">
                  <a:lumMod val="50000"/>
                  <a:lumOff val="50000"/>
                </a:schemeClr>
              </a:solidFill>
              <a:cs typeface="+mn-ea"/>
              <a:sym typeface="+mn-lt"/>
            </a:endParaRPr>
          </a:p>
        </p:txBody>
      </p:sp>
      <p:sp>
        <p:nvSpPr>
          <p:cNvPr id="15"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61272" y="0"/>
            <a:ext cx="2778511" cy="2005159"/>
          </a:xfrm>
          <a:prstGeom prst="rect">
            <a:avLst/>
          </a:prstGeom>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4092" y="2010451"/>
            <a:ext cx="1971102" cy="13140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9292" y="2074395"/>
            <a:ext cx="1971102" cy="13140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88865" y="2112157"/>
            <a:ext cx="1971102" cy="13140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14:bounceEnd="34000">
                                          <p:cBhvr additive="base">
                                            <p:cTn id="7" dur="750" fill="hold"/>
                                            <p:tgtEl>
                                              <p:spTgt spid="15"/>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1+#ppt_w/2"/>
                                              </p:val>
                                            </p:tav>
                                            <p:tav tm="100000">
                                              <p:val>
                                                <p:strVal val="#ppt_x"/>
                                              </p:val>
                                            </p:tav>
                                          </p:tavLst>
                                        </p:anim>
                                        <p:anim calcmode="lin" valueType="num">
                                          <p:cBhvr additive="base">
                                            <p:cTn id="8" dur="75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5"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29"/>
          <p:cNvSpPr>
            <a:spLocks noChangeArrowheads="1"/>
          </p:cNvSpPr>
          <p:nvPr/>
        </p:nvSpPr>
        <p:spPr bwMode="auto">
          <a:xfrm>
            <a:off x="5390149" y="2370221"/>
            <a:ext cx="1154940" cy="864399"/>
          </a:xfrm>
          <a:prstGeom prst="rect">
            <a:avLst/>
          </a:prstGeom>
          <a:noFill/>
          <a:ln w="22225">
            <a:solidFill>
              <a:schemeClr val="tx1">
                <a:lumMod val="50000"/>
                <a:lumOff val="50000"/>
              </a:schemeClr>
            </a:solidFill>
            <a:bevel/>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chemeClr val="tx1">
                  <a:lumMod val="75000"/>
                  <a:lumOff val="25000"/>
                </a:schemeClr>
              </a:solidFill>
              <a:latin typeface="+mn-lt"/>
              <a:ea typeface="+mn-ea"/>
              <a:cs typeface="+mn-ea"/>
              <a:sym typeface="+mn-lt"/>
            </a:endParaRPr>
          </a:p>
        </p:txBody>
      </p:sp>
      <p:sp>
        <p:nvSpPr>
          <p:cNvPr id="5" name="文本框 4"/>
          <p:cNvSpPr txBox="1"/>
          <p:nvPr/>
        </p:nvSpPr>
        <p:spPr>
          <a:xfrm>
            <a:off x="5677571" y="2578059"/>
            <a:ext cx="3829286" cy="646331"/>
          </a:xfrm>
          <a:prstGeom prst="rect">
            <a:avLst/>
          </a:prstGeom>
          <a:noFill/>
        </p:spPr>
        <p:txBody>
          <a:bodyPr wrap="square" rtlCol="0">
            <a:spAutoFit/>
          </a:bodyPr>
          <a:lstStyle/>
          <a:p>
            <a:r>
              <a:rPr lang="en-US" altLang="zh-CN" sz="3600" b="1" i="1" dirty="0">
                <a:solidFill>
                  <a:schemeClr val="tx1">
                    <a:lumMod val="75000"/>
                    <a:lumOff val="25000"/>
                  </a:schemeClr>
                </a:solidFill>
                <a:latin typeface="Arial" panose="020B0604020202020204" pitchFamily="34" charset="0"/>
                <a:cs typeface="Arial" panose="020B0604020202020204" pitchFamily="34" charset="0"/>
              </a:rPr>
              <a:t>Your Title Here</a:t>
            </a:r>
            <a:endParaRPr lang="zh-CN" altLang="en-US" sz="3600" b="1"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文本框 5"/>
          <p:cNvSpPr txBox="1"/>
          <p:nvPr/>
        </p:nvSpPr>
        <p:spPr>
          <a:xfrm>
            <a:off x="5707459" y="4012319"/>
            <a:ext cx="5356498" cy="894732"/>
          </a:xfrm>
          <a:prstGeom prst="rect">
            <a:avLst/>
          </a:prstGeom>
          <a:noFill/>
        </p:spPr>
        <p:txBody>
          <a:bodyPr wrap="square" rtlCol="0">
            <a:spAutoFit/>
          </a:bodyPr>
          <a:lstStyle/>
          <a:p>
            <a:pPr>
              <a:lnSpc>
                <a:spcPct val="150000"/>
              </a:lnSpc>
            </a:pPr>
            <a:r>
              <a:rPr lang="en-US" altLang="zh-CN" sz="1200" dirty="0">
                <a:solidFill>
                  <a:schemeClr val="tx1">
                    <a:lumMod val="65000"/>
                    <a:lumOff val="35000"/>
                  </a:schemeClr>
                </a:solidFill>
                <a:latin typeface="Calibri" panose="020F0502020204030204" pitchFamily="34" charset="0"/>
              </a:rPr>
              <a:t>It is not difficult to imagine a world short of ambition. It would probably be a kinder world: with out demands, probably be a kinder  without abrasions. People would have time for reflection.</a:t>
            </a:r>
            <a:r>
              <a:rPr lang="en-US" altLang="zh-CN" sz="1200" dirty="0">
                <a:solidFill>
                  <a:schemeClr val="tx1">
                    <a:lumMod val="75000"/>
                    <a:lumOff val="25000"/>
                  </a:schemeClr>
                </a:solidFill>
                <a:latin typeface="Calibri" panose="020F0502020204030204" pitchFamily="34" charset="0"/>
              </a:rPr>
              <a:t> Insert you awesome clever slogan or theme</a:t>
            </a:r>
            <a:r>
              <a:rPr lang="en-US" altLang="zh-CN" sz="1200" dirty="0">
                <a:solidFill>
                  <a:schemeClr val="tx1">
                    <a:lumMod val="65000"/>
                    <a:lumOff val="35000"/>
                  </a:schemeClr>
                </a:solidFill>
                <a:latin typeface="Calibri" panose="020F0502020204030204" pitchFamily="34" charset="0"/>
              </a:rPr>
              <a:t> . </a:t>
            </a:r>
            <a:endParaRPr lang="zh-CN" altLang="en-US" sz="1200" dirty="0">
              <a:solidFill>
                <a:schemeClr val="tx1">
                  <a:lumMod val="65000"/>
                  <a:lumOff val="35000"/>
                </a:schemeClr>
              </a:solidFill>
              <a:latin typeface="Calibri" panose="020F0502020204030204" pitchFamily="34" charset="0"/>
            </a:endParaRPr>
          </a:p>
        </p:txBody>
      </p:sp>
      <p:sp>
        <p:nvSpPr>
          <p:cNvPr id="11" name="文本框 10"/>
          <p:cNvSpPr txBox="1"/>
          <p:nvPr/>
        </p:nvSpPr>
        <p:spPr>
          <a:xfrm>
            <a:off x="5677571" y="3189827"/>
            <a:ext cx="5083347" cy="634020"/>
          </a:xfrm>
          <a:prstGeom prst="rect">
            <a:avLst/>
          </a:prstGeom>
          <a:noFill/>
        </p:spPr>
        <p:txBody>
          <a:bodyPr wrap="square" rtlCol="0">
            <a:spAutoFit/>
          </a:bodyPr>
          <a:lstStyle>
            <a:defPPr>
              <a:defRPr lang="zh-CN"/>
            </a:defPPr>
            <a:lvl1pPr>
              <a:lnSpc>
                <a:spcPct val="110000"/>
              </a:lnSpc>
              <a:defRPr sz="1600">
                <a:solidFill>
                  <a:schemeClr val="tx1">
                    <a:lumMod val="65000"/>
                    <a:lumOff val="35000"/>
                  </a:schemeClr>
                </a:solidFill>
                <a:latin typeface="Calibri" panose="020F0502020204030204" pitchFamily="34" charset="0"/>
              </a:defRPr>
            </a:lvl1pPr>
          </a:lstStyle>
          <a:p>
            <a:r>
              <a:rPr lang="en-US" altLang="zh-CN" b="1" dirty="0">
                <a:solidFill>
                  <a:schemeClr val="tx1">
                    <a:lumMod val="75000"/>
                    <a:lumOff val="25000"/>
                  </a:schemeClr>
                </a:solidFill>
              </a:rPr>
              <a:t>Insert you awesome clever slogan or awesome clever slogan or theme in this you awesome clever .</a:t>
            </a:r>
            <a:endParaRPr lang="zh-CN" altLang="en-US" b="1" dirty="0">
              <a:solidFill>
                <a:schemeClr val="tx1">
                  <a:lumMod val="75000"/>
                  <a:lumOff val="25000"/>
                </a:schemeClr>
              </a:solidFill>
            </a:endParaRPr>
          </a:p>
        </p:txBody>
      </p:sp>
      <p:cxnSp>
        <p:nvCxnSpPr>
          <p:cNvPr id="7" name="直接连接符 6"/>
          <p:cNvCxnSpPr/>
          <p:nvPr/>
        </p:nvCxnSpPr>
        <p:spPr>
          <a:xfrm flipH="1">
            <a:off x="3932018" y="3234620"/>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3756533" y="3803638"/>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26697" y="642750"/>
            <a:ext cx="3455827" cy="5183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 calcmode="lin" valueType="num">
                                      <p:cBhvr>
                                        <p:cTn id="9" dur="500" fill="hold"/>
                                        <p:tgtEl>
                                          <p:spTgt spid="12"/>
                                        </p:tgtEl>
                                        <p:attrNameLst>
                                          <p:attrName>style.rotation</p:attrName>
                                        </p:attrNameLst>
                                      </p:cBhvr>
                                      <p:tavLst>
                                        <p:tav tm="0">
                                          <p:val>
                                            <p:fltVal val="90"/>
                                          </p:val>
                                        </p:tav>
                                        <p:tav tm="100000">
                                          <p:val>
                                            <p:fltVal val="0"/>
                                          </p:val>
                                        </p:tav>
                                      </p:tavLst>
                                    </p:anim>
                                    <p:animEffect transition="in" filter="fade">
                                      <p:cBhvr>
                                        <p:cTn id="10" dur="500"/>
                                        <p:tgtEl>
                                          <p:spTgt spid="12"/>
                                        </p:tgtEl>
                                      </p:cBhvr>
                                    </p:animEffect>
                                  </p:childTnLst>
                                </p:cTn>
                              </p:par>
                            </p:childTnLst>
                          </p:cTn>
                        </p:par>
                        <p:par>
                          <p:cTn id="11" fill="hold">
                            <p:stCondLst>
                              <p:cond delay="500"/>
                            </p:stCondLst>
                            <p:childTnLst>
                              <p:par>
                                <p:cTn id="12" presetID="12" presetClass="entr" presetSubtype="4"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p:tgtEl>
                                          <p:spTgt spid="5"/>
                                        </p:tgtEl>
                                        <p:attrNameLst>
                                          <p:attrName>ppt_y</p:attrName>
                                        </p:attrNameLst>
                                      </p:cBhvr>
                                      <p:tavLst>
                                        <p:tav tm="0">
                                          <p:val>
                                            <p:strVal val="#ppt_y+#ppt_h*1.125000"/>
                                          </p:val>
                                        </p:tav>
                                        <p:tav tm="100000">
                                          <p:val>
                                            <p:strVal val="#ppt_y"/>
                                          </p:val>
                                        </p:tav>
                                      </p:tavLst>
                                    </p:anim>
                                    <p:animEffect transition="in" filter="wipe(up)">
                                      <p:cBhvr>
                                        <p:cTn id="15" dur="500"/>
                                        <p:tgtEl>
                                          <p:spTgt spid="5"/>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1500"/>
                            </p:stCondLst>
                            <p:childTnLst>
                              <p:par>
                                <p:cTn id="21" presetID="22"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1000"/>
                                        <p:tgtEl>
                                          <p:spTgt spid="6"/>
                                        </p:tgtEl>
                                      </p:cBhvr>
                                    </p:animEffect>
                                  </p:childTnLst>
                                </p:cTn>
                              </p:par>
                              <p:par>
                                <p:cTn id="24" presetID="14" presetClass="entr" presetSubtype="1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randombar(horizontal)">
                                      <p:cBhvr>
                                        <p:cTn id="26" dur="500"/>
                                        <p:tgtEl>
                                          <p:spTgt spid="7"/>
                                        </p:tgtEl>
                                      </p:cBhvr>
                                    </p:animEffect>
                                  </p:childTnLst>
                                </p:cTn>
                              </p:par>
                              <p:par>
                                <p:cTn id="27" presetID="14" presetClass="entr" presetSubtype="1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randombar(horizont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3" name="图片 2"/>
          <p:cNvPicPr>
            <a:picLocks noChangeAspect="1"/>
          </p:cNvPicPr>
          <p:nvPr/>
        </p:nvPicPr>
        <p:blipFill>
          <a:blip r:embed="rId1" cstate="screen"/>
          <a:stretch>
            <a:fillRect/>
          </a:stretch>
        </p:blipFill>
        <p:spPr>
          <a:xfrm>
            <a:off x="96370" y="2255701"/>
            <a:ext cx="7159595" cy="4596460"/>
          </a:xfrm>
          <a:prstGeom prst="rect">
            <a:avLst/>
          </a:prstGeom>
        </p:spPr>
      </p:pic>
      <p:cxnSp>
        <p:nvCxnSpPr>
          <p:cNvPr id="19" name="直接连接符 18"/>
          <p:cNvCxnSpPr/>
          <p:nvPr/>
        </p:nvCxnSpPr>
        <p:spPr>
          <a:xfrm>
            <a:off x="7813633" y="1987708"/>
            <a:ext cx="0" cy="53598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813633" y="3474145"/>
            <a:ext cx="0" cy="53598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813633" y="4895443"/>
            <a:ext cx="0" cy="53598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7915233" y="1818561"/>
            <a:ext cx="3453541" cy="1474000"/>
            <a:chOff x="3762506" y="1807841"/>
            <a:chExt cx="3392493" cy="1474000"/>
          </a:xfrm>
        </p:grpSpPr>
        <p:sp>
          <p:nvSpPr>
            <p:cNvPr id="24" name="矩形 23"/>
            <p:cNvSpPr/>
            <p:nvPr/>
          </p:nvSpPr>
          <p:spPr>
            <a:xfrm>
              <a:off x="3762584" y="2110110"/>
              <a:ext cx="3392415" cy="1171731"/>
            </a:xfrm>
            <a:prstGeom prst="rect">
              <a:avLst/>
            </a:prstGeom>
          </p:spPr>
          <p:txBody>
            <a:bodyPr wrap="square">
              <a:spAutoFit/>
            </a:bodyPr>
            <a:lstStyle/>
            <a:p>
              <a:pPr algn="just">
                <a:lnSpc>
                  <a:spcPct val="150000"/>
                </a:lnSpc>
              </a:pP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typesetting industry.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has been the industry's standard.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more.</a:t>
              </a:r>
              <a:endParaRPr lang="en-US" altLang="zh-CN" sz="1200" dirty="0">
                <a:solidFill>
                  <a:schemeClr val="tx1">
                    <a:lumMod val="50000"/>
                    <a:lumOff val="50000"/>
                  </a:schemeClr>
                </a:solidFill>
                <a:cs typeface="+mn-ea"/>
                <a:sym typeface="+mn-lt"/>
              </a:endParaRPr>
            </a:p>
          </p:txBody>
        </p:sp>
        <p:sp>
          <p:nvSpPr>
            <p:cNvPr id="25" name="文本框 24"/>
            <p:cNvSpPr txBox="1"/>
            <p:nvPr/>
          </p:nvSpPr>
          <p:spPr>
            <a:xfrm>
              <a:off x="3762506" y="1807841"/>
              <a:ext cx="2175198" cy="461665"/>
            </a:xfrm>
            <a:prstGeom prst="rect">
              <a:avLst/>
            </a:prstGeom>
            <a:noFill/>
          </p:spPr>
          <p:txBody>
            <a:bodyPr wrap="square" rtlCol="0">
              <a:spAutoFit/>
            </a:bodyPr>
            <a:lstStyle/>
            <a:p>
              <a:r>
                <a:rPr lang="en-US" altLang="zh-CN" sz="2400" b="1" dirty="0">
                  <a:solidFill>
                    <a:schemeClr val="tx1">
                      <a:lumMod val="85000"/>
                      <a:lumOff val="15000"/>
                    </a:schemeClr>
                  </a:solidFill>
                  <a:latin typeface="Agency FB" panose="020B0503020202020204" pitchFamily="34" charset="0"/>
                  <a:cs typeface="+mn-ea"/>
                  <a:sym typeface="+mn-lt"/>
                </a:rPr>
                <a:t>YOUR HEADER</a:t>
              </a:r>
              <a:endParaRPr lang="en-US" altLang="zh-CN" sz="2400" b="1" dirty="0">
                <a:solidFill>
                  <a:schemeClr val="tx1">
                    <a:lumMod val="85000"/>
                    <a:lumOff val="15000"/>
                  </a:schemeClr>
                </a:solidFill>
                <a:latin typeface="Agency FB" panose="020B0503020202020204" pitchFamily="34" charset="0"/>
                <a:cs typeface="+mn-ea"/>
                <a:sym typeface="+mn-lt"/>
              </a:endParaRPr>
            </a:p>
          </p:txBody>
        </p:sp>
      </p:grpSp>
      <p:grpSp>
        <p:nvGrpSpPr>
          <p:cNvPr id="26" name="组合 25"/>
          <p:cNvGrpSpPr/>
          <p:nvPr/>
        </p:nvGrpSpPr>
        <p:grpSpPr>
          <a:xfrm>
            <a:off x="7915233" y="3335857"/>
            <a:ext cx="3453541" cy="1474000"/>
            <a:chOff x="3762506" y="1807841"/>
            <a:chExt cx="3392493" cy="1474000"/>
          </a:xfrm>
        </p:grpSpPr>
        <p:sp>
          <p:nvSpPr>
            <p:cNvPr id="27" name="矩形 26"/>
            <p:cNvSpPr/>
            <p:nvPr/>
          </p:nvSpPr>
          <p:spPr>
            <a:xfrm>
              <a:off x="3762584" y="2110110"/>
              <a:ext cx="3392415" cy="1171731"/>
            </a:xfrm>
            <a:prstGeom prst="rect">
              <a:avLst/>
            </a:prstGeom>
          </p:spPr>
          <p:txBody>
            <a:bodyPr wrap="square">
              <a:spAutoFit/>
            </a:bodyPr>
            <a:lstStyle/>
            <a:p>
              <a:pPr algn="just">
                <a:lnSpc>
                  <a:spcPct val="150000"/>
                </a:lnSpc>
              </a:pP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typesetting industry.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has been the industry's standard.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more.</a:t>
              </a:r>
              <a:endParaRPr lang="en-US" altLang="zh-CN" sz="1200" dirty="0">
                <a:solidFill>
                  <a:schemeClr val="tx1">
                    <a:lumMod val="50000"/>
                    <a:lumOff val="50000"/>
                  </a:schemeClr>
                </a:solidFill>
                <a:cs typeface="+mn-ea"/>
                <a:sym typeface="+mn-lt"/>
              </a:endParaRPr>
            </a:p>
          </p:txBody>
        </p:sp>
        <p:sp>
          <p:nvSpPr>
            <p:cNvPr id="28" name="文本框 27"/>
            <p:cNvSpPr txBox="1"/>
            <p:nvPr/>
          </p:nvSpPr>
          <p:spPr>
            <a:xfrm>
              <a:off x="3762506" y="1807841"/>
              <a:ext cx="2175198" cy="461665"/>
            </a:xfrm>
            <a:prstGeom prst="rect">
              <a:avLst/>
            </a:prstGeom>
            <a:noFill/>
          </p:spPr>
          <p:txBody>
            <a:bodyPr wrap="square" rtlCol="0">
              <a:spAutoFit/>
            </a:bodyPr>
            <a:lstStyle/>
            <a:p>
              <a:r>
                <a:rPr lang="en-US" altLang="zh-CN" sz="2400" b="1" dirty="0">
                  <a:solidFill>
                    <a:schemeClr val="tx1">
                      <a:lumMod val="75000"/>
                      <a:lumOff val="25000"/>
                    </a:schemeClr>
                  </a:solidFill>
                  <a:latin typeface="Agency FB" panose="020B0503020202020204" pitchFamily="34" charset="0"/>
                  <a:cs typeface="+mn-ea"/>
                  <a:sym typeface="+mn-lt"/>
                </a:rPr>
                <a:t>YOUR HEADER</a:t>
              </a:r>
              <a:endParaRPr lang="en-US" altLang="zh-CN" sz="2400" b="1" dirty="0">
                <a:solidFill>
                  <a:schemeClr val="tx1">
                    <a:lumMod val="75000"/>
                    <a:lumOff val="25000"/>
                  </a:schemeClr>
                </a:solidFill>
                <a:latin typeface="Agency FB" panose="020B0503020202020204" pitchFamily="34" charset="0"/>
                <a:cs typeface="+mn-ea"/>
                <a:sym typeface="+mn-lt"/>
              </a:endParaRPr>
            </a:p>
          </p:txBody>
        </p:sp>
      </p:grpSp>
      <p:grpSp>
        <p:nvGrpSpPr>
          <p:cNvPr id="30" name="组合 29"/>
          <p:cNvGrpSpPr/>
          <p:nvPr/>
        </p:nvGrpSpPr>
        <p:grpSpPr>
          <a:xfrm>
            <a:off x="7915233" y="4790379"/>
            <a:ext cx="3453541" cy="1474000"/>
            <a:chOff x="3762506" y="1807841"/>
            <a:chExt cx="3392493" cy="1474000"/>
          </a:xfrm>
        </p:grpSpPr>
        <p:sp>
          <p:nvSpPr>
            <p:cNvPr id="37" name="矩形 36"/>
            <p:cNvSpPr/>
            <p:nvPr/>
          </p:nvSpPr>
          <p:spPr>
            <a:xfrm>
              <a:off x="3762584" y="2110110"/>
              <a:ext cx="3392415" cy="1171731"/>
            </a:xfrm>
            <a:prstGeom prst="rect">
              <a:avLst/>
            </a:prstGeom>
          </p:spPr>
          <p:txBody>
            <a:bodyPr wrap="square">
              <a:spAutoFit/>
            </a:bodyPr>
            <a:lstStyle/>
            <a:p>
              <a:pPr algn="just">
                <a:lnSpc>
                  <a:spcPct val="150000"/>
                </a:lnSpc>
              </a:pP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typesetting industry.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has been the industry's standard. </a:t>
              </a:r>
              <a:r>
                <a:rPr lang="en-US" altLang="zh-CN" sz="1200" dirty="0" err="1">
                  <a:solidFill>
                    <a:schemeClr val="tx1">
                      <a:lumMod val="50000"/>
                      <a:lumOff val="50000"/>
                    </a:schemeClr>
                  </a:solidFill>
                  <a:cs typeface="+mn-ea"/>
                  <a:sym typeface="+mn-lt"/>
                </a:rPr>
                <a:t>Lorem</a:t>
              </a:r>
              <a:r>
                <a:rPr lang="en-US" altLang="zh-CN" sz="1200" dirty="0">
                  <a:solidFill>
                    <a:schemeClr val="tx1">
                      <a:lumMod val="50000"/>
                      <a:lumOff val="50000"/>
                    </a:schemeClr>
                  </a:solidFill>
                  <a:cs typeface="+mn-ea"/>
                  <a:sym typeface="+mn-lt"/>
                </a:rPr>
                <a:t> </a:t>
              </a:r>
              <a:r>
                <a:rPr lang="en-US" altLang="zh-CN" sz="1200" dirty="0" err="1">
                  <a:solidFill>
                    <a:schemeClr val="tx1">
                      <a:lumMod val="50000"/>
                      <a:lumOff val="50000"/>
                    </a:schemeClr>
                  </a:solidFill>
                  <a:cs typeface="+mn-ea"/>
                  <a:sym typeface="+mn-lt"/>
                </a:rPr>
                <a:t>Ipsum</a:t>
              </a:r>
              <a:r>
                <a:rPr lang="en-US" altLang="zh-CN" sz="1200" dirty="0">
                  <a:solidFill>
                    <a:schemeClr val="tx1">
                      <a:lumMod val="50000"/>
                      <a:lumOff val="50000"/>
                    </a:schemeClr>
                  </a:solidFill>
                  <a:cs typeface="+mn-ea"/>
                  <a:sym typeface="+mn-lt"/>
                </a:rPr>
                <a:t> is simply dummy text of the printing and more.</a:t>
              </a:r>
              <a:endParaRPr lang="en-US" altLang="zh-CN" sz="1200" dirty="0">
                <a:solidFill>
                  <a:schemeClr val="tx1">
                    <a:lumMod val="50000"/>
                    <a:lumOff val="50000"/>
                  </a:schemeClr>
                </a:solidFill>
                <a:cs typeface="+mn-ea"/>
                <a:sym typeface="+mn-lt"/>
              </a:endParaRPr>
            </a:p>
          </p:txBody>
        </p:sp>
        <p:sp>
          <p:nvSpPr>
            <p:cNvPr id="38" name="文本框 37"/>
            <p:cNvSpPr txBox="1"/>
            <p:nvPr/>
          </p:nvSpPr>
          <p:spPr>
            <a:xfrm>
              <a:off x="3762506" y="1807841"/>
              <a:ext cx="2175198" cy="461665"/>
            </a:xfrm>
            <a:prstGeom prst="rect">
              <a:avLst/>
            </a:prstGeom>
            <a:noFill/>
          </p:spPr>
          <p:txBody>
            <a:bodyPr wrap="square" rtlCol="0">
              <a:spAutoFit/>
            </a:bodyPr>
            <a:lstStyle/>
            <a:p>
              <a:r>
                <a:rPr lang="en-US" altLang="zh-CN" sz="2400" b="1" dirty="0">
                  <a:solidFill>
                    <a:schemeClr val="tx1">
                      <a:lumMod val="75000"/>
                      <a:lumOff val="25000"/>
                    </a:schemeClr>
                  </a:solidFill>
                  <a:latin typeface="Agency FB" panose="020B0503020202020204" pitchFamily="34" charset="0"/>
                  <a:cs typeface="+mn-ea"/>
                  <a:sym typeface="+mn-lt"/>
                </a:rPr>
                <a:t>YOUR HEADER</a:t>
              </a:r>
              <a:endParaRPr lang="en-US" altLang="zh-CN" sz="2400" b="1" dirty="0">
                <a:solidFill>
                  <a:schemeClr val="tx1">
                    <a:lumMod val="75000"/>
                    <a:lumOff val="25000"/>
                  </a:schemeClr>
                </a:solidFill>
                <a:latin typeface="Agency FB" panose="020B0503020202020204" pitchFamily="34" charset="0"/>
                <a:cs typeface="+mn-ea"/>
                <a:sym typeface="+mn-lt"/>
              </a:endParaRPr>
            </a:p>
          </p:txBody>
        </p:sp>
      </p:grpSp>
      <p:grpSp>
        <p:nvGrpSpPr>
          <p:cNvPr id="42" name="组合 41"/>
          <p:cNvGrpSpPr/>
          <p:nvPr/>
        </p:nvGrpSpPr>
        <p:grpSpPr>
          <a:xfrm>
            <a:off x="6972649" y="1963897"/>
            <a:ext cx="612688" cy="598953"/>
            <a:chOff x="5941037" y="1705790"/>
            <a:chExt cx="612688" cy="598953"/>
          </a:xfrm>
        </p:grpSpPr>
        <p:sp>
          <p:nvSpPr>
            <p:cNvPr id="43" name="圆角矩形 42"/>
            <p:cNvSpPr/>
            <p:nvPr/>
          </p:nvSpPr>
          <p:spPr>
            <a:xfrm>
              <a:off x="5941037" y="1705790"/>
              <a:ext cx="612688" cy="598953"/>
            </a:xfrm>
            <a:prstGeom prst="round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A7A04"/>
                </a:solidFill>
              </a:endParaRPr>
            </a:p>
          </p:txBody>
        </p:sp>
        <p:sp>
          <p:nvSpPr>
            <p:cNvPr id="44" name="椭圆 32"/>
            <p:cNvSpPr>
              <a:spLocks noChangeArrowheads="1"/>
            </p:cNvSpPr>
            <p:nvPr/>
          </p:nvSpPr>
          <p:spPr bwMode="auto">
            <a:xfrm>
              <a:off x="6005304" y="1773600"/>
              <a:ext cx="483916" cy="483916"/>
            </a:xfrm>
            <a:prstGeom prst="ellipse">
              <a:avLst/>
            </a:prstGeom>
            <a:noFill/>
            <a:ln w="57150" algn="ctr">
              <a:noFill/>
              <a:round/>
            </a:ln>
          </p:spPr>
          <p:txBody>
            <a:bodyPr lIns="0" tIns="0" rIns="0" bIns="0" anchor="ctr"/>
            <a:lstStyle/>
            <a:p>
              <a:pPr algn="ctr" eaLnBrk="1" hangingPunct="1"/>
              <a:r>
                <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rPr>
                <a:t>01</a:t>
              </a:r>
              <a:endPar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endParaRPr>
            </a:p>
          </p:txBody>
        </p:sp>
      </p:grpSp>
      <p:grpSp>
        <p:nvGrpSpPr>
          <p:cNvPr id="49" name="组合 48"/>
          <p:cNvGrpSpPr/>
          <p:nvPr/>
        </p:nvGrpSpPr>
        <p:grpSpPr>
          <a:xfrm>
            <a:off x="6972649" y="3430804"/>
            <a:ext cx="612000" cy="597600"/>
            <a:chOff x="5941037" y="2861263"/>
            <a:chExt cx="612000" cy="597600"/>
          </a:xfrm>
        </p:grpSpPr>
        <p:sp>
          <p:nvSpPr>
            <p:cNvPr id="50" name="圆角矩形 49"/>
            <p:cNvSpPr/>
            <p:nvPr/>
          </p:nvSpPr>
          <p:spPr>
            <a:xfrm>
              <a:off x="5941037" y="2861263"/>
              <a:ext cx="612000" cy="597600"/>
            </a:xfrm>
            <a:prstGeom prst="round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A7A04"/>
                </a:solidFill>
              </a:endParaRPr>
            </a:p>
          </p:txBody>
        </p:sp>
        <p:sp>
          <p:nvSpPr>
            <p:cNvPr id="51" name="椭圆 32"/>
            <p:cNvSpPr>
              <a:spLocks noChangeArrowheads="1"/>
            </p:cNvSpPr>
            <p:nvPr/>
          </p:nvSpPr>
          <p:spPr bwMode="auto">
            <a:xfrm>
              <a:off x="6005304" y="2934742"/>
              <a:ext cx="483916" cy="483916"/>
            </a:xfrm>
            <a:prstGeom prst="ellipse">
              <a:avLst/>
            </a:prstGeom>
            <a:noFill/>
            <a:ln w="57150" algn="ctr">
              <a:noFill/>
              <a:round/>
            </a:ln>
          </p:spPr>
          <p:txBody>
            <a:bodyPr lIns="0" tIns="0" rIns="0" bIns="0" anchor="ctr"/>
            <a:lstStyle/>
            <a:p>
              <a:pPr algn="ctr" eaLnBrk="1" hangingPunct="1"/>
              <a:r>
                <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rPr>
                <a:t>02</a:t>
              </a:r>
              <a:endPar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endParaRPr>
            </a:p>
          </p:txBody>
        </p:sp>
      </p:grpSp>
      <p:grpSp>
        <p:nvGrpSpPr>
          <p:cNvPr id="52" name="组合 51"/>
          <p:cNvGrpSpPr/>
          <p:nvPr/>
        </p:nvGrpSpPr>
        <p:grpSpPr>
          <a:xfrm>
            <a:off x="6951165" y="4896359"/>
            <a:ext cx="655418" cy="597600"/>
            <a:chOff x="5919553" y="4015383"/>
            <a:chExt cx="655418" cy="597600"/>
          </a:xfrm>
        </p:grpSpPr>
        <p:sp>
          <p:nvSpPr>
            <p:cNvPr id="53" name="圆角矩形 52"/>
            <p:cNvSpPr/>
            <p:nvPr/>
          </p:nvSpPr>
          <p:spPr>
            <a:xfrm>
              <a:off x="5938942" y="4015383"/>
              <a:ext cx="612000" cy="597600"/>
            </a:xfrm>
            <a:prstGeom prst="round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A7A04"/>
                </a:solidFill>
              </a:endParaRPr>
            </a:p>
          </p:txBody>
        </p:sp>
        <p:sp>
          <p:nvSpPr>
            <p:cNvPr id="54" name="椭圆 32"/>
            <p:cNvSpPr>
              <a:spLocks noChangeArrowheads="1"/>
            </p:cNvSpPr>
            <p:nvPr/>
          </p:nvSpPr>
          <p:spPr bwMode="auto">
            <a:xfrm>
              <a:off x="5919553" y="4066857"/>
              <a:ext cx="655418" cy="483916"/>
            </a:xfrm>
            <a:prstGeom prst="ellipse">
              <a:avLst/>
            </a:prstGeom>
            <a:noFill/>
            <a:ln w="57150" algn="ctr">
              <a:noFill/>
              <a:round/>
            </a:ln>
          </p:spPr>
          <p:txBody>
            <a:bodyPr lIns="0" tIns="0" rIns="0" bIns="0" anchor="ctr"/>
            <a:lstStyle/>
            <a:p>
              <a:pPr algn="ctr" eaLnBrk="1" hangingPunct="1"/>
              <a:r>
                <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rPr>
                <a:t>03</a:t>
              </a:r>
              <a:endParaRPr lang="en-US" altLang="zh-CN" sz="3200" dirty="0">
                <a:solidFill>
                  <a:schemeClr val="tx1">
                    <a:lumMod val="65000"/>
                    <a:lumOff val="35000"/>
                  </a:schemeClr>
                </a:solidFill>
                <a:latin typeface="Agency FB" panose="020B0503020202020204" pitchFamily="34" charset="0"/>
                <a:ea typeface="微软雅黑" panose="020B0503020204020204" pitchFamily="34" charset="-122"/>
                <a:cs typeface="Times New Roman" panose="02020603050405020304" pitchFamily="18" charset="0"/>
              </a:endParaRPr>
            </a:p>
          </p:txBody>
        </p:sp>
      </p:gr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6192" y="2556678"/>
            <a:ext cx="4524705" cy="27930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14:bounceEnd="34000">
                                          <p:cBhvr additive="base">
                                            <p:cTn id="7" dur="750" fill="hold"/>
                                            <p:tgtEl>
                                              <p:spTgt spid="15"/>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15"/>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p:cTn id="11" dur="750" fill="hold"/>
                                            <p:tgtEl>
                                              <p:spTgt spid="42"/>
                                            </p:tgtEl>
                                            <p:attrNameLst>
                                              <p:attrName>ppt_w</p:attrName>
                                            </p:attrNameLst>
                                          </p:cBhvr>
                                          <p:tavLst>
                                            <p:tav tm="0">
                                              <p:val>
                                                <p:fltVal val="0"/>
                                              </p:val>
                                            </p:tav>
                                            <p:tav tm="100000">
                                              <p:val>
                                                <p:strVal val="#ppt_w"/>
                                              </p:val>
                                            </p:tav>
                                          </p:tavLst>
                                        </p:anim>
                                        <p:anim calcmode="lin" valueType="num">
                                          <p:cBhvr>
                                            <p:cTn id="12" dur="750" fill="hold"/>
                                            <p:tgtEl>
                                              <p:spTgt spid="42"/>
                                            </p:tgtEl>
                                            <p:attrNameLst>
                                              <p:attrName>ppt_h</p:attrName>
                                            </p:attrNameLst>
                                          </p:cBhvr>
                                          <p:tavLst>
                                            <p:tav tm="0">
                                              <p:val>
                                                <p:fltVal val="0"/>
                                              </p:val>
                                            </p:tav>
                                            <p:tav tm="100000">
                                              <p:val>
                                                <p:strVal val="#ppt_h"/>
                                              </p:val>
                                            </p:tav>
                                          </p:tavLst>
                                        </p:anim>
                                        <p:animEffect transition="in" filter="fade">
                                          <p:cBhvr>
                                            <p:cTn id="13" dur="750"/>
                                            <p:tgtEl>
                                              <p:spTgt spid="42"/>
                                            </p:tgtEl>
                                          </p:cBhvr>
                                        </p:animEffect>
                                      </p:childTnLst>
                                    </p:cTn>
                                  </p:par>
                                  <p:par>
                                    <p:cTn id="14" presetID="53" presetClass="entr" presetSubtype="16" fill="hold" nodeType="withEffect">
                                      <p:stCondLst>
                                        <p:cond delay="250"/>
                                      </p:stCondLst>
                                      <p:childTnLst>
                                        <p:set>
                                          <p:cBhvr>
                                            <p:cTn id="15" dur="1" fill="hold">
                                              <p:stCondLst>
                                                <p:cond delay="0"/>
                                              </p:stCondLst>
                                            </p:cTn>
                                            <p:tgtEl>
                                              <p:spTgt spid="49"/>
                                            </p:tgtEl>
                                            <p:attrNameLst>
                                              <p:attrName>style.visibility</p:attrName>
                                            </p:attrNameLst>
                                          </p:cBhvr>
                                          <p:to>
                                            <p:strVal val="visible"/>
                                          </p:to>
                                        </p:set>
                                        <p:anim calcmode="lin" valueType="num">
                                          <p:cBhvr>
                                            <p:cTn id="16" dur="750" fill="hold"/>
                                            <p:tgtEl>
                                              <p:spTgt spid="49"/>
                                            </p:tgtEl>
                                            <p:attrNameLst>
                                              <p:attrName>ppt_w</p:attrName>
                                            </p:attrNameLst>
                                          </p:cBhvr>
                                          <p:tavLst>
                                            <p:tav tm="0">
                                              <p:val>
                                                <p:fltVal val="0"/>
                                              </p:val>
                                            </p:tav>
                                            <p:tav tm="100000">
                                              <p:val>
                                                <p:strVal val="#ppt_w"/>
                                              </p:val>
                                            </p:tav>
                                          </p:tavLst>
                                        </p:anim>
                                        <p:anim calcmode="lin" valueType="num">
                                          <p:cBhvr>
                                            <p:cTn id="17" dur="750" fill="hold"/>
                                            <p:tgtEl>
                                              <p:spTgt spid="49"/>
                                            </p:tgtEl>
                                            <p:attrNameLst>
                                              <p:attrName>ppt_h</p:attrName>
                                            </p:attrNameLst>
                                          </p:cBhvr>
                                          <p:tavLst>
                                            <p:tav tm="0">
                                              <p:val>
                                                <p:fltVal val="0"/>
                                              </p:val>
                                            </p:tav>
                                            <p:tav tm="100000">
                                              <p:val>
                                                <p:strVal val="#ppt_h"/>
                                              </p:val>
                                            </p:tav>
                                          </p:tavLst>
                                        </p:anim>
                                        <p:animEffect transition="in" filter="fade">
                                          <p:cBhvr>
                                            <p:cTn id="18" dur="750"/>
                                            <p:tgtEl>
                                              <p:spTgt spid="49"/>
                                            </p:tgtEl>
                                          </p:cBhvr>
                                        </p:animEffect>
                                      </p:childTnLst>
                                    </p:cTn>
                                  </p:par>
                                  <p:par>
                                    <p:cTn id="19" presetID="53" presetClass="entr" presetSubtype="16" fill="hold" nodeType="withEffect">
                                      <p:stCondLst>
                                        <p:cond delay="500"/>
                                      </p:stCondLst>
                                      <p:childTnLst>
                                        <p:set>
                                          <p:cBhvr>
                                            <p:cTn id="20" dur="1" fill="hold">
                                              <p:stCondLst>
                                                <p:cond delay="0"/>
                                              </p:stCondLst>
                                            </p:cTn>
                                            <p:tgtEl>
                                              <p:spTgt spid="52"/>
                                            </p:tgtEl>
                                            <p:attrNameLst>
                                              <p:attrName>style.visibility</p:attrName>
                                            </p:attrNameLst>
                                          </p:cBhvr>
                                          <p:to>
                                            <p:strVal val="visible"/>
                                          </p:to>
                                        </p:set>
                                        <p:anim calcmode="lin" valueType="num">
                                          <p:cBhvr>
                                            <p:cTn id="21" dur="750" fill="hold"/>
                                            <p:tgtEl>
                                              <p:spTgt spid="52"/>
                                            </p:tgtEl>
                                            <p:attrNameLst>
                                              <p:attrName>ppt_w</p:attrName>
                                            </p:attrNameLst>
                                          </p:cBhvr>
                                          <p:tavLst>
                                            <p:tav tm="0">
                                              <p:val>
                                                <p:fltVal val="0"/>
                                              </p:val>
                                            </p:tav>
                                            <p:tav tm="100000">
                                              <p:val>
                                                <p:strVal val="#ppt_w"/>
                                              </p:val>
                                            </p:tav>
                                          </p:tavLst>
                                        </p:anim>
                                        <p:anim calcmode="lin" valueType="num">
                                          <p:cBhvr>
                                            <p:cTn id="22" dur="750" fill="hold"/>
                                            <p:tgtEl>
                                              <p:spTgt spid="52"/>
                                            </p:tgtEl>
                                            <p:attrNameLst>
                                              <p:attrName>ppt_h</p:attrName>
                                            </p:attrNameLst>
                                          </p:cBhvr>
                                          <p:tavLst>
                                            <p:tav tm="0">
                                              <p:val>
                                                <p:fltVal val="0"/>
                                              </p:val>
                                            </p:tav>
                                            <p:tav tm="100000">
                                              <p:val>
                                                <p:strVal val="#ppt_h"/>
                                              </p:val>
                                            </p:tav>
                                          </p:tavLst>
                                        </p:anim>
                                        <p:animEffect transition="in" filter="fade">
                                          <p:cBhvr>
                                            <p:cTn id="23" dur="750"/>
                                            <p:tgtEl>
                                              <p:spTgt spid="52"/>
                                            </p:tgtEl>
                                          </p:cBhvr>
                                        </p:animEffect>
                                      </p:childTnLst>
                                    </p:cTn>
                                  </p:par>
                                </p:childTnLst>
                              </p:cTn>
                            </p:par>
                            <p:par>
                              <p:cTn id="24" fill="hold">
                                <p:stCondLst>
                                  <p:cond delay="1000"/>
                                </p:stCondLst>
                                <p:childTnLst>
                                  <p:par>
                                    <p:cTn id="25" presetID="22" presetClass="entr" presetSubtype="1"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par>
                                    <p:cTn id="28" presetID="22" presetClass="entr" presetSubtype="1"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500"/>
                                            <p:tgtEl>
                                              <p:spTgt spid="20"/>
                                            </p:tgtEl>
                                          </p:cBhvr>
                                        </p:animEffect>
                                      </p:childTnLst>
                                    </p:cTn>
                                  </p:par>
                                  <p:par>
                                    <p:cTn id="31" presetID="22" presetClass="entr" presetSubtype="1"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par>
                              <p:cTn id="34" fill="hold">
                                <p:stCondLst>
                                  <p:cond delay="1500"/>
                                </p:stCondLst>
                                <p:childTnLst>
                                  <p:par>
                                    <p:cTn id="35" presetID="18" presetClass="entr" presetSubtype="6"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strips(downRight)">
                                          <p:cBhvr>
                                            <p:cTn id="37" dur="500"/>
                                            <p:tgtEl>
                                              <p:spTgt spid="23"/>
                                            </p:tgtEl>
                                          </p:cBhvr>
                                        </p:animEffect>
                                      </p:childTnLst>
                                    </p:cTn>
                                  </p:par>
                                  <p:par>
                                    <p:cTn id="38" presetID="18" presetClass="entr" presetSubtype="6"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strips(downRight)">
                                          <p:cBhvr>
                                            <p:cTn id="40" dur="500"/>
                                            <p:tgtEl>
                                              <p:spTgt spid="26"/>
                                            </p:tgtEl>
                                          </p:cBhvr>
                                        </p:animEffect>
                                      </p:childTnLst>
                                    </p:cTn>
                                  </p:par>
                                  <p:par>
                                    <p:cTn id="41" presetID="18" presetClass="entr" presetSubtype="6"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strips(downRight)">
                                          <p:cBhvr>
                                            <p:cTn id="4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1+#ppt_w/2"/>
                                              </p:val>
                                            </p:tav>
                                            <p:tav tm="100000">
                                              <p:val>
                                                <p:strVal val="#ppt_x"/>
                                              </p:val>
                                            </p:tav>
                                          </p:tavLst>
                                        </p:anim>
                                        <p:anim calcmode="lin" valueType="num">
                                          <p:cBhvr additive="base">
                                            <p:cTn id="8" dur="750" fill="hold"/>
                                            <p:tgtEl>
                                              <p:spTgt spid="15"/>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p:cTn id="11" dur="750" fill="hold"/>
                                            <p:tgtEl>
                                              <p:spTgt spid="42"/>
                                            </p:tgtEl>
                                            <p:attrNameLst>
                                              <p:attrName>ppt_w</p:attrName>
                                            </p:attrNameLst>
                                          </p:cBhvr>
                                          <p:tavLst>
                                            <p:tav tm="0">
                                              <p:val>
                                                <p:fltVal val="0"/>
                                              </p:val>
                                            </p:tav>
                                            <p:tav tm="100000">
                                              <p:val>
                                                <p:strVal val="#ppt_w"/>
                                              </p:val>
                                            </p:tav>
                                          </p:tavLst>
                                        </p:anim>
                                        <p:anim calcmode="lin" valueType="num">
                                          <p:cBhvr>
                                            <p:cTn id="12" dur="750" fill="hold"/>
                                            <p:tgtEl>
                                              <p:spTgt spid="42"/>
                                            </p:tgtEl>
                                            <p:attrNameLst>
                                              <p:attrName>ppt_h</p:attrName>
                                            </p:attrNameLst>
                                          </p:cBhvr>
                                          <p:tavLst>
                                            <p:tav tm="0">
                                              <p:val>
                                                <p:fltVal val="0"/>
                                              </p:val>
                                            </p:tav>
                                            <p:tav tm="100000">
                                              <p:val>
                                                <p:strVal val="#ppt_h"/>
                                              </p:val>
                                            </p:tav>
                                          </p:tavLst>
                                        </p:anim>
                                        <p:animEffect transition="in" filter="fade">
                                          <p:cBhvr>
                                            <p:cTn id="13" dur="750"/>
                                            <p:tgtEl>
                                              <p:spTgt spid="42"/>
                                            </p:tgtEl>
                                          </p:cBhvr>
                                        </p:animEffect>
                                      </p:childTnLst>
                                    </p:cTn>
                                  </p:par>
                                  <p:par>
                                    <p:cTn id="14" presetID="53" presetClass="entr" presetSubtype="16" fill="hold" nodeType="withEffect">
                                      <p:stCondLst>
                                        <p:cond delay="250"/>
                                      </p:stCondLst>
                                      <p:childTnLst>
                                        <p:set>
                                          <p:cBhvr>
                                            <p:cTn id="15" dur="1" fill="hold">
                                              <p:stCondLst>
                                                <p:cond delay="0"/>
                                              </p:stCondLst>
                                            </p:cTn>
                                            <p:tgtEl>
                                              <p:spTgt spid="49"/>
                                            </p:tgtEl>
                                            <p:attrNameLst>
                                              <p:attrName>style.visibility</p:attrName>
                                            </p:attrNameLst>
                                          </p:cBhvr>
                                          <p:to>
                                            <p:strVal val="visible"/>
                                          </p:to>
                                        </p:set>
                                        <p:anim calcmode="lin" valueType="num">
                                          <p:cBhvr>
                                            <p:cTn id="16" dur="750" fill="hold"/>
                                            <p:tgtEl>
                                              <p:spTgt spid="49"/>
                                            </p:tgtEl>
                                            <p:attrNameLst>
                                              <p:attrName>ppt_w</p:attrName>
                                            </p:attrNameLst>
                                          </p:cBhvr>
                                          <p:tavLst>
                                            <p:tav tm="0">
                                              <p:val>
                                                <p:fltVal val="0"/>
                                              </p:val>
                                            </p:tav>
                                            <p:tav tm="100000">
                                              <p:val>
                                                <p:strVal val="#ppt_w"/>
                                              </p:val>
                                            </p:tav>
                                          </p:tavLst>
                                        </p:anim>
                                        <p:anim calcmode="lin" valueType="num">
                                          <p:cBhvr>
                                            <p:cTn id="17" dur="750" fill="hold"/>
                                            <p:tgtEl>
                                              <p:spTgt spid="49"/>
                                            </p:tgtEl>
                                            <p:attrNameLst>
                                              <p:attrName>ppt_h</p:attrName>
                                            </p:attrNameLst>
                                          </p:cBhvr>
                                          <p:tavLst>
                                            <p:tav tm="0">
                                              <p:val>
                                                <p:fltVal val="0"/>
                                              </p:val>
                                            </p:tav>
                                            <p:tav tm="100000">
                                              <p:val>
                                                <p:strVal val="#ppt_h"/>
                                              </p:val>
                                            </p:tav>
                                          </p:tavLst>
                                        </p:anim>
                                        <p:animEffect transition="in" filter="fade">
                                          <p:cBhvr>
                                            <p:cTn id="18" dur="750"/>
                                            <p:tgtEl>
                                              <p:spTgt spid="49"/>
                                            </p:tgtEl>
                                          </p:cBhvr>
                                        </p:animEffect>
                                      </p:childTnLst>
                                    </p:cTn>
                                  </p:par>
                                  <p:par>
                                    <p:cTn id="19" presetID="53" presetClass="entr" presetSubtype="16" fill="hold" nodeType="withEffect">
                                      <p:stCondLst>
                                        <p:cond delay="500"/>
                                      </p:stCondLst>
                                      <p:childTnLst>
                                        <p:set>
                                          <p:cBhvr>
                                            <p:cTn id="20" dur="1" fill="hold">
                                              <p:stCondLst>
                                                <p:cond delay="0"/>
                                              </p:stCondLst>
                                            </p:cTn>
                                            <p:tgtEl>
                                              <p:spTgt spid="52"/>
                                            </p:tgtEl>
                                            <p:attrNameLst>
                                              <p:attrName>style.visibility</p:attrName>
                                            </p:attrNameLst>
                                          </p:cBhvr>
                                          <p:to>
                                            <p:strVal val="visible"/>
                                          </p:to>
                                        </p:set>
                                        <p:anim calcmode="lin" valueType="num">
                                          <p:cBhvr>
                                            <p:cTn id="21" dur="750" fill="hold"/>
                                            <p:tgtEl>
                                              <p:spTgt spid="52"/>
                                            </p:tgtEl>
                                            <p:attrNameLst>
                                              <p:attrName>ppt_w</p:attrName>
                                            </p:attrNameLst>
                                          </p:cBhvr>
                                          <p:tavLst>
                                            <p:tav tm="0">
                                              <p:val>
                                                <p:fltVal val="0"/>
                                              </p:val>
                                            </p:tav>
                                            <p:tav tm="100000">
                                              <p:val>
                                                <p:strVal val="#ppt_w"/>
                                              </p:val>
                                            </p:tav>
                                          </p:tavLst>
                                        </p:anim>
                                        <p:anim calcmode="lin" valueType="num">
                                          <p:cBhvr>
                                            <p:cTn id="22" dur="750" fill="hold"/>
                                            <p:tgtEl>
                                              <p:spTgt spid="52"/>
                                            </p:tgtEl>
                                            <p:attrNameLst>
                                              <p:attrName>ppt_h</p:attrName>
                                            </p:attrNameLst>
                                          </p:cBhvr>
                                          <p:tavLst>
                                            <p:tav tm="0">
                                              <p:val>
                                                <p:fltVal val="0"/>
                                              </p:val>
                                            </p:tav>
                                            <p:tav tm="100000">
                                              <p:val>
                                                <p:strVal val="#ppt_h"/>
                                              </p:val>
                                            </p:tav>
                                          </p:tavLst>
                                        </p:anim>
                                        <p:animEffect transition="in" filter="fade">
                                          <p:cBhvr>
                                            <p:cTn id="23" dur="750"/>
                                            <p:tgtEl>
                                              <p:spTgt spid="52"/>
                                            </p:tgtEl>
                                          </p:cBhvr>
                                        </p:animEffect>
                                      </p:childTnLst>
                                    </p:cTn>
                                  </p:par>
                                </p:childTnLst>
                              </p:cTn>
                            </p:par>
                            <p:par>
                              <p:cTn id="24" fill="hold">
                                <p:stCondLst>
                                  <p:cond delay="1000"/>
                                </p:stCondLst>
                                <p:childTnLst>
                                  <p:par>
                                    <p:cTn id="25" presetID="22" presetClass="entr" presetSubtype="1"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par>
                                    <p:cTn id="28" presetID="22" presetClass="entr" presetSubtype="1"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500"/>
                                            <p:tgtEl>
                                              <p:spTgt spid="20"/>
                                            </p:tgtEl>
                                          </p:cBhvr>
                                        </p:animEffect>
                                      </p:childTnLst>
                                    </p:cTn>
                                  </p:par>
                                  <p:par>
                                    <p:cTn id="31" presetID="22" presetClass="entr" presetSubtype="1"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par>
                              <p:cTn id="34" fill="hold">
                                <p:stCondLst>
                                  <p:cond delay="1500"/>
                                </p:stCondLst>
                                <p:childTnLst>
                                  <p:par>
                                    <p:cTn id="35" presetID="18" presetClass="entr" presetSubtype="6"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strips(downRight)">
                                          <p:cBhvr>
                                            <p:cTn id="37" dur="500"/>
                                            <p:tgtEl>
                                              <p:spTgt spid="23"/>
                                            </p:tgtEl>
                                          </p:cBhvr>
                                        </p:animEffect>
                                      </p:childTnLst>
                                    </p:cTn>
                                  </p:par>
                                  <p:par>
                                    <p:cTn id="38" presetID="18" presetClass="entr" presetSubtype="6"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strips(downRight)">
                                          <p:cBhvr>
                                            <p:cTn id="40" dur="500"/>
                                            <p:tgtEl>
                                              <p:spTgt spid="26"/>
                                            </p:tgtEl>
                                          </p:cBhvr>
                                        </p:animEffect>
                                      </p:childTnLst>
                                    </p:cTn>
                                  </p:par>
                                  <p:par>
                                    <p:cTn id="41" presetID="18" presetClass="entr" presetSubtype="6"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strips(downRight)">
                                          <p:cBhvr>
                                            <p:cTn id="4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4922874" y="1516960"/>
            <a:ext cx="2020186" cy="2167299"/>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822956" y="1579201"/>
            <a:ext cx="2020186" cy="216729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4"/>
          <p:cNvSpPr>
            <a:spLocks noChangeArrowheads="1"/>
          </p:cNvSpPr>
          <p:nvPr/>
        </p:nvSpPr>
        <p:spPr bwMode="auto">
          <a:xfrm>
            <a:off x="3706495" y="2139315"/>
            <a:ext cx="4461510" cy="922020"/>
          </a:xfrm>
          <a:prstGeom prst="rect">
            <a:avLst/>
          </a:prstGeom>
          <a:noFill/>
          <a:ln w="9525">
            <a:noFill/>
            <a:miter lim="800000"/>
          </a:ln>
        </p:spPr>
        <p:txBody>
          <a:bodyPr wrap="square" lIns="91440" tIns="45720" rIns="91440" bIns="45720">
            <a:spAutoFit/>
          </a:bodyPr>
          <a:lstStyle/>
          <a:p>
            <a:pPr algn="ctr"/>
            <a:r>
              <a:rPr lang="en-US" altLang="zh-CN" sz="54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rPr>
              <a:t>THREE</a:t>
            </a:r>
            <a:endParaRPr lang="en-US" altLang="zh-CN" sz="5400" dirty="0">
              <a:solidFill>
                <a:schemeClr val="tx1">
                  <a:lumMod val="75000"/>
                  <a:lumOff val="25000"/>
                </a:schemeClr>
              </a:solidFill>
              <a:effectLst>
                <a:outerShdw blurRad="50800" dist="38100" dir="16200000" rotWithShape="0">
                  <a:prstClr val="black">
                    <a:alpha val="40000"/>
                  </a:prstClr>
                </a:outerShdw>
              </a:effectLst>
              <a:latin typeface="Agency FB" panose="020B0503020202020204" pitchFamily="34" charset="0"/>
              <a:cs typeface="+mn-ea"/>
              <a:sym typeface="+mn-lt"/>
            </a:endParaRPr>
          </a:p>
        </p:txBody>
      </p:sp>
      <p:sp>
        <p:nvSpPr>
          <p:cNvPr id="8" name="TextBox 64"/>
          <p:cNvSpPr>
            <a:spLocks noChangeArrowheads="1"/>
          </p:cNvSpPr>
          <p:nvPr/>
        </p:nvSpPr>
        <p:spPr bwMode="auto">
          <a:xfrm>
            <a:off x="2580640" y="3823970"/>
            <a:ext cx="6713855" cy="706755"/>
          </a:xfrm>
          <a:prstGeom prst="rect">
            <a:avLst/>
          </a:prstGeom>
          <a:noFill/>
          <a:ln w="9525">
            <a:noFill/>
            <a:miter lim="800000"/>
          </a:ln>
        </p:spPr>
        <p:txBody>
          <a:bodyPr wrap="square" lIns="91440" tIns="45720" rIns="91440" bIns="45720">
            <a:spAutoFit/>
          </a:bodyPr>
          <a:lstStyle/>
          <a:p>
            <a:pPr algn="ctr"/>
            <a:r>
              <a:rPr lang="en-US" altLang="zh-CN" sz="4000" b="1" dirty="0">
                <a:solidFill>
                  <a:schemeClr val="tx1">
                    <a:lumMod val="75000"/>
                    <a:lumOff val="25000"/>
                  </a:schemeClr>
                </a:solidFill>
                <a:latin typeface="Agency FB" panose="020B0503020202020204" pitchFamily="34" charset="0"/>
                <a:cs typeface="+mn-ea"/>
                <a:sym typeface="+mn-lt"/>
              </a:rPr>
              <a:t>YOUR TITLE </a:t>
            </a:r>
            <a:r>
              <a:rPr lang="en-US" altLang="zh-CN" sz="4000" b="1" dirty="0">
                <a:solidFill>
                  <a:schemeClr val="tx1">
                    <a:lumMod val="50000"/>
                    <a:lumOff val="50000"/>
                  </a:schemeClr>
                </a:solidFill>
                <a:latin typeface="Agency FB" panose="020B0503020202020204" pitchFamily="34" charset="0"/>
                <a:cs typeface="+mn-ea"/>
                <a:sym typeface="+mn-lt"/>
              </a:rPr>
              <a:t>HERE</a:t>
            </a:r>
            <a:endParaRPr lang="zh-CN" altLang="en-US" sz="4000" b="1" dirty="0">
              <a:solidFill>
                <a:schemeClr val="tx1">
                  <a:lumMod val="50000"/>
                  <a:lumOff val="50000"/>
                </a:schemeClr>
              </a:solidFill>
              <a:latin typeface="Agency FB" panose="020B0503020202020204" pitchFamily="34" charset="0"/>
              <a:cs typeface="+mn-ea"/>
              <a:sym typeface="+mn-lt"/>
            </a:endParaRPr>
          </a:p>
        </p:txBody>
      </p:sp>
      <p:sp>
        <p:nvSpPr>
          <p:cNvPr id="9" name="文本框 56"/>
          <p:cNvSpPr txBox="1">
            <a:spLocks noChangeArrowheads="1"/>
          </p:cNvSpPr>
          <p:nvPr/>
        </p:nvSpPr>
        <p:spPr bwMode="auto">
          <a:xfrm>
            <a:off x="3810001" y="4460865"/>
            <a:ext cx="4572000" cy="81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en-US" altLang="zh-CN" sz="1050" dirty="0">
                <a:solidFill>
                  <a:schemeClr val="tx1">
                    <a:lumMod val="75000"/>
                    <a:lumOff val="25000"/>
                  </a:schemeClr>
                </a:solidFill>
              </a:rPr>
              <a:t>Lorem Ipsum is simply dummy text of the printing and typesetting industry. Lorem Ipsum has been the industry's standard. Lorem Ipsum is simply dummy text of the printing and more.</a:t>
            </a:r>
            <a:endParaRPr lang="en-US" altLang="zh-CN" sz="1050" dirty="0">
              <a:solidFill>
                <a:schemeClr val="tx1">
                  <a:lumMod val="75000"/>
                  <a:lumOff val="25000"/>
                </a:schemeClr>
              </a:solidFill>
            </a:endParaRPr>
          </a:p>
        </p:txBody>
      </p:sp>
      <p:cxnSp>
        <p:nvCxnSpPr>
          <p:cNvPr id="10" name="直接连接符 9"/>
          <p:cNvCxnSpPr/>
          <p:nvPr/>
        </p:nvCxnSpPr>
        <p:spPr>
          <a:xfrm flipH="1">
            <a:off x="2231573" y="3746500"/>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7558589" y="1761037"/>
            <a:ext cx="986828" cy="1679583"/>
          </a:xfrm>
          <a:prstGeom prst="line">
            <a:avLst/>
          </a:prstGeom>
          <a:ln w="571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165806" y="2600828"/>
            <a:ext cx="718815" cy="122342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12465" y="4827422"/>
            <a:ext cx="3657607" cy="2639573"/>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14:presetBounceEnd="64000">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14:bounceEnd="64000">
                                          <p:cBhvr additive="base">
                                            <p:cTn id="31" dur="750" fill="hold"/>
                                            <p:tgtEl>
                                              <p:spTgt spid="8"/>
                                            </p:tgtEl>
                                            <p:attrNameLst>
                                              <p:attrName>ppt_x</p:attrName>
                                            </p:attrNameLst>
                                          </p:cBhvr>
                                          <p:tavLst>
                                            <p:tav tm="0">
                                              <p:val>
                                                <p:strVal val="1+#ppt_w/2"/>
                                              </p:val>
                                            </p:tav>
                                            <p:tav tm="100000">
                                              <p:val>
                                                <p:strVal val="#ppt_x"/>
                                              </p:val>
                                            </p:tav>
                                          </p:tavLst>
                                        </p:anim>
                                        <p:anim calcmode="lin" valueType="num" p14:bounceEnd="64000">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par>
                                    <p:cTn id="19" presetID="14"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par>
                              <p:cTn id="28" fill="hold">
                                <p:stCondLst>
                                  <p:cond delay="1500"/>
                                </p:stCondLst>
                                <p:childTnLst>
                                  <p:par>
                                    <p:cTn id="29" presetID="2" presetClass="entr" presetSubtype="2" accel="38000" fill="hold" grpId="0" nodeType="afterEffect">
                                      <p:stCondLst>
                                        <p:cond delay="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cBhvr additive="base">
                                            <p:cTn id="31" dur="750" fill="hold"/>
                                            <p:tgtEl>
                                              <p:spTgt spid="8"/>
                                            </p:tgtEl>
                                            <p:attrNameLst>
                                              <p:attrName>ppt_x</p:attrName>
                                            </p:attrNameLst>
                                          </p:cBhvr>
                                          <p:tavLst>
                                            <p:tav tm="0">
                                              <p:val>
                                                <p:strVal val="1+#ppt_w/2"/>
                                              </p:val>
                                            </p:tav>
                                            <p:tav tm="100000">
                                              <p:val>
                                                <p:strVal val="#ppt_x"/>
                                              </p:val>
                                            </p:tav>
                                          </p:tavLst>
                                        </p:anim>
                                        <p:anim calcmode="lin" valueType="num">
                                          <p:cBhvr additive="base">
                                            <p:cTn id="32" dur="75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799"/>
                                </p:stCondLst>
                                <p:childTnLst>
                                  <p:par>
                                    <p:cTn id="34" presetID="22" presetClass="entr" presetSubtype="1"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p:bldP spid="8" grpId="0"/>
          <p:bldP spid="9"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655094" y="2189151"/>
            <a:ext cx="4308500" cy="4308498"/>
            <a:chOff x="3699625" y="1165682"/>
            <a:chExt cx="4308500" cy="4308498"/>
          </a:xfrm>
          <a:solidFill>
            <a:schemeClr val="tx1">
              <a:lumMod val="75000"/>
              <a:lumOff val="25000"/>
            </a:schemeClr>
          </a:solidFill>
        </p:grpSpPr>
        <p:sp>
          <p:nvSpPr>
            <p:cNvPr id="37" name="弧形 36"/>
            <p:cNvSpPr/>
            <p:nvPr/>
          </p:nvSpPr>
          <p:spPr>
            <a:xfrm>
              <a:off x="3699625" y="1165682"/>
              <a:ext cx="4308500" cy="4308498"/>
            </a:xfrm>
            <a:prstGeom prst="arc">
              <a:avLst>
                <a:gd name="adj1" fmla="val 8913752"/>
                <a:gd name="adj2" fmla="val 2271172"/>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弧形 37"/>
            <p:cNvSpPr/>
            <p:nvPr/>
          </p:nvSpPr>
          <p:spPr>
            <a:xfrm>
              <a:off x="3909349" y="1375406"/>
              <a:ext cx="3889052" cy="3889050"/>
            </a:xfrm>
            <a:prstGeom prst="arc">
              <a:avLst>
                <a:gd name="adj1" fmla="val 13806861"/>
                <a:gd name="adj2" fmla="val 4272787"/>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弧形 38"/>
            <p:cNvSpPr/>
            <p:nvPr/>
          </p:nvSpPr>
          <p:spPr>
            <a:xfrm>
              <a:off x="4085068" y="1551124"/>
              <a:ext cx="3537614" cy="3537614"/>
            </a:xfrm>
            <a:prstGeom prst="arc">
              <a:avLst>
                <a:gd name="adj1" fmla="val 20529803"/>
                <a:gd name="adj2" fmla="val 10712815"/>
              </a:avLst>
            </a:prstGeom>
            <a:noFill/>
            <a:ln>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椭圆 39"/>
            <p:cNvSpPr/>
            <p:nvPr/>
          </p:nvSpPr>
          <p:spPr>
            <a:xfrm>
              <a:off x="7514598" y="4549454"/>
              <a:ext cx="142289" cy="142289"/>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4514931" y="1793831"/>
              <a:ext cx="142289" cy="142289"/>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4013923" y="3295596"/>
              <a:ext cx="142289" cy="142289"/>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AutoShape 10"/>
          <p:cNvSpPr/>
          <p:nvPr/>
        </p:nvSpPr>
        <p:spPr bwMode="auto">
          <a:xfrm>
            <a:off x="8048890" y="5026596"/>
            <a:ext cx="2089150" cy="11453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l" defTabSz="323850">
              <a:lnSpc>
                <a:spcPct val="120000"/>
              </a:lnSpc>
              <a:spcBef>
                <a:spcPts val="850"/>
              </a:spcBef>
              <a:defRPr/>
            </a:pPr>
            <a:r>
              <a:rPr lang="es-ES" sz="900">
                <a:solidFill>
                  <a:schemeClr val="tx1">
                    <a:lumMod val="75000"/>
                    <a:lumOff val="25000"/>
                  </a:schemeClr>
                </a:solidFill>
                <a:latin typeface="Lato" charset="0"/>
                <a:ea typeface="MS PGothic" panose="020B0600070205080204" pitchFamily="34" charset="-128"/>
                <a:cs typeface="Lato" charset="0"/>
                <a:sym typeface="Lato" charset="0"/>
              </a:rPr>
              <a:t>Lorem ipsum dolor sit amet, consectetur adipiscing elit. Integer mollis vehicula ligula ut faucibus. Curabitur vestibulum consequat urna et vehicula. Suspendisse feugiat biben- dum egestas. Sed bibendum urna id sem tincidunt commodoat dictum</a:t>
            </a:r>
            <a:endParaRPr lang="es-ES" sz="1450">
              <a:solidFill>
                <a:schemeClr val="tx1">
                  <a:lumMod val="75000"/>
                  <a:lumOff val="25000"/>
                </a:schemeClr>
              </a:solidFill>
              <a:latin typeface="Gill Sans" charset="0"/>
              <a:ea typeface="MS PGothic" panose="020B0600070205080204" pitchFamily="34" charset="-128"/>
              <a:sym typeface="Gill Sans" charset="0"/>
            </a:endParaRPr>
          </a:p>
        </p:txBody>
      </p:sp>
      <p:sp>
        <p:nvSpPr>
          <p:cNvPr id="44" name="AutoShape 11"/>
          <p:cNvSpPr/>
          <p:nvPr/>
        </p:nvSpPr>
        <p:spPr bwMode="auto">
          <a:xfrm>
            <a:off x="8048890" y="4771008"/>
            <a:ext cx="2063750" cy="177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323850">
              <a:spcBef>
                <a:spcPts val="850"/>
              </a:spcBef>
              <a:defRPr/>
            </a:pPr>
            <a:r>
              <a:rPr lang="es-ES" altLang="zh-CN" sz="1150" b="1" dirty="0">
                <a:solidFill>
                  <a:schemeClr val="tx1">
                    <a:lumMod val="75000"/>
                    <a:lumOff val="25000"/>
                  </a:schemeClr>
                </a:solidFill>
                <a:latin typeface="Lato" charset="0"/>
                <a:ea typeface="MS PGothic" panose="020B0600070205080204" pitchFamily="34" charset="-128"/>
                <a:cs typeface="Lato" charset="0"/>
                <a:sym typeface="Lato" charset="0"/>
              </a:rPr>
              <a:t>ADD YOUR TITLE HERE</a:t>
            </a:r>
            <a:endParaRPr lang="es-ES" altLang="zh-CN" sz="1450" dirty="0">
              <a:solidFill>
                <a:schemeClr val="tx1">
                  <a:lumMod val="75000"/>
                  <a:lumOff val="25000"/>
                </a:schemeClr>
              </a:solidFill>
              <a:latin typeface="Gill Sans" charset="0"/>
              <a:ea typeface="MS PGothic" panose="020B0600070205080204" pitchFamily="34" charset="-128"/>
              <a:sym typeface="Gill Sans" charset="0"/>
            </a:endParaRPr>
          </a:p>
        </p:txBody>
      </p:sp>
      <p:sp>
        <p:nvSpPr>
          <p:cNvPr id="45" name="AutoShape 10"/>
          <p:cNvSpPr/>
          <p:nvPr/>
        </p:nvSpPr>
        <p:spPr bwMode="auto">
          <a:xfrm>
            <a:off x="1461082" y="4376117"/>
            <a:ext cx="2089150" cy="11453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l" defTabSz="323850">
              <a:lnSpc>
                <a:spcPct val="120000"/>
              </a:lnSpc>
              <a:spcBef>
                <a:spcPts val="850"/>
              </a:spcBef>
              <a:defRPr/>
            </a:pPr>
            <a:r>
              <a:rPr lang="es-ES" sz="900">
                <a:solidFill>
                  <a:schemeClr val="tx1">
                    <a:lumMod val="75000"/>
                    <a:lumOff val="25000"/>
                  </a:schemeClr>
                </a:solidFill>
                <a:latin typeface="Lato" charset="0"/>
                <a:ea typeface="MS PGothic" panose="020B0600070205080204" pitchFamily="34" charset="-128"/>
                <a:cs typeface="Lato" charset="0"/>
                <a:sym typeface="Lato" charset="0"/>
              </a:rPr>
              <a:t>Lorem ipsum dolor sit amet, consectetur adipiscing elit. Integer mollis vehicula ligula ut faucibus. Curabitur vestibulum consequat urna et vehicula. Suspendisse feugiat biben- dum egestas. Sed bibendum urna id sem tincidunt commodoat dictum</a:t>
            </a:r>
            <a:endParaRPr lang="es-ES" sz="1450">
              <a:solidFill>
                <a:schemeClr val="tx1">
                  <a:lumMod val="75000"/>
                  <a:lumOff val="25000"/>
                </a:schemeClr>
              </a:solidFill>
              <a:latin typeface="Gill Sans" charset="0"/>
              <a:ea typeface="MS PGothic" panose="020B0600070205080204" pitchFamily="34" charset="-128"/>
              <a:sym typeface="Gill Sans" charset="0"/>
            </a:endParaRPr>
          </a:p>
        </p:txBody>
      </p:sp>
      <p:sp>
        <p:nvSpPr>
          <p:cNvPr id="46" name="AutoShape 11"/>
          <p:cNvSpPr/>
          <p:nvPr/>
        </p:nvSpPr>
        <p:spPr bwMode="auto">
          <a:xfrm>
            <a:off x="1461082" y="4120529"/>
            <a:ext cx="2063750" cy="177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323850">
              <a:spcBef>
                <a:spcPts val="850"/>
              </a:spcBef>
              <a:defRPr/>
            </a:pPr>
            <a:r>
              <a:rPr lang="es-ES" altLang="zh-CN" sz="1150" b="1" dirty="0">
                <a:solidFill>
                  <a:schemeClr val="tx1">
                    <a:lumMod val="75000"/>
                    <a:lumOff val="25000"/>
                  </a:schemeClr>
                </a:solidFill>
                <a:latin typeface="Lato" charset="0"/>
                <a:ea typeface="MS PGothic" panose="020B0600070205080204" pitchFamily="34" charset="-128"/>
                <a:cs typeface="Lato" charset="0"/>
                <a:sym typeface="Lato" charset="0"/>
              </a:rPr>
              <a:t>ADD YOUR TITLE HERE</a:t>
            </a:r>
            <a:endParaRPr lang="es-ES" altLang="zh-CN" sz="1450" dirty="0">
              <a:solidFill>
                <a:schemeClr val="tx1">
                  <a:lumMod val="75000"/>
                  <a:lumOff val="25000"/>
                </a:schemeClr>
              </a:solidFill>
              <a:latin typeface="Gill Sans" charset="0"/>
              <a:ea typeface="MS PGothic" panose="020B0600070205080204" pitchFamily="34" charset="-128"/>
              <a:sym typeface="Gill Sans" charset="0"/>
            </a:endParaRPr>
          </a:p>
        </p:txBody>
      </p:sp>
      <p:sp>
        <p:nvSpPr>
          <p:cNvPr id="47" name="AutoShape 10"/>
          <p:cNvSpPr/>
          <p:nvPr/>
        </p:nvSpPr>
        <p:spPr bwMode="auto">
          <a:xfrm>
            <a:off x="2623219" y="1600962"/>
            <a:ext cx="2089150" cy="11453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l" defTabSz="323850">
              <a:lnSpc>
                <a:spcPct val="120000"/>
              </a:lnSpc>
              <a:spcBef>
                <a:spcPts val="850"/>
              </a:spcBef>
              <a:defRPr/>
            </a:pPr>
            <a:r>
              <a:rPr lang="es-ES" sz="900" dirty="0">
                <a:solidFill>
                  <a:schemeClr val="tx1">
                    <a:lumMod val="75000"/>
                    <a:lumOff val="25000"/>
                  </a:schemeClr>
                </a:solidFill>
                <a:latin typeface="Lato" charset="0"/>
                <a:ea typeface="MS PGothic" panose="020B0600070205080204" pitchFamily="34" charset="-128"/>
                <a:cs typeface="Lato" charset="0"/>
                <a:sym typeface="Lato" charset="0"/>
              </a:rPr>
              <a:t>Lorem ipsum dolor sit amet, consectetur adipiscing elit. Integer mollis vehicula ligula ut faucibus. Curabitur vestibulum consequat urna et vehicula. Suspendisse feugiat biben- dum egestas. Sed bibendum urna id sem tincidunt commodoat dictum</a:t>
            </a:r>
            <a:endParaRPr lang="es-ES" sz="1450" dirty="0">
              <a:solidFill>
                <a:schemeClr val="tx1">
                  <a:lumMod val="75000"/>
                  <a:lumOff val="25000"/>
                </a:schemeClr>
              </a:solidFill>
              <a:latin typeface="Gill Sans" charset="0"/>
              <a:ea typeface="MS PGothic" panose="020B0600070205080204" pitchFamily="34" charset="-128"/>
              <a:sym typeface="Gill Sans" charset="0"/>
            </a:endParaRPr>
          </a:p>
        </p:txBody>
      </p:sp>
      <p:sp>
        <p:nvSpPr>
          <p:cNvPr id="48" name="AutoShape 11"/>
          <p:cNvSpPr/>
          <p:nvPr/>
        </p:nvSpPr>
        <p:spPr bwMode="auto">
          <a:xfrm>
            <a:off x="2623219" y="1345374"/>
            <a:ext cx="2063750" cy="177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323850">
              <a:spcBef>
                <a:spcPts val="850"/>
              </a:spcBef>
              <a:defRPr/>
            </a:pPr>
            <a:r>
              <a:rPr lang="es-ES" altLang="zh-CN" sz="1150" b="1" dirty="0">
                <a:solidFill>
                  <a:schemeClr val="tx1">
                    <a:lumMod val="75000"/>
                    <a:lumOff val="25000"/>
                  </a:schemeClr>
                </a:solidFill>
                <a:latin typeface="Lato" charset="0"/>
                <a:ea typeface="MS PGothic" panose="020B0600070205080204" pitchFamily="34" charset="-128"/>
                <a:cs typeface="Lato" charset="0"/>
                <a:sym typeface="Lato" charset="0"/>
              </a:rPr>
              <a:t>ADD YOUR TITLE HERE</a:t>
            </a:r>
            <a:endParaRPr lang="es-ES" altLang="zh-CN" sz="1450" dirty="0">
              <a:solidFill>
                <a:schemeClr val="tx1">
                  <a:lumMod val="75000"/>
                  <a:lumOff val="25000"/>
                </a:schemeClr>
              </a:solidFill>
              <a:latin typeface="Gill Sans" charset="0"/>
              <a:ea typeface="MS PGothic" panose="020B0600070205080204" pitchFamily="34" charset="-128"/>
              <a:sym typeface="Gill Sans" charset="0"/>
            </a:endParaRPr>
          </a:p>
        </p:txBody>
      </p:sp>
      <p:sp>
        <p:nvSpPr>
          <p:cNvPr id="53" name="椭圆 52"/>
          <p:cNvSpPr/>
          <p:nvPr/>
        </p:nvSpPr>
        <p:spPr>
          <a:xfrm>
            <a:off x="4230916" y="2631001"/>
            <a:ext cx="3156856" cy="3156856"/>
          </a:xfrm>
          <a:prstGeom prst="ellipse">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6"/>
          <p:cNvSpPr txBox="1">
            <a:spLocks noChangeArrowheads="1"/>
          </p:cNvSpPr>
          <p:nvPr/>
        </p:nvSpPr>
        <p:spPr bwMode="auto">
          <a:xfrm>
            <a:off x="6128658" y="761174"/>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10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par>
                                    <p:cTn id="11" presetID="31" presetClass="entr" presetSubtype="0" fill="hold" grpId="0" nodeType="withEffect">
                                      <p:stCondLst>
                                        <p:cond delay="100"/>
                                      </p:stCondLst>
                                      <p:childTnLst>
                                        <p:set>
                                          <p:cBhvr>
                                            <p:cTn id="12" dur="1" fill="hold">
                                              <p:stCondLst>
                                                <p:cond delay="0"/>
                                              </p:stCondLst>
                                            </p:cTn>
                                            <p:tgtEl>
                                              <p:spTgt spid="53"/>
                                            </p:tgtEl>
                                            <p:attrNameLst>
                                              <p:attrName>style.visibility</p:attrName>
                                            </p:attrNameLst>
                                          </p:cBhvr>
                                          <p:to>
                                            <p:strVal val="visible"/>
                                          </p:to>
                                        </p:set>
                                        <p:anim calcmode="lin" valueType="num">
                                          <p:cBhvr>
                                            <p:cTn id="13" dur="1000" fill="hold"/>
                                            <p:tgtEl>
                                              <p:spTgt spid="53"/>
                                            </p:tgtEl>
                                            <p:attrNameLst>
                                              <p:attrName>ppt_w</p:attrName>
                                            </p:attrNameLst>
                                          </p:cBhvr>
                                          <p:tavLst>
                                            <p:tav tm="0">
                                              <p:val>
                                                <p:fltVal val="0"/>
                                              </p:val>
                                            </p:tav>
                                            <p:tav tm="100000">
                                              <p:val>
                                                <p:strVal val="#ppt_w"/>
                                              </p:val>
                                            </p:tav>
                                          </p:tavLst>
                                        </p:anim>
                                        <p:anim calcmode="lin" valueType="num">
                                          <p:cBhvr>
                                            <p:cTn id="14" dur="1000" fill="hold"/>
                                            <p:tgtEl>
                                              <p:spTgt spid="53"/>
                                            </p:tgtEl>
                                            <p:attrNameLst>
                                              <p:attrName>ppt_h</p:attrName>
                                            </p:attrNameLst>
                                          </p:cBhvr>
                                          <p:tavLst>
                                            <p:tav tm="0">
                                              <p:val>
                                                <p:fltVal val="0"/>
                                              </p:val>
                                            </p:tav>
                                            <p:tav tm="100000">
                                              <p:val>
                                                <p:strVal val="#ppt_h"/>
                                              </p:val>
                                            </p:tav>
                                          </p:tavLst>
                                        </p:anim>
                                        <p:anim calcmode="lin" valueType="num">
                                          <p:cBhvr>
                                            <p:cTn id="15" dur="1000" fill="hold"/>
                                            <p:tgtEl>
                                              <p:spTgt spid="53"/>
                                            </p:tgtEl>
                                            <p:attrNameLst>
                                              <p:attrName>style.rotation</p:attrName>
                                            </p:attrNameLst>
                                          </p:cBhvr>
                                          <p:tavLst>
                                            <p:tav tm="0">
                                              <p:val>
                                                <p:fltVal val="90"/>
                                              </p:val>
                                            </p:tav>
                                            <p:tav tm="100000">
                                              <p:val>
                                                <p:fltVal val="0"/>
                                              </p:val>
                                            </p:tav>
                                          </p:tavLst>
                                        </p:anim>
                                        <p:animEffect transition="in" filter="fade">
                                          <p:cBhvr>
                                            <p:cTn id="16" dur="1000"/>
                                            <p:tgtEl>
                                              <p:spTgt spid="53"/>
                                            </p:tgtEl>
                                          </p:cBhvr>
                                        </p:animEffect>
                                      </p:childTnLst>
                                    </p:cTn>
                                  </p:par>
                                </p:childTnLst>
                              </p:cTn>
                            </p:par>
                            <p:par>
                              <p:cTn id="17" fill="hold">
                                <p:stCondLst>
                                  <p:cond delay="1100"/>
                                </p:stCondLst>
                                <p:childTnLst>
                                  <p:par>
                                    <p:cTn id="18" presetID="8" presetClass="emph" presetSubtype="0" fill="hold" grpId="1" nodeType="afterEffect">
                                      <p:stCondLst>
                                        <p:cond delay="0"/>
                                      </p:stCondLst>
                                      <p:childTnLst>
                                        <p:animRot by="21600000">
                                          <p:cBhvr>
                                            <p:cTn id="19" dur="2000" fill="hold"/>
                                            <p:tgtEl>
                                              <p:spTgt spid="53"/>
                                            </p:tgtEl>
                                            <p:attrNameLst>
                                              <p:attrName>r</p:attrName>
                                            </p:attrNameLst>
                                          </p:cBhvr>
                                        </p:animRot>
                                      </p:childTnLst>
                                    </p:cTn>
                                  </p:par>
                                </p:childTnLst>
                              </p:cTn>
                            </p:par>
                            <p:par>
                              <p:cTn id="20" fill="hold">
                                <p:stCondLst>
                                  <p:cond delay="3100"/>
                                </p:stCondLst>
                                <p:childTnLst>
                                  <p:par>
                                    <p:cTn id="21" presetID="2" presetClass="entr" presetSubtype="8"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0-#ppt_w/2"/>
                                              </p:val>
                                            </p:tav>
                                            <p:tav tm="100000">
                                              <p:val>
                                                <p:strVal val="#ppt_x"/>
                                              </p:val>
                                            </p:tav>
                                          </p:tavLst>
                                        </p:anim>
                                        <p:anim calcmode="lin" valueType="num">
                                          <p:cBhvr additive="base">
                                            <p:cTn id="24" dur="500" fill="hold"/>
                                            <p:tgtEl>
                                              <p:spTgt spid="4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10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0-#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
                                      </p:stCondLst>
                                      <p:childTnLst>
                                        <p:set>
                                          <p:cBhvr>
                                            <p:cTn id="30" dur="1" fill="hold">
                                              <p:stCondLst>
                                                <p:cond delay="0"/>
                                              </p:stCondLst>
                                            </p:cTn>
                                            <p:tgtEl>
                                              <p:spTgt spid="44"/>
                                            </p:tgtEl>
                                            <p:attrNameLst>
                                              <p:attrName>style.visibility</p:attrName>
                                            </p:attrNameLst>
                                          </p:cBhvr>
                                          <p:to>
                                            <p:strVal val="visible"/>
                                          </p:to>
                                        </p:set>
                                        <p:anim calcmode="lin" valueType="num">
                                          <p:cBhvr additive="base">
                                            <p:cTn id="31" dur="500" fill="hold"/>
                                            <p:tgtEl>
                                              <p:spTgt spid="44"/>
                                            </p:tgtEl>
                                            <p:attrNameLst>
                                              <p:attrName>ppt_x</p:attrName>
                                            </p:attrNameLst>
                                          </p:cBhvr>
                                          <p:tavLst>
                                            <p:tav tm="0">
                                              <p:val>
                                                <p:strVal val="1+#ppt_w/2"/>
                                              </p:val>
                                            </p:tav>
                                            <p:tav tm="100000">
                                              <p:val>
                                                <p:strVal val="#ppt_x"/>
                                              </p:val>
                                            </p:tav>
                                          </p:tavLst>
                                        </p:anim>
                                        <p:anim calcmode="lin" valueType="num">
                                          <p:cBhvr additive="base">
                                            <p:cTn id="32" dur="500" fill="hold"/>
                                            <p:tgtEl>
                                              <p:spTgt spid="44"/>
                                            </p:tgtEl>
                                            <p:attrNameLst>
                                              <p:attrName>ppt_y</p:attrName>
                                            </p:attrNameLst>
                                          </p:cBhvr>
                                          <p:tavLst>
                                            <p:tav tm="0">
                                              <p:val>
                                                <p:strVal val="#ppt_y"/>
                                              </p:val>
                                            </p:tav>
                                            <p:tav tm="100000">
                                              <p:val>
                                                <p:strVal val="#ppt_y"/>
                                              </p:val>
                                            </p:tav>
                                          </p:tavLst>
                                        </p:anim>
                                      </p:childTnLst>
                                    </p:cTn>
                                  </p:par>
                                </p:childTnLst>
                              </p:cTn>
                            </p:par>
                            <p:par>
                              <p:cTn id="33" fill="hold">
                                <p:stCondLst>
                                  <p:cond delay="3600"/>
                                </p:stCondLst>
                                <p:childTnLst>
                                  <p:par>
                                    <p:cTn id="34" presetID="22" presetClass="entr" presetSubtype="1" fill="hold" grpId="0" nodeType="after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wipe(up)">
                                          <p:cBhvr>
                                            <p:cTn id="36" dur="500"/>
                                            <p:tgtEl>
                                              <p:spTgt spid="4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up)">
                                          <p:cBhvr>
                                            <p:cTn id="39" dur="500"/>
                                            <p:tgtEl>
                                              <p:spTgt spid="45"/>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up)">
                                          <p:cBhvr>
                                            <p:cTn id="42" dur="500"/>
                                            <p:tgtEl>
                                              <p:spTgt spid="43"/>
                                            </p:tgtEl>
                                          </p:cBhvr>
                                        </p:animEffect>
                                      </p:childTnLst>
                                    </p:cTn>
                                  </p:par>
                                </p:childTnLst>
                              </p:cTn>
                            </p:par>
                            <p:par>
                              <p:cTn id="43" fill="hold">
                                <p:stCondLst>
                                  <p:cond delay="4100"/>
                                </p:stCondLst>
                                <p:childTnLst>
                                  <p:par>
                                    <p:cTn id="44" presetID="2" presetClass="entr" presetSubtype="2" accel="76000" fill="hold" grpId="0" nodeType="afterEffect" p14:presetBounceEnd="34000">
                                      <p:stCondLst>
                                        <p:cond delay="0"/>
                                      </p:stCondLst>
                                      <p:childTnLst>
                                        <p:set>
                                          <p:cBhvr>
                                            <p:cTn id="45" dur="1" fill="hold">
                                              <p:stCondLst>
                                                <p:cond delay="0"/>
                                              </p:stCondLst>
                                            </p:cTn>
                                            <p:tgtEl>
                                              <p:spTgt spid="54"/>
                                            </p:tgtEl>
                                            <p:attrNameLst>
                                              <p:attrName>style.visibility</p:attrName>
                                            </p:attrNameLst>
                                          </p:cBhvr>
                                          <p:to>
                                            <p:strVal val="visible"/>
                                          </p:to>
                                        </p:set>
                                        <p:anim calcmode="lin" valueType="num" p14:bounceEnd="34000">
                                          <p:cBhvr additive="base">
                                            <p:cTn id="46" dur="750" fill="hold"/>
                                            <p:tgtEl>
                                              <p:spTgt spid="54"/>
                                            </p:tgtEl>
                                            <p:attrNameLst>
                                              <p:attrName>ppt_x</p:attrName>
                                            </p:attrNameLst>
                                          </p:cBhvr>
                                          <p:tavLst>
                                            <p:tav tm="0">
                                              <p:val>
                                                <p:strVal val="1+#ppt_w/2"/>
                                              </p:val>
                                            </p:tav>
                                            <p:tav tm="100000">
                                              <p:val>
                                                <p:strVal val="#ppt_x"/>
                                              </p:val>
                                            </p:tav>
                                          </p:tavLst>
                                        </p:anim>
                                        <p:anim calcmode="lin" valueType="num" p14:bounceEnd="34000">
                                          <p:cBhvr additive="base">
                                            <p:cTn id="47"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P spid="53" grpId="0" animBg="1"/>
          <p:bldP spid="53" grpId="1" animBg="1"/>
          <p:bldP spid="5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10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par>
                                    <p:cTn id="11" presetID="31" presetClass="entr" presetSubtype="0" fill="hold" grpId="0" nodeType="withEffect">
                                      <p:stCondLst>
                                        <p:cond delay="100"/>
                                      </p:stCondLst>
                                      <p:childTnLst>
                                        <p:set>
                                          <p:cBhvr>
                                            <p:cTn id="12" dur="1" fill="hold">
                                              <p:stCondLst>
                                                <p:cond delay="0"/>
                                              </p:stCondLst>
                                            </p:cTn>
                                            <p:tgtEl>
                                              <p:spTgt spid="53"/>
                                            </p:tgtEl>
                                            <p:attrNameLst>
                                              <p:attrName>style.visibility</p:attrName>
                                            </p:attrNameLst>
                                          </p:cBhvr>
                                          <p:to>
                                            <p:strVal val="visible"/>
                                          </p:to>
                                        </p:set>
                                        <p:anim calcmode="lin" valueType="num">
                                          <p:cBhvr>
                                            <p:cTn id="13" dur="1000" fill="hold"/>
                                            <p:tgtEl>
                                              <p:spTgt spid="53"/>
                                            </p:tgtEl>
                                            <p:attrNameLst>
                                              <p:attrName>ppt_w</p:attrName>
                                            </p:attrNameLst>
                                          </p:cBhvr>
                                          <p:tavLst>
                                            <p:tav tm="0">
                                              <p:val>
                                                <p:fltVal val="0"/>
                                              </p:val>
                                            </p:tav>
                                            <p:tav tm="100000">
                                              <p:val>
                                                <p:strVal val="#ppt_w"/>
                                              </p:val>
                                            </p:tav>
                                          </p:tavLst>
                                        </p:anim>
                                        <p:anim calcmode="lin" valueType="num">
                                          <p:cBhvr>
                                            <p:cTn id="14" dur="1000" fill="hold"/>
                                            <p:tgtEl>
                                              <p:spTgt spid="53"/>
                                            </p:tgtEl>
                                            <p:attrNameLst>
                                              <p:attrName>ppt_h</p:attrName>
                                            </p:attrNameLst>
                                          </p:cBhvr>
                                          <p:tavLst>
                                            <p:tav tm="0">
                                              <p:val>
                                                <p:fltVal val="0"/>
                                              </p:val>
                                            </p:tav>
                                            <p:tav tm="100000">
                                              <p:val>
                                                <p:strVal val="#ppt_h"/>
                                              </p:val>
                                            </p:tav>
                                          </p:tavLst>
                                        </p:anim>
                                        <p:anim calcmode="lin" valueType="num">
                                          <p:cBhvr>
                                            <p:cTn id="15" dur="1000" fill="hold"/>
                                            <p:tgtEl>
                                              <p:spTgt spid="53"/>
                                            </p:tgtEl>
                                            <p:attrNameLst>
                                              <p:attrName>style.rotation</p:attrName>
                                            </p:attrNameLst>
                                          </p:cBhvr>
                                          <p:tavLst>
                                            <p:tav tm="0">
                                              <p:val>
                                                <p:fltVal val="90"/>
                                              </p:val>
                                            </p:tav>
                                            <p:tav tm="100000">
                                              <p:val>
                                                <p:fltVal val="0"/>
                                              </p:val>
                                            </p:tav>
                                          </p:tavLst>
                                        </p:anim>
                                        <p:animEffect transition="in" filter="fade">
                                          <p:cBhvr>
                                            <p:cTn id="16" dur="1000"/>
                                            <p:tgtEl>
                                              <p:spTgt spid="53"/>
                                            </p:tgtEl>
                                          </p:cBhvr>
                                        </p:animEffect>
                                      </p:childTnLst>
                                    </p:cTn>
                                  </p:par>
                                </p:childTnLst>
                              </p:cTn>
                            </p:par>
                            <p:par>
                              <p:cTn id="17" fill="hold">
                                <p:stCondLst>
                                  <p:cond delay="1100"/>
                                </p:stCondLst>
                                <p:childTnLst>
                                  <p:par>
                                    <p:cTn id="18" presetID="8" presetClass="emph" presetSubtype="0" fill="hold" grpId="1" nodeType="afterEffect">
                                      <p:stCondLst>
                                        <p:cond delay="0"/>
                                      </p:stCondLst>
                                      <p:childTnLst>
                                        <p:animRot by="21600000">
                                          <p:cBhvr>
                                            <p:cTn id="19" dur="2000" fill="hold"/>
                                            <p:tgtEl>
                                              <p:spTgt spid="53"/>
                                            </p:tgtEl>
                                            <p:attrNameLst>
                                              <p:attrName>r</p:attrName>
                                            </p:attrNameLst>
                                          </p:cBhvr>
                                        </p:animRot>
                                      </p:childTnLst>
                                    </p:cTn>
                                  </p:par>
                                </p:childTnLst>
                              </p:cTn>
                            </p:par>
                            <p:par>
                              <p:cTn id="20" fill="hold">
                                <p:stCondLst>
                                  <p:cond delay="3100"/>
                                </p:stCondLst>
                                <p:childTnLst>
                                  <p:par>
                                    <p:cTn id="21" presetID="2" presetClass="entr" presetSubtype="8"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0-#ppt_w/2"/>
                                              </p:val>
                                            </p:tav>
                                            <p:tav tm="100000">
                                              <p:val>
                                                <p:strVal val="#ppt_x"/>
                                              </p:val>
                                            </p:tav>
                                          </p:tavLst>
                                        </p:anim>
                                        <p:anim calcmode="lin" valueType="num">
                                          <p:cBhvr additive="base">
                                            <p:cTn id="24" dur="500" fill="hold"/>
                                            <p:tgtEl>
                                              <p:spTgt spid="4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10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0-#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
                                      </p:stCondLst>
                                      <p:childTnLst>
                                        <p:set>
                                          <p:cBhvr>
                                            <p:cTn id="30" dur="1" fill="hold">
                                              <p:stCondLst>
                                                <p:cond delay="0"/>
                                              </p:stCondLst>
                                            </p:cTn>
                                            <p:tgtEl>
                                              <p:spTgt spid="44"/>
                                            </p:tgtEl>
                                            <p:attrNameLst>
                                              <p:attrName>style.visibility</p:attrName>
                                            </p:attrNameLst>
                                          </p:cBhvr>
                                          <p:to>
                                            <p:strVal val="visible"/>
                                          </p:to>
                                        </p:set>
                                        <p:anim calcmode="lin" valueType="num">
                                          <p:cBhvr additive="base">
                                            <p:cTn id="31" dur="500" fill="hold"/>
                                            <p:tgtEl>
                                              <p:spTgt spid="44"/>
                                            </p:tgtEl>
                                            <p:attrNameLst>
                                              <p:attrName>ppt_x</p:attrName>
                                            </p:attrNameLst>
                                          </p:cBhvr>
                                          <p:tavLst>
                                            <p:tav tm="0">
                                              <p:val>
                                                <p:strVal val="1+#ppt_w/2"/>
                                              </p:val>
                                            </p:tav>
                                            <p:tav tm="100000">
                                              <p:val>
                                                <p:strVal val="#ppt_x"/>
                                              </p:val>
                                            </p:tav>
                                          </p:tavLst>
                                        </p:anim>
                                        <p:anim calcmode="lin" valueType="num">
                                          <p:cBhvr additive="base">
                                            <p:cTn id="32" dur="500" fill="hold"/>
                                            <p:tgtEl>
                                              <p:spTgt spid="44"/>
                                            </p:tgtEl>
                                            <p:attrNameLst>
                                              <p:attrName>ppt_y</p:attrName>
                                            </p:attrNameLst>
                                          </p:cBhvr>
                                          <p:tavLst>
                                            <p:tav tm="0">
                                              <p:val>
                                                <p:strVal val="#ppt_y"/>
                                              </p:val>
                                            </p:tav>
                                            <p:tav tm="100000">
                                              <p:val>
                                                <p:strVal val="#ppt_y"/>
                                              </p:val>
                                            </p:tav>
                                          </p:tavLst>
                                        </p:anim>
                                      </p:childTnLst>
                                    </p:cTn>
                                  </p:par>
                                </p:childTnLst>
                              </p:cTn>
                            </p:par>
                            <p:par>
                              <p:cTn id="33" fill="hold">
                                <p:stCondLst>
                                  <p:cond delay="3600"/>
                                </p:stCondLst>
                                <p:childTnLst>
                                  <p:par>
                                    <p:cTn id="34" presetID="22" presetClass="entr" presetSubtype="1" fill="hold" grpId="0" nodeType="after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wipe(up)">
                                          <p:cBhvr>
                                            <p:cTn id="36" dur="500"/>
                                            <p:tgtEl>
                                              <p:spTgt spid="4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up)">
                                          <p:cBhvr>
                                            <p:cTn id="39" dur="500"/>
                                            <p:tgtEl>
                                              <p:spTgt spid="45"/>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up)">
                                          <p:cBhvr>
                                            <p:cTn id="42" dur="500"/>
                                            <p:tgtEl>
                                              <p:spTgt spid="43"/>
                                            </p:tgtEl>
                                          </p:cBhvr>
                                        </p:animEffect>
                                      </p:childTnLst>
                                    </p:cTn>
                                  </p:par>
                                </p:childTnLst>
                              </p:cTn>
                            </p:par>
                            <p:par>
                              <p:cTn id="43" fill="hold">
                                <p:stCondLst>
                                  <p:cond delay="4100"/>
                                </p:stCondLst>
                                <p:childTnLst>
                                  <p:par>
                                    <p:cTn id="44" presetID="2" presetClass="entr" presetSubtype="2" accel="76000" fill="hold" grpId="0" nodeType="afterEffect">
                                      <p:stCondLst>
                                        <p:cond delay="0"/>
                                      </p:stCondLst>
                                      <p:childTnLst>
                                        <p:set>
                                          <p:cBhvr>
                                            <p:cTn id="45" dur="1" fill="hold">
                                              <p:stCondLst>
                                                <p:cond delay="0"/>
                                              </p:stCondLst>
                                            </p:cTn>
                                            <p:tgtEl>
                                              <p:spTgt spid="54"/>
                                            </p:tgtEl>
                                            <p:attrNameLst>
                                              <p:attrName>style.visibility</p:attrName>
                                            </p:attrNameLst>
                                          </p:cBhvr>
                                          <p:to>
                                            <p:strVal val="visible"/>
                                          </p:to>
                                        </p:set>
                                        <p:anim calcmode="lin" valueType="num">
                                          <p:cBhvr additive="base">
                                            <p:cTn id="46" dur="750" fill="hold"/>
                                            <p:tgtEl>
                                              <p:spTgt spid="54"/>
                                            </p:tgtEl>
                                            <p:attrNameLst>
                                              <p:attrName>ppt_x</p:attrName>
                                            </p:attrNameLst>
                                          </p:cBhvr>
                                          <p:tavLst>
                                            <p:tav tm="0">
                                              <p:val>
                                                <p:strVal val="1+#ppt_w/2"/>
                                              </p:val>
                                            </p:tav>
                                            <p:tav tm="100000">
                                              <p:val>
                                                <p:strVal val="#ppt_x"/>
                                              </p:val>
                                            </p:tav>
                                          </p:tavLst>
                                        </p:anim>
                                        <p:anim calcmode="lin" valueType="num">
                                          <p:cBhvr additive="base">
                                            <p:cTn id="47"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P spid="53" grpId="0" animBg="1"/>
          <p:bldP spid="53" grpId="1" animBg="1"/>
          <p:bldP spid="54"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bwMode="auto">
          <a:xfrm>
            <a:off x="7825823" y="1616766"/>
            <a:ext cx="2537375" cy="2535451"/>
            <a:chOff x="5737247" y="806295"/>
            <a:chExt cx="1902050" cy="1900642"/>
          </a:xfrm>
        </p:grpSpPr>
        <p:sp>
          <p:nvSpPr>
            <p:cNvPr id="28" name="Oval 176"/>
            <p:cNvSpPr>
              <a:spLocks noChangeArrowheads="1"/>
            </p:cNvSpPr>
            <p:nvPr/>
          </p:nvSpPr>
          <p:spPr bwMode="auto">
            <a:xfrm>
              <a:off x="5737247" y="806295"/>
              <a:ext cx="1902050" cy="1900642"/>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75000"/>
                    <a:lumOff val="25000"/>
                  </a:schemeClr>
                </a:solidFill>
                <a:latin typeface="+mn-lt"/>
                <a:ea typeface="+mn-ea"/>
              </a:endParaRPr>
            </a:p>
          </p:txBody>
        </p:sp>
        <p:sp>
          <p:nvSpPr>
            <p:cNvPr id="29" name="文本框 28"/>
            <p:cNvSpPr txBox="1"/>
            <p:nvPr/>
          </p:nvSpPr>
          <p:spPr>
            <a:xfrm>
              <a:off x="6308452" y="1087731"/>
              <a:ext cx="823359" cy="684415"/>
            </a:xfrm>
            <a:prstGeom prst="rect">
              <a:avLst/>
            </a:prstGeom>
            <a:noFill/>
          </p:spPr>
          <p:txBody>
            <a:bodyPr wrap="none">
              <a:spAutoFit/>
            </a:bodyPr>
            <a:lstStyle/>
            <a:p>
              <a:pPr>
                <a:defRPr/>
              </a:pPr>
              <a:r>
                <a:rPr lang="en-US" altLang="zh-CN" sz="5335" dirty="0">
                  <a:ln w="38100">
                    <a:noFill/>
                  </a:ln>
                  <a:solidFill>
                    <a:schemeClr val="tx1">
                      <a:lumMod val="75000"/>
                      <a:lumOff val="25000"/>
                    </a:schemeClr>
                  </a:solidFill>
                  <a:latin typeface="Arial Black" panose="020B0A04020102020204" pitchFamily="34" charset="0"/>
                  <a:ea typeface="微软雅黑" panose="020B0503020204020204" pitchFamily="34" charset="-122"/>
                </a:rPr>
                <a:t>01</a:t>
              </a:r>
              <a:endParaRPr lang="zh-CN" altLang="en-US" sz="5335" dirty="0">
                <a:ln w="38100">
                  <a:noFill/>
                </a:ln>
                <a:solidFill>
                  <a:schemeClr val="tx1">
                    <a:lumMod val="75000"/>
                    <a:lumOff val="25000"/>
                  </a:schemeClr>
                </a:solidFill>
                <a:latin typeface="Arial Black" panose="020B0A04020102020204" pitchFamily="34" charset="0"/>
                <a:ea typeface="微软雅黑" panose="020B0503020204020204" pitchFamily="34" charset="-122"/>
              </a:endParaRPr>
            </a:p>
          </p:txBody>
        </p:sp>
        <p:sp>
          <p:nvSpPr>
            <p:cNvPr id="30" name="文本框 3"/>
            <p:cNvSpPr txBox="1">
              <a:spLocks noChangeArrowheads="1"/>
            </p:cNvSpPr>
            <p:nvPr/>
          </p:nvSpPr>
          <p:spPr bwMode="auto">
            <a:xfrm>
              <a:off x="6044952" y="1938589"/>
              <a:ext cx="1394098" cy="24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ts val="900"/>
                </a:lnSpc>
                <a:defRPr sz="6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gn="ctr"/>
              <a:r>
                <a:rPr lang="en-US" altLang="zh-CN" sz="800" dirty="0">
                  <a:solidFill>
                    <a:schemeClr val="tx1">
                      <a:lumMod val="75000"/>
                      <a:lumOff val="25000"/>
                    </a:schemeClr>
                  </a:solidFill>
                </a:rPr>
                <a:t>this is a dummy text. enter your own text here. this is a sample text.</a:t>
              </a:r>
              <a:endParaRPr lang="zh-CN" altLang="en-US" sz="800" dirty="0">
                <a:solidFill>
                  <a:schemeClr val="tx1">
                    <a:lumMod val="75000"/>
                    <a:lumOff val="25000"/>
                  </a:schemeClr>
                </a:solidFill>
              </a:endParaRPr>
            </a:p>
          </p:txBody>
        </p:sp>
        <p:sp>
          <p:nvSpPr>
            <p:cNvPr id="31" name="矩形 4"/>
            <p:cNvSpPr>
              <a:spLocks noChangeArrowheads="1"/>
            </p:cNvSpPr>
            <p:nvPr/>
          </p:nvSpPr>
          <p:spPr bwMode="auto">
            <a:xfrm>
              <a:off x="5946083" y="1691692"/>
              <a:ext cx="1556738" cy="2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865" b="1"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1865" b="1" dirty="0">
                <a:solidFill>
                  <a:schemeClr val="tx1">
                    <a:lumMod val="75000"/>
                    <a:lumOff val="25000"/>
                  </a:schemeClr>
                </a:solidFill>
                <a:cs typeface="Arial" panose="020B0604020202020204" pitchFamily="34" charset="0"/>
              </a:endParaRPr>
            </a:p>
          </p:txBody>
        </p:sp>
      </p:grpSp>
      <p:grpSp>
        <p:nvGrpSpPr>
          <p:cNvPr id="32" name="组合 31"/>
          <p:cNvGrpSpPr/>
          <p:nvPr/>
        </p:nvGrpSpPr>
        <p:grpSpPr bwMode="auto">
          <a:xfrm>
            <a:off x="7291916" y="3820541"/>
            <a:ext cx="2298699" cy="2298700"/>
            <a:chOff x="5268329" y="2403942"/>
            <a:chExt cx="1724659" cy="1723111"/>
          </a:xfrm>
        </p:grpSpPr>
        <p:sp>
          <p:nvSpPr>
            <p:cNvPr id="33" name="Oval 288"/>
            <p:cNvSpPr>
              <a:spLocks noChangeArrowheads="1"/>
            </p:cNvSpPr>
            <p:nvPr/>
          </p:nvSpPr>
          <p:spPr bwMode="auto">
            <a:xfrm>
              <a:off x="5268329" y="2403942"/>
              <a:ext cx="1724659" cy="1723111"/>
            </a:xfrm>
            <a:prstGeom prst="ellipse">
              <a:avLst/>
            </a:prstGeom>
            <a:noFill/>
            <a:ln w="3175">
              <a:solidFill>
                <a:schemeClr val="tx1">
                  <a:lumMod val="50000"/>
                  <a:lumOff val="50000"/>
                  <a:alpha val="8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75000"/>
                    <a:lumOff val="25000"/>
                  </a:schemeClr>
                </a:solidFill>
                <a:latin typeface="+mn-lt"/>
                <a:ea typeface="+mn-ea"/>
              </a:endParaRPr>
            </a:p>
          </p:txBody>
        </p:sp>
        <p:grpSp>
          <p:nvGrpSpPr>
            <p:cNvPr id="34" name="组合 19"/>
            <p:cNvGrpSpPr/>
            <p:nvPr/>
          </p:nvGrpSpPr>
          <p:grpSpPr bwMode="auto">
            <a:xfrm>
              <a:off x="5412690" y="2651462"/>
              <a:ext cx="1407218" cy="939084"/>
              <a:chOff x="5907990" y="1136987"/>
              <a:chExt cx="1407218" cy="939084"/>
            </a:xfrm>
          </p:grpSpPr>
          <p:sp>
            <p:nvSpPr>
              <p:cNvPr id="35" name="文本框 34"/>
              <p:cNvSpPr txBox="1"/>
              <p:nvPr/>
            </p:nvSpPr>
            <p:spPr>
              <a:xfrm>
                <a:off x="6225761" y="1136987"/>
                <a:ext cx="686979" cy="561443"/>
              </a:xfrm>
              <a:prstGeom prst="rect">
                <a:avLst/>
              </a:prstGeom>
              <a:noFill/>
            </p:spPr>
            <p:txBody>
              <a:bodyPr wrap="none">
                <a:spAutoFit/>
              </a:bodyPr>
              <a:lstStyle/>
              <a:p>
                <a:pPr>
                  <a:defRPr/>
                </a:pPr>
                <a:r>
                  <a:rPr lang="en-US" altLang="zh-CN" sz="4265" dirty="0">
                    <a:ln w="38100">
                      <a:noFill/>
                    </a:ln>
                    <a:solidFill>
                      <a:schemeClr val="tx1">
                        <a:lumMod val="75000"/>
                        <a:lumOff val="25000"/>
                      </a:schemeClr>
                    </a:solidFill>
                    <a:latin typeface="Arial Black" panose="020B0A04020102020204" pitchFamily="34" charset="0"/>
                    <a:ea typeface="微软雅黑" panose="020B0503020204020204" pitchFamily="34" charset="-122"/>
                  </a:rPr>
                  <a:t>02</a:t>
                </a:r>
                <a:endParaRPr lang="zh-CN" altLang="en-US" sz="4265" dirty="0">
                  <a:ln w="38100">
                    <a:noFill/>
                  </a:ln>
                  <a:solidFill>
                    <a:schemeClr val="tx1">
                      <a:lumMod val="75000"/>
                      <a:lumOff val="25000"/>
                    </a:schemeClr>
                  </a:solidFill>
                  <a:latin typeface="Arial Black" panose="020B0A04020102020204" pitchFamily="34" charset="0"/>
                  <a:ea typeface="微软雅黑" panose="020B0503020204020204" pitchFamily="34" charset="-122"/>
                </a:endParaRPr>
              </a:p>
            </p:txBody>
          </p:sp>
          <p:sp>
            <p:nvSpPr>
              <p:cNvPr id="36" name="文本框 21"/>
              <p:cNvSpPr txBox="1">
                <a:spLocks noChangeArrowheads="1"/>
              </p:cNvSpPr>
              <p:nvPr/>
            </p:nvSpPr>
            <p:spPr bwMode="auto">
              <a:xfrm>
                <a:off x="5921110" y="1833826"/>
                <a:ext cx="1394098" cy="24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ts val="900"/>
                  </a:lnSpc>
                  <a:defRPr sz="6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gn="ctr"/>
                <a:r>
                  <a:rPr lang="en-US" altLang="zh-CN" sz="800" dirty="0">
                    <a:solidFill>
                      <a:schemeClr val="tx1">
                        <a:lumMod val="75000"/>
                        <a:lumOff val="25000"/>
                      </a:schemeClr>
                    </a:solidFill>
                  </a:rPr>
                  <a:t>this is a dummy text. enter your own text here. this is a sample text.</a:t>
                </a:r>
                <a:endParaRPr lang="zh-CN" altLang="en-US" sz="800" dirty="0">
                  <a:solidFill>
                    <a:schemeClr val="tx1">
                      <a:lumMod val="75000"/>
                      <a:lumOff val="25000"/>
                    </a:schemeClr>
                  </a:solidFill>
                </a:endParaRPr>
              </a:p>
            </p:txBody>
          </p:sp>
          <p:sp>
            <p:nvSpPr>
              <p:cNvPr id="37" name="矩形 22"/>
              <p:cNvSpPr>
                <a:spLocks noChangeArrowheads="1"/>
              </p:cNvSpPr>
              <p:nvPr/>
            </p:nvSpPr>
            <p:spPr bwMode="auto">
              <a:xfrm>
                <a:off x="5907990" y="1634554"/>
                <a:ext cx="1360104" cy="25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1600" b="1" dirty="0">
                  <a:solidFill>
                    <a:schemeClr val="tx1">
                      <a:lumMod val="75000"/>
                      <a:lumOff val="25000"/>
                    </a:schemeClr>
                  </a:solidFill>
                  <a:cs typeface="Arial" panose="020B0604020202020204" pitchFamily="34" charset="0"/>
                </a:endParaRPr>
              </a:p>
            </p:txBody>
          </p:sp>
        </p:grpSp>
      </p:grpSp>
      <p:grpSp>
        <p:nvGrpSpPr>
          <p:cNvPr id="38" name="组合 37"/>
          <p:cNvGrpSpPr/>
          <p:nvPr/>
        </p:nvGrpSpPr>
        <p:grpSpPr bwMode="auto">
          <a:xfrm>
            <a:off x="6170077" y="2290187"/>
            <a:ext cx="1805525" cy="1805525"/>
            <a:chOff x="4493686" y="1207526"/>
            <a:chExt cx="1354453" cy="1354453"/>
          </a:xfrm>
        </p:grpSpPr>
        <p:sp>
          <p:nvSpPr>
            <p:cNvPr id="39" name="Oval 177"/>
            <p:cNvSpPr>
              <a:spLocks noChangeArrowheads="1"/>
            </p:cNvSpPr>
            <p:nvPr/>
          </p:nvSpPr>
          <p:spPr bwMode="auto">
            <a:xfrm>
              <a:off x="4493686" y="1207526"/>
              <a:ext cx="1354453" cy="1354453"/>
            </a:xfrm>
            <a:prstGeom prst="ellipse">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75000"/>
                    <a:lumOff val="25000"/>
                  </a:schemeClr>
                </a:solidFill>
                <a:latin typeface="+mn-lt"/>
                <a:ea typeface="+mn-ea"/>
              </a:endParaRPr>
            </a:p>
          </p:txBody>
        </p:sp>
        <p:grpSp>
          <p:nvGrpSpPr>
            <p:cNvPr id="40" name="组合 7"/>
            <p:cNvGrpSpPr/>
            <p:nvPr/>
          </p:nvGrpSpPr>
          <p:grpSpPr bwMode="auto">
            <a:xfrm>
              <a:off x="4707833" y="1498107"/>
              <a:ext cx="906946" cy="671863"/>
              <a:chOff x="4593533" y="1498107"/>
              <a:chExt cx="906946" cy="671863"/>
            </a:xfrm>
          </p:grpSpPr>
          <p:sp>
            <p:nvSpPr>
              <p:cNvPr id="41" name="文本框 40"/>
              <p:cNvSpPr txBox="1"/>
              <p:nvPr/>
            </p:nvSpPr>
            <p:spPr>
              <a:xfrm>
                <a:off x="4682673" y="1498107"/>
                <a:ext cx="686883" cy="561869"/>
              </a:xfrm>
              <a:prstGeom prst="rect">
                <a:avLst/>
              </a:prstGeom>
              <a:noFill/>
            </p:spPr>
            <p:txBody>
              <a:bodyPr wrap="none">
                <a:spAutoFit/>
              </a:bodyPr>
              <a:lstStyle/>
              <a:p>
                <a:pPr>
                  <a:defRPr/>
                </a:pPr>
                <a:r>
                  <a:rPr lang="en-US" altLang="zh-CN" sz="4265" dirty="0">
                    <a:ln w="38100">
                      <a:noFill/>
                    </a:ln>
                    <a:solidFill>
                      <a:schemeClr val="tx1">
                        <a:lumMod val="75000"/>
                        <a:lumOff val="25000"/>
                      </a:schemeClr>
                    </a:solidFill>
                    <a:latin typeface="Arial Black" panose="020B0A04020102020204" pitchFamily="34" charset="0"/>
                    <a:ea typeface="微软雅黑" panose="020B0503020204020204" pitchFamily="34" charset="-122"/>
                  </a:rPr>
                  <a:t>03</a:t>
                </a:r>
                <a:endParaRPr lang="zh-CN" altLang="en-US" sz="4265" dirty="0">
                  <a:ln w="38100">
                    <a:noFill/>
                  </a:ln>
                  <a:solidFill>
                    <a:schemeClr val="tx1">
                      <a:lumMod val="75000"/>
                      <a:lumOff val="25000"/>
                    </a:schemeClr>
                  </a:solidFill>
                  <a:latin typeface="Arial Black" panose="020B0A04020102020204" pitchFamily="34" charset="0"/>
                  <a:ea typeface="微软雅黑" panose="020B0503020204020204" pitchFamily="34" charset="-122"/>
                </a:endParaRPr>
              </a:p>
            </p:txBody>
          </p:sp>
          <p:sp>
            <p:nvSpPr>
              <p:cNvPr id="42" name="矩形 24"/>
              <p:cNvSpPr>
                <a:spLocks noChangeArrowheads="1"/>
              </p:cNvSpPr>
              <p:nvPr/>
            </p:nvSpPr>
            <p:spPr bwMode="auto">
              <a:xfrm>
                <a:off x="4593533" y="1977517"/>
                <a:ext cx="906946" cy="19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065"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1065" dirty="0">
                  <a:solidFill>
                    <a:schemeClr val="tx1">
                      <a:lumMod val="75000"/>
                      <a:lumOff val="25000"/>
                    </a:schemeClr>
                  </a:solidFill>
                  <a:cs typeface="Arial" panose="020B0604020202020204" pitchFamily="34" charset="0"/>
                </a:endParaRPr>
              </a:p>
            </p:txBody>
          </p:sp>
        </p:grpSp>
      </p:grpSp>
      <p:grpSp>
        <p:nvGrpSpPr>
          <p:cNvPr id="43" name="组合 42"/>
          <p:cNvGrpSpPr/>
          <p:nvPr/>
        </p:nvGrpSpPr>
        <p:grpSpPr bwMode="auto">
          <a:xfrm>
            <a:off x="9429751" y="4584659"/>
            <a:ext cx="1593849" cy="1593849"/>
            <a:chOff x="6643415" y="3290246"/>
            <a:chExt cx="1195660" cy="1195660"/>
          </a:xfrm>
        </p:grpSpPr>
        <p:sp>
          <p:nvSpPr>
            <p:cNvPr id="44" name="Oval 289"/>
            <p:cNvSpPr>
              <a:spLocks noChangeArrowheads="1"/>
            </p:cNvSpPr>
            <p:nvPr/>
          </p:nvSpPr>
          <p:spPr bwMode="auto">
            <a:xfrm>
              <a:off x="6643415" y="3290246"/>
              <a:ext cx="1195660" cy="1195660"/>
            </a:xfrm>
            <a:prstGeom prst="ellipse">
              <a:avLst/>
            </a:prstGeom>
            <a:noFill/>
            <a:ln w="3175">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75000"/>
                    <a:lumOff val="25000"/>
                  </a:schemeClr>
                </a:solidFill>
                <a:latin typeface="+mn-lt"/>
                <a:ea typeface="+mn-ea"/>
              </a:endParaRPr>
            </a:p>
          </p:txBody>
        </p:sp>
        <p:grpSp>
          <p:nvGrpSpPr>
            <p:cNvPr id="45" name="组合 26"/>
            <p:cNvGrpSpPr/>
            <p:nvPr/>
          </p:nvGrpSpPr>
          <p:grpSpPr bwMode="auto">
            <a:xfrm>
              <a:off x="6784283" y="3488728"/>
              <a:ext cx="906946" cy="614809"/>
              <a:chOff x="4593533" y="1517053"/>
              <a:chExt cx="906946" cy="614809"/>
            </a:xfrm>
          </p:grpSpPr>
          <p:sp>
            <p:nvSpPr>
              <p:cNvPr id="46" name="文本框 45"/>
              <p:cNvSpPr txBox="1"/>
              <p:nvPr/>
            </p:nvSpPr>
            <p:spPr>
              <a:xfrm>
                <a:off x="4721013" y="1517053"/>
                <a:ext cx="617137" cy="500204"/>
              </a:xfrm>
              <a:prstGeom prst="rect">
                <a:avLst/>
              </a:prstGeom>
              <a:noFill/>
            </p:spPr>
            <p:txBody>
              <a:bodyPr wrap="none">
                <a:spAutoFit/>
              </a:bodyPr>
              <a:lstStyle/>
              <a:p>
                <a:pPr>
                  <a:defRPr/>
                </a:pPr>
                <a:r>
                  <a:rPr lang="en-US" altLang="zh-CN" sz="3735" dirty="0">
                    <a:ln w="38100">
                      <a:noFill/>
                    </a:ln>
                    <a:solidFill>
                      <a:schemeClr val="tx1">
                        <a:lumMod val="75000"/>
                        <a:lumOff val="25000"/>
                      </a:schemeClr>
                    </a:solidFill>
                    <a:latin typeface="Arial Black" panose="020B0A04020102020204" pitchFamily="34" charset="0"/>
                    <a:ea typeface="微软雅黑" panose="020B0503020204020204" pitchFamily="34" charset="-122"/>
                  </a:rPr>
                  <a:t>04</a:t>
                </a:r>
                <a:endParaRPr lang="zh-CN" altLang="en-US" sz="3735" dirty="0">
                  <a:ln w="38100">
                    <a:noFill/>
                  </a:ln>
                  <a:solidFill>
                    <a:schemeClr val="tx1">
                      <a:lumMod val="75000"/>
                      <a:lumOff val="25000"/>
                    </a:schemeClr>
                  </a:solidFill>
                  <a:latin typeface="Arial Black" panose="020B0A04020102020204" pitchFamily="34" charset="0"/>
                  <a:ea typeface="微软雅黑" panose="020B0503020204020204" pitchFamily="34" charset="-122"/>
                </a:endParaRPr>
              </a:p>
            </p:txBody>
          </p:sp>
          <p:sp>
            <p:nvSpPr>
              <p:cNvPr id="47" name="矩形 28"/>
              <p:cNvSpPr>
                <a:spLocks noChangeArrowheads="1"/>
              </p:cNvSpPr>
              <p:nvPr/>
            </p:nvSpPr>
            <p:spPr bwMode="auto">
              <a:xfrm>
                <a:off x="4593533" y="1939409"/>
                <a:ext cx="906946" cy="19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065"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1065" dirty="0">
                  <a:solidFill>
                    <a:schemeClr val="tx1">
                      <a:lumMod val="75000"/>
                      <a:lumOff val="25000"/>
                    </a:schemeClr>
                  </a:solidFill>
                  <a:cs typeface="Arial" panose="020B0604020202020204" pitchFamily="34" charset="0"/>
                </a:endParaRPr>
              </a:p>
            </p:txBody>
          </p:sp>
        </p:grpSp>
      </p:grpSp>
      <p:sp>
        <p:nvSpPr>
          <p:cNvPr id="60" name="文本框 66"/>
          <p:cNvSpPr txBox="1">
            <a:spLocks noChangeArrowheads="1"/>
          </p:cNvSpPr>
          <p:nvPr/>
        </p:nvSpPr>
        <p:spPr bwMode="auto">
          <a:xfrm>
            <a:off x="1202267" y="3048381"/>
            <a:ext cx="405553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ts val="900"/>
              </a:lnSpc>
              <a:defRPr sz="6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50000"/>
              </a:lnSpc>
            </a:pPr>
            <a:r>
              <a:rPr lang="en-US" altLang="zh-CN" sz="1000" dirty="0">
                <a:solidFill>
                  <a:schemeClr val="tx1">
                    <a:lumMod val="65000"/>
                    <a:lumOff val="35000"/>
                  </a:schemeClr>
                </a:solidFill>
              </a:rPr>
              <a:t>this is a sample text. insert your desired text here. Again. this is a dummy text. enter your own text here. this is a sample text. insert your desired text here. Again. this is a dummy text. enter your own text here</a:t>
            </a:r>
            <a:endParaRPr lang="zh-CN" altLang="en-US" sz="1000" dirty="0">
              <a:solidFill>
                <a:schemeClr val="tx1">
                  <a:lumMod val="65000"/>
                  <a:lumOff val="35000"/>
                </a:schemeClr>
              </a:solidFill>
            </a:endParaRPr>
          </a:p>
        </p:txBody>
      </p:sp>
      <p:sp>
        <p:nvSpPr>
          <p:cNvPr id="61" name="文本框 60"/>
          <p:cNvSpPr txBox="1">
            <a:spLocks noChangeArrowheads="1"/>
          </p:cNvSpPr>
          <p:nvPr/>
        </p:nvSpPr>
        <p:spPr bwMode="auto">
          <a:xfrm>
            <a:off x="1191685" y="2530504"/>
            <a:ext cx="3760325"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Click To </a:t>
            </a:r>
            <a:r>
              <a:rPr lang="en-US" altLang="zh-CN" sz="2665" b="1"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2665" b="1"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endParaRPr>
          </a:p>
        </p:txBody>
      </p:sp>
      <p:grpSp>
        <p:nvGrpSpPr>
          <p:cNvPr id="62" name="组合 61"/>
          <p:cNvGrpSpPr/>
          <p:nvPr/>
        </p:nvGrpSpPr>
        <p:grpSpPr bwMode="auto">
          <a:xfrm>
            <a:off x="5848351" y="4571959"/>
            <a:ext cx="1593849" cy="1593849"/>
            <a:chOff x="6643415" y="3290246"/>
            <a:chExt cx="1195660" cy="1195660"/>
          </a:xfrm>
        </p:grpSpPr>
        <p:sp>
          <p:nvSpPr>
            <p:cNvPr id="63" name="Oval 289"/>
            <p:cNvSpPr>
              <a:spLocks noChangeArrowheads="1"/>
            </p:cNvSpPr>
            <p:nvPr/>
          </p:nvSpPr>
          <p:spPr bwMode="auto">
            <a:xfrm>
              <a:off x="6643415" y="3290246"/>
              <a:ext cx="1195660" cy="1195660"/>
            </a:xfrm>
            <a:prstGeom prst="ellipse">
              <a:avLst/>
            </a:prstGeom>
            <a:noFill/>
            <a:ln w="3175">
              <a:solidFill>
                <a:schemeClr val="tx1">
                  <a:lumMod val="50000"/>
                  <a:lumOff val="50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chemeClr val="tx1">
                    <a:lumMod val="75000"/>
                    <a:lumOff val="25000"/>
                  </a:schemeClr>
                </a:solidFill>
                <a:latin typeface="+mn-lt"/>
                <a:ea typeface="+mn-ea"/>
              </a:endParaRPr>
            </a:p>
          </p:txBody>
        </p:sp>
        <p:grpSp>
          <p:nvGrpSpPr>
            <p:cNvPr id="64" name="组合 26"/>
            <p:cNvGrpSpPr/>
            <p:nvPr/>
          </p:nvGrpSpPr>
          <p:grpSpPr bwMode="auto">
            <a:xfrm>
              <a:off x="6784283" y="3488728"/>
              <a:ext cx="906946" cy="614809"/>
              <a:chOff x="4593533" y="1517053"/>
              <a:chExt cx="906946" cy="614809"/>
            </a:xfrm>
          </p:grpSpPr>
          <p:sp>
            <p:nvSpPr>
              <p:cNvPr id="65" name="文本框 64"/>
              <p:cNvSpPr txBox="1"/>
              <p:nvPr/>
            </p:nvSpPr>
            <p:spPr>
              <a:xfrm>
                <a:off x="4721013" y="1517053"/>
                <a:ext cx="617137" cy="500204"/>
              </a:xfrm>
              <a:prstGeom prst="rect">
                <a:avLst/>
              </a:prstGeom>
              <a:noFill/>
            </p:spPr>
            <p:txBody>
              <a:bodyPr wrap="none">
                <a:spAutoFit/>
              </a:bodyPr>
              <a:lstStyle/>
              <a:p>
                <a:pPr>
                  <a:defRPr/>
                </a:pPr>
                <a:r>
                  <a:rPr lang="en-US" altLang="zh-CN" sz="3735" dirty="0">
                    <a:ln w="38100">
                      <a:noFill/>
                    </a:ln>
                    <a:solidFill>
                      <a:schemeClr val="tx1">
                        <a:lumMod val="75000"/>
                        <a:lumOff val="25000"/>
                      </a:schemeClr>
                    </a:solidFill>
                    <a:latin typeface="Arial Black" panose="020B0A04020102020204" pitchFamily="34" charset="0"/>
                    <a:ea typeface="微软雅黑" panose="020B0503020204020204" pitchFamily="34" charset="-122"/>
                  </a:rPr>
                  <a:t>05</a:t>
                </a:r>
                <a:endParaRPr lang="zh-CN" altLang="en-US" sz="3735" dirty="0">
                  <a:ln w="38100">
                    <a:noFill/>
                  </a:ln>
                  <a:solidFill>
                    <a:schemeClr val="tx1">
                      <a:lumMod val="75000"/>
                      <a:lumOff val="25000"/>
                    </a:schemeClr>
                  </a:solidFill>
                  <a:latin typeface="Arial Black" panose="020B0A04020102020204" pitchFamily="34" charset="0"/>
                  <a:ea typeface="微软雅黑" panose="020B0503020204020204" pitchFamily="34" charset="-122"/>
                </a:endParaRPr>
              </a:p>
            </p:txBody>
          </p:sp>
          <p:sp>
            <p:nvSpPr>
              <p:cNvPr id="66" name="矩形 28"/>
              <p:cNvSpPr>
                <a:spLocks noChangeArrowheads="1"/>
              </p:cNvSpPr>
              <p:nvPr/>
            </p:nvSpPr>
            <p:spPr bwMode="auto">
              <a:xfrm>
                <a:off x="4593533" y="1939409"/>
                <a:ext cx="906946" cy="19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065" dirty="0">
                    <a:solidFill>
                      <a:schemeClr val="tx1">
                        <a:lumMod val="75000"/>
                        <a:lumOff val="25000"/>
                      </a:schemeClr>
                    </a:solidFill>
                    <a:latin typeface="Arial" panose="020B0604020202020204" pitchFamily="34" charset="0"/>
                    <a:ea typeface="Arial Unicode MS" panose="020B0604020202020204" pitchFamily="34" charset="-122"/>
                    <a:cs typeface="Arial" panose="020B0604020202020204" pitchFamily="34" charset="0"/>
                  </a:rPr>
                  <a:t>Add Title In Here</a:t>
                </a:r>
                <a:endParaRPr lang="zh-CN" altLang="en-US" sz="1065" dirty="0">
                  <a:solidFill>
                    <a:schemeClr val="tx1">
                      <a:lumMod val="75000"/>
                      <a:lumOff val="25000"/>
                    </a:schemeClr>
                  </a:solidFill>
                  <a:cs typeface="Arial" panose="020B0604020202020204" pitchFamily="34" charset="0"/>
                </a:endParaRPr>
              </a:p>
            </p:txBody>
          </p:sp>
        </p:grpSp>
      </p:grpSp>
      <p:cxnSp>
        <p:nvCxnSpPr>
          <p:cNvPr id="67" name="直接连接符 66"/>
          <p:cNvCxnSpPr/>
          <p:nvPr/>
        </p:nvCxnSpPr>
        <p:spPr>
          <a:xfrm flipH="1">
            <a:off x="234474" y="2934294"/>
            <a:ext cx="936458" cy="1593860"/>
          </a:xfrm>
          <a:prstGeom prst="line">
            <a:avLst/>
          </a:prstGeom>
          <a:ln w="539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531333" y="3154213"/>
            <a:ext cx="1680892" cy="2860892"/>
          </a:xfrm>
          <a:prstGeom prst="line">
            <a:avLst/>
          </a:prstGeom>
          <a:ln>
            <a:solidFill>
              <a:schemeClr val="tx1">
                <a:lumMod val="75000"/>
                <a:lumOff val="25000"/>
                <a:alpha val="48000"/>
              </a:schemeClr>
            </a:solidFill>
          </a:ln>
        </p:spPr>
        <p:style>
          <a:lnRef idx="1">
            <a:schemeClr val="accent1"/>
          </a:lnRef>
          <a:fillRef idx="0">
            <a:schemeClr val="accent1"/>
          </a:fillRef>
          <a:effectRef idx="0">
            <a:schemeClr val="accent1"/>
          </a:effectRef>
          <a:fontRef idx="minor">
            <a:schemeClr val="tx1"/>
          </a:fontRef>
        </p:style>
      </p:cxnSp>
      <p:pic>
        <p:nvPicPr>
          <p:cNvPr id="48" name="图片 4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761811" y="-305759"/>
            <a:ext cx="3657607" cy="2639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6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90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1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3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par>
                                <p:cTn id="25" presetID="2" presetClass="entr" presetSubtype="8" fill="hold" grpId="0" nodeType="withEffect">
                                  <p:stCondLst>
                                    <p:cond delay="250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750" fill="hold"/>
                                        <p:tgtEl>
                                          <p:spTgt spid="61"/>
                                        </p:tgtEl>
                                        <p:attrNameLst>
                                          <p:attrName>ppt_x</p:attrName>
                                        </p:attrNameLst>
                                      </p:cBhvr>
                                      <p:tavLst>
                                        <p:tav tm="0">
                                          <p:val>
                                            <p:strVal val="0-#ppt_w/2"/>
                                          </p:val>
                                        </p:tav>
                                        <p:tav tm="100000">
                                          <p:val>
                                            <p:strVal val="#ppt_x"/>
                                          </p:val>
                                        </p:tav>
                                      </p:tavLst>
                                    </p:anim>
                                    <p:anim calcmode="lin" valueType="num">
                                      <p:cBhvr additive="base">
                                        <p:cTn id="28" dur="75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2800"/>
                                  </p:stCondLst>
                                  <p:childTnLst>
                                    <p:set>
                                      <p:cBhvr>
                                        <p:cTn id="30" dur="1" fill="hold">
                                          <p:stCondLst>
                                            <p:cond delay="0"/>
                                          </p:stCondLst>
                                        </p:cTn>
                                        <p:tgtEl>
                                          <p:spTgt spid="60"/>
                                        </p:tgtEl>
                                        <p:attrNameLst>
                                          <p:attrName>style.visibility</p:attrName>
                                        </p:attrNameLst>
                                      </p:cBhvr>
                                      <p:to>
                                        <p:strVal val="visible"/>
                                      </p:to>
                                    </p:set>
                                    <p:anim calcmode="lin" valueType="num">
                                      <p:cBhvr additive="base">
                                        <p:cTn id="31" dur="750" fill="hold"/>
                                        <p:tgtEl>
                                          <p:spTgt spid="60"/>
                                        </p:tgtEl>
                                        <p:attrNameLst>
                                          <p:attrName>ppt_x</p:attrName>
                                        </p:attrNameLst>
                                      </p:cBhvr>
                                      <p:tavLst>
                                        <p:tav tm="0">
                                          <p:val>
                                            <p:strVal val="0-#ppt_w/2"/>
                                          </p:val>
                                        </p:tav>
                                        <p:tav tm="100000">
                                          <p:val>
                                            <p:strVal val="#ppt_x"/>
                                          </p:val>
                                        </p:tav>
                                      </p:tavLst>
                                    </p:anim>
                                    <p:anim calcmode="lin" valueType="num">
                                      <p:cBhvr additive="base">
                                        <p:cTn id="32" dur="750" fill="hold"/>
                                        <p:tgtEl>
                                          <p:spTgt spid="60"/>
                                        </p:tgtEl>
                                        <p:attrNameLst>
                                          <p:attrName>ppt_y</p:attrName>
                                        </p:attrNameLst>
                                      </p:cBhvr>
                                      <p:tavLst>
                                        <p:tav tm="0">
                                          <p:val>
                                            <p:strVal val="#ppt_y"/>
                                          </p:val>
                                        </p:tav>
                                        <p:tav tm="100000">
                                          <p:val>
                                            <p:strVal val="#ppt_y"/>
                                          </p:val>
                                        </p:tav>
                                      </p:tavLst>
                                    </p:anim>
                                  </p:childTnLst>
                                </p:cTn>
                              </p:par>
                              <p:par>
                                <p:cTn id="33" presetID="42" presetClass="entr" presetSubtype="0" fill="hold" nodeType="withEffect">
                                  <p:stCondLst>
                                    <p:cond delay="1300"/>
                                  </p:stCondLst>
                                  <p:childTnLst>
                                    <p:set>
                                      <p:cBhvr>
                                        <p:cTn id="34" dur="1" fill="hold">
                                          <p:stCondLst>
                                            <p:cond delay="0"/>
                                          </p:stCondLst>
                                        </p:cTn>
                                        <p:tgtEl>
                                          <p:spTgt spid="62"/>
                                        </p:tgtEl>
                                        <p:attrNameLst>
                                          <p:attrName>style.visibility</p:attrName>
                                        </p:attrNameLst>
                                      </p:cBhvr>
                                      <p:to>
                                        <p:strVal val="visible"/>
                                      </p:to>
                                    </p:set>
                                    <p:animEffect transition="in" filter="fade">
                                      <p:cBhvr>
                                        <p:cTn id="35" dur="1000"/>
                                        <p:tgtEl>
                                          <p:spTgt spid="62"/>
                                        </p:tgtEl>
                                      </p:cBhvr>
                                    </p:animEffect>
                                    <p:anim calcmode="lin" valueType="num">
                                      <p:cBhvr>
                                        <p:cTn id="36" dur="1000" fill="hold"/>
                                        <p:tgtEl>
                                          <p:spTgt spid="62"/>
                                        </p:tgtEl>
                                        <p:attrNameLst>
                                          <p:attrName>ppt_x</p:attrName>
                                        </p:attrNameLst>
                                      </p:cBhvr>
                                      <p:tavLst>
                                        <p:tav tm="0">
                                          <p:val>
                                            <p:strVal val="#ppt_x"/>
                                          </p:val>
                                        </p:tav>
                                        <p:tav tm="100000">
                                          <p:val>
                                            <p:strVal val="#ppt_x"/>
                                          </p:val>
                                        </p:tav>
                                      </p:tavLst>
                                    </p:anim>
                                    <p:anim calcmode="lin" valueType="num">
                                      <p:cBhvr>
                                        <p:cTn id="37" dur="1000" fill="hold"/>
                                        <p:tgtEl>
                                          <p:spTgt spid="62"/>
                                        </p:tgtEl>
                                        <p:attrNameLst>
                                          <p:attrName>ppt_y</p:attrName>
                                        </p:attrNameLst>
                                      </p:cBhvr>
                                      <p:tavLst>
                                        <p:tav tm="0">
                                          <p:val>
                                            <p:strVal val="#ppt_y+.1"/>
                                          </p:val>
                                        </p:tav>
                                        <p:tav tm="100000">
                                          <p:val>
                                            <p:strVal val="#ppt_y"/>
                                          </p:val>
                                        </p:tav>
                                      </p:tavLst>
                                    </p:anim>
                                  </p:childTnLst>
                                </p:cTn>
                              </p:par>
                              <p:par>
                                <p:cTn id="38" presetID="14" presetClass="entr" presetSubtype="10" fill="hold" nodeType="with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randombar(horizontal)">
                                      <p:cBhvr>
                                        <p:cTn id="40" dur="500"/>
                                        <p:tgtEl>
                                          <p:spTgt spid="67"/>
                                        </p:tgtEl>
                                      </p:cBhvr>
                                    </p:animEffect>
                                  </p:childTnLst>
                                </p:cTn>
                              </p:par>
                              <p:par>
                                <p:cTn id="41" presetID="14" presetClass="entr" presetSubtype="1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randombar(horizontal)">
                                      <p:cBhvr>
                                        <p:cTn id="4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椭圆 52"/>
          <p:cNvSpPr/>
          <p:nvPr/>
        </p:nvSpPr>
        <p:spPr>
          <a:xfrm>
            <a:off x="1762958" y="2177349"/>
            <a:ext cx="1243533" cy="1243532"/>
          </a:xfrm>
          <a:prstGeom prst="ellipse">
            <a:avLst/>
          </a:prstGeom>
          <a:noFill/>
          <a:ln w="3175">
            <a:solidFill>
              <a:schemeClr val="tx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schemeClr val="tx1">
                  <a:lumMod val="75000"/>
                  <a:lumOff val="25000"/>
                </a:schemeClr>
              </a:solidFill>
            </a:endParaRPr>
          </a:p>
        </p:txBody>
      </p:sp>
      <p:sp>
        <p:nvSpPr>
          <p:cNvPr id="54" name="TextBox 338"/>
          <p:cNvSpPr txBox="1">
            <a:spLocks noChangeArrowheads="1"/>
          </p:cNvSpPr>
          <p:nvPr/>
        </p:nvSpPr>
        <p:spPr bwMode="auto">
          <a:xfrm>
            <a:off x="1754670" y="2615001"/>
            <a:ext cx="1281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rPr>
              <a:t>82%</a:t>
            </a:r>
            <a:endPar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endParaRPr>
          </a:p>
        </p:txBody>
      </p:sp>
      <p:sp>
        <p:nvSpPr>
          <p:cNvPr id="55" name="空心弧 54"/>
          <p:cNvSpPr/>
          <p:nvPr/>
        </p:nvSpPr>
        <p:spPr>
          <a:xfrm rot="19800000">
            <a:off x="1713091" y="2138772"/>
            <a:ext cx="1311043" cy="1311043"/>
          </a:xfrm>
          <a:prstGeom prst="blockArc">
            <a:avLst>
              <a:gd name="adj1" fmla="val 18153874"/>
              <a:gd name="adj2" fmla="val 14191435"/>
              <a:gd name="adj3" fmla="val 5402"/>
            </a:avLst>
          </a:pr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569C00"/>
              </a:solidFill>
            </a:endParaRPr>
          </a:p>
        </p:txBody>
      </p:sp>
      <p:sp>
        <p:nvSpPr>
          <p:cNvPr id="56" name="TextBox 340"/>
          <p:cNvSpPr txBox="1">
            <a:spLocks noChangeArrowheads="1"/>
          </p:cNvSpPr>
          <p:nvPr/>
        </p:nvSpPr>
        <p:spPr bwMode="auto">
          <a:xfrm>
            <a:off x="4509451" y="2615001"/>
            <a:ext cx="962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rPr>
              <a:t>43%</a:t>
            </a:r>
            <a:endPar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endParaRPr>
          </a:p>
        </p:txBody>
      </p:sp>
      <p:sp>
        <p:nvSpPr>
          <p:cNvPr id="57" name="椭圆 56"/>
          <p:cNvSpPr/>
          <p:nvPr/>
        </p:nvSpPr>
        <p:spPr>
          <a:xfrm>
            <a:off x="4345681" y="2138773"/>
            <a:ext cx="1243533" cy="1243532"/>
          </a:xfrm>
          <a:prstGeom prst="ellipse">
            <a:avLst/>
          </a:prstGeom>
          <a:noFill/>
          <a:ln w="3175">
            <a:solidFill>
              <a:schemeClr val="tx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schemeClr val="tx1">
                  <a:lumMod val="75000"/>
                  <a:lumOff val="25000"/>
                </a:schemeClr>
              </a:solidFill>
            </a:endParaRPr>
          </a:p>
        </p:txBody>
      </p:sp>
      <p:sp>
        <p:nvSpPr>
          <p:cNvPr id="58" name="空心弧 57"/>
          <p:cNvSpPr/>
          <p:nvPr/>
        </p:nvSpPr>
        <p:spPr>
          <a:xfrm rot="19800000">
            <a:off x="4301290" y="2112552"/>
            <a:ext cx="1311043" cy="1311043"/>
          </a:xfrm>
          <a:prstGeom prst="blockArc">
            <a:avLst>
              <a:gd name="adj1" fmla="val 18153874"/>
              <a:gd name="adj2" fmla="val 6208019"/>
              <a:gd name="adj3" fmla="val 5471"/>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569C00"/>
              </a:solidFill>
            </a:endParaRPr>
          </a:p>
        </p:txBody>
      </p:sp>
      <p:sp>
        <p:nvSpPr>
          <p:cNvPr id="59" name="椭圆 58"/>
          <p:cNvSpPr/>
          <p:nvPr/>
        </p:nvSpPr>
        <p:spPr>
          <a:xfrm>
            <a:off x="6976650" y="2174169"/>
            <a:ext cx="1184839" cy="1184839"/>
          </a:xfrm>
          <a:prstGeom prst="ellipse">
            <a:avLst/>
          </a:prstGeom>
          <a:noFill/>
          <a:ln w="3175">
            <a:solidFill>
              <a:schemeClr val="tx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schemeClr val="tx1">
                  <a:lumMod val="75000"/>
                  <a:lumOff val="25000"/>
                </a:schemeClr>
              </a:solidFill>
            </a:endParaRPr>
          </a:p>
        </p:txBody>
      </p:sp>
      <p:sp>
        <p:nvSpPr>
          <p:cNvPr id="60" name="TextBox 341"/>
          <p:cNvSpPr txBox="1">
            <a:spLocks noChangeArrowheads="1"/>
          </p:cNvSpPr>
          <p:nvPr/>
        </p:nvSpPr>
        <p:spPr bwMode="auto">
          <a:xfrm>
            <a:off x="7174892" y="2615001"/>
            <a:ext cx="9624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rPr>
              <a:t>25%</a:t>
            </a:r>
            <a:endPar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endParaRPr>
          </a:p>
        </p:txBody>
      </p:sp>
      <p:sp>
        <p:nvSpPr>
          <p:cNvPr id="61" name="空心弧 60"/>
          <p:cNvSpPr/>
          <p:nvPr/>
        </p:nvSpPr>
        <p:spPr>
          <a:xfrm rot="19800000">
            <a:off x="6887901" y="2137817"/>
            <a:ext cx="1311043" cy="1311043"/>
          </a:xfrm>
          <a:prstGeom prst="blockArc">
            <a:avLst>
              <a:gd name="adj1" fmla="val 18153874"/>
              <a:gd name="adj2" fmla="val 2391340"/>
              <a:gd name="adj3" fmla="val 5676"/>
            </a:avLst>
          </a:pr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569C00"/>
              </a:solidFill>
            </a:endParaRPr>
          </a:p>
        </p:txBody>
      </p:sp>
      <p:sp>
        <p:nvSpPr>
          <p:cNvPr id="62" name="椭圆 61"/>
          <p:cNvSpPr/>
          <p:nvPr/>
        </p:nvSpPr>
        <p:spPr>
          <a:xfrm>
            <a:off x="9422096" y="2180873"/>
            <a:ext cx="1184840" cy="1184839"/>
          </a:xfrm>
          <a:prstGeom prst="ellipse">
            <a:avLst/>
          </a:prstGeom>
          <a:noFill/>
          <a:ln w="3175">
            <a:solidFill>
              <a:schemeClr val="tx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schemeClr val="tx1">
                  <a:lumMod val="75000"/>
                  <a:lumOff val="25000"/>
                </a:schemeClr>
              </a:solidFill>
            </a:endParaRPr>
          </a:p>
        </p:txBody>
      </p:sp>
      <p:sp>
        <p:nvSpPr>
          <p:cNvPr id="63" name="TextBox 342"/>
          <p:cNvSpPr txBox="1">
            <a:spLocks noChangeArrowheads="1"/>
          </p:cNvSpPr>
          <p:nvPr/>
        </p:nvSpPr>
        <p:spPr bwMode="auto">
          <a:xfrm>
            <a:off x="9547242" y="2615001"/>
            <a:ext cx="9631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rPr>
              <a:t>10%</a:t>
            </a:r>
            <a:endParaRPr lang="en-US" altLang="zh-CN" sz="1800" dirty="0">
              <a:solidFill>
                <a:schemeClr val="tx1">
                  <a:lumMod val="75000"/>
                  <a:lumOff val="25000"/>
                </a:schemeClr>
              </a:solidFill>
              <a:latin typeface="方正正纤黑简体" panose="02000000000000000000" pitchFamily="2" charset="-122"/>
              <a:ea typeface="方正正纤黑简体" panose="02000000000000000000" pitchFamily="2" charset="-122"/>
              <a:cs typeface="Arial" panose="020B0604020202020204" pitchFamily="34" charset="0"/>
            </a:endParaRPr>
          </a:p>
        </p:txBody>
      </p:sp>
      <p:sp>
        <p:nvSpPr>
          <p:cNvPr id="64" name="空心弧 63"/>
          <p:cNvSpPr/>
          <p:nvPr/>
        </p:nvSpPr>
        <p:spPr>
          <a:xfrm rot="19800000">
            <a:off x="9332781" y="2142580"/>
            <a:ext cx="1311043" cy="1311043"/>
          </a:xfrm>
          <a:prstGeom prst="blockArc">
            <a:avLst>
              <a:gd name="adj1" fmla="val 18153874"/>
              <a:gd name="adj2" fmla="val 21071673"/>
              <a:gd name="adj3" fmla="val 5367"/>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569C00"/>
              </a:solidFill>
            </a:endParaRPr>
          </a:p>
        </p:txBody>
      </p:sp>
      <p:grpSp>
        <p:nvGrpSpPr>
          <p:cNvPr id="65" name="组合 64"/>
          <p:cNvGrpSpPr/>
          <p:nvPr/>
        </p:nvGrpSpPr>
        <p:grpSpPr bwMode="auto">
          <a:xfrm>
            <a:off x="1235392" y="3699396"/>
            <a:ext cx="2320012" cy="1299693"/>
            <a:chOff x="6358171" y="672761"/>
            <a:chExt cx="2348774" cy="974631"/>
          </a:xfrm>
        </p:grpSpPr>
        <p:sp>
          <p:nvSpPr>
            <p:cNvPr id="66" name="Content Placeholder 2"/>
            <p:cNvSpPr txBox="1"/>
            <p:nvPr/>
          </p:nvSpPr>
          <p:spPr>
            <a:xfrm>
              <a:off x="6468636" y="972801"/>
              <a:ext cx="2191893"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defTabSz="1450975" fontAlgn="auto">
                <a:spcBef>
                  <a:spcPts val="0"/>
                </a:spcBef>
                <a:spcAft>
                  <a:spcPts val="0"/>
                </a:spcAft>
                <a:buNone/>
                <a:defRPr/>
              </a:pPr>
              <a:r>
                <a:rPr lang="en-US" altLang="zh-CN" sz="1100" dirty="0">
                  <a:solidFill>
                    <a:schemeClr val="tx1">
                      <a:lumMod val="50000"/>
                      <a:lumOff val="50000"/>
                    </a:schemeClr>
                  </a:solidFill>
                  <a:latin typeface="+mn-ea"/>
                </a:rPr>
                <a:t>Lorem ipsum dolor sit amet, consectetur adipisicing elit, sed do eiusmod tempor incididunt ut labore et dolore magna aliqua. Ut enim ad minim </a:t>
              </a:r>
              <a:r>
                <a:rPr lang="en-US" altLang="zh-CN" sz="1100" dirty="0" err="1">
                  <a:solidFill>
                    <a:schemeClr val="tx1">
                      <a:lumMod val="50000"/>
                      <a:lumOff val="50000"/>
                    </a:schemeClr>
                  </a:solidFill>
                  <a:latin typeface="+mn-ea"/>
                </a:rPr>
                <a:t>veniam</a:t>
              </a:r>
              <a:endParaRPr lang="en-US" altLang="zh-CN" sz="1100" dirty="0">
                <a:solidFill>
                  <a:schemeClr val="tx1">
                    <a:lumMod val="50000"/>
                    <a:lumOff val="50000"/>
                  </a:schemeClr>
                </a:solidFill>
                <a:latin typeface="+mn-ea"/>
                <a:cs typeface="Arial" panose="020B0604020202020204" pitchFamily="34" charset="0"/>
              </a:endParaRPr>
            </a:p>
          </p:txBody>
        </p:sp>
        <p:sp>
          <p:nvSpPr>
            <p:cNvPr id="67" name="文本框 17"/>
            <p:cNvSpPr txBox="1">
              <a:spLocks noChangeArrowheads="1"/>
            </p:cNvSpPr>
            <p:nvPr/>
          </p:nvSpPr>
          <p:spPr bwMode="auto">
            <a:xfrm>
              <a:off x="6358171" y="672761"/>
              <a:ext cx="2348774" cy="34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r>
                <a:rPr lang="en-US" altLang="zh-CN" sz="2400" b="1" dirty="0">
                  <a:solidFill>
                    <a:schemeClr val="tx1">
                      <a:lumMod val="50000"/>
                      <a:lumOff val="50000"/>
                    </a:schemeClr>
                  </a:solidFill>
                  <a:latin typeface="Agency FB" panose="020B0503020202020204" pitchFamily="34" charset="0"/>
                </a:rPr>
                <a:t>ADD</a:t>
              </a:r>
              <a:r>
                <a:rPr lang="en-US" altLang="zh-CN" sz="2400" b="1" dirty="0">
                  <a:solidFill>
                    <a:schemeClr val="tx1">
                      <a:lumMod val="75000"/>
                      <a:lumOff val="25000"/>
                    </a:schemeClr>
                  </a:solidFill>
                  <a:latin typeface="Agency FB" panose="020B0503020202020204" pitchFamily="34" charset="0"/>
                </a:rPr>
                <a:t> YOUR TITLE</a:t>
              </a:r>
              <a:endParaRPr lang="zh-CN" altLang="en-US" sz="2400" b="1" dirty="0">
                <a:solidFill>
                  <a:schemeClr val="tx1">
                    <a:lumMod val="75000"/>
                    <a:lumOff val="25000"/>
                  </a:schemeClr>
                </a:solidFill>
                <a:latin typeface="Agency FB" panose="020B0503020202020204" pitchFamily="34" charset="0"/>
              </a:endParaRPr>
            </a:p>
          </p:txBody>
        </p:sp>
      </p:grpSp>
      <p:grpSp>
        <p:nvGrpSpPr>
          <p:cNvPr id="68" name="组合 67"/>
          <p:cNvGrpSpPr/>
          <p:nvPr/>
        </p:nvGrpSpPr>
        <p:grpSpPr bwMode="auto">
          <a:xfrm>
            <a:off x="3792300" y="3699396"/>
            <a:ext cx="2320012" cy="1299693"/>
            <a:chOff x="6358171" y="672761"/>
            <a:chExt cx="2348774" cy="974631"/>
          </a:xfrm>
        </p:grpSpPr>
        <p:sp>
          <p:nvSpPr>
            <p:cNvPr id="69" name="Content Placeholder 2"/>
            <p:cNvSpPr txBox="1"/>
            <p:nvPr/>
          </p:nvSpPr>
          <p:spPr>
            <a:xfrm>
              <a:off x="6468636" y="972801"/>
              <a:ext cx="2191893"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defTabSz="1450975" fontAlgn="auto">
                <a:spcBef>
                  <a:spcPts val="0"/>
                </a:spcBef>
                <a:spcAft>
                  <a:spcPts val="0"/>
                </a:spcAft>
                <a:buNone/>
                <a:defRPr/>
              </a:pPr>
              <a:r>
                <a:rPr lang="en-US" altLang="zh-CN" sz="1100" dirty="0">
                  <a:solidFill>
                    <a:schemeClr val="tx1">
                      <a:lumMod val="50000"/>
                      <a:lumOff val="50000"/>
                    </a:schemeClr>
                  </a:solidFill>
                  <a:latin typeface="+mn-ea"/>
                </a:rPr>
                <a:t>Lorem ipsum dolor sit amet, consectetur adipisicing elit, sed do eiusmod tempor incididunt ut labore et dolore magna aliqua. Ut enim ad minim </a:t>
              </a:r>
              <a:r>
                <a:rPr lang="en-US" altLang="zh-CN" sz="1100" dirty="0" err="1">
                  <a:solidFill>
                    <a:schemeClr val="tx1">
                      <a:lumMod val="50000"/>
                      <a:lumOff val="50000"/>
                    </a:schemeClr>
                  </a:solidFill>
                  <a:latin typeface="+mn-ea"/>
                </a:rPr>
                <a:t>veniam</a:t>
              </a:r>
              <a:endParaRPr lang="en-US" altLang="zh-CN" sz="1100" dirty="0">
                <a:solidFill>
                  <a:schemeClr val="tx1">
                    <a:lumMod val="50000"/>
                    <a:lumOff val="50000"/>
                  </a:schemeClr>
                </a:solidFill>
                <a:latin typeface="+mn-ea"/>
              </a:endParaRPr>
            </a:p>
          </p:txBody>
        </p:sp>
        <p:sp>
          <p:nvSpPr>
            <p:cNvPr id="70" name="文本框 17"/>
            <p:cNvSpPr txBox="1">
              <a:spLocks noChangeArrowheads="1"/>
            </p:cNvSpPr>
            <p:nvPr/>
          </p:nvSpPr>
          <p:spPr bwMode="auto">
            <a:xfrm>
              <a:off x="6358171" y="672761"/>
              <a:ext cx="2348774" cy="34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r>
                <a:rPr lang="en-US" altLang="zh-CN" sz="2400" b="1" dirty="0">
                  <a:solidFill>
                    <a:schemeClr val="tx1">
                      <a:lumMod val="50000"/>
                      <a:lumOff val="50000"/>
                    </a:schemeClr>
                  </a:solidFill>
                  <a:latin typeface="Agency FB" panose="020B0503020202020204" pitchFamily="34" charset="0"/>
                </a:rPr>
                <a:t>ADD</a:t>
              </a:r>
              <a:r>
                <a:rPr lang="en-US" altLang="zh-CN" sz="2400" b="1" dirty="0">
                  <a:solidFill>
                    <a:schemeClr val="tx1">
                      <a:lumMod val="75000"/>
                      <a:lumOff val="25000"/>
                    </a:schemeClr>
                  </a:solidFill>
                  <a:latin typeface="Agency FB" panose="020B0503020202020204" pitchFamily="34" charset="0"/>
                </a:rPr>
                <a:t> YOUR TITLE</a:t>
              </a:r>
              <a:endParaRPr lang="zh-CN" altLang="en-US" sz="2400" b="1" dirty="0">
                <a:solidFill>
                  <a:schemeClr val="tx1">
                    <a:lumMod val="75000"/>
                    <a:lumOff val="25000"/>
                  </a:schemeClr>
                </a:solidFill>
                <a:latin typeface="Agency FB" panose="020B0503020202020204" pitchFamily="34" charset="0"/>
              </a:endParaRPr>
            </a:p>
          </p:txBody>
        </p:sp>
      </p:grpSp>
      <p:grpSp>
        <p:nvGrpSpPr>
          <p:cNvPr id="71" name="组合 70"/>
          <p:cNvGrpSpPr/>
          <p:nvPr/>
        </p:nvGrpSpPr>
        <p:grpSpPr bwMode="auto">
          <a:xfrm>
            <a:off x="6421755" y="3699396"/>
            <a:ext cx="2320012" cy="1299693"/>
            <a:chOff x="6358171" y="672761"/>
            <a:chExt cx="2348774" cy="974631"/>
          </a:xfrm>
        </p:grpSpPr>
        <p:sp>
          <p:nvSpPr>
            <p:cNvPr id="72" name="Content Placeholder 2"/>
            <p:cNvSpPr txBox="1"/>
            <p:nvPr/>
          </p:nvSpPr>
          <p:spPr>
            <a:xfrm>
              <a:off x="6468636" y="972801"/>
              <a:ext cx="2191893"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defTabSz="1450975" fontAlgn="auto">
                <a:spcBef>
                  <a:spcPts val="0"/>
                </a:spcBef>
                <a:spcAft>
                  <a:spcPts val="0"/>
                </a:spcAft>
                <a:buNone/>
                <a:defRPr/>
              </a:pPr>
              <a:r>
                <a:rPr lang="en-US" altLang="zh-CN" sz="1100" dirty="0">
                  <a:solidFill>
                    <a:schemeClr val="tx1">
                      <a:lumMod val="50000"/>
                      <a:lumOff val="50000"/>
                    </a:schemeClr>
                  </a:solidFill>
                  <a:latin typeface="+mn-ea"/>
                </a:rPr>
                <a:t>Lorem ipsum dolor sit amet, consectetur adipisicing elit, sed do eiusmod tempor incididunt ut labore et dolore magna aliqua. Ut enim ad minim </a:t>
              </a:r>
              <a:r>
                <a:rPr lang="en-US" altLang="zh-CN" sz="1100" dirty="0" err="1">
                  <a:solidFill>
                    <a:schemeClr val="tx1">
                      <a:lumMod val="50000"/>
                      <a:lumOff val="50000"/>
                    </a:schemeClr>
                  </a:solidFill>
                  <a:latin typeface="+mn-ea"/>
                </a:rPr>
                <a:t>veniam</a:t>
              </a:r>
              <a:endParaRPr lang="en-US" altLang="zh-CN" sz="1100" dirty="0">
                <a:solidFill>
                  <a:schemeClr val="tx1">
                    <a:lumMod val="50000"/>
                    <a:lumOff val="50000"/>
                  </a:schemeClr>
                </a:solidFill>
                <a:latin typeface="+mn-ea"/>
              </a:endParaRPr>
            </a:p>
          </p:txBody>
        </p:sp>
        <p:sp>
          <p:nvSpPr>
            <p:cNvPr id="73" name="文本框 17"/>
            <p:cNvSpPr txBox="1">
              <a:spLocks noChangeArrowheads="1"/>
            </p:cNvSpPr>
            <p:nvPr/>
          </p:nvSpPr>
          <p:spPr bwMode="auto">
            <a:xfrm>
              <a:off x="6358171" y="672761"/>
              <a:ext cx="2348774" cy="34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r>
                <a:rPr lang="en-US" altLang="zh-CN" sz="2400" b="1" dirty="0">
                  <a:solidFill>
                    <a:schemeClr val="tx1">
                      <a:lumMod val="50000"/>
                      <a:lumOff val="50000"/>
                    </a:schemeClr>
                  </a:solidFill>
                  <a:latin typeface="Agency FB" panose="020B0503020202020204" pitchFamily="34" charset="0"/>
                </a:rPr>
                <a:t>ADD</a:t>
              </a:r>
              <a:r>
                <a:rPr lang="en-US" altLang="zh-CN" sz="2400" b="1" dirty="0">
                  <a:solidFill>
                    <a:schemeClr val="tx1">
                      <a:lumMod val="75000"/>
                      <a:lumOff val="25000"/>
                    </a:schemeClr>
                  </a:solidFill>
                  <a:latin typeface="Agency FB" panose="020B0503020202020204" pitchFamily="34" charset="0"/>
                </a:rPr>
                <a:t> YOUR TITLE</a:t>
              </a:r>
              <a:endParaRPr lang="zh-CN" altLang="en-US" sz="2400" b="1" dirty="0">
                <a:solidFill>
                  <a:schemeClr val="tx1">
                    <a:lumMod val="75000"/>
                    <a:lumOff val="25000"/>
                  </a:schemeClr>
                </a:solidFill>
                <a:latin typeface="Agency FB" panose="020B0503020202020204" pitchFamily="34" charset="0"/>
              </a:endParaRPr>
            </a:p>
          </p:txBody>
        </p:sp>
      </p:grpSp>
      <p:grpSp>
        <p:nvGrpSpPr>
          <p:cNvPr id="74" name="组合 73"/>
          <p:cNvGrpSpPr/>
          <p:nvPr/>
        </p:nvGrpSpPr>
        <p:grpSpPr bwMode="auto">
          <a:xfrm>
            <a:off x="8909481" y="3699396"/>
            <a:ext cx="2320012" cy="1299693"/>
            <a:chOff x="6358171" y="672761"/>
            <a:chExt cx="2348774" cy="974631"/>
          </a:xfrm>
        </p:grpSpPr>
        <p:sp>
          <p:nvSpPr>
            <p:cNvPr id="75" name="Content Placeholder 2"/>
            <p:cNvSpPr txBox="1"/>
            <p:nvPr/>
          </p:nvSpPr>
          <p:spPr>
            <a:xfrm>
              <a:off x="6468636" y="972801"/>
              <a:ext cx="2191893" cy="674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defTabSz="1450975" fontAlgn="auto">
                <a:spcBef>
                  <a:spcPts val="0"/>
                </a:spcBef>
                <a:spcAft>
                  <a:spcPts val="0"/>
                </a:spcAft>
                <a:buNone/>
                <a:defRPr/>
              </a:pPr>
              <a:r>
                <a:rPr lang="en-US" altLang="zh-CN" sz="1100" dirty="0">
                  <a:solidFill>
                    <a:schemeClr val="tx1">
                      <a:lumMod val="50000"/>
                      <a:lumOff val="50000"/>
                    </a:schemeClr>
                  </a:solidFill>
                  <a:latin typeface="+mn-ea"/>
                </a:rPr>
                <a:t>Lorem ipsum dolor sit amet, consectetur adipisicing elit, sed do eiusmod tempor incididunt ut labore et dolore magna aliqua. Ut enim ad minim </a:t>
              </a:r>
              <a:r>
                <a:rPr lang="en-US" altLang="zh-CN" sz="1100" dirty="0" err="1">
                  <a:solidFill>
                    <a:schemeClr val="tx1">
                      <a:lumMod val="50000"/>
                      <a:lumOff val="50000"/>
                    </a:schemeClr>
                  </a:solidFill>
                  <a:latin typeface="+mn-ea"/>
                </a:rPr>
                <a:t>veniam</a:t>
              </a:r>
              <a:endParaRPr lang="en-US" altLang="zh-CN" sz="1100" dirty="0">
                <a:solidFill>
                  <a:schemeClr val="tx1">
                    <a:lumMod val="50000"/>
                    <a:lumOff val="50000"/>
                  </a:schemeClr>
                </a:solidFill>
                <a:latin typeface="+mn-ea"/>
              </a:endParaRPr>
            </a:p>
          </p:txBody>
        </p:sp>
        <p:sp>
          <p:nvSpPr>
            <p:cNvPr id="76" name="文本框 17"/>
            <p:cNvSpPr txBox="1">
              <a:spLocks noChangeArrowheads="1"/>
            </p:cNvSpPr>
            <p:nvPr/>
          </p:nvSpPr>
          <p:spPr bwMode="auto">
            <a:xfrm>
              <a:off x="6358171" y="672761"/>
              <a:ext cx="2348774" cy="34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4530"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eaLnBrk="1" hangingPunct="1"/>
              <a:r>
                <a:rPr lang="en-US" altLang="zh-CN" sz="2400" b="1" dirty="0">
                  <a:solidFill>
                    <a:schemeClr val="tx1">
                      <a:lumMod val="50000"/>
                      <a:lumOff val="50000"/>
                    </a:schemeClr>
                  </a:solidFill>
                  <a:latin typeface="Agency FB" panose="020B0503020202020204" pitchFamily="34" charset="0"/>
                </a:rPr>
                <a:t>ADD </a:t>
              </a:r>
              <a:r>
                <a:rPr lang="en-US" altLang="zh-CN" sz="2400" b="1" dirty="0">
                  <a:solidFill>
                    <a:schemeClr val="tx1">
                      <a:lumMod val="75000"/>
                      <a:lumOff val="25000"/>
                    </a:schemeClr>
                  </a:solidFill>
                  <a:latin typeface="Agency FB" panose="020B0503020202020204" pitchFamily="34" charset="0"/>
                </a:rPr>
                <a:t>YOUR TITLE</a:t>
              </a:r>
              <a:endParaRPr lang="zh-CN" altLang="en-US" sz="2400" b="1" dirty="0">
                <a:solidFill>
                  <a:schemeClr val="tx1">
                    <a:lumMod val="75000"/>
                    <a:lumOff val="25000"/>
                  </a:schemeClr>
                </a:solidFill>
                <a:latin typeface="Agency FB" panose="020B0503020202020204" pitchFamily="34" charset="0"/>
              </a:endParaRPr>
            </a:p>
          </p:txBody>
        </p:sp>
      </p:grpSp>
      <p:sp>
        <p:nvSpPr>
          <p:cNvPr id="27"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526038" y="-267644"/>
            <a:ext cx="3657607" cy="2639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14:bounceEnd="34000">
                                          <p:cBhvr additive="base">
                                            <p:cTn id="7" dur="750" fill="hold"/>
                                            <p:tgtEl>
                                              <p:spTgt spid="27"/>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2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10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par>
                                    <p:cTn id="12" presetID="21" presetClass="entr" presetSubtype="1" fill="hold" grpId="0" nodeType="withEffect">
                                      <p:stCondLst>
                                        <p:cond delay="1100"/>
                                      </p:stCondLst>
                                      <p:childTnLst>
                                        <p:set>
                                          <p:cBhvr>
                                            <p:cTn id="13" dur="1" fill="hold">
                                              <p:stCondLst>
                                                <p:cond delay="0"/>
                                              </p:stCondLst>
                                            </p:cTn>
                                            <p:tgtEl>
                                              <p:spTgt spid="55"/>
                                            </p:tgtEl>
                                            <p:attrNameLst>
                                              <p:attrName>style.visibility</p:attrName>
                                            </p:attrNameLst>
                                          </p:cBhvr>
                                          <p:to>
                                            <p:strVal val="visible"/>
                                          </p:to>
                                        </p:set>
                                        <p:animEffect transition="in" filter="wheel(1)">
                                          <p:cBhvr>
                                            <p:cTn id="14" dur="1000"/>
                                            <p:tgtEl>
                                              <p:spTgt spid="55"/>
                                            </p:tgtEl>
                                          </p:cBhvr>
                                        </p:animEffect>
                                      </p:childTnLst>
                                    </p:cTn>
                                  </p:par>
                                  <p:par>
                                    <p:cTn id="15" presetID="23" presetClass="entr" presetSubtype="16" fill="hold" grpId="0" nodeType="withEffect">
                                      <p:stCondLst>
                                        <p:cond delay="1600"/>
                                      </p:stCondLst>
                                      <p:childTnLst>
                                        <p:set>
                                          <p:cBhvr>
                                            <p:cTn id="16" dur="1" fill="hold">
                                              <p:stCondLst>
                                                <p:cond delay="0"/>
                                              </p:stCondLst>
                                            </p:cTn>
                                            <p:tgtEl>
                                              <p:spTgt spid="54"/>
                                            </p:tgtEl>
                                            <p:attrNameLst>
                                              <p:attrName>style.visibility</p:attrName>
                                            </p:attrNameLst>
                                          </p:cBhvr>
                                          <p:to>
                                            <p:strVal val="visible"/>
                                          </p:to>
                                        </p:se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19" presetID="10" presetClass="entr" presetSubtype="0" fill="hold" grpId="0" nodeType="withEffect">
                                      <p:stCondLst>
                                        <p:cond delay="160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2" presetID="22" presetClass="entr" presetSubtype="1" fill="hold" grpId="0" nodeType="withEffect">
                                      <p:stCondLst>
                                        <p:cond delay="1700"/>
                                      </p:stCondLst>
                                      <p:childTnLst>
                                        <p:set>
                                          <p:cBhvr>
                                            <p:cTn id="23" dur="1" fill="hold">
                                              <p:stCondLst>
                                                <p:cond delay="0"/>
                                              </p:stCondLst>
                                            </p:cTn>
                                            <p:tgtEl>
                                              <p:spTgt spid="58"/>
                                            </p:tgtEl>
                                            <p:attrNameLst>
                                              <p:attrName>style.visibility</p:attrName>
                                            </p:attrNameLst>
                                          </p:cBhvr>
                                          <p:to>
                                            <p:strVal val="visible"/>
                                          </p:to>
                                        </p:set>
                                        <p:animEffect transition="in" filter="wipe(up)">
                                          <p:cBhvr>
                                            <p:cTn id="24" dur="750"/>
                                            <p:tgtEl>
                                              <p:spTgt spid="58"/>
                                            </p:tgtEl>
                                          </p:cBhvr>
                                        </p:animEffect>
                                      </p:childTnLst>
                                    </p:cTn>
                                  </p:par>
                                  <p:par>
                                    <p:cTn id="25" presetID="23" presetClass="entr" presetSubtype="16" fill="hold" grpId="0" nodeType="withEffect">
                                      <p:stCondLst>
                                        <p:cond delay="2100"/>
                                      </p:stCondLst>
                                      <p:childTnLst>
                                        <p:set>
                                          <p:cBhvr>
                                            <p:cTn id="26" dur="1" fill="hold">
                                              <p:stCondLst>
                                                <p:cond delay="0"/>
                                              </p:stCondLst>
                                            </p:cTn>
                                            <p:tgtEl>
                                              <p:spTgt spid="56"/>
                                            </p:tgtEl>
                                            <p:attrNameLst>
                                              <p:attrName>style.visibility</p:attrName>
                                            </p:attrNameLst>
                                          </p:cBhvr>
                                          <p:to>
                                            <p:strVal val="visible"/>
                                          </p:to>
                                        </p:set>
                                        <p:anim calcmode="lin" valueType="num">
                                          <p:cBhvr>
                                            <p:cTn id="27" dur="500" fill="hold"/>
                                            <p:tgtEl>
                                              <p:spTgt spid="56"/>
                                            </p:tgtEl>
                                            <p:attrNameLst>
                                              <p:attrName>ppt_w</p:attrName>
                                            </p:attrNameLst>
                                          </p:cBhvr>
                                          <p:tavLst>
                                            <p:tav tm="0">
                                              <p:val>
                                                <p:fltVal val="0"/>
                                              </p:val>
                                            </p:tav>
                                            <p:tav tm="100000">
                                              <p:val>
                                                <p:strVal val="#ppt_w"/>
                                              </p:val>
                                            </p:tav>
                                          </p:tavLst>
                                        </p:anim>
                                        <p:anim calcmode="lin" valueType="num">
                                          <p:cBhvr>
                                            <p:cTn id="28" dur="500" fill="hold"/>
                                            <p:tgtEl>
                                              <p:spTgt spid="56"/>
                                            </p:tgtEl>
                                            <p:attrNameLst>
                                              <p:attrName>ppt_h</p:attrName>
                                            </p:attrNameLst>
                                          </p:cBhvr>
                                          <p:tavLst>
                                            <p:tav tm="0">
                                              <p:val>
                                                <p:fltVal val="0"/>
                                              </p:val>
                                            </p:tav>
                                            <p:tav tm="100000">
                                              <p:val>
                                                <p:strVal val="#ppt_h"/>
                                              </p:val>
                                            </p:tav>
                                          </p:tavLst>
                                        </p:anim>
                                      </p:childTnLst>
                                    </p:cTn>
                                  </p:par>
                                  <p:par>
                                    <p:cTn id="29" presetID="10" presetClass="entr" presetSubtype="0" fill="hold" grpId="0" nodeType="withEffect">
                                      <p:stCondLst>
                                        <p:cond delay="210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500"/>
                                            <p:tgtEl>
                                              <p:spTgt spid="59"/>
                                            </p:tgtEl>
                                          </p:cBhvr>
                                        </p:animEffect>
                                      </p:childTnLst>
                                    </p:cTn>
                                  </p:par>
                                  <p:par>
                                    <p:cTn id="32" presetID="22" presetClass="entr" presetSubtype="1" fill="hold" grpId="0" nodeType="withEffect">
                                      <p:stCondLst>
                                        <p:cond delay="2300"/>
                                      </p:stCondLst>
                                      <p:childTnLst>
                                        <p:set>
                                          <p:cBhvr>
                                            <p:cTn id="33" dur="1" fill="hold">
                                              <p:stCondLst>
                                                <p:cond delay="0"/>
                                              </p:stCondLst>
                                            </p:cTn>
                                            <p:tgtEl>
                                              <p:spTgt spid="61"/>
                                            </p:tgtEl>
                                            <p:attrNameLst>
                                              <p:attrName>style.visibility</p:attrName>
                                            </p:attrNameLst>
                                          </p:cBhvr>
                                          <p:to>
                                            <p:strVal val="visible"/>
                                          </p:to>
                                        </p:set>
                                        <p:animEffect transition="in" filter="wipe(up)">
                                          <p:cBhvr>
                                            <p:cTn id="34" dur="500"/>
                                            <p:tgtEl>
                                              <p:spTgt spid="61"/>
                                            </p:tgtEl>
                                          </p:cBhvr>
                                        </p:animEffect>
                                      </p:childTnLst>
                                    </p:cTn>
                                  </p:par>
                                  <p:par>
                                    <p:cTn id="35" presetID="23" presetClass="entr" presetSubtype="16" fill="hold" grpId="0" nodeType="withEffect">
                                      <p:stCondLst>
                                        <p:cond delay="2600"/>
                                      </p:stCondLst>
                                      <p:childTnLst>
                                        <p:set>
                                          <p:cBhvr>
                                            <p:cTn id="36" dur="1" fill="hold">
                                              <p:stCondLst>
                                                <p:cond delay="0"/>
                                              </p:stCondLst>
                                            </p:cTn>
                                            <p:tgtEl>
                                              <p:spTgt spid="60"/>
                                            </p:tgtEl>
                                            <p:attrNameLst>
                                              <p:attrName>style.visibility</p:attrName>
                                            </p:attrNameLst>
                                          </p:cBhvr>
                                          <p:to>
                                            <p:strVal val="visible"/>
                                          </p:to>
                                        </p:set>
                                        <p:anim calcmode="lin" valueType="num">
                                          <p:cBhvr>
                                            <p:cTn id="37" dur="500" fill="hold"/>
                                            <p:tgtEl>
                                              <p:spTgt spid="60"/>
                                            </p:tgtEl>
                                            <p:attrNameLst>
                                              <p:attrName>ppt_w</p:attrName>
                                            </p:attrNameLst>
                                          </p:cBhvr>
                                          <p:tavLst>
                                            <p:tav tm="0">
                                              <p:val>
                                                <p:fltVal val="0"/>
                                              </p:val>
                                            </p:tav>
                                            <p:tav tm="100000">
                                              <p:val>
                                                <p:strVal val="#ppt_w"/>
                                              </p:val>
                                            </p:tav>
                                          </p:tavLst>
                                        </p:anim>
                                        <p:anim calcmode="lin" valueType="num">
                                          <p:cBhvr>
                                            <p:cTn id="38" dur="500" fill="hold"/>
                                            <p:tgtEl>
                                              <p:spTgt spid="60"/>
                                            </p:tgtEl>
                                            <p:attrNameLst>
                                              <p:attrName>ppt_h</p:attrName>
                                            </p:attrNameLst>
                                          </p:cBhvr>
                                          <p:tavLst>
                                            <p:tav tm="0">
                                              <p:val>
                                                <p:fltVal val="0"/>
                                              </p:val>
                                            </p:tav>
                                            <p:tav tm="100000">
                                              <p:val>
                                                <p:strVal val="#ppt_h"/>
                                              </p:val>
                                            </p:tav>
                                          </p:tavLst>
                                        </p:anim>
                                      </p:childTnLst>
                                    </p:cTn>
                                  </p:par>
                                  <p:par>
                                    <p:cTn id="39" presetID="10" presetClass="entr" presetSubtype="0" fill="hold" grpId="0" nodeType="withEffect">
                                      <p:stCondLst>
                                        <p:cond delay="260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500"/>
                                            <p:tgtEl>
                                              <p:spTgt spid="62"/>
                                            </p:tgtEl>
                                          </p:cBhvr>
                                        </p:animEffect>
                                      </p:childTnLst>
                                    </p:cTn>
                                  </p:par>
                                  <p:par>
                                    <p:cTn id="42" presetID="22" presetClass="entr" presetSubtype="8" fill="hold" grpId="0" nodeType="withEffect">
                                      <p:stCondLst>
                                        <p:cond delay="3000"/>
                                      </p:stCondLst>
                                      <p:childTnLst>
                                        <p:set>
                                          <p:cBhvr>
                                            <p:cTn id="43" dur="1" fill="hold">
                                              <p:stCondLst>
                                                <p:cond delay="0"/>
                                              </p:stCondLst>
                                            </p:cTn>
                                            <p:tgtEl>
                                              <p:spTgt spid="64"/>
                                            </p:tgtEl>
                                            <p:attrNameLst>
                                              <p:attrName>style.visibility</p:attrName>
                                            </p:attrNameLst>
                                          </p:cBhvr>
                                          <p:to>
                                            <p:strVal val="visible"/>
                                          </p:to>
                                        </p:set>
                                        <p:animEffect transition="in" filter="wipe(left)">
                                          <p:cBhvr>
                                            <p:cTn id="44" dur="250"/>
                                            <p:tgtEl>
                                              <p:spTgt spid="64"/>
                                            </p:tgtEl>
                                          </p:cBhvr>
                                        </p:animEffect>
                                      </p:childTnLst>
                                    </p:cTn>
                                  </p:par>
                                  <p:par>
                                    <p:cTn id="45" presetID="23" presetClass="entr" presetSubtype="16" fill="hold" grpId="0" nodeType="withEffect">
                                      <p:stCondLst>
                                        <p:cond delay="3100"/>
                                      </p:stCondLst>
                                      <p:childTnLst>
                                        <p:set>
                                          <p:cBhvr>
                                            <p:cTn id="46" dur="1" fill="hold">
                                              <p:stCondLst>
                                                <p:cond delay="0"/>
                                              </p:stCondLst>
                                            </p:cTn>
                                            <p:tgtEl>
                                              <p:spTgt spid="63"/>
                                            </p:tgtEl>
                                            <p:attrNameLst>
                                              <p:attrName>style.visibility</p:attrName>
                                            </p:attrNameLst>
                                          </p:cBhvr>
                                          <p:to>
                                            <p:strVal val="visible"/>
                                          </p:to>
                                        </p:set>
                                        <p:anim calcmode="lin" valueType="num">
                                          <p:cBhvr>
                                            <p:cTn id="47" dur="500" fill="hold"/>
                                            <p:tgtEl>
                                              <p:spTgt spid="63"/>
                                            </p:tgtEl>
                                            <p:attrNameLst>
                                              <p:attrName>ppt_w</p:attrName>
                                            </p:attrNameLst>
                                          </p:cBhvr>
                                          <p:tavLst>
                                            <p:tav tm="0">
                                              <p:val>
                                                <p:fltVal val="0"/>
                                              </p:val>
                                            </p:tav>
                                            <p:tav tm="100000">
                                              <p:val>
                                                <p:strVal val="#ppt_w"/>
                                              </p:val>
                                            </p:tav>
                                          </p:tavLst>
                                        </p:anim>
                                        <p:anim calcmode="lin" valueType="num">
                                          <p:cBhvr>
                                            <p:cTn id="48" dur="500" fill="hold"/>
                                            <p:tgtEl>
                                              <p:spTgt spid="63"/>
                                            </p:tgtEl>
                                            <p:attrNameLst>
                                              <p:attrName>ppt_h</p:attrName>
                                            </p:attrNameLst>
                                          </p:cBhvr>
                                          <p:tavLst>
                                            <p:tav tm="0">
                                              <p:val>
                                                <p:fltVal val="0"/>
                                              </p:val>
                                            </p:tav>
                                            <p:tav tm="100000">
                                              <p:val>
                                                <p:strVal val="#ppt_h"/>
                                              </p:val>
                                            </p:tav>
                                          </p:tavLst>
                                        </p:anim>
                                      </p:childTnLst>
                                    </p:cTn>
                                  </p:par>
                                </p:childTnLst>
                              </p:cTn>
                            </p:par>
                            <p:par>
                              <p:cTn id="49" fill="hold">
                                <p:stCondLst>
                                  <p:cond delay="1000"/>
                                </p:stCondLst>
                                <p:childTnLst>
                                  <p:par>
                                    <p:cTn id="50" presetID="2" presetClass="entr" presetSubtype="4" decel="100000" fill="hold" nodeType="afterEffect">
                                      <p:stCondLst>
                                        <p:cond delay="0"/>
                                      </p:stCondLst>
                                      <p:childTnLst>
                                        <p:set>
                                          <p:cBhvr>
                                            <p:cTn id="51" dur="1" fill="hold">
                                              <p:stCondLst>
                                                <p:cond delay="0"/>
                                              </p:stCondLst>
                                            </p:cTn>
                                            <p:tgtEl>
                                              <p:spTgt spid="65"/>
                                            </p:tgtEl>
                                            <p:attrNameLst>
                                              <p:attrName>style.visibility</p:attrName>
                                            </p:attrNameLst>
                                          </p:cBhvr>
                                          <p:to>
                                            <p:strVal val="visible"/>
                                          </p:to>
                                        </p:set>
                                        <p:anim calcmode="lin" valueType="num">
                                          <p:cBhvr additive="base">
                                            <p:cTn id="52" dur="500" fill="hold"/>
                                            <p:tgtEl>
                                              <p:spTgt spid="65"/>
                                            </p:tgtEl>
                                            <p:attrNameLst>
                                              <p:attrName>ppt_x</p:attrName>
                                            </p:attrNameLst>
                                          </p:cBhvr>
                                          <p:tavLst>
                                            <p:tav tm="0">
                                              <p:val>
                                                <p:strVal val="#ppt_x"/>
                                              </p:val>
                                            </p:tav>
                                            <p:tav tm="100000">
                                              <p:val>
                                                <p:strVal val="#ppt_x"/>
                                              </p:val>
                                            </p:tav>
                                          </p:tavLst>
                                        </p:anim>
                                        <p:anim calcmode="lin" valueType="num">
                                          <p:cBhvr additive="base">
                                            <p:cTn id="53" dur="500" fill="hold"/>
                                            <p:tgtEl>
                                              <p:spTgt spid="65"/>
                                            </p:tgtEl>
                                            <p:attrNameLst>
                                              <p:attrName>ppt_y</p:attrName>
                                            </p:attrNameLst>
                                          </p:cBhvr>
                                          <p:tavLst>
                                            <p:tav tm="0">
                                              <p:val>
                                                <p:strVal val="1+#ppt_h/2"/>
                                              </p:val>
                                            </p:tav>
                                            <p:tav tm="100000">
                                              <p:val>
                                                <p:strVal val="#ppt_y"/>
                                              </p:val>
                                            </p:tav>
                                          </p:tavLst>
                                        </p:anim>
                                      </p:childTnLst>
                                    </p:cTn>
                                  </p:par>
                                  <p:par>
                                    <p:cTn id="54" presetID="2" presetClass="entr" presetSubtype="4" decel="100000" fill="hold" nodeType="withEffect">
                                      <p:stCondLst>
                                        <p:cond delay="0"/>
                                      </p:stCondLst>
                                      <p:childTnLst>
                                        <p:set>
                                          <p:cBhvr>
                                            <p:cTn id="55" dur="1" fill="hold">
                                              <p:stCondLst>
                                                <p:cond delay="0"/>
                                              </p:stCondLst>
                                            </p:cTn>
                                            <p:tgtEl>
                                              <p:spTgt spid="68"/>
                                            </p:tgtEl>
                                            <p:attrNameLst>
                                              <p:attrName>style.visibility</p:attrName>
                                            </p:attrNameLst>
                                          </p:cBhvr>
                                          <p:to>
                                            <p:strVal val="visible"/>
                                          </p:to>
                                        </p:set>
                                        <p:anim calcmode="lin" valueType="num">
                                          <p:cBhvr additive="base">
                                            <p:cTn id="56" dur="500" fill="hold"/>
                                            <p:tgtEl>
                                              <p:spTgt spid="68"/>
                                            </p:tgtEl>
                                            <p:attrNameLst>
                                              <p:attrName>ppt_x</p:attrName>
                                            </p:attrNameLst>
                                          </p:cBhvr>
                                          <p:tavLst>
                                            <p:tav tm="0">
                                              <p:val>
                                                <p:strVal val="#ppt_x"/>
                                              </p:val>
                                            </p:tav>
                                            <p:tav tm="100000">
                                              <p:val>
                                                <p:strVal val="#ppt_x"/>
                                              </p:val>
                                            </p:tav>
                                          </p:tavLst>
                                        </p:anim>
                                        <p:anim calcmode="lin" valueType="num">
                                          <p:cBhvr additive="base">
                                            <p:cTn id="57" dur="500" fill="hold"/>
                                            <p:tgtEl>
                                              <p:spTgt spid="68"/>
                                            </p:tgtEl>
                                            <p:attrNameLst>
                                              <p:attrName>ppt_y</p:attrName>
                                            </p:attrNameLst>
                                          </p:cBhvr>
                                          <p:tavLst>
                                            <p:tav tm="0">
                                              <p:val>
                                                <p:strVal val="1+#ppt_h/2"/>
                                              </p:val>
                                            </p:tav>
                                            <p:tav tm="100000">
                                              <p:val>
                                                <p:strVal val="#ppt_y"/>
                                              </p:val>
                                            </p:tav>
                                          </p:tavLst>
                                        </p:anim>
                                      </p:childTnLst>
                                    </p:cTn>
                                  </p:par>
                                  <p:par>
                                    <p:cTn id="58" presetID="2" presetClass="entr" presetSubtype="4" decel="100000" fill="hold" nodeType="withEffect">
                                      <p:stCondLst>
                                        <p:cond delay="0"/>
                                      </p:stCondLst>
                                      <p:childTnLst>
                                        <p:set>
                                          <p:cBhvr>
                                            <p:cTn id="59" dur="1" fill="hold">
                                              <p:stCondLst>
                                                <p:cond delay="0"/>
                                              </p:stCondLst>
                                            </p:cTn>
                                            <p:tgtEl>
                                              <p:spTgt spid="71"/>
                                            </p:tgtEl>
                                            <p:attrNameLst>
                                              <p:attrName>style.visibility</p:attrName>
                                            </p:attrNameLst>
                                          </p:cBhvr>
                                          <p:to>
                                            <p:strVal val="visible"/>
                                          </p:to>
                                        </p:set>
                                        <p:anim calcmode="lin" valueType="num">
                                          <p:cBhvr additive="base">
                                            <p:cTn id="60" dur="500" fill="hold"/>
                                            <p:tgtEl>
                                              <p:spTgt spid="71"/>
                                            </p:tgtEl>
                                            <p:attrNameLst>
                                              <p:attrName>ppt_x</p:attrName>
                                            </p:attrNameLst>
                                          </p:cBhvr>
                                          <p:tavLst>
                                            <p:tav tm="0">
                                              <p:val>
                                                <p:strVal val="#ppt_x"/>
                                              </p:val>
                                            </p:tav>
                                            <p:tav tm="100000">
                                              <p:val>
                                                <p:strVal val="#ppt_x"/>
                                              </p:val>
                                            </p:tav>
                                          </p:tavLst>
                                        </p:anim>
                                        <p:anim calcmode="lin" valueType="num">
                                          <p:cBhvr additive="base">
                                            <p:cTn id="61" dur="500" fill="hold"/>
                                            <p:tgtEl>
                                              <p:spTgt spid="71"/>
                                            </p:tgtEl>
                                            <p:attrNameLst>
                                              <p:attrName>ppt_y</p:attrName>
                                            </p:attrNameLst>
                                          </p:cBhvr>
                                          <p:tavLst>
                                            <p:tav tm="0">
                                              <p:val>
                                                <p:strVal val="1+#ppt_h/2"/>
                                              </p:val>
                                            </p:tav>
                                            <p:tav tm="100000">
                                              <p:val>
                                                <p:strVal val="#ppt_y"/>
                                              </p:val>
                                            </p:tav>
                                          </p:tavLst>
                                        </p:anim>
                                      </p:childTnLst>
                                    </p:cTn>
                                  </p:par>
                                  <p:par>
                                    <p:cTn id="62" presetID="2" presetClass="entr" presetSubtype="4" decel="100000" fill="hold" nodeType="withEffect">
                                      <p:stCondLst>
                                        <p:cond delay="0"/>
                                      </p:stCondLst>
                                      <p:childTnLst>
                                        <p:set>
                                          <p:cBhvr>
                                            <p:cTn id="63" dur="1" fill="hold">
                                              <p:stCondLst>
                                                <p:cond delay="0"/>
                                              </p:stCondLst>
                                            </p:cTn>
                                            <p:tgtEl>
                                              <p:spTgt spid="74"/>
                                            </p:tgtEl>
                                            <p:attrNameLst>
                                              <p:attrName>style.visibility</p:attrName>
                                            </p:attrNameLst>
                                          </p:cBhvr>
                                          <p:to>
                                            <p:strVal val="visible"/>
                                          </p:to>
                                        </p:set>
                                        <p:anim calcmode="lin" valueType="num">
                                          <p:cBhvr additive="base">
                                            <p:cTn id="64" dur="500" fill="hold"/>
                                            <p:tgtEl>
                                              <p:spTgt spid="74"/>
                                            </p:tgtEl>
                                            <p:attrNameLst>
                                              <p:attrName>ppt_x</p:attrName>
                                            </p:attrNameLst>
                                          </p:cBhvr>
                                          <p:tavLst>
                                            <p:tav tm="0">
                                              <p:val>
                                                <p:strVal val="#ppt_x"/>
                                              </p:val>
                                            </p:tav>
                                            <p:tav tm="100000">
                                              <p:val>
                                                <p:strVal val="#ppt_x"/>
                                              </p:val>
                                            </p:tav>
                                          </p:tavLst>
                                        </p:anim>
                                        <p:anim calcmode="lin" valueType="num">
                                          <p:cBhvr additive="base">
                                            <p:cTn id="65"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p:bldP spid="55" grpId="0" bldLvl="0" animBg="1"/>
          <p:bldP spid="56" grpId="0"/>
          <p:bldP spid="57" grpId="0" bldLvl="0" animBg="1"/>
          <p:bldP spid="58" grpId="0" bldLvl="0" animBg="1"/>
          <p:bldP spid="59" grpId="0" bldLvl="0" animBg="1"/>
          <p:bldP spid="60" grpId="0"/>
          <p:bldP spid="61" grpId="0" bldLvl="0" animBg="1"/>
          <p:bldP spid="62" grpId="0" bldLvl="0" animBg="1"/>
          <p:bldP spid="63" grpId="0"/>
          <p:bldP spid="64" grpId="0" bldLvl="0" animBg="1"/>
          <p:bldP spid="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750" fill="hold"/>
                                            <p:tgtEl>
                                              <p:spTgt spid="27"/>
                                            </p:tgtEl>
                                            <p:attrNameLst>
                                              <p:attrName>ppt_x</p:attrName>
                                            </p:attrNameLst>
                                          </p:cBhvr>
                                          <p:tavLst>
                                            <p:tav tm="0">
                                              <p:val>
                                                <p:strVal val="1+#ppt_w/2"/>
                                              </p:val>
                                            </p:tav>
                                            <p:tav tm="100000">
                                              <p:val>
                                                <p:strVal val="#ppt_x"/>
                                              </p:val>
                                            </p:tav>
                                          </p:tavLst>
                                        </p:anim>
                                        <p:anim calcmode="lin" valueType="num">
                                          <p:cBhvr additive="base">
                                            <p:cTn id="8" dur="750" fill="hold"/>
                                            <p:tgtEl>
                                              <p:spTgt spid="2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10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par>
                                    <p:cTn id="12" presetID="21" presetClass="entr" presetSubtype="1" fill="hold" grpId="0" nodeType="withEffect">
                                      <p:stCondLst>
                                        <p:cond delay="1100"/>
                                      </p:stCondLst>
                                      <p:childTnLst>
                                        <p:set>
                                          <p:cBhvr>
                                            <p:cTn id="13" dur="1" fill="hold">
                                              <p:stCondLst>
                                                <p:cond delay="0"/>
                                              </p:stCondLst>
                                            </p:cTn>
                                            <p:tgtEl>
                                              <p:spTgt spid="55"/>
                                            </p:tgtEl>
                                            <p:attrNameLst>
                                              <p:attrName>style.visibility</p:attrName>
                                            </p:attrNameLst>
                                          </p:cBhvr>
                                          <p:to>
                                            <p:strVal val="visible"/>
                                          </p:to>
                                        </p:set>
                                        <p:animEffect transition="in" filter="wheel(1)">
                                          <p:cBhvr>
                                            <p:cTn id="14" dur="1000"/>
                                            <p:tgtEl>
                                              <p:spTgt spid="55"/>
                                            </p:tgtEl>
                                          </p:cBhvr>
                                        </p:animEffect>
                                      </p:childTnLst>
                                    </p:cTn>
                                  </p:par>
                                  <p:par>
                                    <p:cTn id="15" presetID="23" presetClass="entr" presetSubtype="16" fill="hold" grpId="0" nodeType="withEffect">
                                      <p:stCondLst>
                                        <p:cond delay="1600"/>
                                      </p:stCondLst>
                                      <p:childTnLst>
                                        <p:set>
                                          <p:cBhvr>
                                            <p:cTn id="16" dur="1" fill="hold">
                                              <p:stCondLst>
                                                <p:cond delay="0"/>
                                              </p:stCondLst>
                                            </p:cTn>
                                            <p:tgtEl>
                                              <p:spTgt spid="54"/>
                                            </p:tgtEl>
                                            <p:attrNameLst>
                                              <p:attrName>style.visibility</p:attrName>
                                            </p:attrNameLst>
                                          </p:cBhvr>
                                          <p:to>
                                            <p:strVal val="visible"/>
                                          </p:to>
                                        </p:se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19" presetID="10" presetClass="entr" presetSubtype="0" fill="hold" grpId="0" nodeType="withEffect">
                                      <p:stCondLst>
                                        <p:cond delay="1600"/>
                                      </p:stCondLst>
                                      <p:childTnLst>
                                        <p:set>
                                          <p:cBhvr>
                                            <p:cTn id="20" dur="1" fill="hold">
                                              <p:stCondLst>
                                                <p:cond delay="0"/>
                                              </p:stCondLst>
                                            </p:cTn>
                                            <p:tgtEl>
                                              <p:spTgt spid="57"/>
                                            </p:tgtEl>
                                            <p:attrNameLst>
                                              <p:attrName>style.visibility</p:attrName>
                                            </p:attrNameLst>
                                          </p:cBhvr>
                                          <p:to>
                                            <p:strVal val="visible"/>
                                          </p:to>
                                        </p:set>
                                        <p:animEffect transition="in" filter="fade">
                                          <p:cBhvr>
                                            <p:cTn id="21" dur="500"/>
                                            <p:tgtEl>
                                              <p:spTgt spid="57"/>
                                            </p:tgtEl>
                                          </p:cBhvr>
                                        </p:animEffect>
                                      </p:childTnLst>
                                    </p:cTn>
                                  </p:par>
                                  <p:par>
                                    <p:cTn id="22" presetID="22" presetClass="entr" presetSubtype="1" fill="hold" grpId="0" nodeType="withEffect">
                                      <p:stCondLst>
                                        <p:cond delay="1700"/>
                                      </p:stCondLst>
                                      <p:childTnLst>
                                        <p:set>
                                          <p:cBhvr>
                                            <p:cTn id="23" dur="1" fill="hold">
                                              <p:stCondLst>
                                                <p:cond delay="0"/>
                                              </p:stCondLst>
                                            </p:cTn>
                                            <p:tgtEl>
                                              <p:spTgt spid="58"/>
                                            </p:tgtEl>
                                            <p:attrNameLst>
                                              <p:attrName>style.visibility</p:attrName>
                                            </p:attrNameLst>
                                          </p:cBhvr>
                                          <p:to>
                                            <p:strVal val="visible"/>
                                          </p:to>
                                        </p:set>
                                        <p:animEffect transition="in" filter="wipe(up)">
                                          <p:cBhvr>
                                            <p:cTn id="24" dur="750"/>
                                            <p:tgtEl>
                                              <p:spTgt spid="58"/>
                                            </p:tgtEl>
                                          </p:cBhvr>
                                        </p:animEffect>
                                      </p:childTnLst>
                                    </p:cTn>
                                  </p:par>
                                  <p:par>
                                    <p:cTn id="25" presetID="23" presetClass="entr" presetSubtype="16" fill="hold" grpId="0" nodeType="withEffect">
                                      <p:stCondLst>
                                        <p:cond delay="2100"/>
                                      </p:stCondLst>
                                      <p:childTnLst>
                                        <p:set>
                                          <p:cBhvr>
                                            <p:cTn id="26" dur="1" fill="hold">
                                              <p:stCondLst>
                                                <p:cond delay="0"/>
                                              </p:stCondLst>
                                            </p:cTn>
                                            <p:tgtEl>
                                              <p:spTgt spid="56"/>
                                            </p:tgtEl>
                                            <p:attrNameLst>
                                              <p:attrName>style.visibility</p:attrName>
                                            </p:attrNameLst>
                                          </p:cBhvr>
                                          <p:to>
                                            <p:strVal val="visible"/>
                                          </p:to>
                                        </p:set>
                                        <p:anim calcmode="lin" valueType="num">
                                          <p:cBhvr>
                                            <p:cTn id="27" dur="500" fill="hold"/>
                                            <p:tgtEl>
                                              <p:spTgt spid="56"/>
                                            </p:tgtEl>
                                            <p:attrNameLst>
                                              <p:attrName>ppt_w</p:attrName>
                                            </p:attrNameLst>
                                          </p:cBhvr>
                                          <p:tavLst>
                                            <p:tav tm="0">
                                              <p:val>
                                                <p:fltVal val="0"/>
                                              </p:val>
                                            </p:tav>
                                            <p:tav tm="100000">
                                              <p:val>
                                                <p:strVal val="#ppt_w"/>
                                              </p:val>
                                            </p:tav>
                                          </p:tavLst>
                                        </p:anim>
                                        <p:anim calcmode="lin" valueType="num">
                                          <p:cBhvr>
                                            <p:cTn id="28" dur="500" fill="hold"/>
                                            <p:tgtEl>
                                              <p:spTgt spid="56"/>
                                            </p:tgtEl>
                                            <p:attrNameLst>
                                              <p:attrName>ppt_h</p:attrName>
                                            </p:attrNameLst>
                                          </p:cBhvr>
                                          <p:tavLst>
                                            <p:tav tm="0">
                                              <p:val>
                                                <p:fltVal val="0"/>
                                              </p:val>
                                            </p:tav>
                                            <p:tav tm="100000">
                                              <p:val>
                                                <p:strVal val="#ppt_h"/>
                                              </p:val>
                                            </p:tav>
                                          </p:tavLst>
                                        </p:anim>
                                      </p:childTnLst>
                                    </p:cTn>
                                  </p:par>
                                  <p:par>
                                    <p:cTn id="29" presetID="10" presetClass="entr" presetSubtype="0" fill="hold" grpId="0" nodeType="withEffect">
                                      <p:stCondLst>
                                        <p:cond delay="210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500"/>
                                            <p:tgtEl>
                                              <p:spTgt spid="59"/>
                                            </p:tgtEl>
                                          </p:cBhvr>
                                        </p:animEffect>
                                      </p:childTnLst>
                                    </p:cTn>
                                  </p:par>
                                  <p:par>
                                    <p:cTn id="32" presetID="22" presetClass="entr" presetSubtype="1" fill="hold" grpId="0" nodeType="withEffect">
                                      <p:stCondLst>
                                        <p:cond delay="2300"/>
                                      </p:stCondLst>
                                      <p:childTnLst>
                                        <p:set>
                                          <p:cBhvr>
                                            <p:cTn id="33" dur="1" fill="hold">
                                              <p:stCondLst>
                                                <p:cond delay="0"/>
                                              </p:stCondLst>
                                            </p:cTn>
                                            <p:tgtEl>
                                              <p:spTgt spid="61"/>
                                            </p:tgtEl>
                                            <p:attrNameLst>
                                              <p:attrName>style.visibility</p:attrName>
                                            </p:attrNameLst>
                                          </p:cBhvr>
                                          <p:to>
                                            <p:strVal val="visible"/>
                                          </p:to>
                                        </p:set>
                                        <p:animEffect transition="in" filter="wipe(up)">
                                          <p:cBhvr>
                                            <p:cTn id="34" dur="500"/>
                                            <p:tgtEl>
                                              <p:spTgt spid="61"/>
                                            </p:tgtEl>
                                          </p:cBhvr>
                                        </p:animEffect>
                                      </p:childTnLst>
                                    </p:cTn>
                                  </p:par>
                                  <p:par>
                                    <p:cTn id="35" presetID="23" presetClass="entr" presetSubtype="16" fill="hold" grpId="0" nodeType="withEffect">
                                      <p:stCondLst>
                                        <p:cond delay="2600"/>
                                      </p:stCondLst>
                                      <p:childTnLst>
                                        <p:set>
                                          <p:cBhvr>
                                            <p:cTn id="36" dur="1" fill="hold">
                                              <p:stCondLst>
                                                <p:cond delay="0"/>
                                              </p:stCondLst>
                                            </p:cTn>
                                            <p:tgtEl>
                                              <p:spTgt spid="60"/>
                                            </p:tgtEl>
                                            <p:attrNameLst>
                                              <p:attrName>style.visibility</p:attrName>
                                            </p:attrNameLst>
                                          </p:cBhvr>
                                          <p:to>
                                            <p:strVal val="visible"/>
                                          </p:to>
                                        </p:set>
                                        <p:anim calcmode="lin" valueType="num">
                                          <p:cBhvr>
                                            <p:cTn id="37" dur="500" fill="hold"/>
                                            <p:tgtEl>
                                              <p:spTgt spid="60"/>
                                            </p:tgtEl>
                                            <p:attrNameLst>
                                              <p:attrName>ppt_w</p:attrName>
                                            </p:attrNameLst>
                                          </p:cBhvr>
                                          <p:tavLst>
                                            <p:tav tm="0">
                                              <p:val>
                                                <p:fltVal val="0"/>
                                              </p:val>
                                            </p:tav>
                                            <p:tav tm="100000">
                                              <p:val>
                                                <p:strVal val="#ppt_w"/>
                                              </p:val>
                                            </p:tav>
                                          </p:tavLst>
                                        </p:anim>
                                        <p:anim calcmode="lin" valueType="num">
                                          <p:cBhvr>
                                            <p:cTn id="38" dur="500" fill="hold"/>
                                            <p:tgtEl>
                                              <p:spTgt spid="60"/>
                                            </p:tgtEl>
                                            <p:attrNameLst>
                                              <p:attrName>ppt_h</p:attrName>
                                            </p:attrNameLst>
                                          </p:cBhvr>
                                          <p:tavLst>
                                            <p:tav tm="0">
                                              <p:val>
                                                <p:fltVal val="0"/>
                                              </p:val>
                                            </p:tav>
                                            <p:tav tm="100000">
                                              <p:val>
                                                <p:strVal val="#ppt_h"/>
                                              </p:val>
                                            </p:tav>
                                          </p:tavLst>
                                        </p:anim>
                                      </p:childTnLst>
                                    </p:cTn>
                                  </p:par>
                                  <p:par>
                                    <p:cTn id="39" presetID="10" presetClass="entr" presetSubtype="0" fill="hold" grpId="0" nodeType="withEffect">
                                      <p:stCondLst>
                                        <p:cond delay="260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500"/>
                                            <p:tgtEl>
                                              <p:spTgt spid="62"/>
                                            </p:tgtEl>
                                          </p:cBhvr>
                                        </p:animEffect>
                                      </p:childTnLst>
                                    </p:cTn>
                                  </p:par>
                                  <p:par>
                                    <p:cTn id="42" presetID="22" presetClass="entr" presetSubtype="8" fill="hold" grpId="0" nodeType="withEffect">
                                      <p:stCondLst>
                                        <p:cond delay="3000"/>
                                      </p:stCondLst>
                                      <p:childTnLst>
                                        <p:set>
                                          <p:cBhvr>
                                            <p:cTn id="43" dur="1" fill="hold">
                                              <p:stCondLst>
                                                <p:cond delay="0"/>
                                              </p:stCondLst>
                                            </p:cTn>
                                            <p:tgtEl>
                                              <p:spTgt spid="64"/>
                                            </p:tgtEl>
                                            <p:attrNameLst>
                                              <p:attrName>style.visibility</p:attrName>
                                            </p:attrNameLst>
                                          </p:cBhvr>
                                          <p:to>
                                            <p:strVal val="visible"/>
                                          </p:to>
                                        </p:set>
                                        <p:animEffect transition="in" filter="wipe(left)">
                                          <p:cBhvr>
                                            <p:cTn id="44" dur="250"/>
                                            <p:tgtEl>
                                              <p:spTgt spid="64"/>
                                            </p:tgtEl>
                                          </p:cBhvr>
                                        </p:animEffect>
                                      </p:childTnLst>
                                    </p:cTn>
                                  </p:par>
                                  <p:par>
                                    <p:cTn id="45" presetID="23" presetClass="entr" presetSubtype="16" fill="hold" grpId="0" nodeType="withEffect">
                                      <p:stCondLst>
                                        <p:cond delay="3100"/>
                                      </p:stCondLst>
                                      <p:childTnLst>
                                        <p:set>
                                          <p:cBhvr>
                                            <p:cTn id="46" dur="1" fill="hold">
                                              <p:stCondLst>
                                                <p:cond delay="0"/>
                                              </p:stCondLst>
                                            </p:cTn>
                                            <p:tgtEl>
                                              <p:spTgt spid="63"/>
                                            </p:tgtEl>
                                            <p:attrNameLst>
                                              <p:attrName>style.visibility</p:attrName>
                                            </p:attrNameLst>
                                          </p:cBhvr>
                                          <p:to>
                                            <p:strVal val="visible"/>
                                          </p:to>
                                        </p:set>
                                        <p:anim calcmode="lin" valueType="num">
                                          <p:cBhvr>
                                            <p:cTn id="47" dur="500" fill="hold"/>
                                            <p:tgtEl>
                                              <p:spTgt spid="63"/>
                                            </p:tgtEl>
                                            <p:attrNameLst>
                                              <p:attrName>ppt_w</p:attrName>
                                            </p:attrNameLst>
                                          </p:cBhvr>
                                          <p:tavLst>
                                            <p:tav tm="0">
                                              <p:val>
                                                <p:fltVal val="0"/>
                                              </p:val>
                                            </p:tav>
                                            <p:tav tm="100000">
                                              <p:val>
                                                <p:strVal val="#ppt_w"/>
                                              </p:val>
                                            </p:tav>
                                          </p:tavLst>
                                        </p:anim>
                                        <p:anim calcmode="lin" valueType="num">
                                          <p:cBhvr>
                                            <p:cTn id="48" dur="500" fill="hold"/>
                                            <p:tgtEl>
                                              <p:spTgt spid="63"/>
                                            </p:tgtEl>
                                            <p:attrNameLst>
                                              <p:attrName>ppt_h</p:attrName>
                                            </p:attrNameLst>
                                          </p:cBhvr>
                                          <p:tavLst>
                                            <p:tav tm="0">
                                              <p:val>
                                                <p:fltVal val="0"/>
                                              </p:val>
                                            </p:tav>
                                            <p:tav tm="100000">
                                              <p:val>
                                                <p:strVal val="#ppt_h"/>
                                              </p:val>
                                            </p:tav>
                                          </p:tavLst>
                                        </p:anim>
                                      </p:childTnLst>
                                    </p:cTn>
                                  </p:par>
                                </p:childTnLst>
                              </p:cTn>
                            </p:par>
                            <p:par>
                              <p:cTn id="49" fill="hold">
                                <p:stCondLst>
                                  <p:cond delay="1000"/>
                                </p:stCondLst>
                                <p:childTnLst>
                                  <p:par>
                                    <p:cTn id="50" presetID="2" presetClass="entr" presetSubtype="4" decel="100000" fill="hold" nodeType="afterEffect">
                                      <p:stCondLst>
                                        <p:cond delay="0"/>
                                      </p:stCondLst>
                                      <p:childTnLst>
                                        <p:set>
                                          <p:cBhvr>
                                            <p:cTn id="51" dur="1" fill="hold">
                                              <p:stCondLst>
                                                <p:cond delay="0"/>
                                              </p:stCondLst>
                                            </p:cTn>
                                            <p:tgtEl>
                                              <p:spTgt spid="65"/>
                                            </p:tgtEl>
                                            <p:attrNameLst>
                                              <p:attrName>style.visibility</p:attrName>
                                            </p:attrNameLst>
                                          </p:cBhvr>
                                          <p:to>
                                            <p:strVal val="visible"/>
                                          </p:to>
                                        </p:set>
                                        <p:anim calcmode="lin" valueType="num">
                                          <p:cBhvr additive="base">
                                            <p:cTn id="52" dur="500" fill="hold"/>
                                            <p:tgtEl>
                                              <p:spTgt spid="65"/>
                                            </p:tgtEl>
                                            <p:attrNameLst>
                                              <p:attrName>ppt_x</p:attrName>
                                            </p:attrNameLst>
                                          </p:cBhvr>
                                          <p:tavLst>
                                            <p:tav tm="0">
                                              <p:val>
                                                <p:strVal val="#ppt_x"/>
                                              </p:val>
                                            </p:tav>
                                            <p:tav tm="100000">
                                              <p:val>
                                                <p:strVal val="#ppt_x"/>
                                              </p:val>
                                            </p:tav>
                                          </p:tavLst>
                                        </p:anim>
                                        <p:anim calcmode="lin" valueType="num">
                                          <p:cBhvr additive="base">
                                            <p:cTn id="53" dur="500" fill="hold"/>
                                            <p:tgtEl>
                                              <p:spTgt spid="65"/>
                                            </p:tgtEl>
                                            <p:attrNameLst>
                                              <p:attrName>ppt_y</p:attrName>
                                            </p:attrNameLst>
                                          </p:cBhvr>
                                          <p:tavLst>
                                            <p:tav tm="0">
                                              <p:val>
                                                <p:strVal val="1+#ppt_h/2"/>
                                              </p:val>
                                            </p:tav>
                                            <p:tav tm="100000">
                                              <p:val>
                                                <p:strVal val="#ppt_y"/>
                                              </p:val>
                                            </p:tav>
                                          </p:tavLst>
                                        </p:anim>
                                      </p:childTnLst>
                                    </p:cTn>
                                  </p:par>
                                  <p:par>
                                    <p:cTn id="54" presetID="2" presetClass="entr" presetSubtype="4" decel="100000" fill="hold" nodeType="withEffect">
                                      <p:stCondLst>
                                        <p:cond delay="0"/>
                                      </p:stCondLst>
                                      <p:childTnLst>
                                        <p:set>
                                          <p:cBhvr>
                                            <p:cTn id="55" dur="1" fill="hold">
                                              <p:stCondLst>
                                                <p:cond delay="0"/>
                                              </p:stCondLst>
                                            </p:cTn>
                                            <p:tgtEl>
                                              <p:spTgt spid="68"/>
                                            </p:tgtEl>
                                            <p:attrNameLst>
                                              <p:attrName>style.visibility</p:attrName>
                                            </p:attrNameLst>
                                          </p:cBhvr>
                                          <p:to>
                                            <p:strVal val="visible"/>
                                          </p:to>
                                        </p:set>
                                        <p:anim calcmode="lin" valueType="num">
                                          <p:cBhvr additive="base">
                                            <p:cTn id="56" dur="500" fill="hold"/>
                                            <p:tgtEl>
                                              <p:spTgt spid="68"/>
                                            </p:tgtEl>
                                            <p:attrNameLst>
                                              <p:attrName>ppt_x</p:attrName>
                                            </p:attrNameLst>
                                          </p:cBhvr>
                                          <p:tavLst>
                                            <p:tav tm="0">
                                              <p:val>
                                                <p:strVal val="#ppt_x"/>
                                              </p:val>
                                            </p:tav>
                                            <p:tav tm="100000">
                                              <p:val>
                                                <p:strVal val="#ppt_x"/>
                                              </p:val>
                                            </p:tav>
                                          </p:tavLst>
                                        </p:anim>
                                        <p:anim calcmode="lin" valueType="num">
                                          <p:cBhvr additive="base">
                                            <p:cTn id="57" dur="500" fill="hold"/>
                                            <p:tgtEl>
                                              <p:spTgt spid="68"/>
                                            </p:tgtEl>
                                            <p:attrNameLst>
                                              <p:attrName>ppt_y</p:attrName>
                                            </p:attrNameLst>
                                          </p:cBhvr>
                                          <p:tavLst>
                                            <p:tav tm="0">
                                              <p:val>
                                                <p:strVal val="1+#ppt_h/2"/>
                                              </p:val>
                                            </p:tav>
                                            <p:tav tm="100000">
                                              <p:val>
                                                <p:strVal val="#ppt_y"/>
                                              </p:val>
                                            </p:tav>
                                          </p:tavLst>
                                        </p:anim>
                                      </p:childTnLst>
                                    </p:cTn>
                                  </p:par>
                                  <p:par>
                                    <p:cTn id="58" presetID="2" presetClass="entr" presetSubtype="4" decel="100000" fill="hold" nodeType="withEffect">
                                      <p:stCondLst>
                                        <p:cond delay="0"/>
                                      </p:stCondLst>
                                      <p:childTnLst>
                                        <p:set>
                                          <p:cBhvr>
                                            <p:cTn id="59" dur="1" fill="hold">
                                              <p:stCondLst>
                                                <p:cond delay="0"/>
                                              </p:stCondLst>
                                            </p:cTn>
                                            <p:tgtEl>
                                              <p:spTgt spid="71"/>
                                            </p:tgtEl>
                                            <p:attrNameLst>
                                              <p:attrName>style.visibility</p:attrName>
                                            </p:attrNameLst>
                                          </p:cBhvr>
                                          <p:to>
                                            <p:strVal val="visible"/>
                                          </p:to>
                                        </p:set>
                                        <p:anim calcmode="lin" valueType="num">
                                          <p:cBhvr additive="base">
                                            <p:cTn id="60" dur="500" fill="hold"/>
                                            <p:tgtEl>
                                              <p:spTgt spid="71"/>
                                            </p:tgtEl>
                                            <p:attrNameLst>
                                              <p:attrName>ppt_x</p:attrName>
                                            </p:attrNameLst>
                                          </p:cBhvr>
                                          <p:tavLst>
                                            <p:tav tm="0">
                                              <p:val>
                                                <p:strVal val="#ppt_x"/>
                                              </p:val>
                                            </p:tav>
                                            <p:tav tm="100000">
                                              <p:val>
                                                <p:strVal val="#ppt_x"/>
                                              </p:val>
                                            </p:tav>
                                          </p:tavLst>
                                        </p:anim>
                                        <p:anim calcmode="lin" valueType="num">
                                          <p:cBhvr additive="base">
                                            <p:cTn id="61" dur="500" fill="hold"/>
                                            <p:tgtEl>
                                              <p:spTgt spid="71"/>
                                            </p:tgtEl>
                                            <p:attrNameLst>
                                              <p:attrName>ppt_y</p:attrName>
                                            </p:attrNameLst>
                                          </p:cBhvr>
                                          <p:tavLst>
                                            <p:tav tm="0">
                                              <p:val>
                                                <p:strVal val="1+#ppt_h/2"/>
                                              </p:val>
                                            </p:tav>
                                            <p:tav tm="100000">
                                              <p:val>
                                                <p:strVal val="#ppt_y"/>
                                              </p:val>
                                            </p:tav>
                                          </p:tavLst>
                                        </p:anim>
                                      </p:childTnLst>
                                    </p:cTn>
                                  </p:par>
                                  <p:par>
                                    <p:cTn id="62" presetID="2" presetClass="entr" presetSubtype="4" decel="100000" fill="hold" nodeType="withEffect">
                                      <p:stCondLst>
                                        <p:cond delay="0"/>
                                      </p:stCondLst>
                                      <p:childTnLst>
                                        <p:set>
                                          <p:cBhvr>
                                            <p:cTn id="63" dur="1" fill="hold">
                                              <p:stCondLst>
                                                <p:cond delay="0"/>
                                              </p:stCondLst>
                                            </p:cTn>
                                            <p:tgtEl>
                                              <p:spTgt spid="74"/>
                                            </p:tgtEl>
                                            <p:attrNameLst>
                                              <p:attrName>style.visibility</p:attrName>
                                            </p:attrNameLst>
                                          </p:cBhvr>
                                          <p:to>
                                            <p:strVal val="visible"/>
                                          </p:to>
                                        </p:set>
                                        <p:anim calcmode="lin" valueType="num">
                                          <p:cBhvr additive="base">
                                            <p:cTn id="64" dur="500" fill="hold"/>
                                            <p:tgtEl>
                                              <p:spTgt spid="74"/>
                                            </p:tgtEl>
                                            <p:attrNameLst>
                                              <p:attrName>ppt_x</p:attrName>
                                            </p:attrNameLst>
                                          </p:cBhvr>
                                          <p:tavLst>
                                            <p:tav tm="0">
                                              <p:val>
                                                <p:strVal val="#ppt_x"/>
                                              </p:val>
                                            </p:tav>
                                            <p:tav tm="100000">
                                              <p:val>
                                                <p:strVal val="#ppt_x"/>
                                              </p:val>
                                            </p:tav>
                                          </p:tavLst>
                                        </p:anim>
                                        <p:anim calcmode="lin" valueType="num">
                                          <p:cBhvr additive="base">
                                            <p:cTn id="65"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4" grpId="0"/>
          <p:bldP spid="55" grpId="0" bldLvl="0" animBg="1"/>
          <p:bldP spid="56" grpId="0"/>
          <p:bldP spid="57" grpId="0" bldLvl="0" animBg="1"/>
          <p:bldP spid="58" grpId="0" bldLvl="0" animBg="1"/>
          <p:bldP spid="59" grpId="0" bldLvl="0" animBg="1"/>
          <p:bldP spid="60" grpId="0"/>
          <p:bldP spid="61" grpId="0" bldLvl="0" animBg="1"/>
          <p:bldP spid="62" grpId="0" bldLvl="0" animBg="1"/>
          <p:bldP spid="63" grpId="0"/>
          <p:bldP spid="64" grpId="0" bldLvl="0" animBg="1"/>
          <p:bldP spid="27"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2"/>
          <p:cNvSpPr/>
          <p:nvPr/>
        </p:nvSpPr>
        <p:spPr bwMode="auto">
          <a:xfrm>
            <a:off x="7132814" y="5330967"/>
            <a:ext cx="550039" cy="6349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lnTo>
                  <a:pt x="21599" y="5400"/>
                </a:lnTo>
                <a:lnTo>
                  <a:pt x="21599" y="16200"/>
                </a:lnTo>
                <a:lnTo>
                  <a:pt x="10799" y="21599"/>
                </a:lnTo>
                <a:lnTo>
                  <a:pt x="0" y="16199"/>
                </a:lnTo>
                <a:lnTo>
                  <a:pt x="0" y="5400"/>
                </a:lnTo>
                <a:close/>
              </a:path>
            </a:pathLst>
          </a:custGeom>
          <a:solidFill>
            <a:schemeClr val="tx1">
              <a:lumMod val="50000"/>
              <a:lumOff val="50000"/>
            </a:schemeClr>
          </a:solidFill>
          <a:ln>
            <a:noFill/>
          </a:ln>
          <a:effectLst/>
        </p:spPr>
        <p:txBody>
          <a:bodyPr lIns="0" tIns="0" rIns="0" bIns="0" anchor="ct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00000"/>
              </a:lnSpc>
            </a:pPr>
            <a:r>
              <a:rPr lang="es-ES" altLang="zh-CN" sz="1600" b="0">
                <a:solidFill>
                  <a:schemeClr val="tx1">
                    <a:lumMod val="75000"/>
                    <a:lumOff val="25000"/>
                  </a:schemeClr>
                </a:solidFill>
                <a:latin typeface="+mn-lt"/>
                <a:ea typeface="+mn-ea"/>
                <a:cs typeface="+mn-ea"/>
                <a:sym typeface="+mn-lt"/>
              </a:rPr>
              <a:t> </a:t>
            </a:r>
            <a:endParaRPr lang="es-ES" altLang="zh-CN" sz="1250">
              <a:solidFill>
                <a:schemeClr val="tx1">
                  <a:lumMod val="75000"/>
                  <a:lumOff val="25000"/>
                </a:schemeClr>
              </a:solidFill>
              <a:latin typeface="+mn-lt"/>
              <a:ea typeface="+mn-ea"/>
              <a:cs typeface="+mn-ea"/>
              <a:sym typeface="+mn-lt"/>
            </a:endParaRPr>
          </a:p>
        </p:txBody>
      </p:sp>
      <p:sp>
        <p:nvSpPr>
          <p:cNvPr id="28" name="AutoShape 4"/>
          <p:cNvSpPr/>
          <p:nvPr/>
        </p:nvSpPr>
        <p:spPr bwMode="auto">
          <a:xfrm>
            <a:off x="4517551" y="3316541"/>
            <a:ext cx="550039" cy="6349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lnTo>
                  <a:pt x="21599" y="5400"/>
                </a:lnTo>
                <a:lnTo>
                  <a:pt x="21599" y="16200"/>
                </a:lnTo>
                <a:lnTo>
                  <a:pt x="10799" y="21599"/>
                </a:lnTo>
                <a:lnTo>
                  <a:pt x="0" y="16199"/>
                </a:lnTo>
                <a:lnTo>
                  <a:pt x="0" y="5400"/>
                </a:lnTo>
                <a:close/>
              </a:path>
            </a:pathLst>
          </a:custGeom>
          <a:solidFill>
            <a:schemeClr val="tx1">
              <a:lumMod val="50000"/>
              <a:lumOff val="50000"/>
            </a:schemeClr>
          </a:solidFill>
          <a:ln>
            <a:noFill/>
          </a:ln>
          <a:effectLst/>
        </p:spPr>
        <p:txBody>
          <a:bodyPr lIns="0" tIns="0" rIns="0" bIns="0" anchor="ctr"/>
          <a:lstStyle/>
          <a:p>
            <a:pPr>
              <a:lnSpc>
                <a:spcPct val="100000"/>
              </a:lnSpc>
              <a:defRPr/>
            </a:pPr>
            <a:endParaRPr lang="es-ES" sz="1600">
              <a:solidFill>
                <a:schemeClr val="tx1">
                  <a:lumMod val="75000"/>
                  <a:lumOff val="25000"/>
                </a:schemeClr>
              </a:solidFill>
              <a:cs typeface="+mn-ea"/>
              <a:sym typeface="+mn-lt"/>
            </a:endParaRPr>
          </a:p>
        </p:txBody>
      </p:sp>
      <p:sp>
        <p:nvSpPr>
          <p:cNvPr id="29" name="AutoShape 6"/>
          <p:cNvSpPr/>
          <p:nvPr/>
        </p:nvSpPr>
        <p:spPr bwMode="auto">
          <a:xfrm>
            <a:off x="7120114" y="3841180"/>
            <a:ext cx="550039" cy="6349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lnTo>
                  <a:pt x="21599" y="5400"/>
                </a:lnTo>
                <a:lnTo>
                  <a:pt x="21599" y="16200"/>
                </a:lnTo>
                <a:lnTo>
                  <a:pt x="10799" y="21599"/>
                </a:lnTo>
                <a:lnTo>
                  <a:pt x="0" y="16199"/>
                </a:lnTo>
                <a:lnTo>
                  <a:pt x="0" y="5400"/>
                </a:lnTo>
                <a:close/>
              </a:path>
            </a:pathLst>
          </a:custGeom>
          <a:solidFill>
            <a:schemeClr val="tx1">
              <a:lumMod val="75000"/>
              <a:lumOff val="25000"/>
            </a:schemeClr>
          </a:solidFill>
          <a:ln>
            <a:noFill/>
          </a:ln>
          <a:effectLst/>
        </p:spPr>
        <p:txBody>
          <a:bodyPr lIns="0" tIns="0" rIns="0" bIns="0" anchor="ctr"/>
          <a:lstStyle/>
          <a:p>
            <a:pPr>
              <a:lnSpc>
                <a:spcPct val="100000"/>
              </a:lnSpc>
              <a:defRPr/>
            </a:pPr>
            <a:endParaRPr lang="es-ES" sz="1600">
              <a:solidFill>
                <a:schemeClr val="tx1">
                  <a:lumMod val="75000"/>
                  <a:lumOff val="25000"/>
                </a:schemeClr>
              </a:solidFill>
              <a:cs typeface="+mn-ea"/>
              <a:sym typeface="+mn-lt"/>
            </a:endParaRPr>
          </a:p>
        </p:txBody>
      </p:sp>
      <p:sp>
        <p:nvSpPr>
          <p:cNvPr id="30" name="AutoShape 8"/>
          <p:cNvSpPr/>
          <p:nvPr/>
        </p:nvSpPr>
        <p:spPr bwMode="auto">
          <a:xfrm>
            <a:off x="4504851" y="1995814"/>
            <a:ext cx="550039" cy="63496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10800" y="0"/>
                </a:moveTo>
                <a:lnTo>
                  <a:pt x="21599" y="5400"/>
                </a:lnTo>
                <a:lnTo>
                  <a:pt x="21599" y="16200"/>
                </a:lnTo>
                <a:lnTo>
                  <a:pt x="10799" y="21599"/>
                </a:lnTo>
                <a:lnTo>
                  <a:pt x="0" y="16199"/>
                </a:lnTo>
                <a:lnTo>
                  <a:pt x="0" y="5400"/>
                </a:lnTo>
                <a:lnTo>
                  <a:pt x="10800" y="0"/>
                </a:lnTo>
                <a:close/>
              </a:path>
            </a:pathLst>
          </a:custGeom>
          <a:solidFill>
            <a:schemeClr val="tx1">
              <a:lumMod val="75000"/>
              <a:lumOff val="25000"/>
            </a:schemeClr>
          </a:solidFill>
          <a:ln>
            <a:noFill/>
          </a:ln>
        </p:spPr>
        <p:txBody>
          <a:bodyPr lIns="0" tIns="0" rIns="0" bIns="0" anchor="ct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00000"/>
              </a:lnSpc>
            </a:pPr>
            <a:r>
              <a:rPr lang="es-ES" altLang="zh-CN" sz="1600" b="0">
                <a:solidFill>
                  <a:schemeClr val="tx1">
                    <a:lumMod val="75000"/>
                    <a:lumOff val="25000"/>
                  </a:schemeClr>
                </a:solidFill>
                <a:latin typeface="+mn-lt"/>
                <a:ea typeface="+mn-ea"/>
                <a:cs typeface="+mn-ea"/>
                <a:sym typeface="+mn-lt"/>
              </a:rPr>
              <a:t> </a:t>
            </a:r>
            <a:endParaRPr lang="es-ES" altLang="zh-CN" sz="1250">
              <a:solidFill>
                <a:schemeClr val="tx1">
                  <a:lumMod val="75000"/>
                  <a:lumOff val="25000"/>
                </a:schemeClr>
              </a:solidFill>
              <a:latin typeface="+mn-lt"/>
              <a:ea typeface="+mn-ea"/>
              <a:cs typeface="+mn-ea"/>
              <a:sym typeface="+mn-lt"/>
            </a:endParaRPr>
          </a:p>
        </p:txBody>
      </p:sp>
      <p:sp>
        <p:nvSpPr>
          <p:cNvPr id="31" name="AutoShape 10"/>
          <p:cNvSpPr/>
          <p:nvPr/>
        </p:nvSpPr>
        <p:spPr bwMode="auto">
          <a:xfrm>
            <a:off x="4537393" y="4796010"/>
            <a:ext cx="550039" cy="6349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lnTo>
                  <a:pt x="21599" y="5400"/>
                </a:lnTo>
                <a:lnTo>
                  <a:pt x="21599" y="16200"/>
                </a:lnTo>
                <a:lnTo>
                  <a:pt x="10799" y="21599"/>
                </a:lnTo>
                <a:lnTo>
                  <a:pt x="0" y="16199"/>
                </a:lnTo>
                <a:lnTo>
                  <a:pt x="0" y="5400"/>
                </a:lnTo>
                <a:close/>
              </a:path>
            </a:pathLst>
          </a:custGeom>
          <a:solidFill>
            <a:schemeClr val="tx1">
              <a:lumMod val="75000"/>
              <a:lumOff val="25000"/>
            </a:schemeClr>
          </a:solidFill>
          <a:ln>
            <a:noFill/>
          </a:ln>
          <a:effectLst/>
        </p:spPr>
        <p:txBody>
          <a:bodyPr lIns="0" tIns="0" rIns="0" bIns="0" anchor="ctr"/>
          <a:lstStyle/>
          <a:p>
            <a:pPr>
              <a:lnSpc>
                <a:spcPct val="100000"/>
              </a:lnSpc>
              <a:defRPr/>
            </a:pPr>
            <a:endParaRPr lang="es-ES" sz="1600">
              <a:solidFill>
                <a:schemeClr val="tx1">
                  <a:lumMod val="75000"/>
                  <a:lumOff val="25000"/>
                </a:schemeClr>
              </a:solidFill>
              <a:cs typeface="+mn-ea"/>
              <a:sym typeface="+mn-lt"/>
            </a:endParaRPr>
          </a:p>
        </p:txBody>
      </p:sp>
      <p:sp>
        <p:nvSpPr>
          <p:cNvPr id="32" name="AutoShape 12"/>
          <p:cNvSpPr/>
          <p:nvPr/>
        </p:nvSpPr>
        <p:spPr bwMode="auto">
          <a:xfrm>
            <a:off x="7115352" y="2520453"/>
            <a:ext cx="550039" cy="63496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21599" y="5400"/>
                </a:lnTo>
                <a:lnTo>
                  <a:pt x="21599" y="16200"/>
                </a:lnTo>
                <a:lnTo>
                  <a:pt x="10799" y="21599"/>
                </a:lnTo>
                <a:lnTo>
                  <a:pt x="0" y="16199"/>
                </a:lnTo>
                <a:lnTo>
                  <a:pt x="0" y="5400"/>
                </a:lnTo>
                <a:lnTo>
                  <a:pt x="10800" y="0"/>
                </a:lnTo>
                <a:close/>
              </a:path>
            </a:pathLst>
          </a:custGeom>
          <a:solidFill>
            <a:schemeClr val="tx1">
              <a:lumMod val="50000"/>
              <a:lumOff val="50000"/>
            </a:schemeClr>
          </a:solidFill>
          <a:ln>
            <a:noFill/>
          </a:ln>
        </p:spPr>
        <p:txBody>
          <a:bodyPr lIns="0" tIns="0" rIns="0" bIns="0" anchor="ctr"/>
          <a:lstStyle/>
          <a:p>
            <a:endParaRPr lang="zh-CN" altLang="en-US" sz="1705">
              <a:solidFill>
                <a:schemeClr val="tx1">
                  <a:lumMod val="75000"/>
                  <a:lumOff val="25000"/>
                </a:schemeClr>
              </a:solidFill>
              <a:cs typeface="+mn-ea"/>
              <a:sym typeface="+mn-lt"/>
            </a:endParaRPr>
          </a:p>
        </p:txBody>
      </p:sp>
      <p:sp>
        <p:nvSpPr>
          <p:cNvPr id="33" name="Line 16"/>
          <p:cNvSpPr>
            <a:spLocks noChangeShapeType="1"/>
          </p:cNvSpPr>
          <p:nvPr/>
        </p:nvSpPr>
        <p:spPr bwMode="auto">
          <a:xfrm>
            <a:off x="5324750" y="5141272"/>
            <a:ext cx="1570745" cy="469874"/>
          </a:xfrm>
          <a:prstGeom prst="line">
            <a:avLst/>
          </a:prstGeom>
          <a:noFill/>
          <a:ln w="101600" cap="flat" cmpd="sng">
            <a:solidFill>
              <a:srgbClr val="B9B9B9"/>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defTabSz="228600">
              <a:defRPr/>
            </a:pPr>
            <a:endParaRPr lang="es-ES" sz="600">
              <a:solidFill>
                <a:schemeClr val="tx1">
                  <a:lumMod val="75000"/>
                  <a:lumOff val="25000"/>
                </a:schemeClr>
              </a:solidFill>
              <a:cs typeface="+mn-ea"/>
              <a:sym typeface="+mn-lt"/>
            </a:endParaRPr>
          </a:p>
        </p:txBody>
      </p:sp>
      <p:sp>
        <p:nvSpPr>
          <p:cNvPr id="34" name="Line 17"/>
          <p:cNvSpPr>
            <a:spLocks noChangeShapeType="1"/>
          </p:cNvSpPr>
          <p:nvPr/>
        </p:nvSpPr>
        <p:spPr bwMode="auto">
          <a:xfrm flipV="1">
            <a:off x="5327132" y="4163425"/>
            <a:ext cx="1538996" cy="964354"/>
          </a:xfrm>
          <a:prstGeom prst="line">
            <a:avLst/>
          </a:prstGeom>
          <a:noFill/>
          <a:ln w="101600" cap="flat" cmpd="sng">
            <a:solidFill>
              <a:srgbClr val="B9B9B9"/>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defTabSz="228600">
              <a:defRPr/>
            </a:pPr>
            <a:endParaRPr lang="es-ES" sz="600">
              <a:solidFill>
                <a:schemeClr val="tx1">
                  <a:lumMod val="75000"/>
                  <a:lumOff val="25000"/>
                </a:schemeClr>
              </a:solidFill>
              <a:cs typeface="+mn-ea"/>
              <a:sym typeface="+mn-lt"/>
            </a:endParaRPr>
          </a:p>
        </p:txBody>
      </p:sp>
      <p:sp>
        <p:nvSpPr>
          <p:cNvPr id="35" name="Line 18"/>
          <p:cNvSpPr>
            <a:spLocks noChangeShapeType="1"/>
          </p:cNvSpPr>
          <p:nvPr/>
        </p:nvSpPr>
        <p:spPr bwMode="auto">
          <a:xfrm>
            <a:off x="5323162" y="3641961"/>
            <a:ext cx="1541378" cy="519084"/>
          </a:xfrm>
          <a:prstGeom prst="line">
            <a:avLst/>
          </a:prstGeom>
          <a:noFill/>
          <a:ln w="101600" cap="flat" cmpd="sng">
            <a:solidFill>
              <a:srgbClr val="B9B9B9"/>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defTabSz="228600">
              <a:defRPr/>
            </a:pPr>
            <a:endParaRPr lang="es-ES" sz="600">
              <a:solidFill>
                <a:schemeClr val="tx1">
                  <a:lumMod val="75000"/>
                  <a:lumOff val="25000"/>
                </a:schemeClr>
              </a:solidFill>
              <a:cs typeface="+mn-ea"/>
              <a:sym typeface="+mn-lt"/>
            </a:endParaRPr>
          </a:p>
        </p:txBody>
      </p:sp>
      <p:sp>
        <p:nvSpPr>
          <p:cNvPr id="36" name="Line 19"/>
          <p:cNvSpPr>
            <a:spLocks noChangeShapeType="1"/>
          </p:cNvSpPr>
          <p:nvPr/>
        </p:nvSpPr>
        <p:spPr bwMode="auto">
          <a:xfrm flipV="1">
            <a:off x="5326337" y="2856985"/>
            <a:ext cx="1508042" cy="788151"/>
          </a:xfrm>
          <a:prstGeom prst="line">
            <a:avLst/>
          </a:prstGeom>
          <a:noFill/>
          <a:ln w="101600" cap="flat" cmpd="sng">
            <a:solidFill>
              <a:srgbClr val="B9B9B9"/>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defTabSz="228600">
              <a:defRPr/>
            </a:pPr>
            <a:endParaRPr lang="es-ES" sz="600">
              <a:solidFill>
                <a:schemeClr val="tx1">
                  <a:lumMod val="75000"/>
                  <a:lumOff val="25000"/>
                </a:schemeClr>
              </a:solidFill>
              <a:cs typeface="+mn-ea"/>
              <a:sym typeface="+mn-lt"/>
            </a:endParaRPr>
          </a:p>
        </p:txBody>
      </p:sp>
      <p:sp>
        <p:nvSpPr>
          <p:cNvPr id="37" name="Line 20"/>
          <p:cNvSpPr>
            <a:spLocks noChangeShapeType="1"/>
          </p:cNvSpPr>
          <p:nvPr/>
        </p:nvSpPr>
        <p:spPr bwMode="auto">
          <a:xfrm>
            <a:off x="5338243" y="2311710"/>
            <a:ext cx="1492962" cy="533370"/>
          </a:xfrm>
          <a:prstGeom prst="line">
            <a:avLst/>
          </a:prstGeom>
          <a:noFill/>
          <a:ln w="101600" cap="flat" cmpd="sng">
            <a:solidFill>
              <a:srgbClr val="B9B9B9"/>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defTabSz="228600">
              <a:defRPr/>
            </a:pPr>
            <a:endParaRPr lang="es-ES" sz="600">
              <a:solidFill>
                <a:schemeClr val="tx1">
                  <a:lumMod val="75000"/>
                  <a:lumOff val="25000"/>
                </a:schemeClr>
              </a:solidFill>
              <a:cs typeface="+mn-ea"/>
              <a:sym typeface="+mn-lt"/>
            </a:endParaRPr>
          </a:p>
        </p:txBody>
      </p:sp>
      <p:sp>
        <p:nvSpPr>
          <p:cNvPr id="38" name="AutoShape 21"/>
          <p:cNvSpPr/>
          <p:nvPr/>
        </p:nvSpPr>
        <p:spPr bwMode="auto">
          <a:xfrm>
            <a:off x="6722467" y="2733167"/>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50000"/>
              <a:lumOff val="50000"/>
            </a:schemeClr>
          </a:solidFill>
          <a:ln w="25400" cap="flat" cmpd="sng">
            <a:solidFill>
              <a:srgbClr val="000000">
                <a:alpha val="0"/>
              </a:srgbClr>
            </a:solidFill>
            <a:prstDash val="solid"/>
            <a:miter lim="0"/>
          </a:ln>
          <a:effectLst/>
        </p:spPr>
        <p:txBody>
          <a:bodyPr lIns="0" tIns="0" rIns="0" bIns="0" anchor="ctr"/>
          <a:lstStyle/>
          <a:p>
            <a:pP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sp>
        <p:nvSpPr>
          <p:cNvPr id="39" name="AutoShape 22"/>
          <p:cNvSpPr/>
          <p:nvPr/>
        </p:nvSpPr>
        <p:spPr bwMode="auto">
          <a:xfrm>
            <a:off x="6755802" y="4045163"/>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75000"/>
              <a:lumOff val="25000"/>
            </a:schemeClr>
          </a:solidFill>
          <a:ln w="25400" cap="flat" cmpd="sng">
            <a:solidFill>
              <a:srgbClr val="000000">
                <a:alpha val="0"/>
              </a:srgbClr>
            </a:solidFill>
            <a:prstDash val="solid"/>
            <a:miter lim="0"/>
          </a:ln>
          <a:effectLst/>
        </p:spPr>
        <p:txBody>
          <a:bodyPr lIns="0" tIns="0" rIns="0" bIns="0" anchor="ctr"/>
          <a:lstStyle/>
          <a:p>
            <a:pP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sp>
        <p:nvSpPr>
          <p:cNvPr id="40" name="AutoShape 23"/>
          <p:cNvSpPr/>
          <p:nvPr/>
        </p:nvSpPr>
        <p:spPr bwMode="auto">
          <a:xfrm>
            <a:off x="6798662" y="5518283"/>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50000"/>
              <a:lumOff val="50000"/>
            </a:schemeClr>
          </a:solidFill>
          <a:ln w="25400" cap="flat" cmpd="sng">
            <a:solidFill>
              <a:srgbClr val="000000">
                <a:alpha val="0"/>
              </a:srgbClr>
            </a:solidFill>
            <a:prstDash val="solid"/>
            <a:miter lim="0"/>
          </a:ln>
          <a:effectLst/>
        </p:spPr>
        <p:txBody>
          <a:bodyPr lIns="0" tIns="0" rIns="0" bIns="0" anchor="ctr"/>
          <a:lstStyle/>
          <a:p>
            <a:pP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sp>
        <p:nvSpPr>
          <p:cNvPr id="41" name="AutoShape 24"/>
          <p:cNvSpPr/>
          <p:nvPr/>
        </p:nvSpPr>
        <p:spPr bwMode="auto">
          <a:xfrm>
            <a:off x="5246173" y="2199796"/>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75000"/>
              <a:lumOff val="25000"/>
            </a:schemeClr>
          </a:solidFill>
          <a:ln w="25400" cap="flat" cmpd="sng">
            <a:solidFill>
              <a:srgbClr val="000000">
                <a:alpha val="0"/>
              </a:srgbClr>
            </a:solidFill>
            <a:prstDash val="solid"/>
            <a:miter lim="0"/>
          </a:ln>
          <a:effectLst/>
        </p:spPr>
        <p:txBody>
          <a:bodyPr lIns="0" tIns="0" rIns="0" bIns="0" anchor="ctr"/>
          <a:lstStyle/>
          <a:p>
            <a:pPr algn="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sp>
        <p:nvSpPr>
          <p:cNvPr id="42" name="AutoShape 25"/>
          <p:cNvSpPr/>
          <p:nvPr/>
        </p:nvSpPr>
        <p:spPr bwMode="auto">
          <a:xfrm>
            <a:off x="5228711" y="3520523"/>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50000"/>
              <a:lumOff val="50000"/>
            </a:schemeClr>
          </a:solidFill>
          <a:ln w="25400" cap="flat" cmpd="sng">
            <a:solidFill>
              <a:srgbClr val="000000">
                <a:alpha val="0"/>
              </a:srgbClr>
            </a:solidFill>
            <a:prstDash val="solid"/>
            <a:miter lim="0"/>
          </a:ln>
          <a:effectLst/>
        </p:spPr>
        <p:txBody>
          <a:bodyPr lIns="0" tIns="0" rIns="0" bIns="0" anchor="ctr"/>
          <a:lstStyle/>
          <a:p>
            <a:pPr algn="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sp>
        <p:nvSpPr>
          <p:cNvPr id="43" name="AutoShape 26"/>
          <p:cNvSpPr/>
          <p:nvPr/>
        </p:nvSpPr>
        <p:spPr bwMode="auto">
          <a:xfrm>
            <a:off x="5220774" y="5010311"/>
            <a:ext cx="215889" cy="21588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9"/>
                  <a:pt x="6723" y="20639"/>
                  <a:pt x="2881" y="16796"/>
                </a:cubicBezTo>
                <a:cubicBezTo>
                  <a:pt x="-961" y="12953"/>
                  <a:pt x="-961" y="6724"/>
                  <a:pt x="2881" y="2881"/>
                </a:cubicBezTo>
                <a:cubicBezTo>
                  <a:pt x="6723" y="-961"/>
                  <a:pt x="12953" y="-961"/>
                  <a:pt x="16796" y="2881"/>
                </a:cubicBezTo>
              </a:path>
            </a:pathLst>
          </a:custGeom>
          <a:solidFill>
            <a:schemeClr val="tx1">
              <a:lumMod val="75000"/>
              <a:lumOff val="25000"/>
            </a:schemeClr>
          </a:solidFill>
          <a:ln w="25400" cap="flat" cmpd="sng">
            <a:solidFill>
              <a:srgbClr val="000000">
                <a:alpha val="0"/>
              </a:srgbClr>
            </a:solidFill>
            <a:prstDash val="solid"/>
            <a:miter lim="0"/>
          </a:ln>
          <a:effectLst/>
        </p:spPr>
        <p:txBody>
          <a:bodyPr lIns="0" tIns="0" rIns="0" bIns="0" anchor="ctr"/>
          <a:lstStyle/>
          <a:p>
            <a:pPr algn="r" defTabSz="292100">
              <a:defRPr/>
            </a:pPr>
            <a:endParaRPr lang="es-ES" sz="2000">
              <a:solidFill>
                <a:schemeClr val="tx1">
                  <a:lumMod val="75000"/>
                  <a:lumOff val="25000"/>
                </a:schemeClr>
              </a:solidFill>
              <a:effectLst>
                <a:outerShdw blurRad="38100" dist="38100" dir="2700000" algn="tl">
                  <a:srgbClr val="000000"/>
                </a:outerShdw>
              </a:effectLst>
              <a:cs typeface="+mn-ea"/>
              <a:sym typeface="+mn-lt"/>
            </a:endParaRPr>
          </a:p>
        </p:txBody>
      </p:sp>
      <p:grpSp>
        <p:nvGrpSpPr>
          <p:cNvPr id="44" name="组合 43"/>
          <p:cNvGrpSpPr/>
          <p:nvPr/>
        </p:nvGrpSpPr>
        <p:grpSpPr>
          <a:xfrm>
            <a:off x="7946364" y="2163961"/>
            <a:ext cx="2244151" cy="1087099"/>
            <a:chOff x="3762506" y="1807841"/>
            <a:chExt cx="2244151" cy="1087099"/>
          </a:xfrm>
        </p:grpSpPr>
        <p:sp>
          <p:nvSpPr>
            <p:cNvPr id="45" name="矩形 44"/>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46" name="文本框 45"/>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grpSp>
        <p:nvGrpSpPr>
          <p:cNvPr id="47" name="组合 46"/>
          <p:cNvGrpSpPr/>
          <p:nvPr/>
        </p:nvGrpSpPr>
        <p:grpSpPr>
          <a:xfrm>
            <a:off x="7946364" y="3740349"/>
            <a:ext cx="2244151" cy="1087099"/>
            <a:chOff x="3762506" y="1807841"/>
            <a:chExt cx="2244151" cy="1087099"/>
          </a:xfrm>
        </p:grpSpPr>
        <p:sp>
          <p:nvSpPr>
            <p:cNvPr id="48" name="矩形 47"/>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49" name="文本框 48"/>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grpSp>
        <p:nvGrpSpPr>
          <p:cNvPr id="50" name="组合 49"/>
          <p:cNvGrpSpPr/>
          <p:nvPr/>
        </p:nvGrpSpPr>
        <p:grpSpPr>
          <a:xfrm>
            <a:off x="7946364" y="5316736"/>
            <a:ext cx="2244151" cy="1087099"/>
            <a:chOff x="3762506" y="1807841"/>
            <a:chExt cx="2244151" cy="1087099"/>
          </a:xfrm>
        </p:grpSpPr>
        <p:sp>
          <p:nvSpPr>
            <p:cNvPr id="51" name="矩形 50"/>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52" name="文本框 51"/>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grpSp>
        <p:nvGrpSpPr>
          <p:cNvPr id="77" name="组合 76"/>
          <p:cNvGrpSpPr/>
          <p:nvPr/>
        </p:nvGrpSpPr>
        <p:grpSpPr>
          <a:xfrm>
            <a:off x="1917039" y="1789688"/>
            <a:ext cx="2244151" cy="1087099"/>
            <a:chOff x="3762506" y="1807841"/>
            <a:chExt cx="2244151" cy="1087099"/>
          </a:xfrm>
        </p:grpSpPr>
        <p:sp>
          <p:nvSpPr>
            <p:cNvPr id="78" name="矩形 77"/>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79" name="文本框 78"/>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grpSp>
        <p:nvGrpSpPr>
          <p:cNvPr id="80" name="组合 79"/>
          <p:cNvGrpSpPr/>
          <p:nvPr/>
        </p:nvGrpSpPr>
        <p:grpSpPr>
          <a:xfrm>
            <a:off x="1917039" y="3366076"/>
            <a:ext cx="2244151" cy="1087099"/>
            <a:chOff x="3762506" y="1807841"/>
            <a:chExt cx="2244151" cy="1087099"/>
          </a:xfrm>
        </p:grpSpPr>
        <p:sp>
          <p:nvSpPr>
            <p:cNvPr id="81" name="矩形 80"/>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82" name="文本框 81"/>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grpSp>
        <p:nvGrpSpPr>
          <p:cNvPr id="83" name="组合 82"/>
          <p:cNvGrpSpPr/>
          <p:nvPr/>
        </p:nvGrpSpPr>
        <p:grpSpPr>
          <a:xfrm>
            <a:off x="1917039" y="4942463"/>
            <a:ext cx="2244151" cy="1087099"/>
            <a:chOff x="3762506" y="1807841"/>
            <a:chExt cx="2244151" cy="1087099"/>
          </a:xfrm>
        </p:grpSpPr>
        <p:sp>
          <p:nvSpPr>
            <p:cNvPr id="84" name="矩形 83"/>
            <p:cNvSpPr/>
            <p:nvPr/>
          </p:nvSpPr>
          <p:spPr>
            <a:xfrm>
              <a:off x="3762584" y="2110110"/>
              <a:ext cx="2244073" cy="784830"/>
            </a:xfrm>
            <a:prstGeom prst="rect">
              <a:avLst/>
            </a:prstGeom>
          </p:spPr>
          <p:txBody>
            <a:bodyPr wrap="square">
              <a:spAutoFit/>
            </a:bodyPr>
            <a:lstStyle/>
            <a:p>
              <a:pPr algn="just"/>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typesetting industry.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has been the industry's standard. </a:t>
              </a:r>
              <a:r>
                <a:rPr lang="en-US" altLang="zh-CN" sz="900" dirty="0" err="1">
                  <a:solidFill>
                    <a:schemeClr val="tx1">
                      <a:lumMod val="50000"/>
                      <a:lumOff val="50000"/>
                    </a:schemeClr>
                  </a:solidFill>
                  <a:cs typeface="+mn-ea"/>
                  <a:sym typeface="+mn-lt"/>
                </a:rPr>
                <a:t>Lorem</a:t>
              </a:r>
              <a:r>
                <a:rPr lang="en-US" altLang="zh-CN" sz="900" dirty="0">
                  <a:solidFill>
                    <a:schemeClr val="tx1">
                      <a:lumMod val="50000"/>
                      <a:lumOff val="50000"/>
                    </a:schemeClr>
                  </a:solidFill>
                  <a:cs typeface="+mn-ea"/>
                  <a:sym typeface="+mn-lt"/>
                </a:rPr>
                <a:t> </a:t>
              </a:r>
              <a:r>
                <a:rPr lang="en-US" altLang="zh-CN" sz="900" dirty="0" err="1">
                  <a:solidFill>
                    <a:schemeClr val="tx1">
                      <a:lumMod val="50000"/>
                      <a:lumOff val="50000"/>
                    </a:schemeClr>
                  </a:solidFill>
                  <a:cs typeface="+mn-ea"/>
                  <a:sym typeface="+mn-lt"/>
                </a:rPr>
                <a:t>Ipsum</a:t>
              </a:r>
              <a:r>
                <a:rPr lang="en-US" altLang="zh-CN" sz="900" dirty="0">
                  <a:solidFill>
                    <a:schemeClr val="tx1">
                      <a:lumMod val="50000"/>
                      <a:lumOff val="50000"/>
                    </a:schemeClr>
                  </a:solidFill>
                  <a:cs typeface="+mn-ea"/>
                  <a:sym typeface="+mn-lt"/>
                </a:rPr>
                <a:t> is simply dummy text of the printing and more.</a:t>
              </a:r>
              <a:endParaRPr lang="en-US" altLang="zh-CN" sz="900" dirty="0">
                <a:solidFill>
                  <a:schemeClr val="tx1">
                    <a:lumMod val="50000"/>
                    <a:lumOff val="50000"/>
                  </a:schemeClr>
                </a:solidFill>
                <a:cs typeface="+mn-ea"/>
                <a:sym typeface="+mn-lt"/>
              </a:endParaRPr>
            </a:p>
          </p:txBody>
        </p:sp>
        <p:sp>
          <p:nvSpPr>
            <p:cNvPr id="85" name="文本框 84"/>
            <p:cNvSpPr txBox="1"/>
            <p:nvPr/>
          </p:nvSpPr>
          <p:spPr>
            <a:xfrm>
              <a:off x="3762506" y="1807841"/>
              <a:ext cx="2175198" cy="338554"/>
            </a:xfrm>
            <a:prstGeom prst="rect">
              <a:avLst/>
            </a:prstGeom>
            <a:noFill/>
          </p:spPr>
          <p:txBody>
            <a:bodyPr wrap="square" rtlCol="0">
              <a:spAutoFit/>
            </a:bodyPr>
            <a:lstStyle/>
            <a:p>
              <a:r>
                <a:rPr lang="en-US" altLang="zh-CN" sz="1600" b="1" dirty="0">
                  <a:solidFill>
                    <a:schemeClr val="tx1">
                      <a:lumMod val="75000"/>
                      <a:lumOff val="25000"/>
                    </a:schemeClr>
                  </a:solidFill>
                  <a:latin typeface="Agency FB" panose="020B0503020202020204" pitchFamily="34" charset="0"/>
                  <a:cs typeface="+mn-ea"/>
                  <a:sym typeface="+mn-lt"/>
                </a:rPr>
                <a:t>YOUR HEADER</a:t>
              </a:r>
              <a:endParaRPr lang="en-US" altLang="zh-CN" sz="1600" b="1" dirty="0">
                <a:solidFill>
                  <a:schemeClr val="tx1">
                    <a:lumMod val="75000"/>
                    <a:lumOff val="25000"/>
                  </a:schemeClr>
                </a:solidFill>
                <a:latin typeface="Agency FB" panose="020B0503020202020204" pitchFamily="34" charset="0"/>
                <a:cs typeface="+mn-ea"/>
                <a:sym typeface="+mn-lt"/>
              </a:endParaRPr>
            </a:p>
          </p:txBody>
        </p:sp>
      </p:grpSp>
      <p:sp>
        <p:nvSpPr>
          <p:cNvPr id="53" name="文本框 56"/>
          <p:cNvSpPr txBox="1">
            <a:spLocks noChangeArrowheads="1"/>
          </p:cNvSpPr>
          <p:nvPr/>
        </p:nvSpPr>
        <p:spPr bwMode="auto">
          <a:xfrm>
            <a:off x="760392" y="566738"/>
            <a:ext cx="509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00" b="1" dirty="0">
                <a:solidFill>
                  <a:schemeClr val="tx1">
                    <a:lumMod val="50000"/>
                    <a:lumOff val="50000"/>
                  </a:schemeClr>
                </a:solidFill>
                <a:latin typeface="Agency FB" panose="020B0503020202020204" pitchFamily="34" charset="0"/>
              </a:rPr>
              <a:t>CLICK TO </a:t>
            </a:r>
            <a:r>
              <a:rPr lang="en-US" altLang="zh-CN" sz="3200" b="1" dirty="0">
                <a:solidFill>
                  <a:schemeClr val="tx1">
                    <a:lumMod val="75000"/>
                    <a:lumOff val="25000"/>
                  </a:schemeClr>
                </a:solidFill>
                <a:latin typeface="Agency FB" panose="020B0503020202020204" pitchFamily="34" charset="0"/>
              </a:rPr>
              <a:t>ADD YOUR TITLE IN HERE</a:t>
            </a:r>
            <a:endParaRPr lang="en-US" altLang="zh-CN" sz="3200" b="1" dirty="0">
              <a:solidFill>
                <a:schemeClr val="tx1">
                  <a:lumMod val="75000"/>
                  <a:lumOff val="25000"/>
                </a:schemeClr>
              </a:solidFill>
              <a:latin typeface="Agency FB" panose="020B0503020202020204" pitchFamily="34" charset="0"/>
            </a:endParaRPr>
          </a:p>
        </p:txBody>
      </p:sp>
      <p:pic>
        <p:nvPicPr>
          <p:cNvPr id="54" name="图片 5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24413" y="-303489"/>
            <a:ext cx="3657607" cy="2639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14:presetBounceEnd="34000">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14:bounceEnd="34000">
                                          <p:cBhvr additive="base">
                                            <p:cTn id="7" dur="750" fill="hold"/>
                                            <p:tgtEl>
                                              <p:spTgt spid="53"/>
                                            </p:tgtEl>
                                            <p:attrNameLst>
                                              <p:attrName>ppt_x</p:attrName>
                                            </p:attrNameLst>
                                          </p:cBhvr>
                                          <p:tavLst>
                                            <p:tav tm="0">
                                              <p:val>
                                                <p:strVal val="1+#ppt_w/2"/>
                                              </p:val>
                                            </p:tav>
                                            <p:tav tm="100000">
                                              <p:val>
                                                <p:strVal val="#ppt_x"/>
                                              </p:val>
                                            </p:tav>
                                          </p:tavLst>
                                        </p:anim>
                                        <p:anim calcmode="lin" valueType="num" p14:bounceEnd="34000">
                                          <p:cBhvr additive="base">
                                            <p:cTn id="8" dur="75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par>
                                    <p:cTn id="13" presetID="9" presetClass="entr" presetSubtype="0" fill="hold" grpId="0" nodeType="withEffect">
                                      <p:stCondLst>
                                        <p:cond delay="10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par>
                                    <p:cTn id="16" presetID="9" presetClass="entr" presetSubtype="0" fill="hold" nodeType="withEffect">
                                      <p:stCondLst>
                                        <p:cond delay="200"/>
                                      </p:stCondLst>
                                      <p:childTnLst>
                                        <p:set>
                                          <p:cBhvr>
                                            <p:cTn id="17" dur="1" fill="hold">
                                              <p:stCondLst>
                                                <p:cond delay="0"/>
                                              </p:stCondLst>
                                            </p:cTn>
                                            <p:tgtEl>
                                              <p:spTgt spid="28"/>
                                            </p:tgtEl>
                                            <p:attrNameLst>
                                              <p:attrName>style.visibility</p:attrName>
                                            </p:attrNameLst>
                                          </p:cBhvr>
                                          <p:to>
                                            <p:strVal val="visible"/>
                                          </p:to>
                                        </p:set>
                                        <p:animEffect transition="in" filter="dissolve">
                                          <p:cBhvr>
                                            <p:cTn id="18" dur="500"/>
                                            <p:tgtEl>
                                              <p:spTgt spid="28"/>
                                            </p:tgtEl>
                                          </p:cBhvr>
                                        </p:animEffect>
                                      </p:childTnLst>
                                    </p:cTn>
                                  </p:par>
                                  <p:par>
                                    <p:cTn id="19" presetID="9" presetClass="entr" presetSubtype="0" fill="hold" nodeType="withEffect">
                                      <p:stCondLst>
                                        <p:cond delay="300"/>
                                      </p:stCondLst>
                                      <p:childTnLst>
                                        <p:set>
                                          <p:cBhvr>
                                            <p:cTn id="20" dur="1" fill="hold">
                                              <p:stCondLst>
                                                <p:cond delay="0"/>
                                              </p:stCondLst>
                                            </p:cTn>
                                            <p:tgtEl>
                                              <p:spTgt spid="29"/>
                                            </p:tgtEl>
                                            <p:attrNameLst>
                                              <p:attrName>style.visibility</p:attrName>
                                            </p:attrNameLst>
                                          </p:cBhvr>
                                          <p:to>
                                            <p:strVal val="visible"/>
                                          </p:to>
                                        </p:set>
                                        <p:animEffect transition="in" filter="dissolve">
                                          <p:cBhvr>
                                            <p:cTn id="21" dur="500"/>
                                            <p:tgtEl>
                                              <p:spTgt spid="29"/>
                                            </p:tgtEl>
                                          </p:cBhvr>
                                        </p:animEffect>
                                      </p:childTnLst>
                                    </p:cTn>
                                  </p:par>
                                  <p:par>
                                    <p:cTn id="22" presetID="9" presetClass="entr" presetSubtype="0" fill="hold" nodeType="withEffect">
                                      <p:stCondLst>
                                        <p:cond delay="400"/>
                                      </p:stCondLst>
                                      <p:childTnLst>
                                        <p:set>
                                          <p:cBhvr>
                                            <p:cTn id="23" dur="1" fill="hold">
                                              <p:stCondLst>
                                                <p:cond delay="0"/>
                                              </p:stCondLst>
                                            </p:cTn>
                                            <p:tgtEl>
                                              <p:spTgt spid="31"/>
                                            </p:tgtEl>
                                            <p:attrNameLst>
                                              <p:attrName>style.visibility</p:attrName>
                                            </p:attrNameLst>
                                          </p:cBhvr>
                                          <p:to>
                                            <p:strVal val="visible"/>
                                          </p:to>
                                        </p:set>
                                        <p:animEffect transition="in" filter="dissolve">
                                          <p:cBhvr>
                                            <p:cTn id="24" dur="500"/>
                                            <p:tgtEl>
                                              <p:spTgt spid="31"/>
                                            </p:tgtEl>
                                          </p:cBhvr>
                                        </p:animEffect>
                                      </p:childTnLst>
                                    </p:cTn>
                                  </p:par>
                                  <p:par>
                                    <p:cTn id="25" presetID="9" presetClass="entr" presetSubtype="0" fill="hold" grpId="0" nodeType="withEffect">
                                      <p:stCondLst>
                                        <p:cond delay="50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par>
                              <p:cTn id="28" fill="hold">
                                <p:stCondLst>
                                  <p:cond delay="1500"/>
                                </p:stCondLst>
                                <p:childTnLst>
                                  <p:par>
                                    <p:cTn id="29" presetID="9" presetClass="entr" presetSubtype="0" fill="hold" nodeType="afterEffect">
                                      <p:stCondLst>
                                        <p:cond delay="100"/>
                                      </p:stCondLst>
                                      <p:childTnLst>
                                        <p:set>
                                          <p:cBhvr>
                                            <p:cTn id="30" dur="1" fill="hold">
                                              <p:stCondLst>
                                                <p:cond delay="0"/>
                                              </p:stCondLst>
                                            </p:cTn>
                                            <p:tgtEl>
                                              <p:spTgt spid="38"/>
                                            </p:tgtEl>
                                            <p:attrNameLst>
                                              <p:attrName>style.visibility</p:attrName>
                                            </p:attrNameLst>
                                          </p:cBhvr>
                                          <p:to>
                                            <p:strVal val="visible"/>
                                          </p:to>
                                        </p:set>
                                        <p:animEffect transition="in" filter="dissolve">
                                          <p:cBhvr>
                                            <p:cTn id="31" dur="500"/>
                                            <p:tgtEl>
                                              <p:spTgt spid="38"/>
                                            </p:tgtEl>
                                          </p:cBhvr>
                                        </p:animEffect>
                                      </p:childTnLst>
                                    </p:cTn>
                                  </p:par>
                                  <p:par>
                                    <p:cTn id="32" presetID="9" presetClass="entr" presetSubtype="0" fill="hold" nodeType="withEffect">
                                      <p:stCondLst>
                                        <p:cond delay="100"/>
                                      </p:stCondLst>
                                      <p:childTnLst>
                                        <p:set>
                                          <p:cBhvr>
                                            <p:cTn id="33" dur="1" fill="hold">
                                              <p:stCondLst>
                                                <p:cond delay="0"/>
                                              </p:stCondLst>
                                            </p:cTn>
                                            <p:tgtEl>
                                              <p:spTgt spid="39"/>
                                            </p:tgtEl>
                                            <p:attrNameLst>
                                              <p:attrName>style.visibility</p:attrName>
                                            </p:attrNameLst>
                                          </p:cBhvr>
                                          <p:to>
                                            <p:strVal val="visible"/>
                                          </p:to>
                                        </p:set>
                                        <p:animEffect transition="in" filter="dissolve">
                                          <p:cBhvr>
                                            <p:cTn id="34" dur="500"/>
                                            <p:tgtEl>
                                              <p:spTgt spid="39"/>
                                            </p:tgtEl>
                                          </p:cBhvr>
                                        </p:animEffect>
                                      </p:childTnLst>
                                    </p:cTn>
                                  </p:par>
                                  <p:par>
                                    <p:cTn id="35" presetID="9" presetClass="entr" presetSubtype="0" fill="hold" nodeType="withEffect">
                                      <p:stCondLst>
                                        <p:cond delay="100"/>
                                      </p:stCondLst>
                                      <p:childTnLst>
                                        <p:set>
                                          <p:cBhvr>
                                            <p:cTn id="36" dur="1" fill="hold">
                                              <p:stCondLst>
                                                <p:cond delay="0"/>
                                              </p:stCondLst>
                                            </p:cTn>
                                            <p:tgtEl>
                                              <p:spTgt spid="40"/>
                                            </p:tgtEl>
                                            <p:attrNameLst>
                                              <p:attrName>style.visibility</p:attrName>
                                            </p:attrNameLst>
                                          </p:cBhvr>
                                          <p:to>
                                            <p:strVal val="visible"/>
                                          </p:to>
                                        </p:set>
                                        <p:animEffect transition="in" filter="dissolve">
                                          <p:cBhvr>
                                            <p:cTn id="37" dur="500"/>
                                            <p:tgtEl>
                                              <p:spTgt spid="40"/>
                                            </p:tgtEl>
                                          </p:cBhvr>
                                        </p:animEffect>
                                      </p:childTnLst>
                                    </p:cTn>
                                  </p:par>
                                  <p:par>
                                    <p:cTn id="38" presetID="9" presetClass="entr" presetSubtype="0" fill="hold" nodeType="withEffect">
                                      <p:stCondLst>
                                        <p:cond delay="100"/>
                                      </p:stCondLst>
                                      <p:childTnLst>
                                        <p:set>
                                          <p:cBhvr>
                                            <p:cTn id="39" dur="1" fill="hold">
                                              <p:stCondLst>
                                                <p:cond delay="0"/>
                                              </p:stCondLst>
                                            </p:cTn>
                                            <p:tgtEl>
                                              <p:spTgt spid="41"/>
                                            </p:tgtEl>
                                            <p:attrNameLst>
                                              <p:attrName>style.visibility</p:attrName>
                                            </p:attrNameLst>
                                          </p:cBhvr>
                                          <p:to>
                                            <p:strVal val="visible"/>
                                          </p:to>
                                        </p:set>
                                        <p:animEffect transition="in" filter="dissolve">
                                          <p:cBhvr>
                                            <p:cTn id="40" dur="500"/>
                                            <p:tgtEl>
                                              <p:spTgt spid="41"/>
                                            </p:tgtEl>
                                          </p:cBhvr>
                                        </p:animEffect>
                                      </p:childTnLst>
                                    </p:cTn>
                                  </p:par>
                                  <p:par>
                                    <p:cTn id="41" presetID="9" presetClass="entr" presetSubtype="0" fill="hold" nodeType="withEffect">
                                      <p:stCondLst>
                                        <p:cond delay="100"/>
                                      </p:stCondLst>
                                      <p:childTnLst>
                                        <p:set>
                                          <p:cBhvr>
                                            <p:cTn id="42" dur="1" fill="hold">
                                              <p:stCondLst>
                                                <p:cond delay="0"/>
                                              </p:stCondLst>
                                            </p:cTn>
                                            <p:tgtEl>
                                              <p:spTgt spid="42"/>
                                            </p:tgtEl>
                                            <p:attrNameLst>
                                              <p:attrName>style.visibility</p:attrName>
                                            </p:attrNameLst>
                                          </p:cBhvr>
                                          <p:to>
                                            <p:strVal val="visible"/>
                                          </p:to>
                                        </p:set>
                                        <p:animEffect transition="in" filter="dissolve">
                                          <p:cBhvr>
                                            <p:cTn id="43" dur="500"/>
                                            <p:tgtEl>
                                              <p:spTgt spid="42"/>
                                            </p:tgtEl>
                                          </p:cBhvr>
                                        </p:animEffect>
                                      </p:childTnLst>
                                    </p:cTn>
                                  </p:par>
                                  <p:par>
                                    <p:cTn id="44" presetID="9" presetClass="entr" presetSubtype="0" fill="hold" nodeType="withEffect">
                                      <p:stCondLst>
                                        <p:cond delay="10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par>
                              <p:cTn id="47" fill="hold">
                                <p:stCondLst>
                                  <p:cond delay="2100"/>
                                </p:stCondLst>
                                <p:childTnLst>
                                  <p:par>
                                    <p:cTn id="48" presetID="9" presetClass="entr" presetSubtype="0"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dissolve">
                                          <p:cBhvr>
                                            <p:cTn id="50" dur="250"/>
                                            <p:tgtEl>
                                              <p:spTgt spid="37"/>
                                            </p:tgtEl>
                                          </p:cBhvr>
                                        </p:animEffect>
                                      </p:childTnLst>
                                    </p:cTn>
                                  </p:par>
                                </p:childTnLst>
                              </p:cTn>
                            </p:par>
                            <p:par>
                              <p:cTn id="51" fill="hold">
                                <p:stCondLst>
                                  <p:cond delay="2600"/>
                                </p:stCondLst>
                                <p:childTnLst>
                                  <p:par>
                                    <p:cTn id="52" presetID="9" presetClass="entr" presetSubtype="0"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dissolve">
                                          <p:cBhvr>
                                            <p:cTn id="54" dur="250"/>
                                            <p:tgtEl>
                                              <p:spTgt spid="36"/>
                                            </p:tgtEl>
                                          </p:cBhvr>
                                        </p:animEffect>
                                      </p:childTnLst>
                                    </p:cTn>
                                  </p:par>
                                </p:childTnLst>
                              </p:cTn>
                            </p:par>
                            <p:par>
                              <p:cTn id="55" fill="hold">
                                <p:stCondLst>
                                  <p:cond delay="3100"/>
                                </p:stCondLst>
                                <p:childTnLst>
                                  <p:par>
                                    <p:cTn id="56" presetID="9" presetClass="entr" presetSubtype="0" fill="hold"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dissolve">
                                          <p:cBhvr>
                                            <p:cTn id="58" dur="250"/>
                                            <p:tgtEl>
                                              <p:spTgt spid="35"/>
                                            </p:tgtEl>
                                          </p:cBhvr>
                                        </p:animEffect>
                                      </p:childTnLst>
                                    </p:cTn>
                                  </p:par>
                                </p:childTnLst>
                              </p:cTn>
                            </p:par>
                            <p:par>
                              <p:cTn id="59" fill="hold">
                                <p:stCondLst>
                                  <p:cond delay="3600"/>
                                </p:stCondLst>
                                <p:childTnLst>
                                  <p:par>
                                    <p:cTn id="60" presetID="9" presetClass="entr" presetSubtype="0"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dissolve">
                                          <p:cBhvr>
                                            <p:cTn id="62" dur="250"/>
                                            <p:tgtEl>
                                              <p:spTgt spid="34"/>
                                            </p:tgtEl>
                                          </p:cBhvr>
                                        </p:animEffect>
                                      </p:childTnLst>
                                    </p:cTn>
                                  </p:par>
                                </p:childTnLst>
                              </p:cTn>
                            </p:par>
                            <p:par>
                              <p:cTn id="63" fill="hold">
                                <p:stCondLst>
                                  <p:cond delay="4100"/>
                                </p:stCondLst>
                                <p:childTnLst>
                                  <p:par>
                                    <p:cTn id="64" presetID="9" presetClass="entr" presetSubtype="0" fill="hold" nodeType="after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dissolve">
                                          <p:cBhvr>
                                            <p:cTn id="66" dur="250"/>
                                            <p:tgtEl>
                                              <p:spTgt spid="33"/>
                                            </p:tgtEl>
                                          </p:cBhvr>
                                        </p:animEffect>
                                      </p:childTnLst>
                                    </p:cTn>
                                  </p:par>
                                  <p:par>
                                    <p:cTn id="67" presetID="21" presetClass="entr" presetSubtype="1"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wheel(1)">
                                          <p:cBhvr>
                                            <p:cTn id="69" dur="2000"/>
                                            <p:tgtEl>
                                              <p:spTgt spid="44"/>
                                            </p:tgtEl>
                                          </p:cBhvr>
                                        </p:animEffect>
                                      </p:childTnLst>
                                    </p:cTn>
                                  </p:par>
                                  <p:par>
                                    <p:cTn id="70" presetID="21" presetClass="entr" presetSubtype="1" fill="hold"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wheel(1)">
                                          <p:cBhvr>
                                            <p:cTn id="72" dur="2000"/>
                                            <p:tgtEl>
                                              <p:spTgt spid="47"/>
                                            </p:tgtEl>
                                          </p:cBhvr>
                                        </p:animEffect>
                                      </p:childTnLst>
                                    </p:cTn>
                                  </p:par>
                                  <p:par>
                                    <p:cTn id="73" presetID="21" presetClass="entr" presetSubtype="1" fill="hold" nodeType="with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heel(1)">
                                          <p:cBhvr>
                                            <p:cTn id="75" dur="2000"/>
                                            <p:tgtEl>
                                              <p:spTgt spid="50"/>
                                            </p:tgtEl>
                                          </p:cBhvr>
                                        </p:animEffect>
                                      </p:childTnLst>
                                    </p:cTn>
                                  </p:par>
                                  <p:par>
                                    <p:cTn id="76" presetID="21" presetClass="entr" presetSubtype="1" fill="hold" nodeType="withEffect">
                                      <p:stCondLst>
                                        <p:cond delay="0"/>
                                      </p:stCondLst>
                                      <p:childTnLst>
                                        <p:set>
                                          <p:cBhvr>
                                            <p:cTn id="77" dur="1" fill="hold">
                                              <p:stCondLst>
                                                <p:cond delay="0"/>
                                              </p:stCondLst>
                                            </p:cTn>
                                            <p:tgtEl>
                                              <p:spTgt spid="77"/>
                                            </p:tgtEl>
                                            <p:attrNameLst>
                                              <p:attrName>style.visibility</p:attrName>
                                            </p:attrNameLst>
                                          </p:cBhvr>
                                          <p:to>
                                            <p:strVal val="visible"/>
                                          </p:to>
                                        </p:set>
                                        <p:animEffect transition="in" filter="wheel(1)">
                                          <p:cBhvr>
                                            <p:cTn id="78" dur="2000"/>
                                            <p:tgtEl>
                                              <p:spTgt spid="77"/>
                                            </p:tgtEl>
                                          </p:cBhvr>
                                        </p:animEffect>
                                      </p:childTnLst>
                                    </p:cTn>
                                  </p:par>
                                  <p:par>
                                    <p:cTn id="79" presetID="21" presetClass="entr" presetSubtype="1" fill="hold" nodeType="withEffect">
                                      <p:stCondLst>
                                        <p:cond delay="0"/>
                                      </p:stCondLst>
                                      <p:childTnLst>
                                        <p:set>
                                          <p:cBhvr>
                                            <p:cTn id="80" dur="1" fill="hold">
                                              <p:stCondLst>
                                                <p:cond delay="0"/>
                                              </p:stCondLst>
                                            </p:cTn>
                                            <p:tgtEl>
                                              <p:spTgt spid="80"/>
                                            </p:tgtEl>
                                            <p:attrNameLst>
                                              <p:attrName>style.visibility</p:attrName>
                                            </p:attrNameLst>
                                          </p:cBhvr>
                                          <p:to>
                                            <p:strVal val="visible"/>
                                          </p:to>
                                        </p:set>
                                        <p:animEffect transition="in" filter="wheel(1)">
                                          <p:cBhvr>
                                            <p:cTn id="81" dur="2000"/>
                                            <p:tgtEl>
                                              <p:spTgt spid="80"/>
                                            </p:tgtEl>
                                          </p:cBhvr>
                                        </p:animEffect>
                                      </p:childTnLst>
                                    </p:cTn>
                                  </p:par>
                                  <p:par>
                                    <p:cTn id="82" presetID="21" presetClass="entr" presetSubtype="1" fill="hold" nodeType="with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wheel(1)">
                                          <p:cBhvr>
                                            <p:cTn id="84" dur="2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autoUpdateAnimBg="0"/>
          <p:bldP spid="30" grpId="0" animBg="1" autoUpdateAnimBg="0"/>
          <p:bldP spid="32" grpId="0" animBg="1"/>
          <p:bldP spid="5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76000"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1+#ppt_w/2"/>
                                              </p:val>
                                            </p:tav>
                                            <p:tav tm="100000">
                                              <p:val>
                                                <p:strVal val="#ppt_x"/>
                                              </p:val>
                                            </p:tav>
                                          </p:tavLst>
                                        </p:anim>
                                        <p:anim calcmode="lin" valueType="num">
                                          <p:cBhvr additive="base">
                                            <p:cTn id="8" dur="75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par>
                                    <p:cTn id="13" presetID="9" presetClass="entr" presetSubtype="0" fill="hold" grpId="0" nodeType="withEffect">
                                      <p:stCondLst>
                                        <p:cond delay="10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par>
                                    <p:cTn id="16" presetID="9" presetClass="entr" presetSubtype="0" fill="hold" nodeType="withEffect">
                                      <p:stCondLst>
                                        <p:cond delay="200"/>
                                      </p:stCondLst>
                                      <p:childTnLst>
                                        <p:set>
                                          <p:cBhvr>
                                            <p:cTn id="17" dur="1" fill="hold">
                                              <p:stCondLst>
                                                <p:cond delay="0"/>
                                              </p:stCondLst>
                                            </p:cTn>
                                            <p:tgtEl>
                                              <p:spTgt spid="28"/>
                                            </p:tgtEl>
                                            <p:attrNameLst>
                                              <p:attrName>style.visibility</p:attrName>
                                            </p:attrNameLst>
                                          </p:cBhvr>
                                          <p:to>
                                            <p:strVal val="visible"/>
                                          </p:to>
                                        </p:set>
                                        <p:animEffect transition="in" filter="dissolve">
                                          <p:cBhvr>
                                            <p:cTn id="18" dur="500"/>
                                            <p:tgtEl>
                                              <p:spTgt spid="28"/>
                                            </p:tgtEl>
                                          </p:cBhvr>
                                        </p:animEffect>
                                      </p:childTnLst>
                                    </p:cTn>
                                  </p:par>
                                  <p:par>
                                    <p:cTn id="19" presetID="9" presetClass="entr" presetSubtype="0" fill="hold" nodeType="withEffect">
                                      <p:stCondLst>
                                        <p:cond delay="300"/>
                                      </p:stCondLst>
                                      <p:childTnLst>
                                        <p:set>
                                          <p:cBhvr>
                                            <p:cTn id="20" dur="1" fill="hold">
                                              <p:stCondLst>
                                                <p:cond delay="0"/>
                                              </p:stCondLst>
                                            </p:cTn>
                                            <p:tgtEl>
                                              <p:spTgt spid="29"/>
                                            </p:tgtEl>
                                            <p:attrNameLst>
                                              <p:attrName>style.visibility</p:attrName>
                                            </p:attrNameLst>
                                          </p:cBhvr>
                                          <p:to>
                                            <p:strVal val="visible"/>
                                          </p:to>
                                        </p:set>
                                        <p:animEffect transition="in" filter="dissolve">
                                          <p:cBhvr>
                                            <p:cTn id="21" dur="500"/>
                                            <p:tgtEl>
                                              <p:spTgt spid="29"/>
                                            </p:tgtEl>
                                          </p:cBhvr>
                                        </p:animEffect>
                                      </p:childTnLst>
                                    </p:cTn>
                                  </p:par>
                                  <p:par>
                                    <p:cTn id="22" presetID="9" presetClass="entr" presetSubtype="0" fill="hold" nodeType="withEffect">
                                      <p:stCondLst>
                                        <p:cond delay="400"/>
                                      </p:stCondLst>
                                      <p:childTnLst>
                                        <p:set>
                                          <p:cBhvr>
                                            <p:cTn id="23" dur="1" fill="hold">
                                              <p:stCondLst>
                                                <p:cond delay="0"/>
                                              </p:stCondLst>
                                            </p:cTn>
                                            <p:tgtEl>
                                              <p:spTgt spid="31"/>
                                            </p:tgtEl>
                                            <p:attrNameLst>
                                              <p:attrName>style.visibility</p:attrName>
                                            </p:attrNameLst>
                                          </p:cBhvr>
                                          <p:to>
                                            <p:strVal val="visible"/>
                                          </p:to>
                                        </p:set>
                                        <p:animEffect transition="in" filter="dissolve">
                                          <p:cBhvr>
                                            <p:cTn id="24" dur="500"/>
                                            <p:tgtEl>
                                              <p:spTgt spid="31"/>
                                            </p:tgtEl>
                                          </p:cBhvr>
                                        </p:animEffect>
                                      </p:childTnLst>
                                    </p:cTn>
                                  </p:par>
                                  <p:par>
                                    <p:cTn id="25" presetID="9" presetClass="entr" presetSubtype="0" fill="hold" grpId="0" nodeType="withEffect">
                                      <p:stCondLst>
                                        <p:cond delay="50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par>
                              <p:cTn id="28" fill="hold">
                                <p:stCondLst>
                                  <p:cond delay="1500"/>
                                </p:stCondLst>
                                <p:childTnLst>
                                  <p:par>
                                    <p:cTn id="29" presetID="9" presetClass="entr" presetSubtype="0" fill="hold" nodeType="afterEffect">
                                      <p:stCondLst>
                                        <p:cond delay="100"/>
                                      </p:stCondLst>
                                      <p:childTnLst>
                                        <p:set>
                                          <p:cBhvr>
                                            <p:cTn id="30" dur="1" fill="hold">
                                              <p:stCondLst>
                                                <p:cond delay="0"/>
                                              </p:stCondLst>
                                            </p:cTn>
                                            <p:tgtEl>
                                              <p:spTgt spid="38"/>
                                            </p:tgtEl>
                                            <p:attrNameLst>
                                              <p:attrName>style.visibility</p:attrName>
                                            </p:attrNameLst>
                                          </p:cBhvr>
                                          <p:to>
                                            <p:strVal val="visible"/>
                                          </p:to>
                                        </p:set>
                                        <p:animEffect transition="in" filter="dissolve">
                                          <p:cBhvr>
                                            <p:cTn id="31" dur="500"/>
                                            <p:tgtEl>
                                              <p:spTgt spid="38"/>
                                            </p:tgtEl>
                                          </p:cBhvr>
                                        </p:animEffect>
                                      </p:childTnLst>
                                    </p:cTn>
                                  </p:par>
                                  <p:par>
                                    <p:cTn id="32" presetID="9" presetClass="entr" presetSubtype="0" fill="hold" nodeType="withEffect">
                                      <p:stCondLst>
                                        <p:cond delay="100"/>
                                      </p:stCondLst>
                                      <p:childTnLst>
                                        <p:set>
                                          <p:cBhvr>
                                            <p:cTn id="33" dur="1" fill="hold">
                                              <p:stCondLst>
                                                <p:cond delay="0"/>
                                              </p:stCondLst>
                                            </p:cTn>
                                            <p:tgtEl>
                                              <p:spTgt spid="39"/>
                                            </p:tgtEl>
                                            <p:attrNameLst>
                                              <p:attrName>style.visibility</p:attrName>
                                            </p:attrNameLst>
                                          </p:cBhvr>
                                          <p:to>
                                            <p:strVal val="visible"/>
                                          </p:to>
                                        </p:set>
                                        <p:animEffect transition="in" filter="dissolve">
                                          <p:cBhvr>
                                            <p:cTn id="34" dur="500"/>
                                            <p:tgtEl>
                                              <p:spTgt spid="39"/>
                                            </p:tgtEl>
                                          </p:cBhvr>
                                        </p:animEffect>
                                      </p:childTnLst>
                                    </p:cTn>
                                  </p:par>
                                  <p:par>
                                    <p:cTn id="35" presetID="9" presetClass="entr" presetSubtype="0" fill="hold" nodeType="withEffect">
                                      <p:stCondLst>
                                        <p:cond delay="100"/>
                                      </p:stCondLst>
                                      <p:childTnLst>
                                        <p:set>
                                          <p:cBhvr>
                                            <p:cTn id="36" dur="1" fill="hold">
                                              <p:stCondLst>
                                                <p:cond delay="0"/>
                                              </p:stCondLst>
                                            </p:cTn>
                                            <p:tgtEl>
                                              <p:spTgt spid="40"/>
                                            </p:tgtEl>
                                            <p:attrNameLst>
                                              <p:attrName>style.visibility</p:attrName>
                                            </p:attrNameLst>
                                          </p:cBhvr>
                                          <p:to>
                                            <p:strVal val="visible"/>
                                          </p:to>
                                        </p:set>
                                        <p:animEffect transition="in" filter="dissolve">
                                          <p:cBhvr>
                                            <p:cTn id="37" dur="500"/>
                                            <p:tgtEl>
                                              <p:spTgt spid="40"/>
                                            </p:tgtEl>
                                          </p:cBhvr>
                                        </p:animEffect>
                                      </p:childTnLst>
                                    </p:cTn>
                                  </p:par>
                                  <p:par>
                                    <p:cTn id="38" presetID="9" presetClass="entr" presetSubtype="0" fill="hold" nodeType="withEffect">
                                      <p:stCondLst>
                                        <p:cond delay="100"/>
                                      </p:stCondLst>
                                      <p:childTnLst>
                                        <p:set>
                                          <p:cBhvr>
                                            <p:cTn id="39" dur="1" fill="hold">
                                              <p:stCondLst>
                                                <p:cond delay="0"/>
                                              </p:stCondLst>
                                            </p:cTn>
                                            <p:tgtEl>
                                              <p:spTgt spid="41"/>
                                            </p:tgtEl>
                                            <p:attrNameLst>
                                              <p:attrName>style.visibility</p:attrName>
                                            </p:attrNameLst>
                                          </p:cBhvr>
                                          <p:to>
                                            <p:strVal val="visible"/>
                                          </p:to>
                                        </p:set>
                                        <p:animEffect transition="in" filter="dissolve">
                                          <p:cBhvr>
                                            <p:cTn id="40" dur="500"/>
                                            <p:tgtEl>
                                              <p:spTgt spid="41"/>
                                            </p:tgtEl>
                                          </p:cBhvr>
                                        </p:animEffect>
                                      </p:childTnLst>
                                    </p:cTn>
                                  </p:par>
                                  <p:par>
                                    <p:cTn id="41" presetID="9" presetClass="entr" presetSubtype="0" fill="hold" nodeType="withEffect">
                                      <p:stCondLst>
                                        <p:cond delay="100"/>
                                      </p:stCondLst>
                                      <p:childTnLst>
                                        <p:set>
                                          <p:cBhvr>
                                            <p:cTn id="42" dur="1" fill="hold">
                                              <p:stCondLst>
                                                <p:cond delay="0"/>
                                              </p:stCondLst>
                                            </p:cTn>
                                            <p:tgtEl>
                                              <p:spTgt spid="42"/>
                                            </p:tgtEl>
                                            <p:attrNameLst>
                                              <p:attrName>style.visibility</p:attrName>
                                            </p:attrNameLst>
                                          </p:cBhvr>
                                          <p:to>
                                            <p:strVal val="visible"/>
                                          </p:to>
                                        </p:set>
                                        <p:animEffect transition="in" filter="dissolve">
                                          <p:cBhvr>
                                            <p:cTn id="43" dur="500"/>
                                            <p:tgtEl>
                                              <p:spTgt spid="42"/>
                                            </p:tgtEl>
                                          </p:cBhvr>
                                        </p:animEffect>
                                      </p:childTnLst>
                                    </p:cTn>
                                  </p:par>
                                  <p:par>
                                    <p:cTn id="44" presetID="9" presetClass="entr" presetSubtype="0" fill="hold" nodeType="withEffect">
                                      <p:stCondLst>
                                        <p:cond delay="10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par>
                              <p:cTn id="47" fill="hold">
                                <p:stCondLst>
                                  <p:cond delay="2100"/>
                                </p:stCondLst>
                                <p:childTnLst>
                                  <p:par>
                                    <p:cTn id="48" presetID="9" presetClass="entr" presetSubtype="0"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dissolve">
                                          <p:cBhvr>
                                            <p:cTn id="50" dur="250"/>
                                            <p:tgtEl>
                                              <p:spTgt spid="37"/>
                                            </p:tgtEl>
                                          </p:cBhvr>
                                        </p:animEffect>
                                      </p:childTnLst>
                                    </p:cTn>
                                  </p:par>
                                </p:childTnLst>
                              </p:cTn>
                            </p:par>
                            <p:par>
                              <p:cTn id="51" fill="hold">
                                <p:stCondLst>
                                  <p:cond delay="2600"/>
                                </p:stCondLst>
                                <p:childTnLst>
                                  <p:par>
                                    <p:cTn id="52" presetID="9" presetClass="entr" presetSubtype="0"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dissolve">
                                          <p:cBhvr>
                                            <p:cTn id="54" dur="250"/>
                                            <p:tgtEl>
                                              <p:spTgt spid="36"/>
                                            </p:tgtEl>
                                          </p:cBhvr>
                                        </p:animEffect>
                                      </p:childTnLst>
                                    </p:cTn>
                                  </p:par>
                                </p:childTnLst>
                              </p:cTn>
                            </p:par>
                            <p:par>
                              <p:cTn id="55" fill="hold">
                                <p:stCondLst>
                                  <p:cond delay="3100"/>
                                </p:stCondLst>
                                <p:childTnLst>
                                  <p:par>
                                    <p:cTn id="56" presetID="9" presetClass="entr" presetSubtype="0" fill="hold" nodeType="after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dissolve">
                                          <p:cBhvr>
                                            <p:cTn id="58" dur="250"/>
                                            <p:tgtEl>
                                              <p:spTgt spid="35"/>
                                            </p:tgtEl>
                                          </p:cBhvr>
                                        </p:animEffect>
                                      </p:childTnLst>
                                    </p:cTn>
                                  </p:par>
                                </p:childTnLst>
                              </p:cTn>
                            </p:par>
                            <p:par>
                              <p:cTn id="59" fill="hold">
                                <p:stCondLst>
                                  <p:cond delay="3600"/>
                                </p:stCondLst>
                                <p:childTnLst>
                                  <p:par>
                                    <p:cTn id="60" presetID="9" presetClass="entr" presetSubtype="0"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dissolve">
                                          <p:cBhvr>
                                            <p:cTn id="62" dur="250"/>
                                            <p:tgtEl>
                                              <p:spTgt spid="34"/>
                                            </p:tgtEl>
                                          </p:cBhvr>
                                        </p:animEffect>
                                      </p:childTnLst>
                                    </p:cTn>
                                  </p:par>
                                </p:childTnLst>
                              </p:cTn>
                            </p:par>
                            <p:par>
                              <p:cTn id="63" fill="hold">
                                <p:stCondLst>
                                  <p:cond delay="4100"/>
                                </p:stCondLst>
                                <p:childTnLst>
                                  <p:par>
                                    <p:cTn id="64" presetID="9" presetClass="entr" presetSubtype="0" fill="hold" nodeType="after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dissolve">
                                          <p:cBhvr>
                                            <p:cTn id="66" dur="250"/>
                                            <p:tgtEl>
                                              <p:spTgt spid="33"/>
                                            </p:tgtEl>
                                          </p:cBhvr>
                                        </p:animEffect>
                                      </p:childTnLst>
                                    </p:cTn>
                                  </p:par>
                                  <p:par>
                                    <p:cTn id="67" presetID="21" presetClass="entr" presetSubtype="1"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wheel(1)">
                                          <p:cBhvr>
                                            <p:cTn id="69" dur="2000"/>
                                            <p:tgtEl>
                                              <p:spTgt spid="44"/>
                                            </p:tgtEl>
                                          </p:cBhvr>
                                        </p:animEffect>
                                      </p:childTnLst>
                                    </p:cTn>
                                  </p:par>
                                  <p:par>
                                    <p:cTn id="70" presetID="21" presetClass="entr" presetSubtype="1" fill="hold"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wheel(1)">
                                          <p:cBhvr>
                                            <p:cTn id="72" dur="2000"/>
                                            <p:tgtEl>
                                              <p:spTgt spid="47"/>
                                            </p:tgtEl>
                                          </p:cBhvr>
                                        </p:animEffect>
                                      </p:childTnLst>
                                    </p:cTn>
                                  </p:par>
                                  <p:par>
                                    <p:cTn id="73" presetID="21" presetClass="entr" presetSubtype="1" fill="hold" nodeType="with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heel(1)">
                                          <p:cBhvr>
                                            <p:cTn id="75" dur="2000"/>
                                            <p:tgtEl>
                                              <p:spTgt spid="50"/>
                                            </p:tgtEl>
                                          </p:cBhvr>
                                        </p:animEffect>
                                      </p:childTnLst>
                                    </p:cTn>
                                  </p:par>
                                  <p:par>
                                    <p:cTn id="76" presetID="21" presetClass="entr" presetSubtype="1" fill="hold" nodeType="withEffect">
                                      <p:stCondLst>
                                        <p:cond delay="0"/>
                                      </p:stCondLst>
                                      <p:childTnLst>
                                        <p:set>
                                          <p:cBhvr>
                                            <p:cTn id="77" dur="1" fill="hold">
                                              <p:stCondLst>
                                                <p:cond delay="0"/>
                                              </p:stCondLst>
                                            </p:cTn>
                                            <p:tgtEl>
                                              <p:spTgt spid="77"/>
                                            </p:tgtEl>
                                            <p:attrNameLst>
                                              <p:attrName>style.visibility</p:attrName>
                                            </p:attrNameLst>
                                          </p:cBhvr>
                                          <p:to>
                                            <p:strVal val="visible"/>
                                          </p:to>
                                        </p:set>
                                        <p:animEffect transition="in" filter="wheel(1)">
                                          <p:cBhvr>
                                            <p:cTn id="78" dur="2000"/>
                                            <p:tgtEl>
                                              <p:spTgt spid="77"/>
                                            </p:tgtEl>
                                          </p:cBhvr>
                                        </p:animEffect>
                                      </p:childTnLst>
                                    </p:cTn>
                                  </p:par>
                                  <p:par>
                                    <p:cTn id="79" presetID="21" presetClass="entr" presetSubtype="1" fill="hold" nodeType="withEffect">
                                      <p:stCondLst>
                                        <p:cond delay="0"/>
                                      </p:stCondLst>
                                      <p:childTnLst>
                                        <p:set>
                                          <p:cBhvr>
                                            <p:cTn id="80" dur="1" fill="hold">
                                              <p:stCondLst>
                                                <p:cond delay="0"/>
                                              </p:stCondLst>
                                            </p:cTn>
                                            <p:tgtEl>
                                              <p:spTgt spid="80"/>
                                            </p:tgtEl>
                                            <p:attrNameLst>
                                              <p:attrName>style.visibility</p:attrName>
                                            </p:attrNameLst>
                                          </p:cBhvr>
                                          <p:to>
                                            <p:strVal val="visible"/>
                                          </p:to>
                                        </p:set>
                                        <p:animEffect transition="in" filter="wheel(1)">
                                          <p:cBhvr>
                                            <p:cTn id="81" dur="2000"/>
                                            <p:tgtEl>
                                              <p:spTgt spid="80"/>
                                            </p:tgtEl>
                                          </p:cBhvr>
                                        </p:animEffect>
                                      </p:childTnLst>
                                    </p:cTn>
                                  </p:par>
                                  <p:par>
                                    <p:cTn id="82" presetID="21" presetClass="entr" presetSubtype="1" fill="hold" nodeType="with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wheel(1)">
                                          <p:cBhvr>
                                            <p:cTn id="84" dur="2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autoUpdateAnimBg="0"/>
          <p:bldP spid="30" grpId="0" animBg="1" autoUpdateAnimBg="0"/>
          <p:bldP spid="32" grpId="0" animBg="1"/>
          <p:bldP spid="53"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111307" y="1498600"/>
            <a:ext cx="2020186" cy="3782992"/>
          </a:xfrm>
          <a:prstGeom prst="rect">
            <a:avLst/>
          </a:prstGeom>
          <a:noFill/>
          <a:ln>
            <a:solidFill>
              <a:schemeClr val="tx1">
                <a:lumMod val="75000"/>
                <a:lumOff val="25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flipV="1">
            <a:off x="4615543" y="579835"/>
            <a:ext cx="4361147" cy="4361147"/>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211225" y="1389960"/>
            <a:ext cx="2020186" cy="3782992"/>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5634335" y="2174821"/>
            <a:ext cx="923330" cy="2213269"/>
          </a:xfrm>
          <a:prstGeom prst="rect">
            <a:avLst/>
          </a:prstGeom>
          <a:noFill/>
          <a:effectLst/>
        </p:spPr>
        <p:txBody>
          <a:bodyPr vert="eaVert" wrap="square" rtlCol="0">
            <a:spAutoFit/>
          </a:bodyPr>
          <a:lstStyle/>
          <a:p>
            <a:pPr algn="dist"/>
            <a:r>
              <a:rPr lang="zh-CN" altLang="en-US" sz="4800" dirty="0">
                <a:solidFill>
                  <a:schemeClr val="tx1">
                    <a:lumMod val="75000"/>
                    <a:lumOff val="25000"/>
                  </a:schemeClr>
                </a:solidFill>
                <a:latin typeface="微软雅黑 Light" panose="020B0502040204020203" pitchFamily="34" charset="-122"/>
                <a:ea typeface="微软雅黑 Light" panose="020B0502040204020203" pitchFamily="34" charset="-122"/>
                <a:cs typeface="Kartika" panose="02020503030404060203" pitchFamily="18" charset="0"/>
              </a:rPr>
              <a:t>谢谢</a:t>
            </a:r>
            <a:endParaRPr lang="zh-CN" altLang="en-US" sz="4800" dirty="0">
              <a:solidFill>
                <a:schemeClr val="tx1">
                  <a:lumMod val="75000"/>
                  <a:lumOff val="25000"/>
                </a:schemeClr>
              </a:solidFill>
              <a:latin typeface="微软雅黑 Light" panose="020B0502040204020203" pitchFamily="34" charset="-122"/>
              <a:ea typeface="微软雅黑 Light" panose="020B0502040204020203" pitchFamily="34" charset="-122"/>
              <a:cs typeface="Kartika" panose="02020503030404060203" pitchFamily="18" charset="0"/>
            </a:endParaRPr>
          </a:p>
        </p:txBody>
      </p:sp>
      <p:cxnSp>
        <p:nvCxnSpPr>
          <p:cNvPr id="23" name="直接连接符 22"/>
          <p:cNvCxnSpPr/>
          <p:nvPr/>
        </p:nvCxnSpPr>
        <p:spPr>
          <a:xfrm flipH="1">
            <a:off x="3612707" y="4141347"/>
            <a:ext cx="1498600" cy="1498600"/>
          </a:xfrm>
          <a:prstGeom prst="line">
            <a:avLst/>
          </a:prstGeom>
          <a:ln w="698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6049279" y="1209935"/>
            <a:ext cx="2548054" cy="2548054"/>
          </a:xfrm>
          <a:prstGeom prst="line">
            <a:avLst/>
          </a:prstGeom>
          <a:ln w="0">
            <a:solidFill>
              <a:schemeClr val="tx1">
                <a:lumMod val="75000"/>
                <a:lumOff val="25000"/>
                <a:alpha val="52000"/>
              </a:schemeClr>
            </a:solidFill>
          </a:ln>
        </p:spPr>
        <p:style>
          <a:lnRef idx="1">
            <a:schemeClr val="accent1"/>
          </a:lnRef>
          <a:fillRef idx="0">
            <a:schemeClr val="accent1"/>
          </a:fillRef>
          <a:effectRef idx="0">
            <a:schemeClr val="accent1"/>
          </a:effectRef>
          <a:fontRef idx="minor">
            <a:schemeClr val="tx1"/>
          </a:fontRef>
        </p:style>
      </p:cxnSp>
      <p:sp>
        <p:nvSpPr>
          <p:cNvPr id="26" name="矩形 17"/>
          <p:cNvSpPr>
            <a:spLocks noChangeArrowheads="1"/>
          </p:cNvSpPr>
          <p:nvPr/>
        </p:nvSpPr>
        <p:spPr bwMode="auto">
          <a:xfrm>
            <a:off x="5171377" y="4733692"/>
            <a:ext cx="2024080" cy="273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lang="en-US" altLang="zh-CN" sz="10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THANKS FOR WATCHING</a:t>
            </a:r>
            <a:endParaRPr lang="en-US" altLang="zh-CN" sz="10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4" name="直接连接符 3"/>
          <p:cNvCxnSpPr/>
          <p:nvPr/>
        </p:nvCxnSpPr>
        <p:spPr>
          <a:xfrm>
            <a:off x="5473932" y="4676754"/>
            <a:ext cx="140768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6424" y="0"/>
            <a:ext cx="2759604" cy="19915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withEffect" p14:presetBounceEnd="60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60000">
                                          <p:cBhvr additive="base">
                                            <p:cTn id="7" dur="1500" fill="hold"/>
                                            <p:tgtEl>
                                              <p:spTgt spid="19"/>
                                            </p:tgtEl>
                                            <p:attrNameLst>
                                              <p:attrName>ppt_x</p:attrName>
                                            </p:attrNameLst>
                                          </p:cBhvr>
                                          <p:tavLst>
                                            <p:tav tm="0">
                                              <p:val>
                                                <p:strVal val="#ppt_x"/>
                                              </p:val>
                                            </p:tav>
                                            <p:tav tm="100000">
                                              <p:val>
                                                <p:strVal val="#ppt_x"/>
                                              </p:val>
                                            </p:tav>
                                          </p:tavLst>
                                        </p:anim>
                                        <p:anim calcmode="lin" valueType="num" p14:bounceEnd="60000">
                                          <p:cBhvr additive="base">
                                            <p:cTn id="8" dur="1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1" accel="60000" fill="hold" grpId="0" nodeType="withEffect" p14:presetBounceEnd="60000">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14:bounceEnd="60000">
                                          <p:cBhvr additive="base">
                                            <p:cTn id="11" dur="1500" fill="hold"/>
                                            <p:tgtEl>
                                              <p:spTgt spid="20"/>
                                            </p:tgtEl>
                                            <p:attrNameLst>
                                              <p:attrName>ppt_x</p:attrName>
                                            </p:attrNameLst>
                                          </p:cBhvr>
                                          <p:tavLst>
                                            <p:tav tm="0">
                                              <p:val>
                                                <p:strVal val="#ppt_x"/>
                                              </p:val>
                                            </p:tav>
                                            <p:tav tm="100000">
                                              <p:val>
                                                <p:strVal val="#ppt_x"/>
                                              </p:val>
                                            </p:tav>
                                          </p:tavLst>
                                        </p:anim>
                                        <p:anim calcmode="lin" valueType="num" p14:bounceEnd="60000">
                                          <p:cBhvr additive="base">
                                            <p:cTn id="12" dur="1500" fill="hold"/>
                                            <p:tgtEl>
                                              <p:spTgt spid="20"/>
                                            </p:tgtEl>
                                            <p:attrNameLst>
                                              <p:attrName>ppt_y</p:attrName>
                                            </p:attrNameLst>
                                          </p:cBhvr>
                                          <p:tavLst>
                                            <p:tav tm="0">
                                              <p:val>
                                                <p:strVal val="0-#ppt_h/2"/>
                                              </p:val>
                                            </p:tav>
                                            <p:tav tm="100000">
                                              <p:val>
                                                <p:strVal val="#ppt_y"/>
                                              </p:val>
                                            </p:tav>
                                          </p:tavLst>
                                        </p:anim>
                                      </p:childTnLst>
                                    </p:cTn>
                                  </p:par>
                                </p:childTnLst>
                              </p:cTn>
                            </p:par>
                            <p:par>
                              <p:cTn id="13" fill="hold">
                                <p:stCondLst>
                                  <p:cond delay="1500"/>
                                </p:stCondLst>
                                <p:childTnLst>
                                  <p:par>
                                    <p:cTn id="14" presetID="22" presetClass="entr" presetSubtype="4"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par>
                                    <p:cTn id="17" presetID="56" presetClass="entr" presetSubtype="0" fill="hold" grpId="0" nodeType="withEffect">
                                      <p:stCondLst>
                                        <p:cond delay="0"/>
                                      </p:stCondLst>
                                      <p:iterate type="lt">
                                        <p:tmPct val="10000"/>
                                      </p:iterate>
                                      <p:childTnLst>
                                        <p:set>
                                          <p:cBhvr>
                                            <p:cTn id="18" dur="1" fill="hold">
                                              <p:stCondLst>
                                                <p:cond delay="0"/>
                                              </p:stCondLst>
                                            </p:cTn>
                                            <p:tgtEl>
                                              <p:spTgt spid="21"/>
                                            </p:tgtEl>
                                            <p:attrNameLst>
                                              <p:attrName>style.visibility</p:attrName>
                                            </p:attrNameLst>
                                          </p:cBhvr>
                                          <p:to>
                                            <p:strVal val="visible"/>
                                          </p:to>
                                        </p:set>
                                        <p:anim by="(-#ppt_w*2)" calcmode="lin" valueType="num">
                                          <p:cBhvr rctx="PPT">
                                            <p:cTn id="19" dur="500" autoRev="1" fill="hold">
                                              <p:stCondLst>
                                                <p:cond delay="0"/>
                                              </p:stCondLst>
                                            </p:cTn>
                                            <p:tgtEl>
                                              <p:spTgt spid="21"/>
                                            </p:tgtEl>
                                            <p:attrNameLst>
                                              <p:attrName>ppt_w</p:attrName>
                                            </p:attrNameLst>
                                          </p:cBhvr>
                                        </p:anim>
                                        <p:anim by="(#ppt_w*0.50)" calcmode="lin" valueType="num">
                                          <p:cBhvr>
                                            <p:cTn id="20" dur="500" decel="50000" autoRev="1" fill="hold">
                                              <p:stCondLst>
                                                <p:cond delay="0"/>
                                              </p:stCondLst>
                                            </p:cTn>
                                            <p:tgtEl>
                                              <p:spTgt spid="21"/>
                                            </p:tgtEl>
                                            <p:attrNameLst>
                                              <p:attrName>ppt_x</p:attrName>
                                            </p:attrNameLst>
                                          </p:cBhvr>
                                        </p:anim>
                                        <p:anim from="(-#ppt_h/2)" to="(#ppt_y)" calcmode="lin" valueType="num">
                                          <p:cBhvr>
                                            <p:cTn id="21" dur="1000" fill="hold">
                                              <p:stCondLst>
                                                <p:cond delay="0"/>
                                              </p:stCondLst>
                                            </p:cTn>
                                            <p:tgtEl>
                                              <p:spTgt spid="21"/>
                                            </p:tgtEl>
                                            <p:attrNameLst>
                                              <p:attrName>ppt_y</p:attrName>
                                            </p:attrNameLst>
                                          </p:cBhvr>
                                        </p:anim>
                                        <p:animRot by="21600000">
                                          <p:cBhvr>
                                            <p:cTn id="22" dur="1000" fill="hold">
                                              <p:stCondLst>
                                                <p:cond delay="0"/>
                                              </p:stCondLst>
                                            </p:cTn>
                                            <p:tgtEl>
                                              <p:spTgt spid="21"/>
                                            </p:tgtEl>
                                            <p:attrNameLst>
                                              <p:attrName>r</p:attrName>
                                            </p:attrNameLst>
                                          </p:cBhvr>
                                        </p:animRot>
                                      </p:childTnLst>
                                    </p:cTn>
                                  </p:par>
                                  <p:par>
                                    <p:cTn id="23" presetID="2" presetClass="entr" presetSubtype="12" accel="60000" fill="hold" nodeType="withEffect" p14:presetBounceEnd="60000">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14:bounceEnd="60000">
                                          <p:cBhvr additive="base">
                                            <p:cTn id="25" dur="1250" fill="hold"/>
                                            <p:tgtEl>
                                              <p:spTgt spid="23"/>
                                            </p:tgtEl>
                                            <p:attrNameLst>
                                              <p:attrName>ppt_x</p:attrName>
                                            </p:attrNameLst>
                                          </p:cBhvr>
                                          <p:tavLst>
                                            <p:tav tm="0">
                                              <p:val>
                                                <p:strVal val="0-#ppt_w/2"/>
                                              </p:val>
                                            </p:tav>
                                            <p:tav tm="100000">
                                              <p:val>
                                                <p:strVal val="#ppt_x"/>
                                              </p:val>
                                            </p:tav>
                                          </p:tavLst>
                                        </p:anim>
                                        <p:anim calcmode="lin" valueType="num" p14:bounceEnd="60000">
                                          <p:cBhvr additive="base">
                                            <p:cTn id="26" dur="1250" fill="hold"/>
                                            <p:tgtEl>
                                              <p:spTgt spid="23"/>
                                            </p:tgtEl>
                                            <p:attrNameLst>
                                              <p:attrName>ppt_y</p:attrName>
                                            </p:attrNameLst>
                                          </p:cBhvr>
                                          <p:tavLst>
                                            <p:tav tm="0">
                                              <p:val>
                                                <p:strVal val="1+#ppt_h/2"/>
                                              </p:val>
                                            </p:tav>
                                            <p:tav tm="100000">
                                              <p:val>
                                                <p:strVal val="#ppt_y"/>
                                              </p:val>
                                            </p:tav>
                                          </p:tavLst>
                                        </p:anim>
                                      </p:childTnLst>
                                    </p:cTn>
                                  </p:par>
                                  <p:par>
                                    <p:cTn id="27" presetID="2" presetClass="entr" presetSubtype="3" accel="60000" fill="hold" nodeType="withEffect" p14:presetBounceEnd="60000">
                                      <p:stCondLst>
                                        <p:cond delay="250"/>
                                      </p:stCondLst>
                                      <p:childTnLst>
                                        <p:set>
                                          <p:cBhvr>
                                            <p:cTn id="28" dur="1" fill="hold">
                                              <p:stCondLst>
                                                <p:cond delay="0"/>
                                              </p:stCondLst>
                                            </p:cTn>
                                            <p:tgtEl>
                                              <p:spTgt spid="24"/>
                                            </p:tgtEl>
                                            <p:attrNameLst>
                                              <p:attrName>style.visibility</p:attrName>
                                            </p:attrNameLst>
                                          </p:cBhvr>
                                          <p:to>
                                            <p:strVal val="visible"/>
                                          </p:to>
                                        </p:set>
                                        <p:anim calcmode="lin" valueType="num" p14:bounceEnd="60000">
                                          <p:cBhvr additive="base">
                                            <p:cTn id="29" dur="125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30" dur="1250" fill="hold"/>
                                            <p:tgtEl>
                                              <p:spTgt spid="24"/>
                                            </p:tgtEl>
                                            <p:attrNameLst>
                                              <p:attrName>ppt_y</p:attrName>
                                            </p:attrNameLst>
                                          </p:cBhvr>
                                          <p:tavLst>
                                            <p:tav tm="0">
                                              <p:val>
                                                <p:strVal val="0-#ppt_h/2"/>
                                              </p:val>
                                            </p:tav>
                                            <p:tav tm="100000">
                                              <p:val>
                                                <p:strVal val="#ppt_y"/>
                                              </p:val>
                                            </p:tav>
                                          </p:tavLst>
                                        </p:anim>
                                      </p:childTnLst>
                                    </p:cTn>
                                  </p:par>
                                  <p:par>
                                    <p:cTn id="31" presetID="2" presetClass="entr" presetSubtype="2" fill="hold" nodeType="withEffect">
                                      <p:stCondLst>
                                        <p:cond delay="75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1+#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par>
                                    <p:cTn id="35" presetID="10" presetClass="entr" presetSubtype="0" fill="hold" grpId="0" nodeType="withEffect">
                                      <p:stCondLst>
                                        <p:cond delay="1250"/>
                                      </p:stCondLst>
                                      <p:iterate type="lt">
                                        <p:tmPct val="10000"/>
                                      </p:iterate>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21" grpId="0"/>
          <p:bldP spid="2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500" fill="hold"/>
                                            <p:tgtEl>
                                              <p:spTgt spid="19"/>
                                            </p:tgtEl>
                                            <p:attrNameLst>
                                              <p:attrName>ppt_x</p:attrName>
                                            </p:attrNameLst>
                                          </p:cBhvr>
                                          <p:tavLst>
                                            <p:tav tm="0">
                                              <p:val>
                                                <p:strVal val="#ppt_x"/>
                                              </p:val>
                                            </p:tav>
                                            <p:tav tm="100000">
                                              <p:val>
                                                <p:strVal val="#ppt_x"/>
                                              </p:val>
                                            </p:tav>
                                          </p:tavLst>
                                        </p:anim>
                                        <p:anim calcmode="lin" valueType="num">
                                          <p:cBhvr additive="base">
                                            <p:cTn id="8" dur="1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1" accel="6000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500" fill="hold"/>
                                            <p:tgtEl>
                                              <p:spTgt spid="20"/>
                                            </p:tgtEl>
                                            <p:attrNameLst>
                                              <p:attrName>ppt_x</p:attrName>
                                            </p:attrNameLst>
                                          </p:cBhvr>
                                          <p:tavLst>
                                            <p:tav tm="0">
                                              <p:val>
                                                <p:strVal val="#ppt_x"/>
                                              </p:val>
                                            </p:tav>
                                            <p:tav tm="100000">
                                              <p:val>
                                                <p:strVal val="#ppt_x"/>
                                              </p:val>
                                            </p:tav>
                                          </p:tavLst>
                                        </p:anim>
                                        <p:anim calcmode="lin" valueType="num">
                                          <p:cBhvr additive="base">
                                            <p:cTn id="12" dur="1500" fill="hold"/>
                                            <p:tgtEl>
                                              <p:spTgt spid="20"/>
                                            </p:tgtEl>
                                            <p:attrNameLst>
                                              <p:attrName>ppt_y</p:attrName>
                                            </p:attrNameLst>
                                          </p:cBhvr>
                                          <p:tavLst>
                                            <p:tav tm="0">
                                              <p:val>
                                                <p:strVal val="0-#ppt_h/2"/>
                                              </p:val>
                                            </p:tav>
                                            <p:tav tm="100000">
                                              <p:val>
                                                <p:strVal val="#ppt_y"/>
                                              </p:val>
                                            </p:tav>
                                          </p:tavLst>
                                        </p:anim>
                                      </p:childTnLst>
                                    </p:cTn>
                                  </p:par>
                                </p:childTnLst>
                              </p:cTn>
                            </p:par>
                            <p:par>
                              <p:cTn id="13" fill="hold">
                                <p:stCondLst>
                                  <p:cond delay="1500"/>
                                </p:stCondLst>
                                <p:childTnLst>
                                  <p:par>
                                    <p:cTn id="14" presetID="22" presetClass="entr" presetSubtype="4"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par>
                                    <p:cTn id="17" presetID="56" presetClass="entr" presetSubtype="0" fill="hold" grpId="0" nodeType="withEffect">
                                      <p:stCondLst>
                                        <p:cond delay="0"/>
                                      </p:stCondLst>
                                      <p:iterate type="lt">
                                        <p:tmPct val="10000"/>
                                      </p:iterate>
                                      <p:childTnLst>
                                        <p:set>
                                          <p:cBhvr>
                                            <p:cTn id="18" dur="1" fill="hold">
                                              <p:stCondLst>
                                                <p:cond delay="0"/>
                                              </p:stCondLst>
                                            </p:cTn>
                                            <p:tgtEl>
                                              <p:spTgt spid="21"/>
                                            </p:tgtEl>
                                            <p:attrNameLst>
                                              <p:attrName>style.visibility</p:attrName>
                                            </p:attrNameLst>
                                          </p:cBhvr>
                                          <p:to>
                                            <p:strVal val="visible"/>
                                          </p:to>
                                        </p:set>
                                        <p:anim by="(-#ppt_w*2)" calcmode="lin" valueType="num">
                                          <p:cBhvr rctx="PPT">
                                            <p:cTn id="19" dur="500" autoRev="1" fill="hold">
                                              <p:stCondLst>
                                                <p:cond delay="0"/>
                                              </p:stCondLst>
                                            </p:cTn>
                                            <p:tgtEl>
                                              <p:spTgt spid="21"/>
                                            </p:tgtEl>
                                            <p:attrNameLst>
                                              <p:attrName>ppt_w</p:attrName>
                                            </p:attrNameLst>
                                          </p:cBhvr>
                                        </p:anim>
                                        <p:anim by="(#ppt_w*0.50)" calcmode="lin" valueType="num">
                                          <p:cBhvr>
                                            <p:cTn id="20" dur="500" decel="50000" autoRev="1" fill="hold">
                                              <p:stCondLst>
                                                <p:cond delay="0"/>
                                              </p:stCondLst>
                                            </p:cTn>
                                            <p:tgtEl>
                                              <p:spTgt spid="21"/>
                                            </p:tgtEl>
                                            <p:attrNameLst>
                                              <p:attrName>ppt_x</p:attrName>
                                            </p:attrNameLst>
                                          </p:cBhvr>
                                        </p:anim>
                                        <p:anim from="(-#ppt_h/2)" to="(#ppt_y)" calcmode="lin" valueType="num">
                                          <p:cBhvr>
                                            <p:cTn id="21" dur="1000" fill="hold">
                                              <p:stCondLst>
                                                <p:cond delay="0"/>
                                              </p:stCondLst>
                                            </p:cTn>
                                            <p:tgtEl>
                                              <p:spTgt spid="21"/>
                                            </p:tgtEl>
                                            <p:attrNameLst>
                                              <p:attrName>ppt_y</p:attrName>
                                            </p:attrNameLst>
                                          </p:cBhvr>
                                        </p:anim>
                                        <p:animRot by="21600000">
                                          <p:cBhvr>
                                            <p:cTn id="22" dur="1000" fill="hold">
                                              <p:stCondLst>
                                                <p:cond delay="0"/>
                                              </p:stCondLst>
                                            </p:cTn>
                                            <p:tgtEl>
                                              <p:spTgt spid="21"/>
                                            </p:tgtEl>
                                            <p:attrNameLst>
                                              <p:attrName>r</p:attrName>
                                            </p:attrNameLst>
                                          </p:cBhvr>
                                        </p:animRot>
                                      </p:childTnLst>
                                    </p:cTn>
                                  </p:par>
                                  <p:par>
                                    <p:cTn id="23" presetID="2" presetClass="entr" presetSubtype="12" accel="6000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1250" fill="hold"/>
                                            <p:tgtEl>
                                              <p:spTgt spid="23"/>
                                            </p:tgtEl>
                                            <p:attrNameLst>
                                              <p:attrName>ppt_x</p:attrName>
                                            </p:attrNameLst>
                                          </p:cBhvr>
                                          <p:tavLst>
                                            <p:tav tm="0">
                                              <p:val>
                                                <p:strVal val="0-#ppt_w/2"/>
                                              </p:val>
                                            </p:tav>
                                            <p:tav tm="100000">
                                              <p:val>
                                                <p:strVal val="#ppt_x"/>
                                              </p:val>
                                            </p:tav>
                                          </p:tavLst>
                                        </p:anim>
                                        <p:anim calcmode="lin" valueType="num">
                                          <p:cBhvr additive="base">
                                            <p:cTn id="26" dur="1250" fill="hold"/>
                                            <p:tgtEl>
                                              <p:spTgt spid="23"/>
                                            </p:tgtEl>
                                            <p:attrNameLst>
                                              <p:attrName>ppt_y</p:attrName>
                                            </p:attrNameLst>
                                          </p:cBhvr>
                                          <p:tavLst>
                                            <p:tav tm="0">
                                              <p:val>
                                                <p:strVal val="1+#ppt_h/2"/>
                                              </p:val>
                                            </p:tav>
                                            <p:tav tm="100000">
                                              <p:val>
                                                <p:strVal val="#ppt_y"/>
                                              </p:val>
                                            </p:tav>
                                          </p:tavLst>
                                        </p:anim>
                                      </p:childTnLst>
                                    </p:cTn>
                                  </p:par>
                                  <p:par>
                                    <p:cTn id="27" presetID="2" presetClass="entr" presetSubtype="3" accel="60000" fill="hold" nodeType="withEffect">
                                      <p:stCondLst>
                                        <p:cond delay="25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1250" fill="hold"/>
                                            <p:tgtEl>
                                              <p:spTgt spid="24"/>
                                            </p:tgtEl>
                                            <p:attrNameLst>
                                              <p:attrName>ppt_x</p:attrName>
                                            </p:attrNameLst>
                                          </p:cBhvr>
                                          <p:tavLst>
                                            <p:tav tm="0">
                                              <p:val>
                                                <p:strVal val="1+#ppt_w/2"/>
                                              </p:val>
                                            </p:tav>
                                            <p:tav tm="100000">
                                              <p:val>
                                                <p:strVal val="#ppt_x"/>
                                              </p:val>
                                            </p:tav>
                                          </p:tavLst>
                                        </p:anim>
                                        <p:anim calcmode="lin" valueType="num">
                                          <p:cBhvr additive="base">
                                            <p:cTn id="30" dur="1250" fill="hold"/>
                                            <p:tgtEl>
                                              <p:spTgt spid="24"/>
                                            </p:tgtEl>
                                            <p:attrNameLst>
                                              <p:attrName>ppt_y</p:attrName>
                                            </p:attrNameLst>
                                          </p:cBhvr>
                                          <p:tavLst>
                                            <p:tav tm="0">
                                              <p:val>
                                                <p:strVal val="0-#ppt_h/2"/>
                                              </p:val>
                                            </p:tav>
                                            <p:tav tm="100000">
                                              <p:val>
                                                <p:strVal val="#ppt_y"/>
                                              </p:val>
                                            </p:tav>
                                          </p:tavLst>
                                        </p:anim>
                                      </p:childTnLst>
                                    </p:cTn>
                                  </p:par>
                                  <p:par>
                                    <p:cTn id="31" presetID="2" presetClass="entr" presetSubtype="2" fill="hold" nodeType="withEffect">
                                      <p:stCondLst>
                                        <p:cond delay="75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1+#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par>
                                    <p:cTn id="35" presetID="10" presetClass="entr" presetSubtype="0" fill="hold" grpId="0" nodeType="withEffect">
                                      <p:stCondLst>
                                        <p:cond delay="1250"/>
                                      </p:stCondLst>
                                      <p:iterate type="lt">
                                        <p:tmPct val="10000"/>
                                      </p:iterate>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21" grpId="0"/>
          <p:bldP spid="26" grpId="0"/>
        </p:bldLst>
      </p:timing>
    </mc:Fallback>
  </mc:AlternateContent>
</p:sld>
</file>

<file path=ppt/tags/tag1.xml><?xml version="1.0" encoding="utf-8"?>
<p:tagLst xmlns:p="http://schemas.openxmlformats.org/presentationml/2006/main">
  <p:tag name="TIMING" val="|8.3"/>
</p:tagLst>
</file>

<file path=ppt/tags/tag2.xml><?xml version="1.0" encoding="utf-8"?>
<p:tagLst xmlns:p="http://schemas.openxmlformats.org/presentationml/2006/main">
  <p:tag name="TIMING" val="|8.3"/>
</p:tagLst>
</file>

<file path=ppt/tags/tag3.xml><?xml version="1.0" encoding="utf-8"?>
<p:tagLst xmlns:p="http://schemas.openxmlformats.org/presentationml/2006/main">
  <p:tag name="MH" val="20160520223315"/>
  <p:tag name="MH_LIBRARY" val="GRAPHIC"/>
  <p:tag name="MH_TYPE" val="Other"/>
  <p:tag name="MH_ORDER" val="1"/>
</p:tagLst>
</file>

<file path=ppt/tags/tag4.xml><?xml version="1.0" encoding="utf-8"?>
<p:tagLst xmlns:p="http://schemas.openxmlformats.org/presentationml/2006/main">
  <p:tag name="MH" val="20160520223315"/>
  <p:tag name="MH_LIBRARY" val="GRAPHIC"/>
  <p:tag name="MH_TYPE" val="Text"/>
  <p:tag name="MH_ORDER" val="1"/>
</p:tagLst>
</file>

<file path=ppt/tags/tag5.xml><?xml version="1.0" encoding="utf-8"?>
<p:tagLst xmlns:p="http://schemas.openxmlformats.org/presentationml/2006/main">
  <p:tag name="MH" val="20160520223315"/>
  <p:tag name="MH_LIBRARY" val="GRAPHIC"/>
  <p:tag name="MH_TYPE" val="Other"/>
  <p:tag name="MH_ORDER" val="2"/>
</p:tagLst>
</file>

<file path=ppt/tags/tag6.xml><?xml version="1.0" encoding="utf-8"?>
<p:tagLst xmlns:p="http://schemas.openxmlformats.org/presentationml/2006/main">
  <p:tag name="MH" val="20160520223315"/>
  <p:tag name="MH_LIBRARY" val="GRAPHIC"/>
  <p:tag name="MH_TYPE" val="Other"/>
  <p:tag name="MH_ORDER" val="3"/>
</p:tagLst>
</file>

<file path=ppt/tags/tag7.xml><?xml version="1.0" encoding="utf-8"?>
<p:tagLst xmlns:p="http://schemas.openxmlformats.org/presentationml/2006/main">
  <p:tag name="MH" val="20160520223315"/>
  <p:tag name="MH_LIBRARY" val="GRAPHIC"/>
  <p:tag name="MH_TYPE" val="SubTitle"/>
  <p:tag name="MH_ORDER" val="1"/>
</p:tagLst>
</file>

<file path=ppt/tags/tag8.xml><?xml version="1.0" encoding="utf-8"?>
<p:tagLst xmlns:p="http://schemas.openxmlformats.org/presentationml/2006/main">
  <p:tag name="MH" val="20160520223315"/>
  <p:tag name="MH_LIBRARY" val="GRAPHIC"/>
  <p:tag name="MH_TYPE" val="Text"/>
  <p:tag name="MH_ORDER" val="2"/>
</p:tagLst>
</file>

<file path=ppt/tags/tag9.xml><?xml version="1.0" encoding="utf-8"?>
<p:tagLst xmlns:p="http://schemas.openxmlformats.org/presentationml/2006/main">
  <p:tag name="MH" val="20160520223315"/>
  <p:tag name="MH_LIBRARY" val="GRAPHIC"/>
  <p:tag name="MH_TYPE" val="Other"/>
  <p:tag name="MH_ORDER" val="4"/>
</p:tagLst>
</file>

<file path=ppt/tags/tag10.xml><?xml version="1.0" encoding="utf-8"?>
<p:tagLst xmlns:p="http://schemas.openxmlformats.org/presentationml/2006/main">
  <p:tag name="MH" val="20160520223315"/>
  <p:tag name="MH_LIBRARY" val="GRAPHIC"/>
  <p:tag name="MH_TYPE" val="Other"/>
  <p:tag name="MH_ORDER" val="5"/>
</p:tagLst>
</file>

<file path=ppt/tags/tag11.xml><?xml version="1.0" encoding="utf-8"?>
<p:tagLst xmlns:p="http://schemas.openxmlformats.org/presentationml/2006/main">
  <p:tag name="MH" val="20160520223315"/>
  <p:tag name="MH_LIBRARY" val="GRAPHIC"/>
  <p:tag name="MH_TYPE" val="SubTitle"/>
  <p:tag name="MH_ORDER" val="2"/>
</p:tagLst>
</file>

<file path=ppt/tags/tag12.xml><?xml version="1.0" encoding="utf-8"?>
<p:tagLst xmlns:p="http://schemas.openxmlformats.org/presentationml/2006/main">
  <p:tag name="MH" val="20160520223315"/>
  <p:tag name="MH_LIBRARY" val="GRAPHIC"/>
  <p:tag name="MH_TYPE" val="Text"/>
  <p:tag name="MH_ORDER" val="3"/>
</p:tagLst>
</file>

<file path=ppt/tags/tag13.xml><?xml version="1.0" encoding="utf-8"?>
<p:tagLst xmlns:p="http://schemas.openxmlformats.org/presentationml/2006/main">
  <p:tag name="MH" val="20160520223315"/>
  <p:tag name="MH_LIBRARY" val="GRAPHIC"/>
  <p:tag name="MH_TYPE" val="Other"/>
  <p:tag name="MH_ORDER" val="6"/>
</p:tagLst>
</file>

<file path=ppt/tags/tag14.xml><?xml version="1.0" encoding="utf-8"?>
<p:tagLst xmlns:p="http://schemas.openxmlformats.org/presentationml/2006/main">
  <p:tag name="MH" val="20160520223315"/>
  <p:tag name="MH_LIBRARY" val="GRAPHIC"/>
  <p:tag name="MH_TYPE" val="Other"/>
  <p:tag name="MH_ORDER" val="7"/>
</p:tagLst>
</file>

<file path=ppt/tags/tag15.xml><?xml version="1.0" encoding="utf-8"?>
<p:tagLst xmlns:p="http://schemas.openxmlformats.org/presentationml/2006/main">
  <p:tag name="MH" val="20160520223315"/>
  <p:tag name="MH_LIBRARY" val="GRAPHIC"/>
  <p:tag name="MH_TYPE" val="SubTitle"/>
  <p:tag name="MH_ORDER" val="3"/>
</p:tagLst>
</file>

<file path=ppt/tags/tag16.xml><?xml version="1.0" encoding="utf-8"?>
<p:tagLst xmlns:p="http://schemas.openxmlformats.org/presentationml/2006/main">
  <p:tag name="TIMING" val="|8.3"/>
</p:tagLst>
</file>

<file path=ppt/tags/tag17.xml><?xml version="1.0" encoding="utf-8"?>
<p:tagLst xmlns:p="http://schemas.openxmlformats.org/presentationml/2006/main">
  <p:tag name="ISPRING_ULTRA_SCORM_COURSE_ID" val="A94CED1F-C8E4-4A4D-8F15-7FEBE4452E48"/>
  <p:tag name="ISPRING_SCORM_RATE_SLIDES" val="1"/>
  <p:tag name="ISPRING_SCORM_PASSING_SCORE" val="100.0000000000"/>
  <p:tag name="ISPRINGONLINEFOLDERID" val="0"/>
  <p:tag name="ISPRINGONLINEFOLDERPATH" val="Content List"/>
  <p:tag name="ISPRINGCLOUDFOLDERID" val="0"/>
  <p:tag name="ISPRINGCLOUDFOLDERPATH" val="Content List"/>
  <p:tag name="ISPRING_RESOURCE_PATHS_HASH_PRESENTER" val="cce957168fd2ccd1b23534aaf13c4793c7a689da"/>
  <p:tag name="ISPRING_PLAYERS_CUSTOMIZATION" val="UEsDBBQAAgAIAAtngUbpbttk5AMAAHQOAAAdAAAAdW5pdmVyc2FsL2NvbW1vbl9tZXNzYWdlcy5sbmetV91u2zYUvi/QdyAEFNgulrYDWhSD44C2GFuILLkSHSdbB4GRGJsIRbr6cZtd7Wn2YHuSHVFyYqcdJMW9sGDS/r7z950jcnD2NZVoy7NcaHVqvT15YyGuYp0ItTq1FvT8lw8WygumEia14qeW0hY6G758MZBMrUq24vD95QuEBinPc1jmw2r1uEYiObXmo2jsz+bYu45cf+JHI2diDcc63TB1j1y90p+yn359/+Hr23fvfx68bpBdiMIZdt1DKmSY3r3pQOTRwHcjYCNu5JErag2rZz+cv6Cu4xFr2Hzph54H5NIaVs9W3CIIiEej0HVsEjlh5PnU5MIllNjW8FqXaM22HBUabQX/goo1h0oWIuMolyIxP8QaNlTJ24zZAV463iSivu+GEfHs3Y41JCpBdsa+gD56sgQ4JAEQZCzn2TOwkSm1gSMsZT+GqTOZuvChlQtTsVpL+BR9/ZgTD6rFVRtqRsIQT0g08q+gTiArvw/CvwA1XfRBXJMQFEDCNoyHL50Jpo7vVQoKSEgDZ/wgn5gppJW8RyyOAYc2Gd8KXeawUymKJ7WQ8n5WQvJxAcJ1sPsdkdaESCgj15XYcnAhS9rrAi0zJnZVmY8L5/foHDsusSMole0vI2p6uTLGQP1KF4hJqasAwC5LtkzFHN3wmJUgpXv4WyIS87cNg7ArTz6X4i/EiqZzXjVN59nk6tXJca451IVhsWSZ6tBBT6gOWv7bYNMyh0iLgqeboi2KvUyc/BAvjo1rjsPwf4PqUpcjI3piv284IUicBPBig24fCd0dQWagDxhrKROyO8rxzsHQPOM5jHieIUfd9rDp+Q2Bp9FzOS4h8wcuXEJFeuCXZBQ6tMoxv8lF0fpKMoWq6/19jcRwBpC84I86ueG3GvpfcraFIsK+yGvhnDzDWC9B7CZrNQL353TD4oFDK1bAiQuBS1KkEH/SgXMxI7sM1uP1IBNLXcrEjDMp7syIhdqUaZ2QTV2n2uhtplOzK1m+66V6wp8d40UdXFAbne8ZbCMNCQ7G02iMvTGpTnNVD8uOINBy5ZNLw8jFowoOok5ZEa/hvXKrS5V0JKoPZDY5x0DWpDTkLIvX//79T0eOJ57Uu6jZ/a0XCXRoNZfIA9kfni54/mcbCcWjQ5xZdEE1B9gdruN51lS9SR6mFI+nMxBGaHSgyyxuPy7sM8xwcAHDwZy2rOGMZXcwWajWsheLCbkSQtHP+uNZviykULwP9rjZXAVMnXmEbdtcbKAJpIjv6ndagpiZbtUNR8INpyvZeIo9GDxP+Hgiip6EZtbv2hwarl4/ttv229H/sMrN/XDweu+6+B9QSwMEFAACAAgAC2eBRjUa0FrOBAAA9BYAACcAAAB1bml2ZXJzYWwvZmxhc2hfcHVibGlzaGluZ19zZXR0aW5ncy54bWzNWNty4jgQfecrVN6axwnkNpOkgBRJTIUaMCw4m5na2qKELbA2suSVZBjmab9mP2y/ZFso3EIgYqcyk8oDsdx9utXqy7HKl19ThsZEKip4xTs8KHmI8EjElI8q3l1Yf3/mIaUxjzETnFQ8Ljx0WS2Us3zAqEp6RGsQVQhguLrIdMVLtM4uisXJZHJAVSbNW8FyDfjqIBJpMZNEEa6JLGYMT+FHTzOivGqhgFDZLrVEnDOCaAwucGq8w6zOsEq8ohUb4OhhJEXO42vBhERyNKh4v5zVzN9cxkLd0JRwszlVhUWzrC9wHFPjD2Y9+o2ghNBRAo4flk48NKGxTirecenI4IB8cRNnhm53gQ3OtYDtcP1oICUax1hj+2gtSjIkEuJKVFXLnADo2tqKpCZf9WLBLsVTjlMahfAGmVhVvJuw3/XrftcPrv3+XbdpXXXWCBth03fS6TUbN34/aId+r38btpp7K4X+53APpX09c4bvdP2eH4R+t3/VaO+p4e7UUsdv1RrNPXXu/ateI9zXUlBr7avSuW0Hbjq3Xzp+t9kIPvXDdrsZNjpLrVkOr2Rrubie+GUoEJHL1fTWSZ4OOKYMusaTHFdEQ99hWI5IKOoUqnGImSIe+jMjo19zzKiemgqF9vRASFZTGYl011RfxTMV5S3hLCA4BiW5qO3T80Vpfzxb23rRWl9u61kvy4uu1UmEFj/Y+8PS6cL985Pd7m9xtDymMREBlnLWsjY38KILR8vueHj84cNuL7ZYK2OtcZRAK9XzTri6MpcaCr6WIOYZDQSLF4El6YDEAU7JyoToPVBeB8lDDw0hlRmEvCYpZh6iGo4gWiirfKA01bOZVF+VRIAFs4+gVm/jSKIES7WWt4vgmSkQVX8PhCbqDxsLu7RN1OcxupF4ArPRRbxDuIvYLZwUM6dFpJMTEqs9JFGNMRfh7rzsXYRbWD4QiUIhmJN8Z57cqMGHwsn3FCrZRfCeDBTVxEX0ijqZvhc5i9FU5IjRB4K0QOB9nsJ/CUGr/AENpUhnq8BxNFIMigeNKZmQ+NLF0BcwkeagCfQqY0RbC3/l9BsakKGQgEvwGJIN1qmy+Ad7AWdYqSUonvv4zk7hRnDjf35nNojjMQZGsx84dACSZvo18DHsnQswwZiAaK5AQGQinENam/OJaTwTc9mms+0Ej2eHbg5yBgrHTcEfiwkvIuhVlOfEFTDCHAnOpghHUF7KpNCYilzBik0WC63+l4NWFVE+c3UELRWMyditQZQOj45PTj98PDu/OCj++/c/73cqPTKNDsPGmqUa1zv5qbPmEy78gt4Wzumm9YR5vqC0lX866+3r5g4u6qz5DCN9QXcHYdzQrQuZmtqPN4L7/LfDI8/YHMTloiEIz/OFGb16i3Sh59e617cIYn3XDHsXLmUWCAQBixKo06H59nXUmXExF9n2XQhH5zvBmhNymthd/zcnQDhsp8blZjZoO234kyOjMVO7szKxncY/ltyR4P100QDowchyESAIjKbAhOIf1vm/pw9vaxWv2cKffnI7K258eP+MjvhdX1C2nb5SRyRYRgkk0asl3pufOK8Z3rcUMfu0uDlauypaXGGs362aNynlNIU4Gq66uJCtnp6UysXnXxUKgLZ+U10t/AdQSwMEFAACAAgAC2eBRp9k43WyAgAATgoAACEAAAB1bml2ZXJzYWwvZmxhc2hfc2tpbl9zZXR0aW5ncy54bWyVVm1P2zAQ/r5fUXXfCXstk0IlKJ2ExAYaiO9Ock2sOnZkX8r672c7NrHbpsl6Qqrvnsd3vreSqi3lyw+zWZoLJuQzIFJeKqPxuhktrudZiyj4RS44AscLLmRN2Hz58af9pIlFjrHEDuRUzobk0LtZ2M8UivPxbWFkiJCLuiF8/yBKcZGRfFtK0fJiNLRq34BklG818vLHYrUedMCownuEOoppfWVkGqWRoBSYkL6vjYyyGMmAeU+X9jOR07s6//oD2o4qipZ288nIEK0hJcRJvroxMozn+va4Kgsj5wkIf1FDv3w2MghlZA8yvvx8rhrRtM3/9EgjRWkSGnPOF/GdwwQp9Phpwt2lkVGCeZBxNFoFl56vd0YCkPsazn1qxlUK9mTyerAQTNEzBkuULaSJP3U2VYm3xxb1fMByQ5jSgFDVg5500E+kVf6aWNfj/sAb5UUAcooe8SpYW8OqizcAxvoev1rd2lURxveuCwKUsHPKIMJe2SN/67QeIQNlj3xmtIBHzvZH8ENLx/ElviWumOezr63AiT76fPmTtxpPD2ZwVeDaKTymFgUslQnnhdZgqpYmVteFlBzFlHKyoyVBKvgvg8v29jEqTQ4MrtNO91WKFBmcajcbo17SYb3sebwbu9+E/m3deYZ6hV/PCSLJq1r/Jqn5zPH0jOhr5slphlmSGg7ynm/ERE5N5BbkixBsqhcuEEKsffYQWHSDNQRPkyAFaXI6x6m75FTyeVtnINe6ZhR808S6DlfRsmL6D18pvEEREwaMHRMrfR0n9L0nA4VrACAyr3zHdofOUrcMKYMd+LkPFPbBQy9Lle7QoWa7wQfYYNhuTjOpH92a6BslxMWGE4RXHZeIF05oGG95JJmyD4uG3u/f/uJoI/tFZjov3GH27BopuljbjxOoleb/yH9QSwMEFAACAAgAC2eBRgoR72qiBAAABRYAACYAAAB1bml2ZXJzYWwvaHRtbF9wdWJsaXNoaW5nX3NldHRpbmdzLnhtbM1YbXPiNhD+nl+hcec+HoS8XZIBMiRxBuaIoeA0d9PpMMIWWI0suZIMx33qr+kP6y/pCoW3EIhoL0knH4jX+zy7Wu2uVi5ffEsZGhGpqOAVr1TY9xDhkYgpH1a8u/Dm46mHlMY8xkxwUvG48NBFda+c5X1GVdIlWoOqQkDD1XmmK16idXZeLI7H4wJVmTRvBcs18KtCJNJiJokiXBNZzBiewI+eZER51b09hMpWdCvinBFEY3CBU+MdZnWdMq9otfo4ehhKkfP4SjAhkRz2K95PpzXzN9OxTNc0JdysTVVBaMT6HMcxNe5g1qXfCUoIHSbgd2n/yENjGuuk4h3uHxge0C+u80zZ7SKw4bkSsBquHw2kROMYa2wfrUVJBkRCWImqapkTIF2RLWlq8k3PBVYUTzhOaRTCG2RCVfGuw17Hv/E7fnDl9+46TeuqMyJshE3fCdNtNq79XtAK/W6vHt42dwaF/pdwB9CunjnTtzt+1w9Cv9O7bLR2RLg7tcD4t7VGc0fMvX/ZbYS7Wgpqt7tC2vVW4Iapf237nWYj+NwLW61m2GgvUNMcXsrWcnE18ctQICKXy+mtkzztc0wZNI0nOa6IhrbDsBySUNxQqMYBZop46PeMDH/OMaN6YioUutMDIVlNZSTSHVN9Fc9UlLegs4TgGJTkvLaPz+al/el0ZelFa32xrGe9LM+bVjsRWryx96X947n7Z0fb3d/gaHlEYyICLOW0Za0v4EUXDhbdsXR4crLdiw3WylhrHCXQSvWsEy5LZloDwVcSxDyjvmDxPLADyFUGMa1JipmHqIYYR/O32uyEvqEMsthgS4UB12tBjhIs1UomzsNh+npU/TUQmqjf7OqsaJOqz2N0LfEYDjsX9TbhLmp1iD0z8SfSyQmJ1Q6aqMaYi3JnVsguyrdYPhCJQiGYk357lq6owQfCyfcUatNF8Z70FdXERfWSOpm+FzmL0UTkiNEHgrRA4H2ewn8JQcsTARpIkU6lDCuNFINyQCNKxiS+cDH0FUykOSBhXsoY0dbCHzn9jvpkICTwEjyCZAM5VZa/sBNxhpVakOKZjx/sudoIrv0vH8wCcTzCMKPsRg41TdJMvwY/hrVzASYYExDNJQqITIRzSGuzPzGNp2ouy3S2neDRdNPNRk5JYbsp+GM54UUEvYbynLgSRpgjwdkE4QjKS5kUGlGRK5DYZLHU6l85aKGI8qmrQ5iiwZiM3RrEfung8Oj45NPp2Xmh+Peff33cCnqcHdoMG2t2eLjaOnE6I59Mty/gNkyRbqgns+QLoI0TpTNuVze3TJfOyGdmzBewW0bANeyNkKmp/XgtuM/fBh4nh/WDuFw0x/bzE8B0YHqbAaDr1zpXdQTRu2uG3XOXwgkEghBECVTewNxPHTHTeclFt3UXwmb4TrQm5k5ncMf/xYkQts+pFbmZDVpOC/7sOKOYc7i9dAY7HehYcseR7d1VAzjwh3a6gCOf0RRmm/jNevl/6aybiv81m/LTa7EzcO1y/B49bvstx3bAH9XjCJZRAmnxaqn0/qfCDw3Y/ykG9mn+BWblk8v8U8DqN8o9kK9+uq3u/QNQSwMEFAACAAgAC2eBRoUwK2GeAQAAKwYAAB8AAAB1bml2ZXJzYWwvaHRtbF9za2luX3NldHRpbmdzLmpzjZRNb8IwDIbv/Ioqu06IfcJ2mzYmTdph0rhNO4RiSkUaR0noYIj/vrp8Na07iC/N26evY1fOuhMVS8QieozW5XO5/wj3pQakebuAy1BXLXpGunAqncAozUClGkQNyfefHuTNkeCMhS5Nx6tPsnUVP4H0ZiqVq+KGsbCM5hgtZ7QfRltyiX+DynZVbSuqtHm88B51N0btQfuuRpvJkhEXr+WqFliDMQd7Ap3KGALTfrnayKPjXZ+iysWYGalX75hgdyzjeWJxoSdt+WcrA7b44fMt0HvoPw8DO5U6/+YhqyceDijaSWPBOdjlvR9SsLCSY1AV3165/kED42ZBNTpPXer39NMVRZU2MoFGlwZPFCGmC69GN/sUTc7D0m+Jm2uKgFByBbZh1azaoFmYM36gsZhQRxpos+cHVKGcpDrZci89Cpajw5JtW/eOhd6+UIhghLA2QjNmIrO2i+OMqffs4Lpa1ndu5hUncnmR0Qz3cc4extdvEdp/RUJ6L+NZVlwOxcVIDQdXPIN901MkIZN2DnaEqIpyvk8dvJa7s/kDUEsDBBQAAgAIAC5rq0Ya2uo7qgAAAB8BAAAaAAAAdW5pdmVyc2FsL2kxOG5fcHJlc2V0cy54bWydjzEPwiAQhXd+BbldsFvTAN1M3Bx0NhVRSejRcNT684XUGGeHS+5d3vdeTvWvMfCnS+QjamjEFrhDG68e7xpOx92mBU55wOsQIjoNGIH3hinftHhIjlwmXiKQNDxynjopl2URnqZUEiiGOZdgEjaOsswYUVZSTisKK9v5v+jPDQxjnKvL7EPeoyl7UauFU7IaKnN2KDzeIshqUPLrrsrOlEtFEUr+PGbYG1BLAwQUAAIACAAua6tGlBOzImkAAABuAAAAHAAAAHVuaXZlcnNhbC9sb2NhbF9zZXR0aW5ncy54bWwNzDEOgzAMQNGdU1jeKe3WgcDGVpbSA1jERZEcG5GA4PZk+8PTb/szChy8pWDq8PV4IrDO5oMuDn/TUL8RUib1JKbsUA2h76pWbCb5cs4FJliFLt4mjiUyjxSLHHYRqOFTXv/AHpuuugF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LmurRjXb2a1oAQAA8wIAACkAAAB1bml2ZXJzYWwvc2tpbl9jdXN0b21pemF0aW9uX3NldHRpbmdzLnhtbI1S22obMRB9z1eI/IAljW4LW4OuxZCHQhPyvPWqYYmjLSuFhKKPrzatcdy6tJqnmXPmDDM6fX6ckn3OZX6avg9lmtPnWMqUHvL2CqF+Px/m5dMScyx5c6rcT2mcX3bp67zWWjWXIY3DMtoVzVuMwttDSmrlVMuYYRRJ5qlXyHluG9aB68A2zFFi+81vEj91l7iPqVxW7Tdn6J8Nu5TjUnZpjK9bOGe/h843+LgM49R4eSvYGvU4tTq2BmKES+4r1QAgkOWOOFyl7KQmyGPGMVSjKFBAhHPSiUok5dCy0ImmwnwnEJOMUVepp60baW0ctVVCR4hu07zqbA3BSIwRIQSYq1xAMBg1NjQNDWo9IDgwIKo2mihAwQYTWPXOC8uRol5gXJkxgPHpuKft3p/rVP3vdY7n/IfgxS+4iK7e2lwwV79/XpZGvo1P3w5DiejLkONu/HAd7m5urn958s2/R8Zq1LbxX339A1BLAwQUAAIACABkAI1Jh2+TOWgrAACzVgAAFwAAAHVuaXZlcnNhbC91bml2ZXJzYWwucG5n7Xx5WFPX2q899mgHBK0WEoGkllatlcQYJSCQ1DrQ1qlWPQ4EUowkWCEYEAiQoR5bxkC0VaKiROVYZxCiJEJItEC2GiBCqzElEMkuRAwQN0MSyHQTsEV72j/uPd/33HufT56HJ8le613r977rHfdee+V+vj5i2huz35g0adK0Tz9Z+cWkSX/HTZo0OfG1Ka4rr93on+z6eCX5i4iPJ5U1+/W4frxKXb5u+aRJFbw3bTF/d/1+fe8n25MnTfKsc/+/AiSe3zVp0j8++XTl8s2M6L72RN4V6nZnTPRM9Nc+H7XOO/4lmbnThCXfDUh4Y+WsOYdXfnB09r8++/qbWX9/3fut107nvf4xJujUtFcuBdZPemVG3icfXPvnoPVknfRue43+hOr4Uqw+2hANzAuppFLsx5YKqWUUTg3FuPVE4OiIksM2/fgm+kS40zaoZw98L5jk/tNgyJe47YtNilh0YTE9JpXsvvj1ihmh3Y+ZGptayS6KnuG+9OhefUk6nubQOu2kjL+Pd3q7pvtDW/Ay94+98TtVzIYNnNGfhj6eaKx8c2wOz5P0wUkNhATnDSULVcvtG7R6ua5e9QW7X1lMOxkkc7o71dwoog/emopk5m5gPdkkP/bhY5gI7xxRyhrTZNb2oerIvcd4RghAEmQOldR0fWig+AFkRWrPIUduR7QqdH0+UUEzzZntAhFjoWIwdrcWCKlnaS5oqW7sT8piNcyuD0npplGVzNFwq/N6OatPfSVS1ByrOvcAQ7P3CBw9I6/5B0TbRm95sZ/aEjaEQSsz7KGddiPHeX3aBqiiL4mktXXjlOU1w3SslFqX8bRABfZZ2UZ5Qrm1Ag00bZWN3tfzEiTs+/TBuQi0a9p7+l/kTcMfTQ+4syd68PhgZ/xIane16wrDp47ikacQtX9a4/ldzcNhqW4ZZojCT+mZjQOtyeGecgP5I6KUtRUX7l0Yg62JR8rXuUYLpuGCaFmwDfLpMwL0l6KHLw4asmCfy4d1lQwWscqP2GGWmmstpunK6f78BoPCHFrS9DYaeC3JaTcLSPM6EiUJHjgwAayy4quKk87JmxjhHQg0j7rPMSJwjoy07bxcKGpQrCDiab78AoO8HPK4Td/ObC4S+So9C9rqjy4rWVotiU8vhoIvWbcTHjCsrQNsXRePYwPRHRskTqfD6GSrAR9VQRvXOs0fTFSJ4dpIw4xkpnahFqHdBBoI0g1y87YwuTiaKeBZ80kAmactFzssrDxDofV1MPODGgEjc24ZrsP5RVhkWI3xqgFeKeExFqpVbv3bu432K9C6wuPvmHju8g+m/NgFq/LDg5WY1VxkfsGtOTRfNM/QEKvYmERER3uCLECB+SfXILfXWwtVADnHjFvdyEK0ifvXPXbJ2FjEVTZNP6C1bAPu+dRtJnojM7lMzN/kXdAeIh6VzwdV4l6Sc5ikJPH4oElB/VgeC7Ll1hxRQyzE0FXS2+lOaABlxiIM4ubWAamuy7INhOR95Ktcs0v0KUV124jeKn9kGtHbmEhkz3QtOQOpMLZYlko7wD7IPjPRNYU1RoPCA/Q2+naJH/kxQwKywcFZIl9zeDTSjJUiQfM7NYL8XSBFYx7IDO0na9IkTrFRDX/LjGk+cBXBeMVlYXX7roAUj79h/L5hVP0Mq5G/81bAj4vKfPnA+ekrfoT5ZcHe02UoRA0GzAm5AsQDsXQ7Zme9vcDwrbh9VKob04Ofl9LKGhjBJXT45I6kOC6ERvEq4nKWx3lw6FYYX24cmc4H2viifKu/M26DBhD3iwVQhsRPpe1iF/GWCiXlXYpOrGCkMf9ArIQV9gMjPeR8FuYiSpvavgxoskj9lYe5JHAPoUOKMMlfg+uqoCooielVYGgw0AWQXWjbkWNsYFjFvEXNub1s1Fu8PeE0eZv8akj9wdnmWgN88ZRWsWN0D8yt/UTcALkHs3Oh4OxSeT5szgPdAOyQ/J3F8kMwWBG5a3o5r+2K1jgwSj/ZlaAq93IxN2wnniujJ4c8vXIlG8C8I28r2gnjKsizCl5Z3J/GLYRM4vVhVjqrBlb5wBhQ38dH8wCYqqbRfjnQuMdeAfStkPglIs3Xmek5okAkuO6xH448y097CdrDxIN9bnV+QH7NTxsAhc9CA7FgJlVDzVGB7CIlw5PeBhHeKNItU9uJ79GEDnyh6AqBBGbUDVQywlEulbIXtsnJuQAiMR+oRqwdW8pkMkdP4b4KwjdhjtanFJV+KQmjYdn+ib7Kx29g5ha2fSNWQlXD1ihPuGHGe1OOD2PFLv4XmdLjwWpc53SgCWps6krRJb9VSgkDkzRbJYFsGegAu2BhwKRl9Qm6SgW3mF8ruN7FukIw5cubxM5hbQVcqSHK+qpTCovBLgs+Zzk6mifiQYkjC4HpAqPYIe5gpMPMvrrMWGaJ0CizLMtVCK03bo9al9WzyjlO0JYr6svIqgdhvKWIrcR5COdAqmudbnbeqKBjs/7JsDJMmzzmKQ7FhKTW51z1w8uFUjmL2/nu6mxxP4NER5Ifw/hRS2hyVn0XvRYahSW7mRku3psDUrg76MXQSP5ybMlpOJnE/ZquttRggRRwGd0ujibOQ+WTwOEoeRPkcY/VT00YgVAkT5+C4jlZjdBSP17AlA56e3GrS5FUmcyTvBZ8B97Fb/xI7Qw0kAAOIlT5fCA2hiUD2brkapvDPZaFSTUnH4rXELVmRjiCrOFozJZwf2NamBxigGQkj6oBgpHumFaXEuiyOE/ytm15t96ZUsgIQSEJA/CiAzFE7xU/iuNDfqi/Oqu0ThzPnQWmgpVilkRGT9c4B6rnrD5EJ9Dt0FEzKx53lqzJUzbB3sBC9HLBByEO6R3YVOBpMGoMF5O2grsf7MN4F5qLa3ldRjUsEIjLOGbdHsmWGHjhNAIiUcJKJ0EZHsdBe3OHMuWxxU5iK12OVYLPqmVYLYgcPqDiMMsLjD0MJl0NQ2d32eViWDmPLh51RGqVqyqNhr0trOwnHtvxHWIj/aTYMYAf421fIDhXdYms0e0dsU91XXlY4AracNH6Yi3H3d4Ow3kdpBuu/VXjK+7P0l2aV92xvPA7+kz3Z/BnY6Fr0qP58L/qUG4Z4MuYU8ZzCG6x+/PmxsW0v7m/RNwRv+7+9HsfnDvW4fB/2OFe94VzJcsyu49Rm0tYJjX20zzhO83fBPtWYsnysY7XLHe3SpNMtkGltmTJez38BvV06srU1M1jw36Uj3Q8zRZRPT7NSKev3kWNaBinOfiv7Wr1RszYjIHv7f7H7/3f/PT4kZP+b49P/fF3lNiXJP9vkPhHEEZbeM2I9F8PCa39NUZNe5qWlaqKSvM/zFgLQg3kAuBywuGJUbNJ3G/MmuQNy+YjKhmNU5pfaNNO9go7WJgNvIOoKZT19p4fs4WvvZfZPKGIe2lv81gCBGuopQ3dM/1uc2HemN7Hna5D+07j3YnNj0kWtPV0P9+QGO6NKFYsyWpSdKzHRT6Hma04vfcDx6qBeSUMnel6P3EDwT40Qr6DID+83nU1/ZhrGMXzw4RYAv13qMkeNdcQQWm1JzNenGN0WvY/TLC6y/EPNV2pTz4MDV0wZqmnvvWUxVvedLetuL+qjnKv8wUpBNm+XfFhJrfzzMUY7OO9L7Lj+PH0kXD5waW+QQc8zz0vhspOtJ8biCEV/ldNilT/v2oqVXgUL8/e9Lwc1E99PK/0YrIeV/4VwBjBX+G79OcEW0/XffAnMij/+E9njv72T7FK3vBfP6Fw+yyxdaTga5UADMF4tH+oD7vsRKWwdOeY/9vx+KkiS7Y3LpaHWWn1OPHnLVxU6N4nf8rE1d7Fk8/9lZD9g1OCJ2zgXid/Gqfz3l0E+fYvsY9+/ovlpPzVcFvu37zwp5Kpu5w/Zf2fs5v6ge8fIIgQ9qwIl7GZlvYzefjRuFFYXdmVqX8gD5wqI+87VvRHJEUrOjHV8eQ/QNeGmzWDlbeebqsna8/B/jCd+Wmd17m6TkwOUAain8eOtD+OoIpo7Z8BdSu8eSF/sNfCne8xB4u1JwpzsucjLsUkh/4P8Ir7WCx9qDYkU5c7L7p7lssnsvc5KuTl28GBOJWh53nlMxg6s5H4GkNZTXT3gyuRVLf36dvj/w/oaHkp7H2j1NovHFviyOgdEoHbp9q6LCeIS76Ut4FJ/v94fsYCevJ2LhvzpOFpWk6U/qDl5mSvE+3JynARKXM35il+9HGpHr1VqVlCQ1CeJ4sFKUMPybyTsvCSWjihGhFAkgSWEUpuwWRywwpi4qwVX2ooxCrEFD6/ATuPz+dZZ/MBq3+DARLLU848oddbc3kxxCoUKt8a2TE3z0osrDFYozr0FmKBjpzL203ET2ltGSC/CQ5eMAROKE1ZOUxVScdOucHI9EicU9IA08FPYroLNj49nY1YJuPRR2AfgOqDiezBYiXaV/k3V/331KfcVWtZGSFloXnWaXSOK8ViepxwFYjlmLeaERESIyOcHSXlxULbwCqFazS6oJSBJH/DBRbTsB1UIj7PjEXxrLkKOU8KgLN5GBQSyWH6VXc85yJG8/YncL9dgxEXIFWFG9FlQmb3Tu634EALrPeM2AGDlTIyNRskgf2ZIX5yu3wYYAQjlPPLfI2Js/g8Ci8AxdtfsSBLI26KC5N3ATVMpqJiaV5nUtgP0I0d0QgzUpRrjeIs3Bj2YLht3/AL08YEunJJVZGuj3zC70B7Jb1Y3DE9gCwJzCOR7+VTMXKxSFoOGykSuW8gbCTis+rnd+D7cTvwRVEIQKzNn03uZph2hXV0WfPl5NkrequhKgYJGhiA6oFlNEF4Se/gpUv8Ca1VqWDgxUooMJpHXYmKkEyvexTH/YbezqDs0ijF5cN9HxO9G7rArvmoyMICBbA406+GW9wyANwDgxS8gNm83WGOFDABksqxEaqdsKU003MGodrqkSCMCfTV7rwZ6fU1VPpwzmrJ8Nc+pdFh+clhg/SRAO1GW5yZ0b2LKDWIt4cXxqno2A4zw0SxVdNcdW6RfhTi8T7IAyptM8zzaTN5c9gFr6TYyQPqhBcl9kuahtsWyDkcyo7ydNUxjLm7ZhEW4FfLYX7gsDh6FhhN5Ejw/dRZokheMSarsOXpGWBG3zLaahBQ83mZ1yRK2LwVEud0Ub6i1FWaKJNucjemhTnEPDFTs9UVGpUFZeUTHqxaunMb0TN7OwZGUeUuR62unX6gfQB+mF7MCNKJmSEdDZNgB7TihWU4+Z35HaqBYbG26xGsLoZIDQsVZvjRa7oMW1zqKjNQj6xWANfYNoMyhpjoUTIHld/G1dnrQa5CR1bKN0fVTkz53ZLnUof3mib8xZxPhRNy+KT18kuS/7EkYdZeoUj/5h+KJsaTC+ea2SahoL0E82+FVvE8AXOg94a+pCac+kmreuTYdOqKVErj/3mV+b/X4et/kKy/qJrZTw8gT4S70OuHWqMZnd/6EHBQ+ijPaeENDTLgJMuPPs14W6eXINzy6AA1kWNtU/bXmjua8niJObwQvKk3+cegcUEFYR70DNh/nUcIyXRx3arsaczUWjv2vRr2diKjzreZMFWtzwKp49JypyCS8Pu7BSZ4MHjsuPpRWp5u+wm1PgekjHeoDz536W1CpeNIOfN9u62s1tpuXB8h3WTK3cB8106kS57F/6gNUKldrU/raYlArgNqN/kQzpSwpMHRv8c1l4gX2/28Ip0RB8p0hyIQnxKofvN+d482+1m1Prhe5llSkGH72CZmm9LBYPhvfsZdPA8l+623kyK0DT4yS8NQMgD9Fqlro4ZKexIzfipuXc4jDZT2tMWMA+9tS5MOnhS6yxeiRNLrLsFG2gTs0Z62xJFVBhFQDuIX0+0Q+4GRrBY74uyjj88YYi+atw7XGlnGWAHIcs45nSYB/fWEMrscJ6WfE2VbjTKnrXK6quZx5VoiwnwsKmihVj/q0A13WWsuW0I/VQlCC78fV0m6WqdOcVV5ZnVUWvvwW17hQ/f69th2LuGK3LWfSDuQ/yCRR+KbK7xVHEtntpJUSEJ/ReQsieZtpKtXqRSbjeVPvvWJZrikkiWLbyyGBzwFeYQSKStdBg1glWHJDlMs5ADeGenZwBk1RQ7qBsSCixCefNv2QCRNsV6R9a5Ajt7L5+1GQmnflxE4fshxWesWN1yF15G4xRjHNHKvH1lXBlKIHA3gfjiBzny0f2o0MzIsczG7wCUgn7f52S2uOLA1zJq8r2VYbo3MA6oTN4QP/7wGD7hVqXVOImWkUdV18AYCB8KPlypdBqYPiIWBICwCHAUr6UjIwIgkIs7APgPa+HIhFji4rANhDMjov6EvG/JottR8yp8QWcUezJLCGYMVAKLG/oA0qxxoI5/ipvrj+AVUellEA2w22AcZVjV0xSyJ9lJQD0fvqzXQRkp7MK9RAzpQRSDF44hBxKMnc49i4gsN38Dg5HjugwNkj+822qqZVhgOZC3USq/5fcRP5PFwNJGDblHkyIr3Mft/U9KGsgJqQuErye2M7lhuZPZiWiGwxOFozC/zMSb3LQjkLLHfmopcGyGJ4s5IDluTZLttTtIQ8XuwmfJfGau7ALypgi9hBdHkX85GowtaFrMbWdwfQHgJfWRLScWNWcrHUeyCJOazOztRvgHkoLWrFfTFu1S1j/ta1nGLQfhZ0B61r7ZxSz5ynVPnIztamFYzO4DCPY6ZmwXz5oMUWKyZ3pIT4osT6uyFhoZ76TM5ekoOcJB1JSnst3FD5XRshsummY4B2DKhoQCQ7Luvi/ipfCCgJyZkpxyLLrW0DBbShRnd3aOjUO+9rnvwxEiSsXInrFkaHeL5uyToe+28oZXQqMUaDHbBpoJdK2A4QPv2MvZK+xlDVBrBOaJUdjhMonN17WVFARQJfko9RH4CmRhz9fN93wZYEqfdyLnTRgW7B7Yf3+NKSttH8WRGwQNntRX/4lyxsyfH2PK7FbphhjXpml9dJ0x1hl4bf15ygY6dbcbUdKSIEE7UnnBaYSd9SQfeEd0EI7g0V8RDzuDJeUKeKPsStxiiFxSZQ0uiZpO2KgzGgKzOYdUCoG7c9YvXYhgF1LgOV86vP7DLNtulWPwV3bAPV0gkzHBrhVEtPpbbthIcbhkdjgtr7s04Rtdu7bmo/JLIK44JC108O5G3nz5yuVncPmB+15q5yMXSqgLDVqPxYmn/02/RzDn2411Pn7kqfiC7lxmyuXDOXnvpk5aMo9z9GN+g0mxExmMbuyhg+yxnUqokfKYoV24oHTZslGjzy/hwM+uIDv69Ok50CTLvQTnLFLDFwFGxI3QRv446q45sMu/KgoWB+Ad1VJedcihEAgJgyB/Pn6I0zA6qczv2oT1Fdc+8+WNKTXOF8WdJz7rEz2SUEOYz70urMliAlPXbw5Jx1uquq7/51ZEHzqNeNfmyyUteuOp4Uu5Y4N9/NLPOt+Mguz3p4TMX386EvKBddf41I/Xz8IfYfUniZw3DQy6fs9RFMVjaAwDjQv98g8DeS/2ps9BFlU9aK2OHrH0GJiOj+xi1taWwPWzgdkCPCp195xkFiWOicoo80xrdAe6FBh7BwVimqfAlHGeH/VZv7jD3CpUlzi1vuPzR5gxa4285wr6NSoLTpt4qHTgyNJE5bB6uQzoWhf+3JByba5/++CaVYLnl1VyS3n1M6LQpna8GzZWKwMwwqerScx3tKo5dpXY/xBTqBRyHKfK9hAuWjkIjZIkunxh849vK3u+u2Slaw0Q9epFb3Lp7PIso/OIIfdOygjE53Nx4cTHts3OHxgiDP9siX9ezZPxWdMSFu+IPTq4ew/5o/hY47myd8RzB3qOeuSGMboJcGFYJRn8+11zCHLjTpjpKfTb0/ZSCYu3oA1H0vnn5ZuSKg9eOOPQch76XZczUqld4hR8eNcgchjbVZeyzWZ4sACncHIHTpldOLYKRdu7KJYFwStoZ2H5dRX15q3eescIizSs3AEiO7f06FvMkIMSBlUpmN1akzaD/Bi8qVsOdgZUficXcrH+YNK/k1shwOcfOJB6parWwq+MkxEKB0BgyFsH2Hr5Ytpgm11p9lBqiTyLJEfU1prr+k5kPOBFfhlnjid5Fk9cRvVVIEZLfcGpm3RN3eGZoXWZibrV+X3glG8m2MK+S8OTkKGaBcaB33e+DjjY2wbboVPlyvsu/nIKTyUSCHNgYZlhYHwtWl4q1sPidmtyWxfJmWJLbVYllDDlllirXOtuIjvZqrfAmaWuY04xJ4c+hXK2QJSeHJ8kfw/iBTs9GscOy0cR40DUK/EI+6qes4r6CjUaKeNZCM1beOL+fHJa5BOWLjgDhCa0V49nX+uj7W4CmONtRhschqPEO1NjYJZyfDfuyKGCtx0GFgvwvuCtNY4+Q9VCSJPDDKffEfQPbT9M5PlGkZVk6A05adgm5BumcGRPSSx0379LN141ieF3nAPxYKRQAbvRAgQDAL1I2cqG5Hd6TmywY83z5ieHzM1WyuJu5bcDB6oWrf1Y/CvBPgmoxUl6lzkr2OKWIISjGTNPv7EUW0ATbtJNL9FmhgO18QPgYsWItdykmj0LeRQwquQ+fHKdhb3ctB7zBXt8mt5dNPcXgKsxofzJZ4kcylMKwYOZ81Jv02q4uw28K7a5h52DkgGUjBHu3jtHdxaBQbKzj5L2vKzqxZb4ipDIonwRWkSVEz5OlDO9u2Ergakh/Yjiz0BpZGA5tE1qJHagypOpY+JvrnyyQzgUzd3OPHvnq0ZJnGvuVlo6dchizF5V9ZBi7lF/amLSSqzOBla6E4amfckqBAeWUNsV58MAgupZ8O5cPnJ/dAMLq9PP7k+1VYlkXudC6zetU65xZpHPQ9ZB6VRKTt1A2tW7V5HO/WaG1sPg7z1JGEZT0iIgPcMWTCeu0+E7Wr6qj/GeW/NPtZ9JfAP6wb/ZvCzvciFWesFsAgtR+/F+B3loQqo2euAVxxp1NBlv702SZjsuoL4t1f/BN/39UgMKSzP4bQpm9TRZuzZdZ8oWE0VLCMnegmuR3wxJdaOwZc6fP3XG8KDXXGk+2ZxprqWZNstfVjVA4QmvY8lwH/NP9Xv8iv3Y18EV53RUGdS6pN2dsmXgcdzH+1VeqLiz4HfSqLUFfT2rb/BzRAt+Pfiy33S2/SlcbQ9v+8WLLx1yS1ukwq8/zWL3knn9v/yc9uY1bfO4PE7wKdlfBcRs2vYBj0uvypgQsreSHixOy2aKe9Ba3uI2iCVv3PHuVr7wHw4maxOnHLz4XiWInf7KIRiumDy7ZMnGr9vzdKQe/1GiCwO7dF58LR0emvXNLfCNB3vTT5peAXwL+/xnwVjiO4DL3EwoUePXfiapcwYzH/DVAT8IJLPXzWhUh8f+OIkFAHyQ5ukjNUqgg8YTzK03Y+j/vlJCY2TZSjomfjeP9CeM1d7U3dmvCov8zNqsMfjiO08zRPkx/799p2rbIm7yYjybr5QbIa5rLadrb1pTVxfy5XEKiX6rIS8AvAf/fBVwvvpNq/6XcvmPU2lz1PMBqc0fmTzNefVj0Yqk4vN+L+Y7/x18n5BqHn5/AXe+EZc4MQkkBMLN2AmbD5UQm6EvlDMzjfFf47k16vrHPghD8Nz3tNfUYnQ6jOnj39gmBsPIgg1XrxPsOV7jSIJPx2lD+xOL0fj8m1x0TD+V2Csbk9HP1BG/WXe6F+uHBxKQP540J/jpqgk083L3yF1KeA3PHvZLrrkxsWqnYMLYyX0U9h26xWzU2GV5CegnpvwJSGx7sHnsKEYFkDfW6dzSYh37aoJWujJz/4vjuhOHBlUg92O2+P4OndbgfEqBbvO++OENNrxh+oHuyV9he63XSPlVUWjv70z8O1XeRo6eEHfgJixNt+QMaVz5gqQkCI362nyxuW/AHBK6yuKRi90MN5Q98WrnFmPgOlrld7/yqumrrH4aMddX/S0Dk9IxfD0U0O+mnY4jezozqwpoXZVylKCzGfCUnvHPNu4F3nsdPkfxB4lFdyFmtQS+17iWk/yGQMLTKKOfQBuc+a9qO0VUvt82+JHlJ8pLkJclLkpckL0lekrwkeUnykuQlyUuSlyQvSf5TEvcG6rbBb9+rlQQHPLdTfvjnTVSCVa2kKWHfDSl08TnYd3+/j9H0/QZ8ukmTrGwvwb7X02tbmyOcE4ql/He/Mu3qEA19L7D96jG2Qf7hf90e/Gsq8cgBpO1Rr3t0dU3HcJlQJB2+QjV3ZBpv5QJv89AIalhHLzhG9XSh6Fy8OcQbstS5N46v6dtEbxc3iVmpWuBdhHNdfzIfgZPZ+xIFtVBB4lpk7+k8wJcXamWMTe1Hco6qvEx39m2dYd3MjFcDklmqkKq+BB8os1oBcLa7aN27BX/wenqvAWzGl1wavR2BT0LVxPe5d72p3cfN8GvtyQKrRn3AC8/od2++U6D03WFQ/Uw0u58wfGFD7a+VXcY1xMR09Re2kgIDy1yjZd2JBftqHNLooaVJ/kZyaq3VKJPZgsu/GuG0l4GEL6z40DZw7GgL6NdrBgu29XSGa9xitmYN/WRvVeR0mUhlf7V+Da8YqPYDxmDlHHp8pJzZNfLl4ShpquHBFX5tYFYLI9Njd+f9cvbwSLnBQMfqkpGlFGaz+wUGafBe+dfBbPSP7uNn3szuEUfZZosKDAUKneHdKXXieIlEkjDXOvtGoXljFBr/QOy07ChU8EU1KJydaxQbozwjeJNdot/bMHPp2CusypDI71i9a9QJVe+xeeWDn4a45CacmrKwkkclYaY03J4lk287HEX9IKsinpFHfRI49ay4PKqfdylfaU2az6UGyk/B0eVTb8IqQfOC6MLlGS5B0fcR0VKEHJtOXkjEKwa2lGdsWXbQ04dV0GvF68gw9FZVPi+dGa79WayGuMaokpN9dLdqllk+vdarxEV+Pw5nLrtcyGMh5U3hBUhtewqXS48P+TyqHouz1hvvjJpRq29aUsKXAQpw+xHMR4V0zOof6ScXSRE7g4mEN7HR5exE9OhstZlVr4BSltV0wEL4iTU03MjChjkdESYpP8zTfTzCLI4P2UQtDryLd5ztDYqcyaHUlsk4P4nTV5Hj7qIi86jyQEEIP3d5QljowWK+vaOAnhw+1KAw7F/ENXiBeKFBKa/Ll64uG8Wn1nb0QlGrTHbGzEpz7eH27rm7jJkf1DStu92Bc9nh6Vzkxo4BrfBGEcuzqLItfqONkWGCSEX0wTz5vcNRVdcQ/KKd9/IU04prK7U1oSE0ihnJLa5RdJi/SC0uPlhrdMHzGT7txZpf60BVmqe5LDiuyub1eFel8parx5XRxxGE42xPVN0z6L66iAJ09XqPYijNn8JRvYv7kH2NGTIf7WxuYlgtLYNXbaE4vm4UBKrrLNZFYAIozXpi1Fz+jZWTCJx7E5WANaIg4TNHe86ZEUPPs7XuwZaspoO1ie4joQYeknlnOSXqyt7Bq4fbKQrp0Fn0WUF2VHsFPbm9jO+SCUS8jwIpHnzQ+JiYfyvetgJVl7FPR6nXh6yWQpkzZT7km1xoEZu0k4mYPAQLBVWYv6ESZ5qFftPInxM7KOGLUE3S1aZ0JJSSfgxwn3LkfmGE6t5AS+OInGfc51P1pFDH8FG6zwBvxSZ6qa3Rd2lCmtYlHZPU5Zk8G0QuR1LE+f7RvV2CfPdae5MmQ9cPslCpMRrJGViePG7foWHeq14g0KKimIHhXGWK7WEajNwtXjilgb49LDJJwhrxeqOgM5mYOJKJy7rNyLTtmJYNWUtqw91qjQe+rFaQL0x5cOmuFLnC70tl2GBjn3FIOMgXUmnsXjIyVLawI9qejc7UupQb9ZZxHmLN4Sh2S9sKlzJWtl3O7L+hb87W9lbX3B1XmBxZMsYqbETpXp+zB5q5HxywYPsHKi3JXTVaez/fHrIn/eRZy6BezOs990Qn1VVaUljqtaYb2+7SsDN57+PlXW1yMpcXEM1z/Svru6CRfD5fAEw3+ybyCPPQicIqpX6n+K5WtlvzKo1ossPkDFjD8qNR8+p5l9CZNgj4qdMN1WAgvef5K8wnQqGQG0DV2jGwXB3Zt4F8Xq451sty+RK/f1pqvIUEoPfJGflNH05ZzXkLtruXrVNeoo9YhJ2jSgo4bzqwlwFX68kui2iMC1kkFwj5iZEOODOKiOA0FxZxvAtOY2cLeBefKIdrHpqN2iW0v+FQVjbXSV6Stxxd07x3o+EA1oVHYSjbcqVcZFv6/ZhJtFhk+xXKdbapydr9rmaXF0n7xX1k15ByEX9Gwa3A+vM3mG0wHJ9D485Jsg09gr1f2mW/XDDv1ELB23BRgU65R2HoX2A9sTBWdAzeAOA6UlvEISglt60e8Od4+4P9GfX+Au2TZBHP8stt/DxXBrAXrDQCUHxjMOMSRLORzmz0u0x/SHGmLRwTFnpLgUJIwo5rnwOTbSFQoIosFics/Bm4FJvhcUvGNl/lD1y+kI5lmoSCcI4VZjvz1SlfJYXoeYz8SZQzhLZVrd/lFlUlhDFiaVlQup+KxPGsW1dQDF0/xFrvSh4eyWO1vFKL15rUkas2TN/5UQJ5bFbs5gkE3+c6c/pD47PGVkmzWy0goT7MIyDlt73lcfAN03MVfDCSmxzDOkknbFcsTwxrS7aNxHM5uOFNqeoEyhnLNrCiAfDZ8Fp1nIYoQswHTvkGCl6v3rcJpIzJgtKpddq1SkTG49OD6JyzjEhiUfsUxo1eK/2wHXnqrJhpOysv7c2YM6bxWRfp6aY9c8e+p75N/dxkWjtmmP0ul4/mp2wEkXVwsA02txRm1517jc8pm53IO0TbPXK5EZMnL6e3xZlUl7ZUKu+4nN2x+QizRQyCEhcs9okY+79Ku3ilQJdCMQXsdopoKkXZu1bGYgxR7mMIN2uSTVWi2r7ek0amfo2kKzAxxHpFO3pl0AALiXEpmN8Vr5Z8rvPoSnXXn+Cc4YS4zpuXBU3pLcJQ4ZjXPVc7fCVxndMjGd4ycKyYfNNXbgkq+RybJR0WLC9Vf4QruQPjIHwJ30kdPg3ogHHNypUDGPbfFkfz5HqKRCqJooyobq9SyBL3wQRaAwIH7nH1c2WaH7pdrpKtT2PrmTe56J/zJfpwY4hsPRFH+77d5+mbajMYvBmdkWf9hfELx3Y8CjHu8c7vICWOPENMkXOCz3TdhMvkBoMh+9m6C0Yaqa2EOuLqzdP2uHIJLmFrmfP6UNSU6i7sR2n25N5Vz8Qax/RTUKNX8+E4gLDXVxVVWG2Yd1/zsxhO8lXr/7VTQ8ylUqT9KeVrpjatfQ7TAOlVkgOYO1O7p7TXCZs2rnlwZ0TiNUm8BM9uGo+DqCKB0MJbI8E7DhyJIoxZQ/ajKGPG1lH90ahV968WFRSDEXdLMZZVkP6iuPw6vWZRSQW8b3Rmjs8dPNLN2pkucrQjJCOchiLI58gVFlu9/t16Bb3YfeJS3L6ZIIW5bpeABwe7f3Q/3HeA3QooyUcG+croJhxnEEd1vzDSeGjkaTaB6VB57a0IflRp5CtuS5F1A05m1JK9cvND2FOd6gk6vnks6ubXLw/vSEwdWfVbNLnUdfPGwhraeDxxHyh4oNa5vGR66Y6li+WCWHAZRD3f1Ua+nC/iEQ7IFT7bO1ByKWTC2Po+tDLH1AC47mDW884BbYAQBQ5AmMsN7tO90OWCzUv65zmY+I4gvGyrf0a2ZUdOeW7vIIasIeZw5s93FDZ17YXrcGakoxPZ7Mo+FM6nXs6nvV6OR16tELeOPy1DstlkT4KrzeScur0eORttglMWhK9cO4jJM4p62S4HgI4VXajvnJ2dkrr9cG34+JLE1uspUam14z48z5VrXuoRxFahrEQXWHU1mtWzpke/0yctXiOZ6UoGe0Qcq0gpuHLdD0W+Es2Lgaq6UnS7hTKHQeaoNND9KjE8/l0pCRXgMiqdk1EgM/96Zuck/w2l5b8nQm6pRl2Z2rkxtX180u82sAe+7xFQqxZaw9yTVrqF2qOP2Spv+jZSRKvddc1DDfN+oLLeJ9nvD2X4SeMbwbPPVo2vg38HEaYVEX5ANBigWeYowYBgLCbgxg05ld5yFR6rUo5H0/RH+6e2En6K32IKcUVI4RaovNRoBR8foCffEqcffw675PWxxU6eyOJ83cdkMq1tWmmrVpYe/1vCNaqSlYwlXDcO2rdl2NpTDZiFHVWSQuQaAk19FFgTq0XzWyDkBQbSNeBAsPvAzE22k/lqQULVfKvFFUXjW8i88CK2jR+rITL0odpjjgMfc8xpHLNuuje6HM3jfP44pTyzfc0UbGFEUDf0hdqsiK3XCg6xNkSfi3IUeo6n8Sm27T3TdyGtbkw3mgnC6AxNL0Pesu5h1/a1Yy8zZ58YZoQMFstGiqmcET7nmCfVr4pjAzhM9UFgjb3f6KCNulQHZw+YQtdCeBfXv44l41WWnoe9rtpgBgfYZaKjG1Iq22irbAgq0ixFhdMQhjyp4V1bpsycSU1MV0S2zsDOVBW07TL/3faFLXw2zsW3WKmw+fsjprpPj6vumXdAs7umd1Mke4phXRhc3wp2Y9iHorpnmpsS2YM2Ywfzp+KOw4XH6jI7BksGDfUpYJCa5S4o94ZA3xQEep6o6d8U6c8AydW580BihsYDN8wtLb6qFB7deZkr42DZfjh2lFfxGF8OsJp+LMZdnj7K8P/JdC1f0b/pnAMiyaPB7guWRio+OdV9emZ7dYrhfV0CfXuqr7ucPJX9VxXtUJ7AMXSuZ+x01EnZC1Kbtkqe/vhmz7cTv202PWEDeqwwDt5csUeq63Xq1eP1d0VOOHYZElfqCpTOdeWvjZXe83cCfrXBtNXuewLNJRzHyNDqsbHSPustqiA5KoVC51Tlt5OnzkEXvOW+/umq9SvLPv7yn/8LUEsDBBQAAgAIAGQAjUlooHo6TQAAAGsAAAAbAAAAdW5pdmVyc2FsL3VuaXZlcnNhbC5wbmcueG1ss7GvyM1RKEstKs7Mz7NVMtQzULK34+WyKShKLctMLVeoAIoZ6RlAgJJCpa2SCRK3PDOlJAOowsDYGCGYkZqZnlFiq2RubgoX1AeaCQBQSwECAAAUAAIACAALZ4FG6W7bZOQDAAB0DgAAHQAAAAAAAAABAAAAAAAAAAAAdW5pdmVyc2FsL2NvbW1vbl9tZXNzYWdlcy5sbmdQSwECAAAUAAIACAALZ4FGNRrQWs4EAAD0FgAAJwAAAAAAAAABAAAAAAAfBAAAdW5pdmVyc2FsL2ZsYXNoX3B1Ymxpc2hpbmdfc2V0dGluZ3MueG1sUEsBAgAAFAACAAgAC2eBRp9k43WyAgAATgoAACEAAAAAAAAAAQAAAAAAMgkAAHVuaXZlcnNhbC9mbGFzaF9za2luX3NldHRpbmdzLnhtbFBLAQIAABQAAgAIAAtngUYKEe9qogQAAAUWAAAmAAAAAAAAAAEAAAAAACMMAAB1bml2ZXJzYWwvaHRtbF9wdWJsaXNoaW5nX3NldHRpbmdzLnhtbFBLAQIAABQAAgAIAAtngUaFMCthngEAACsGAAAfAAAAAAAAAAEAAAAAAAkRAAB1bml2ZXJzYWwvaHRtbF9za2luX3NldHRpbmdzLmpzUEsBAgAAFAACAAgALmurRhra6juqAAAAHwEAABoAAAAAAAAAAQAAAAAA5BIAAHVuaXZlcnNhbC9pMThuX3ByZXNldHMueG1sUEsBAgAAFAACAAgALmurRpQTsyJpAAAAbgAAABwAAAAAAAAAAQAAAAAAxhMAAHVuaXZlcnNhbC9sb2NhbF9zZXR0aW5ncy54bWxQSwECAAAUAAIACABElFdHI7RO+/sCAACwCAAAFAAAAAAAAAABAAAAAABpFAAAdW5pdmVyc2FsL3BsYXllci54bWxQSwECAAAUAAIACAAua6tGNdvZrWgBAADzAgAAKQAAAAAAAAABAAAAAACWFwAAdW5pdmVyc2FsL3NraW5fY3VzdG9taXphdGlvbl9zZXR0aW5ncy54bWxQSwECAAAUAAIACABkAI1Jh2+TOWgrAACzVgAAFwAAAAAAAAAAAAAAAABFGQAAdW5pdmVyc2FsL3VuaXZlcnNhbC5wbmdQSwECAAAUAAIACABkAI1JaKB6Ok0AAABrAAAAGwAAAAAAAAABAAAAAADiRAAAdW5pdmVyc2FsL3VuaXZlcnNhbC5wbmcueG1sUEsFBgAAAAALAAsASQMAAGhFAAAAAA=="/>
  <p:tag name="ISPRING_SCORM_ENDPOINT" val="&lt;endpoint&gt;&lt;enable&gt;0&lt;/enable&gt;&lt;lrs&gt;http://&lt;/lrs&gt;&lt;auth&gt;0&lt;/auth&gt;&lt;login&gt;&lt;/login&gt;&lt;password&gt;&lt;/password&gt;&lt;key&gt;&lt;/key&gt;&lt;name&gt;&lt;/name&gt;&lt;email&gt;&lt;/email&gt;&lt;/endpoint&gt;&#10;"/>
  <p:tag name="ISPRING_PRESENTATION_TITLE" val="极简商务汇报总结计划通用PPT模板"/>
</p:tagLst>
</file>

<file path=ppt/theme/theme1.xml><?xml version="1.0" encoding="utf-8"?>
<a:theme xmlns:a="http://schemas.openxmlformats.org/drawingml/2006/main" name="第一PPT，www.1ppt.com">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方正姚体 Agency FB">
      <a:majorFont>
        <a:latin typeface="Agency FB"/>
        <a:ea typeface="方正姚体"/>
        <a:cs typeface=""/>
      </a:majorFont>
      <a:minorFont>
        <a:latin typeface="Agency FB"/>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9976</Words>
  <Application>WPS 演示</Application>
  <PresentationFormat>宽屏</PresentationFormat>
  <Paragraphs>332</Paragraphs>
  <Slides>22</Slides>
  <Notes>22</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22</vt:i4>
      </vt:variant>
    </vt:vector>
  </HeadingPairs>
  <TitlesOfParts>
    <vt:vector size="52" baseType="lpstr">
      <vt:lpstr>Arial</vt:lpstr>
      <vt:lpstr>宋体</vt:lpstr>
      <vt:lpstr>Wingdings</vt:lpstr>
      <vt:lpstr>Calibri</vt:lpstr>
      <vt:lpstr>Calibri</vt:lpstr>
      <vt:lpstr>微软雅黑</vt:lpstr>
      <vt:lpstr>Kartika</vt:lpstr>
      <vt:lpstr>微软雅黑 Light</vt:lpstr>
      <vt:lpstr>黑体</vt:lpstr>
      <vt:lpstr>Agency FB</vt:lpstr>
      <vt:lpstr>Trebuchet MS</vt:lpstr>
      <vt:lpstr>方正兰亭细黑_GBK</vt:lpstr>
      <vt:lpstr>Open Sans Light</vt:lpstr>
      <vt:lpstr>Segoe Print</vt:lpstr>
      <vt:lpstr>Open Sans</vt:lpstr>
      <vt:lpstr>Arial Unicode MS</vt:lpstr>
      <vt:lpstr>方正姚体</vt:lpstr>
      <vt:lpstr>Arial Unicode MS</vt:lpstr>
      <vt:lpstr>Lato</vt:lpstr>
      <vt:lpstr>Gill Sans</vt:lpstr>
      <vt:lpstr>小米兰亭_GB外压缩</vt:lpstr>
      <vt:lpstr>Arial Narrow</vt:lpstr>
      <vt:lpstr>迷你简汉真广标</vt:lpstr>
      <vt:lpstr>MS PGothic</vt:lpstr>
      <vt:lpstr>Agency FB</vt:lpstr>
      <vt:lpstr>Times New Roman</vt:lpstr>
      <vt:lpstr>Arial Black</vt:lpstr>
      <vt:lpstr>方正正纤黑简体</vt:lpstr>
      <vt:lpstr>华文细黑</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灰色极简线条</dc:title>
  <dc:creator>第一PPT</dc:creator>
  <cp:keywords>www.1ppt.com</cp:keywords>
  <dc:description>www.1ppt.com</dc:description>
  <cp:lastModifiedBy>Lio</cp:lastModifiedBy>
  <cp:revision>12</cp:revision>
  <dcterms:created xsi:type="dcterms:W3CDTF">2014-10-30T16:24:00Z</dcterms:created>
  <dcterms:modified xsi:type="dcterms:W3CDTF">2021-05-25T04:09:03Z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FECFA1BC0CE94C80AF8985A9E7325469</vt:lpwstr>
  </property>
  <property fmtid="{D5CDD505-2E9C-101B-9397-08002B2CF9AE}" pid="3" name="KSOProductBuildVer">
    <vt:lpwstr>2052-11.1.0.10495</vt:lpwstr>
  </property>
</Properties>
</file>