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image/png" PartName="/ppt/media/image2.jpg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'1.0' encoding='UTF-8' standalone='yes'?>
<Relationships xmlns="http://schemas.openxmlformats.org/package/2006/relationships">
 <Relationship Target="docProps/core.xml" Type="http://schemas.openxmlformats.org/package/2006/relationships/metadata/core-properties" Id="rId3"/>
 <Relationship Target="docProps/thumbnail.jpeg" Type="http://schemas.openxmlformats.org/package/2006/relationships/metadata/thumbnail" Id="rId2"/>
 <Relationship Target="ppt/presentation.xml" Type="http://schemas.openxmlformats.org/officeDocument/2006/relationships/officeDocument" Id="rId1"/>
 <Relationship Target="docProps/app.xml" Type="http://schemas.openxmlformats.org/officeDocument/2006/relationships/extended-properties" Id="rId4"/>
 <Relationship Target="docProps/custom.xml" Type="http://schemas.openxmlformats.org/officeDocument/2006/relationships/custom-properties" Id="rId5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7" r:id="rId5"/>
    <p:sldId id="278" r:id="rId6"/>
    <p:sldId id="279" r:id="rId7"/>
    <p:sldId id="270" r:id="rId8"/>
    <p:sldId id="274" r:id="rId9"/>
    <p:sldId id="280" r:id="rId10"/>
    <p:sldId id="290" r:id="rId11"/>
    <p:sldId id="289" r:id="rId12"/>
    <p:sldId id="271" r:id="rId13"/>
    <p:sldId id="283" r:id="rId14"/>
    <p:sldId id="275" r:id="rId15"/>
    <p:sldId id="284" r:id="rId16"/>
    <p:sldId id="272" r:id="rId17"/>
    <p:sldId id="288" r:id="rId18"/>
    <p:sldId id="281" r:id="rId19"/>
    <p:sldId id="285" r:id="rId20"/>
    <p:sldId id="273" r:id="rId21"/>
    <p:sldId id="282" r:id="rId22"/>
    <p:sldId id="286" r:id="rId23"/>
    <p:sldId id="287" r:id="rId24"/>
    <p:sldId id="29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96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2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420B6-57E5-49F5-9A57-E062BC6D3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A28E1E-709E-4CCF-A5E9-B6E730E60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D23DB-A99F-4AB9-9A82-5643F31B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DD642-764B-45AD-A65E-E8408F94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30C13-F7F0-4E10-8AC3-BF68FABC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3729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9C797-2406-459C-88CA-573A77E2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9FD24-8019-48F6-A40C-90EF1445A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7FC8D-ADD0-443C-BA8E-D65A020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94C8EF-AAA6-49CE-90F1-AFE74985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203010-5630-45E6-A452-49200B9B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18834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D52EA-5BFF-49C6-9DB7-E1DD0095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C90090-CBC5-4118-BCF4-E46C3D39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33D92-758B-4E41-A16A-D2A6F202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0D0F7-FE5C-4A21-8589-87984CDD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411A0-F502-4393-863B-0ABE1B8B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6543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C300D-49EF-472C-BA67-6B1F5BE4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9D50D-FD72-472E-9DF1-9DC8E34B0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00A69-9106-4A50-A5CA-AC5171056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AFA761-740C-4FC2-A5CA-2E53366E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85541D-1BB6-432F-8E7A-0033391D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13C39C-4D03-462F-93B7-CC08CE3E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35252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842D9-6CFA-4F69-9BDD-4CB14D65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F7E5FF-6AF4-401C-8EC5-1BA502EA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9AAA99-04C3-4214-8C4D-8505E3909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A1FFD9-1739-4C5D-A4E8-8699C88AE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896CE2-3986-4D09-84EB-5482E1D10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490952-B645-4178-830E-1543D63E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036C37-8F45-41C5-B506-84E6DEB9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C09D74-E6B8-4264-BBAC-0586FB62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12733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602AC-20D4-4284-A83A-F5C7A3EF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05EA20-A7C6-484C-B6F1-61DD95B2B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AC6FF9-1869-47B1-93CC-5CBDC9B7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343C75-6F60-4A18-B775-2993DB85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13678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671D50-EF29-4023-BE7C-82483160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B10071-9834-4B7A-9B4B-D63FD8EB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9C8F2-A7C0-4072-B0FA-1242AF82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4935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B8735-0940-49F0-8EFB-D93C56C2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12FFF-A2D5-4D7B-ABD5-651E976A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1B893C-02D7-4DF7-9A37-89714D57A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D85C9-157D-4BF8-AE8E-0EFD1044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31519E-C7AD-4CEF-94DA-3E0CC72BA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BE1941-2CE2-4545-ADD6-6D62D5AB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6585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6B13F7-013B-4194-BBAE-2FADE5B7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8A6EB8-A2EE-421E-9E2F-94B941013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45D1BB-5FDA-4BBC-AE7F-A3B6C7B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1B1C9B-98F2-486C-AA07-C08C2C72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F77BF-1D6A-403D-9334-980DBAE7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B90598-8FAD-45E0-A2AE-F0BF3AF7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1272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4F8FB-BDF7-47A2-8A4D-DF72A670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FC6C23-5D32-4A4A-B8A0-AF7EE48D8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9E140-2DF3-4AE7-BA04-0BC28B00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71A42-D801-422D-9E0D-914A373E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114B6-73AE-4B7D-B9FF-657142D7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7354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ECFD34-BD5A-4EE8-80C8-06DD16736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8BBBC6-0D9F-4AFA-987A-EEC0B3C60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79AAD-AC28-4ACF-A84D-3481234D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4007C-B729-4BB3-B664-89FCA248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CD4D5-81BB-47A1-8A2C-9653E9E6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70253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2A6C0A-0D57-45CD-9F5B-FA433F43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A3525F-E175-415A-88FC-B32290B94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05801-F51B-43EC-9A37-E2F864B70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395E8-BFE4-4136-9270-09AA5F38CAA4}" type="datetimeFigureOut">
              <a:rPr lang="zh-CN" altLang="en-US" smtClean="0"/>
              <a:t>2019/3/10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DF5208-0FCD-4BD8-8D95-79395AFF6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D1404-BDDD-49B3-97B0-6629B84F2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101F6-C45E-491C-967D-0AF9BBB22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07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BE8E4A9-CB62-4D6E-AA40-A3A7A96FE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0" b="281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464D367-57F6-4FAB-97F1-BC77E0A4CDF0}"/>
              </a:ext>
            </a:extLst>
          </p:cNvPr>
          <p:cNvSpPr/>
          <p:nvPr/>
        </p:nvSpPr>
        <p:spPr>
          <a:xfrm>
            <a:off x="0" y="-8677"/>
            <a:ext cx="12192000" cy="686667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124EE76-CD5F-4FB8-86EF-623CEDDAEB7D}"/>
              </a:ext>
            </a:extLst>
          </p:cNvPr>
          <p:cNvGrpSpPr/>
          <p:nvPr/>
        </p:nvGrpSpPr>
        <p:grpSpPr>
          <a:xfrm>
            <a:off x="1012286" y="1478573"/>
            <a:ext cx="4711701" cy="4229100"/>
            <a:chOff x="1181099" y="1181100"/>
            <a:chExt cx="4711701" cy="4229100"/>
          </a:xfrm>
          <a:solidFill>
            <a:srgbClr val="16593C"/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623D8FA-B74D-42C4-ACAD-CD8DCD0D0BDD}"/>
                </a:ext>
              </a:extLst>
            </p:cNvPr>
            <p:cNvSpPr/>
            <p:nvPr/>
          </p:nvSpPr>
          <p:spPr>
            <a:xfrm>
              <a:off x="1181099" y="1181100"/>
              <a:ext cx="4711701" cy="42291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13EF629-33AD-4882-89B0-D52B1A2B7C63}"/>
                </a:ext>
              </a:extLst>
            </p:cNvPr>
            <p:cNvCxnSpPr>
              <a:cxnSpLocks/>
            </p:cNvCxnSpPr>
            <p:nvPr/>
          </p:nvCxnSpPr>
          <p:spPr>
            <a:xfrm>
              <a:off x="1619250" y="3609975"/>
              <a:ext cx="676275" cy="0"/>
            </a:xfrm>
            <a:prstGeom prst="line">
              <a:avLst/>
            </a:prstGeom>
            <a:grpFill/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4678A7E-D070-4974-B110-4C8439498DC3}"/>
                </a:ext>
              </a:extLst>
            </p:cNvPr>
            <p:cNvSpPr txBox="1"/>
            <p:nvPr/>
          </p:nvSpPr>
          <p:spPr>
            <a:xfrm>
              <a:off x="1495425" y="1647825"/>
              <a:ext cx="4019549" cy="143058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20XX</a:t>
              </a:r>
              <a:r>
                <a:rPr kumimoji="0" lang="zh-CN" altLang="en-US" sz="36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年</a:t>
              </a:r>
              <a:endParaRPr kumimoji="0" lang="en-US" altLang="zh-CN" sz="36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中山大学毕业答辩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730077A-F88C-4116-844D-7EC562877921}"/>
                </a:ext>
              </a:extLst>
            </p:cNvPr>
            <p:cNvSpPr txBox="1"/>
            <p:nvPr/>
          </p:nvSpPr>
          <p:spPr>
            <a:xfrm>
              <a:off x="1495425" y="3992533"/>
              <a:ext cx="3486150" cy="106439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指导老师：某某某 </a:t>
              </a:r>
              <a:endParaRPr kumimoji="0" lang="en-US" altLang="zh-CN" sz="17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答辩学生：某某某</a:t>
              </a:r>
              <a:endParaRPr kumimoji="0" lang="en-US" altLang="zh-CN" sz="17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专业班级：某某专业某某班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41043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FCE04A-CB63-4E7E-9461-F0871BBF1721}"/>
              </a:ext>
            </a:extLst>
          </p:cNvPr>
          <p:cNvSpPr txBox="1"/>
          <p:nvPr/>
        </p:nvSpPr>
        <p:spPr>
          <a:xfrm>
            <a:off x="1362157" y="4047116"/>
            <a:ext cx="37140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  <a:cs typeface="+mn-cs"/>
              </a:rPr>
              <a:t>CONTENT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庞门正道标题体" panose="02010600030101010101" pitchFamily="2" charset="-122"/>
              <a:ea typeface="庞门正道标题体" panose="02010600030101010101" pitchFamily="2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3F0705-676B-4B52-A39E-37AE573496D0}"/>
              </a:ext>
            </a:extLst>
          </p:cNvPr>
          <p:cNvGrpSpPr/>
          <p:nvPr/>
        </p:nvGrpSpPr>
        <p:grpSpPr>
          <a:xfrm>
            <a:off x="6112206" y="973795"/>
            <a:ext cx="4356436" cy="710565"/>
            <a:chOff x="6412407" y="1613086"/>
            <a:chExt cx="4356436" cy="71056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AC84668-05B5-4C28-926F-1D8E5F916F1A}"/>
                </a:ext>
              </a:extLst>
            </p:cNvPr>
            <p:cNvGrpSpPr/>
            <p:nvPr/>
          </p:nvGrpSpPr>
          <p:grpSpPr>
            <a:xfrm>
              <a:off x="6421596" y="1639162"/>
              <a:ext cx="747694" cy="684489"/>
              <a:chOff x="1081651" y="2284965"/>
              <a:chExt cx="747694" cy="684489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CBDE82F-F27E-4D6F-8B98-43985EE1210E}"/>
                  </a:ext>
                </a:extLst>
              </p:cNvPr>
              <p:cNvSpPr/>
              <p:nvPr/>
            </p:nvSpPr>
            <p:spPr>
              <a:xfrm>
                <a:off x="1219110" y="2359219"/>
                <a:ext cx="610235" cy="610235"/>
              </a:xfrm>
              <a:prstGeom prst="rect">
                <a:avLst/>
              </a:prstGeom>
              <a:noFill/>
              <a:ln w="22225">
                <a:solidFill>
                  <a:srgbClr val="16593C">
                    <a:alpha val="9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5B9B32-5A0A-46FF-82CC-2BB02F944DB6}"/>
                  </a:ext>
                </a:extLst>
              </p:cNvPr>
              <p:cNvSpPr/>
              <p:nvPr/>
            </p:nvSpPr>
            <p:spPr>
              <a:xfrm>
                <a:off x="1081651" y="2284965"/>
                <a:ext cx="581660" cy="527643"/>
              </a:xfrm>
              <a:prstGeom prst="rect">
                <a:avLst/>
              </a:prstGeom>
              <a:solidFill>
                <a:srgbClr val="16593C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7C53882-7027-42CD-A5ED-325EDB88EB21}"/>
                </a:ext>
              </a:extLst>
            </p:cNvPr>
            <p:cNvGrpSpPr/>
            <p:nvPr/>
          </p:nvGrpSpPr>
          <p:grpSpPr>
            <a:xfrm>
              <a:off x="6412407" y="1613086"/>
              <a:ext cx="4356436" cy="584775"/>
              <a:chOff x="6816637" y="1601797"/>
              <a:chExt cx="4356436" cy="584775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E2C51F1-96E8-49A4-AAC5-F74937F4A344}"/>
                  </a:ext>
                </a:extLst>
              </p:cNvPr>
              <p:cNvSpPr/>
              <p:nvPr/>
            </p:nvSpPr>
            <p:spPr>
              <a:xfrm>
                <a:off x="6816637" y="1653822"/>
                <a:ext cx="600038" cy="4756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01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8" name="文本框 7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>
                <a:extLst>
                  <a:ext uri="{FF2B5EF4-FFF2-40B4-BE49-F238E27FC236}">
                    <a16:creationId xmlns:a16="http://schemas.microsoft.com/office/drawing/2014/main" id="{DE112137-7350-4AA0-A3B3-55A5AAB3C7F3}"/>
                  </a:ext>
                </a:extLst>
              </p:cNvPr>
              <p:cNvSpPr txBox="1"/>
              <p:nvPr/>
            </p:nvSpPr>
            <p:spPr>
              <a:xfrm>
                <a:off x="7701790" y="1601797"/>
                <a:ext cx="34712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论文摘要概述</a:t>
                </a:r>
              </a:p>
            </p:txBody>
          </p:sp>
        </p:grp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B0E29097-D426-4246-B365-DDA468D44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685" y="1721478"/>
            <a:ext cx="2228990" cy="2228990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795E2590-9A1A-45A8-89B0-A9EBF5B1DC01}"/>
              </a:ext>
            </a:extLst>
          </p:cNvPr>
          <p:cNvGrpSpPr/>
          <p:nvPr/>
        </p:nvGrpSpPr>
        <p:grpSpPr>
          <a:xfrm>
            <a:off x="6112206" y="1996041"/>
            <a:ext cx="4356436" cy="710565"/>
            <a:chOff x="6412407" y="1613086"/>
            <a:chExt cx="4356436" cy="710565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8BC839A-4FB8-4B77-AE52-EDB2F633EEB1}"/>
                </a:ext>
              </a:extLst>
            </p:cNvPr>
            <p:cNvGrpSpPr/>
            <p:nvPr/>
          </p:nvGrpSpPr>
          <p:grpSpPr>
            <a:xfrm>
              <a:off x="6421596" y="1639162"/>
              <a:ext cx="747694" cy="684489"/>
              <a:chOff x="1081651" y="2284965"/>
              <a:chExt cx="747694" cy="684489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6742169-B151-4DDC-B242-2214EE519546}"/>
                  </a:ext>
                </a:extLst>
              </p:cNvPr>
              <p:cNvSpPr/>
              <p:nvPr/>
            </p:nvSpPr>
            <p:spPr>
              <a:xfrm>
                <a:off x="1219110" y="2359219"/>
                <a:ext cx="610235" cy="610235"/>
              </a:xfrm>
              <a:prstGeom prst="rect">
                <a:avLst/>
              </a:prstGeom>
              <a:noFill/>
              <a:ln w="22225">
                <a:solidFill>
                  <a:srgbClr val="16593C">
                    <a:alpha val="9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6ED3693-FCAA-4C2D-8F95-7E856D62CED6}"/>
                  </a:ext>
                </a:extLst>
              </p:cNvPr>
              <p:cNvSpPr/>
              <p:nvPr/>
            </p:nvSpPr>
            <p:spPr>
              <a:xfrm>
                <a:off x="1081651" y="2284965"/>
                <a:ext cx="581660" cy="527643"/>
              </a:xfrm>
              <a:prstGeom prst="rect">
                <a:avLst/>
              </a:prstGeom>
              <a:solidFill>
                <a:srgbClr val="16593C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C638BBA-F360-4D32-9735-BE9F2420C106}"/>
                </a:ext>
              </a:extLst>
            </p:cNvPr>
            <p:cNvGrpSpPr/>
            <p:nvPr/>
          </p:nvGrpSpPr>
          <p:grpSpPr>
            <a:xfrm>
              <a:off x="6412407" y="1613086"/>
              <a:ext cx="4356436" cy="584775"/>
              <a:chOff x="6816637" y="1601797"/>
              <a:chExt cx="4356436" cy="584775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0DC703F-7965-4777-95AA-E399E8749E39}"/>
                  </a:ext>
                </a:extLst>
              </p:cNvPr>
              <p:cNvSpPr/>
              <p:nvPr/>
            </p:nvSpPr>
            <p:spPr>
              <a:xfrm>
                <a:off x="6816637" y="1653822"/>
                <a:ext cx="600038" cy="4756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38" name="文本框 37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>
                <a:extLst>
                  <a:ext uri="{FF2B5EF4-FFF2-40B4-BE49-F238E27FC236}">
                    <a16:creationId xmlns:a16="http://schemas.microsoft.com/office/drawing/2014/main" id="{89B9C4A5-BF5C-42B6-9F92-4CBC6F133E72}"/>
                  </a:ext>
                </a:extLst>
              </p:cNvPr>
              <p:cNvSpPr txBox="1"/>
              <p:nvPr/>
            </p:nvSpPr>
            <p:spPr>
              <a:xfrm>
                <a:off x="7701790" y="1601797"/>
                <a:ext cx="34712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论文研究背景</a:t>
                </a:r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76BB41F-DAD8-42B4-994C-AC9A83000805}"/>
              </a:ext>
            </a:extLst>
          </p:cNvPr>
          <p:cNvGrpSpPr/>
          <p:nvPr/>
        </p:nvGrpSpPr>
        <p:grpSpPr>
          <a:xfrm>
            <a:off x="6112206" y="4040533"/>
            <a:ext cx="4356436" cy="710565"/>
            <a:chOff x="6412407" y="1613086"/>
            <a:chExt cx="4356436" cy="71056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B9C1B5E5-D829-431C-BB68-D31CC5D5636B}"/>
                </a:ext>
              </a:extLst>
            </p:cNvPr>
            <p:cNvGrpSpPr/>
            <p:nvPr/>
          </p:nvGrpSpPr>
          <p:grpSpPr>
            <a:xfrm>
              <a:off x="6421596" y="1639162"/>
              <a:ext cx="747694" cy="684489"/>
              <a:chOff x="1081651" y="2284965"/>
              <a:chExt cx="747694" cy="684489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B10A9E0-18E9-42BA-BF3F-20BDAA691981}"/>
                  </a:ext>
                </a:extLst>
              </p:cNvPr>
              <p:cNvSpPr/>
              <p:nvPr/>
            </p:nvSpPr>
            <p:spPr>
              <a:xfrm>
                <a:off x="1219110" y="2359219"/>
                <a:ext cx="610235" cy="610235"/>
              </a:xfrm>
              <a:prstGeom prst="rect">
                <a:avLst/>
              </a:prstGeom>
              <a:noFill/>
              <a:ln w="22225">
                <a:solidFill>
                  <a:srgbClr val="16593C">
                    <a:alpha val="9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26143F5-73E0-4AC1-8C35-312D798B72BF}"/>
                  </a:ext>
                </a:extLst>
              </p:cNvPr>
              <p:cNvSpPr/>
              <p:nvPr/>
            </p:nvSpPr>
            <p:spPr>
              <a:xfrm>
                <a:off x="1081651" y="2284965"/>
                <a:ext cx="581660" cy="527643"/>
              </a:xfrm>
              <a:prstGeom prst="rect">
                <a:avLst/>
              </a:prstGeom>
              <a:solidFill>
                <a:srgbClr val="16593C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78B76744-96DC-441F-BDE3-B7D7AFFB46F5}"/>
                </a:ext>
              </a:extLst>
            </p:cNvPr>
            <p:cNvGrpSpPr/>
            <p:nvPr/>
          </p:nvGrpSpPr>
          <p:grpSpPr>
            <a:xfrm>
              <a:off x="6412407" y="1613086"/>
              <a:ext cx="4356436" cy="584775"/>
              <a:chOff x="6816637" y="1601797"/>
              <a:chExt cx="4356436" cy="584775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558B717E-8B57-4DF2-B22A-FB429C9BFF0C}"/>
                  </a:ext>
                </a:extLst>
              </p:cNvPr>
              <p:cNvSpPr/>
              <p:nvPr/>
            </p:nvSpPr>
            <p:spPr>
              <a:xfrm>
                <a:off x="6816637" y="1653822"/>
                <a:ext cx="600038" cy="4756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04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5" name="文本框 44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>
                <a:extLst>
                  <a:ext uri="{FF2B5EF4-FFF2-40B4-BE49-F238E27FC236}">
                    <a16:creationId xmlns:a16="http://schemas.microsoft.com/office/drawing/2014/main" id="{BB47DA80-F0FE-44BD-9434-328EE8AEC644}"/>
                  </a:ext>
                </a:extLst>
              </p:cNvPr>
              <p:cNvSpPr txBox="1"/>
              <p:nvPr/>
            </p:nvSpPr>
            <p:spPr>
              <a:xfrm>
                <a:off x="7701790" y="1601797"/>
                <a:ext cx="34712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论文研究意义</a:t>
                </a: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8A30A75-BB05-49ED-A448-D15D0FCFF9A1}"/>
              </a:ext>
            </a:extLst>
          </p:cNvPr>
          <p:cNvGrpSpPr/>
          <p:nvPr/>
        </p:nvGrpSpPr>
        <p:grpSpPr>
          <a:xfrm>
            <a:off x="6112206" y="3018287"/>
            <a:ext cx="4356436" cy="710565"/>
            <a:chOff x="6412407" y="1613086"/>
            <a:chExt cx="4356436" cy="710565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B5C273F1-FE0E-494D-AC4C-FE2BFD71B7F2}"/>
                </a:ext>
              </a:extLst>
            </p:cNvPr>
            <p:cNvGrpSpPr/>
            <p:nvPr/>
          </p:nvGrpSpPr>
          <p:grpSpPr>
            <a:xfrm>
              <a:off x="6421596" y="1639162"/>
              <a:ext cx="747694" cy="684489"/>
              <a:chOff x="1081651" y="2284965"/>
              <a:chExt cx="747694" cy="684489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6373869-50F2-44B6-B80C-55A476AFDA81}"/>
                  </a:ext>
                </a:extLst>
              </p:cNvPr>
              <p:cNvSpPr/>
              <p:nvPr/>
            </p:nvSpPr>
            <p:spPr>
              <a:xfrm>
                <a:off x="1219110" y="2359219"/>
                <a:ext cx="610235" cy="610235"/>
              </a:xfrm>
              <a:prstGeom prst="rect">
                <a:avLst/>
              </a:prstGeom>
              <a:noFill/>
              <a:ln w="22225">
                <a:solidFill>
                  <a:srgbClr val="16593C">
                    <a:alpha val="9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315AA52-F9A4-4359-A149-743511AD6BAC}"/>
                  </a:ext>
                </a:extLst>
              </p:cNvPr>
              <p:cNvSpPr/>
              <p:nvPr/>
            </p:nvSpPr>
            <p:spPr>
              <a:xfrm>
                <a:off x="1081651" y="2284965"/>
                <a:ext cx="581660" cy="527643"/>
              </a:xfrm>
              <a:prstGeom prst="rect">
                <a:avLst/>
              </a:prstGeom>
              <a:solidFill>
                <a:srgbClr val="16593C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D26B75CE-FF13-4C0F-9917-3AB772FB7959}"/>
                </a:ext>
              </a:extLst>
            </p:cNvPr>
            <p:cNvGrpSpPr/>
            <p:nvPr/>
          </p:nvGrpSpPr>
          <p:grpSpPr>
            <a:xfrm>
              <a:off x="6412407" y="1613086"/>
              <a:ext cx="4356436" cy="584775"/>
              <a:chOff x="6816637" y="1601797"/>
              <a:chExt cx="4356436" cy="584775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6525ED9-F568-4093-8F8A-C2AE6F0BA6B2}"/>
                  </a:ext>
                </a:extLst>
              </p:cNvPr>
              <p:cNvSpPr/>
              <p:nvPr/>
            </p:nvSpPr>
            <p:spPr>
              <a:xfrm>
                <a:off x="6816637" y="1653822"/>
                <a:ext cx="600038" cy="4756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03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2" name="文本框 51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>
                <a:extLst>
                  <a:ext uri="{FF2B5EF4-FFF2-40B4-BE49-F238E27FC236}">
                    <a16:creationId xmlns:a16="http://schemas.microsoft.com/office/drawing/2014/main" id="{740D1952-F86E-4601-BA20-561341E83429}"/>
                  </a:ext>
                </a:extLst>
              </p:cNvPr>
              <p:cNvSpPr txBox="1"/>
              <p:nvPr/>
            </p:nvSpPr>
            <p:spPr>
              <a:xfrm>
                <a:off x="7701790" y="1601797"/>
                <a:ext cx="34712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论文主要内容</a:t>
                </a:r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E331E0-B084-4A3C-BF2E-BD63B97A315F}"/>
              </a:ext>
            </a:extLst>
          </p:cNvPr>
          <p:cNvGrpSpPr/>
          <p:nvPr/>
        </p:nvGrpSpPr>
        <p:grpSpPr>
          <a:xfrm>
            <a:off x="6112206" y="5062779"/>
            <a:ext cx="4356436" cy="710565"/>
            <a:chOff x="6412407" y="1613086"/>
            <a:chExt cx="4356436" cy="71056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7AD5299-BC09-4A48-8B7A-5A70E2DAA0E0}"/>
                </a:ext>
              </a:extLst>
            </p:cNvPr>
            <p:cNvGrpSpPr/>
            <p:nvPr/>
          </p:nvGrpSpPr>
          <p:grpSpPr>
            <a:xfrm>
              <a:off x="6421596" y="1639162"/>
              <a:ext cx="747694" cy="684489"/>
              <a:chOff x="1081651" y="2284965"/>
              <a:chExt cx="747694" cy="684489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FD37AC7-289F-42B9-A9C5-75238D12A697}"/>
                  </a:ext>
                </a:extLst>
              </p:cNvPr>
              <p:cNvSpPr/>
              <p:nvPr/>
            </p:nvSpPr>
            <p:spPr>
              <a:xfrm>
                <a:off x="1219110" y="2359219"/>
                <a:ext cx="610235" cy="610235"/>
              </a:xfrm>
              <a:prstGeom prst="rect">
                <a:avLst/>
              </a:prstGeom>
              <a:noFill/>
              <a:ln w="22225">
                <a:solidFill>
                  <a:srgbClr val="16593C">
                    <a:alpha val="9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5A65373-55B3-4F50-9B1D-F56E4E6114FF}"/>
                  </a:ext>
                </a:extLst>
              </p:cNvPr>
              <p:cNvSpPr/>
              <p:nvPr/>
            </p:nvSpPr>
            <p:spPr>
              <a:xfrm>
                <a:off x="1081651" y="2284965"/>
                <a:ext cx="581660" cy="527643"/>
              </a:xfrm>
              <a:prstGeom prst="rect">
                <a:avLst/>
              </a:prstGeom>
              <a:solidFill>
                <a:srgbClr val="16593C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F0502020204030204"/>
                  <a:ea typeface="FZHei-B01S" panose="02010601030101010101" pitchFamily="2" charset="-122"/>
                  <a:cs typeface="+mn-cs"/>
                  <a:sym typeface="Noto Serif CJK SC" panose="02020400000000000000" pitchFamily="18" charset="-122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AB7240D-DCE6-4884-8C89-4D866D600082}"/>
                </a:ext>
              </a:extLst>
            </p:cNvPr>
            <p:cNvGrpSpPr/>
            <p:nvPr/>
          </p:nvGrpSpPr>
          <p:grpSpPr>
            <a:xfrm>
              <a:off x="6412407" y="1613086"/>
              <a:ext cx="4356436" cy="584775"/>
              <a:chOff x="6816637" y="1601797"/>
              <a:chExt cx="4356436" cy="584775"/>
            </a:xfrm>
          </p:grpSpPr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1025A666-30C7-4403-BB2F-D715FD80D789}"/>
                  </a:ext>
                </a:extLst>
              </p:cNvPr>
              <p:cNvSpPr/>
              <p:nvPr/>
            </p:nvSpPr>
            <p:spPr>
              <a:xfrm>
                <a:off x="6816637" y="1653822"/>
                <a:ext cx="600038" cy="4756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9" name="文本框 58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>
                <a:extLst>
                  <a:ext uri="{FF2B5EF4-FFF2-40B4-BE49-F238E27FC236}">
                    <a16:creationId xmlns:a16="http://schemas.microsoft.com/office/drawing/2014/main" id="{25CCE526-FEB7-402D-A9FE-495C36620138}"/>
                  </a:ext>
                </a:extLst>
              </p:cNvPr>
              <p:cNvSpPr txBox="1"/>
              <p:nvPr/>
            </p:nvSpPr>
            <p:spPr>
              <a:xfrm>
                <a:off x="7701790" y="1601797"/>
                <a:ext cx="34712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论文参考文献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95051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8283CB-A21F-4A57-97B6-F9B50563E740}"/>
              </a:ext>
            </a:extLst>
          </p:cNvPr>
          <p:cNvSpPr/>
          <p:nvPr/>
        </p:nvSpPr>
        <p:spPr>
          <a:xfrm>
            <a:off x="0" y="0"/>
            <a:ext cx="5903495" cy="6858000"/>
          </a:xfrm>
          <a:prstGeom prst="rect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9A5454-B886-4A06-BBD7-BA0C5DB4AEEE}"/>
              </a:ext>
            </a:extLst>
          </p:cNvPr>
          <p:cNvGrpSpPr/>
          <p:nvPr/>
        </p:nvGrpSpPr>
        <p:grpSpPr>
          <a:xfrm>
            <a:off x="833730" y="2608107"/>
            <a:ext cx="4318541" cy="1119343"/>
            <a:chOff x="1138530" y="2741457"/>
            <a:chExt cx="4318541" cy="11193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EC13C7-F035-4B80-9AC7-FB9F5E1D600D}"/>
                </a:ext>
              </a:extLst>
            </p:cNvPr>
            <p:cNvSpPr/>
            <p:nvPr/>
          </p:nvSpPr>
          <p:spPr>
            <a:xfrm>
              <a:off x="1138530" y="2741457"/>
              <a:ext cx="2749471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400" b="0" i="0" u="none" strike="noStrike" kern="1200" cap="none" spc="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庞门正道标题体" panose="02010600030101010101" pitchFamily="2" charset="-122"/>
                  <a:ea typeface="庞门正道标题体" panose="02010600030101010101" pitchFamily="2" charset="-122"/>
                </a:rPr>
                <a:t>PART 1</a:t>
              </a:r>
              <a:endPara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8F4AE1F9-2E9E-4515-9737-37A5B79779E3}"/>
                </a:ext>
              </a:extLst>
            </p:cNvPr>
            <p:cNvSpPr/>
            <p:nvPr/>
          </p:nvSpPr>
          <p:spPr>
            <a:xfrm rot="5400000">
              <a:off x="5228130" y="3098794"/>
              <a:ext cx="245899" cy="2119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DEA84CE-2BFD-4F61-B740-A521C304071B}"/>
                </a:ext>
              </a:extLst>
            </p:cNvPr>
            <p:cNvCxnSpPr/>
            <p:nvPr/>
          </p:nvCxnSpPr>
          <p:spPr>
            <a:xfrm>
              <a:off x="1248831" y="3860800"/>
              <a:ext cx="198808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0C40024-21A0-4E81-8B9D-9172BA506DB4}"/>
              </a:ext>
            </a:extLst>
          </p:cNvPr>
          <p:cNvSpPr/>
          <p:nvPr/>
        </p:nvSpPr>
        <p:spPr>
          <a:xfrm>
            <a:off x="6758264" y="2730850"/>
            <a:ext cx="395888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500" normalizeH="0" baseline="0" noProof="0" dirty="0">
                <a:ln>
                  <a:noFill/>
                </a:ln>
                <a:solidFill>
                  <a:srgbClr val="16593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论文摘要概述</a:t>
            </a:r>
          </a:p>
        </p:txBody>
      </p:sp>
    </p:spTree>
    <p:extLst>
      <p:ext uri="{BB962C8B-B14F-4D97-AF65-F5344CB8AC3E}">
        <p14:creationId xmlns:p14="http://schemas.microsoft.com/office/powerpoint/2010/main" val="385718344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65AFA45-CBE4-4C8D-AD56-98F51527D9F8}"/>
              </a:ext>
            </a:extLst>
          </p:cNvPr>
          <p:cNvCxnSpPr>
            <a:cxnSpLocks/>
          </p:cNvCxnSpPr>
          <p:nvPr/>
        </p:nvCxnSpPr>
        <p:spPr>
          <a:xfrm>
            <a:off x="6767497" y="2039661"/>
            <a:ext cx="0" cy="278739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1565C3A-934F-4C43-8670-AD8CF724EC67}"/>
              </a:ext>
            </a:extLst>
          </p:cNvPr>
          <p:cNvSpPr/>
          <p:nvPr/>
        </p:nvSpPr>
        <p:spPr>
          <a:xfrm>
            <a:off x="7174023" y="2021203"/>
            <a:ext cx="2040907" cy="461647"/>
          </a:xfrm>
          <a:prstGeom prst="rect">
            <a:avLst/>
          </a:prstGeom>
        </p:spPr>
        <p:txBody>
          <a:bodyPr wrap="none" lIns="91422" tIns="45711" rIns="91422" bIns="45711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单击输入标题</a:t>
            </a:r>
          </a:p>
        </p:txBody>
      </p:sp>
      <p:sp>
        <p:nvSpPr>
          <p:cNvPr id="6" name="矩形 47">
            <a:extLst>
              <a:ext uri="{FF2B5EF4-FFF2-40B4-BE49-F238E27FC236}">
                <a16:creationId xmlns:a16="http://schemas.microsoft.com/office/drawing/2014/main" id="{51064E00-AEC5-4030-8974-0158043FA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024" y="2409503"/>
            <a:ext cx="3621551" cy="1011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lvl="0" algn="just" defTabSz="914377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E0C62C-CCA3-4362-B591-0645945DD546}"/>
              </a:ext>
            </a:extLst>
          </p:cNvPr>
          <p:cNvSpPr/>
          <p:nvPr/>
        </p:nvSpPr>
        <p:spPr>
          <a:xfrm>
            <a:off x="7174023" y="3545129"/>
            <a:ext cx="2040907" cy="461647"/>
          </a:xfrm>
          <a:prstGeom prst="rect">
            <a:avLst/>
          </a:prstGeom>
        </p:spPr>
        <p:txBody>
          <a:bodyPr wrap="none" lIns="91422" tIns="45711" rIns="91422" bIns="45711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单击输入标题</a:t>
            </a:r>
          </a:p>
        </p:txBody>
      </p:sp>
      <p:sp>
        <p:nvSpPr>
          <p:cNvPr id="8" name="矩形 47">
            <a:extLst>
              <a:ext uri="{FF2B5EF4-FFF2-40B4-BE49-F238E27FC236}">
                <a16:creationId xmlns:a16="http://schemas.microsoft.com/office/drawing/2014/main" id="{0B3480E7-04A5-4518-825C-0529C99B5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024" y="3933427"/>
            <a:ext cx="3621551" cy="1011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lvl="0" algn="just" defTabSz="914377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79D93E7-4D4B-4E98-9D76-C4252BD258CF}"/>
              </a:ext>
            </a:extLst>
          </p:cNvPr>
          <p:cNvGrpSpPr/>
          <p:nvPr/>
        </p:nvGrpSpPr>
        <p:grpSpPr>
          <a:xfrm>
            <a:off x="1396425" y="2398297"/>
            <a:ext cx="4855065" cy="2293663"/>
            <a:chOff x="1584088" y="1513593"/>
            <a:chExt cx="4855065" cy="229366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36A3F93-1756-4349-AF22-E4E374C78977}"/>
                </a:ext>
              </a:extLst>
            </p:cNvPr>
            <p:cNvGrpSpPr/>
            <p:nvPr/>
          </p:nvGrpSpPr>
          <p:grpSpPr>
            <a:xfrm>
              <a:off x="3549420" y="1915265"/>
              <a:ext cx="2877871" cy="343877"/>
              <a:chOff x="3249264" y="1751685"/>
              <a:chExt cx="2994025" cy="343875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947A9822-5C7E-42CD-B413-9740E4BB68E8}"/>
                  </a:ext>
                </a:extLst>
              </p:cNvPr>
              <p:cNvGrpSpPr/>
              <p:nvPr/>
            </p:nvGrpSpPr>
            <p:grpSpPr>
              <a:xfrm>
                <a:off x="3249264" y="1776444"/>
                <a:ext cx="2994025" cy="314202"/>
                <a:chOff x="2940050" y="2132898"/>
                <a:chExt cx="2994025" cy="314202"/>
              </a:xfrm>
            </p:grpSpPr>
            <p:sp>
              <p:nvSpPr>
                <p:cNvPr id="24" name="圆角矩形 99">
                  <a:extLst>
                    <a:ext uri="{FF2B5EF4-FFF2-40B4-BE49-F238E27FC236}">
                      <a16:creationId xmlns:a16="http://schemas.microsoft.com/office/drawing/2014/main" id="{6D8A85D3-552A-4519-BC96-AAD64B3D937F}"/>
                    </a:ext>
                  </a:extLst>
                </p:cNvPr>
                <p:cNvSpPr/>
                <p:nvPr/>
              </p:nvSpPr>
              <p:spPr>
                <a:xfrm>
                  <a:off x="2940050" y="2132898"/>
                  <a:ext cx="2994025" cy="31420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endParaRPr>
                </a:p>
              </p:txBody>
            </p:sp>
            <p:sp>
              <p:nvSpPr>
                <p:cNvPr id="25" name="圆角矩形 100">
                  <a:extLst>
                    <a:ext uri="{FF2B5EF4-FFF2-40B4-BE49-F238E27FC236}">
                      <a16:creationId xmlns:a16="http://schemas.microsoft.com/office/drawing/2014/main" id="{C3834CFA-8F6B-4491-891A-726B23FFEC80}"/>
                    </a:ext>
                  </a:extLst>
                </p:cNvPr>
                <p:cNvSpPr/>
                <p:nvPr/>
              </p:nvSpPr>
              <p:spPr>
                <a:xfrm>
                  <a:off x="2940050" y="2132898"/>
                  <a:ext cx="2108200" cy="31420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93C"/>
                </a:solidFill>
                <a:ln>
                  <a:solidFill>
                    <a:srgbClr val="16593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endParaRPr>
                </a:p>
              </p:txBody>
            </p:sp>
          </p:grpSp>
          <p:sp>
            <p:nvSpPr>
              <p:cNvPr id="23" name="文本框 268">
                <a:extLst>
                  <a:ext uri="{FF2B5EF4-FFF2-40B4-BE49-F238E27FC236}">
                    <a16:creationId xmlns:a16="http://schemas.microsoft.com/office/drawing/2014/main" id="{6E241426-1CE9-4F5E-B3F1-C33CC84A4F2B}"/>
                  </a:ext>
                </a:extLst>
              </p:cNvPr>
              <p:cNvSpPr txBox="1"/>
              <p:nvPr/>
            </p:nvSpPr>
            <p:spPr>
              <a:xfrm>
                <a:off x="5335261" y="1751685"/>
                <a:ext cx="673754" cy="343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rPr>
                  <a:t>72%</a:t>
                </a:r>
                <a:endParaRPr lang="zh-CN" altLang="en-US" sz="1500" baseline="-3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+mn-ea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74E4691-D314-4C7D-8D65-A6EA83A98EA5}"/>
                </a:ext>
              </a:extLst>
            </p:cNvPr>
            <p:cNvGrpSpPr/>
            <p:nvPr/>
          </p:nvGrpSpPr>
          <p:grpSpPr>
            <a:xfrm>
              <a:off x="3549420" y="2326331"/>
              <a:ext cx="2877871" cy="343877"/>
              <a:chOff x="3249264" y="2162753"/>
              <a:chExt cx="2994025" cy="343876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8E279CB-9B21-4E5F-A575-3ED298D550D2}"/>
                  </a:ext>
                </a:extLst>
              </p:cNvPr>
              <p:cNvGrpSpPr/>
              <p:nvPr/>
            </p:nvGrpSpPr>
            <p:grpSpPr>
              <a:xfrm>
                <a:off x="3249264" y="2178703"/>
                <a:ext cx="2994025" cy="314618"/>
                <a:chOff x="2940050" y="2519659"/>
                <a:chExt cx="2994025" cy="314618"/>
              </a:xfrm>
            </p:grpSpPr>
            <p:sp>
              <p:nvSpPr>
                <p:cNvPr id="20" name="圆角矩形 104">
                  <a:extLst>
                    <a:ext uri="{FF2B5EF4-FFF2-40B4-BE49-F238E27FC236}">
                      <a16:creationId xmlns:a16="http://schemas.microsoft.com/office/drawing/2014/main" id="{6B46A6CE-6ABB-42FD-8703-4AB22E0E42A2}"/>
                    </a:ext>
                  </a:extLst>
                </p:cNvPr>
                <p:cNvSpPr/>
                <p:nvPr/>
              </p:nvSpPr>
              <p:spPr>
                <a:xfrm>
                  <a:off x="2940050" y="2520075"/>
                  <a:ext cx="2994025" cy="31420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endParaRPr>
                </a:p>
              </p:txBody>
            </p:sp>
            <p:sp>
              <p:nvSpPr>
                <p:cNvPr id="21" name="圆角矩形 105">
                  <a:extLst>
                    <a:ext uri="{FF2B5EF4-FFF2-40B4-BE49-F238E27FC236}">
                      <a16:creationId xmlns:a16="http://schemas.microsoft.com/office/drawing/2014/main" id="{E696F5FD-E17E-40F6-9FC0-C04C5F202E7D}"/>
                    </a:ext>
                  </a:extLst>
                </p:cNvPr>
                <p:cNvSpPr/>
                <p:nvPr/>
              </p:nvSpPr>
              <p:spPr>
                <a:xfrm>
                  <a:off x="2940051" y="2519659"/>
                  <a:ext cx="889000" cy="31420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93C"/>
                </a:solidFill>
                <a:ln>
                  <a:solidFill>
                    <a:srgbClr val="16593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endParaRPr>
                </a:p>
              </p:txBody>
            </p:sp>
          </p:grpSp>
          <p:sp>
            <p:nvSpPr>
              <p:cNvPr id="19" name="文本框 273">
                <a:extLst>
                  <a:ext uri="{FF2B5EF4-FFF2-40B4-BE49-F238E27FC236}">
                    <a16:creationId xmlns:a16="http://schemas.microsoft.com/office/drawing/2014/main" id="{0D1EFFF2-7FA5-4B76-8DF9-F6C1D62A5EEF}"/>
                  </a:ext>
                </a:extLst>
              </p:cNvPr>
              <p:cNvSpPr txBox="1"/>
              <p:nvPr/>
            </p:nvSpPr>
            <p:spPr>
              <a:xfrm>
                <a:off x="4118871" y="2162753"/>
                <a:ext cx="673754" cy="34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+mn-ea"/>
                  </a:rPr>
                  <a:t>28%</a:t>
                </a:r>
                <a:endParaRPr lang="zh-CN" altLang="en-US" sz="1500" baseline="-3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+mn-ea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4CCB470-049D-4704-9BB2-DE346B41C51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84088" y="1611256"/>
              <a:ext cx="2158455" cy="2196000"/>
              <a:chOff x="5397500" y="5734050"/>
              <a:chExt cx="365125" cy="371476"/>
            </a:xfrm>
            <a:solidFill>
              <a:schemeClr val="accent1"/>
            </a:solidFill>
          </p:grpSpPr>
          <p:sp>
            <p:nvSpPr>
              <p:cNvPr id="15" name="不规则形状">
                <a:extLst>
                  <a:ext uri="{FF2B5EF4-FFF2-40B4-BE49-F238E27FC236}">
                    <a16:creationId xmlns:a16="http://schemas.microsoft.com/office/drawing/2014/main" id="{C408D38C-172D-4145-A506-0C785FA0710F}"/>
                  </a:ext>
                </a:extLst>
              </p:cNvPr>
              <p:cNvSpPr/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16593C"/>
              </a:solidFill>
              <a:ln>
                <a:solidFill>
                  <a:srgbClr val="16593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00">
                  <a:latin typeface="Arial" panose="020B0604020202020204" pitchFamily="34" charset="0"/>
                  <a:cs typeface="+mn-ea"/>
                </a:endParaRPr>
              </a:p>
            </p:txBody>
          </p:sp>
          <p:sp>
            <p:nvSpPr>
              <p:cNvPr id="16" name="不规则形状">
                <a:extLst>
                  <a:ext uri="{FF2B5EF4-FFF2-40B4-BE49-F238E27FC236}">
                    <a16:creationId xmlns:a16="http://schemas.microsoft.com/office/drawing/2014/main" id="{F138958E-993B-4B7A-9E9C-3A2ECB82E2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solidFill>
                <a:srgbClr val="16593C"/>
              </a:solidFill>
              <a:ln>
                <a:solidFill>
                  <a:srgbClr val="16593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00">
                  <a:latin typeface="Arial" panose="020B0604020202020204" pitchFamily="34" charset="0"/>
                  <a:cs typeface="+mn-ea"/>
                </a:endParaRPr>
              </a:p>
            </p:txBody>
          </p:sp>
          <p:sp>
            <p:nvSpPr>
              <p:cNvPr id="17" name="形状">
                <a:extLst>
                  <a:ext uri="{FF2B5EF4-FFF2-40B4-BE49-F238E27FC236}">
                    <a16:creationId xmlns:a16="http://schemas.microsoft.com/office/drawing/2014/main" id="{A87D5E4B-2E60-4F8C-8189-807623A11175}"/>
                  </a:ext>
                </a:extLst>
              </p:cNvPr>
              <p:cNvSpPr/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1659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00">
                  <a:latin typeface="Arial" panose="020B0604020202020204" pitchFamily="34" charset="0"/>
                  <a:cs typeface="+mn-ea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46492B1-43B9-47D4-B47F-5A7219862C4D}"/>
                </a:ext>
              </a:extLst>
            </p:cNvPr>
            <p:cNvSpPr/>
            <p:nvPr/>
          </p:nvSpPr>
          <p:spPr>
            <a:xfrm>
              <a:off x="3642252" y="1513593"/>
              <a:ext cx="1210551" cy="400091"/>
            </a:xfrm>
            <a:prstGeom prst="rect">
              <a:avLst/>
            </a:prstGeom>
          </p:spPr>
          <p:txBody>
            <a:bodyPr wrap="none" lIns="91422" tIns="45711" rIns="91422" bIns="45711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rPr>
                <a:t>输入标题</a:t>
              </a:r>
              <a:endPara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endParaRPr>
            </a:p>
          </p:txBody>
        </p:sp>
        <p:sp>
          <p:nvSpPr>
            <p:cNvPr id="14" name="矩形 47">
              <a:extLst>
                <a:ext uri="{FF2B5EF4-FFF2-40B4-BE49-F238E27FC236}">
                  <a16:creationId xmlns:a16="http://schemas.microsoft.com/office/drawing/2014/main" id="{978E24E9-CF38-4506-9665-4D7AEFD3D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490" y="2695666"/>
              <a:ext cx="2812663" cy="585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2" tIns="45711" rIns="91422" bIns="45711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标题数字等都可以通过点击和重新输入进行更改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ea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12447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937B21-98A7-4158-AE26-8ACB6349A2BC}"/>
              </a:ext>
            </a:extLst>
          </p:cNvPr>
          <p:cNvGrpSpPr/>
          <p:nvPr/>
        </p:nvGrpSpPr>
        <p:grpSpPr>
          <a:xfrm>
            <a:off x="744002" y="1618193"/>
            <a:ext cx="10703995" cy="3804798"/>
            <a:chOff x="2211194" y="2334178"/>
            <a:chExt cx="7871674" cy="2798033"/>
          </a:xfrm>
        </p:grpSpPr>
        <p:sp>
          <p:nvSpPr>
            <p:cNvPr id="5" name="形状">
              <a:extLst>
                <a:ext uri="{FF2B5EF4-FFF2-40B4-BE49-F238E27FC236}">
                  <a16:creationId xmlns:a16="http://schemas.microsoft.com/office/drawing/2014/main" id="{2E88D43F-C917-4C85-BB79-B7C8089E82D8}"/>
                </a:ext>
              </a:extLst>
            </p:cNvPr>
            <p:cNvSpPr/>
            <p:nvPr/>
          </p:nvSpPr>
          <p:spPr>
            <a:xfrm>
              <a:off x="4935007" y="2456571"/>
              <a:ext cx="2424035" cy="2526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olid"/>
              <a:miter lim="400000"/>
            </a:ln>
            <a:effectLst/>
          </p:spPr>
          <p:txBody>
            <a:bodyPr wrap="square" lIns="50793" tIns="50793" rIns="50793" bIns="50793" numCol="1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6" name="形状">
              <a:extLst>
                <a:ext uri="{FF2B5EF4-FFF2-40B4-BE49-F238E27FC236}">
                  <a16:creationId xmlns:a16="http://schemas.microsoft.com/office/drawing/2014/main" id="{77D216FD-2EF1-4C71-A8B4-A4CE4EB596FA}"/>
                </a:ext>
              </a:extLst>
            </p:cNvPr>
            <p:cNvSpPr/>
            <p:nvPr/>
          </p:nvSpPr>
          <p:spPr>
            <a:xfrm>
              <a:off x="2211194" y="2452339"/>
              <a:ext cx="2534325" cy="1086345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  <a:miter lim="400000"/>
            </a:ln>
          </p:spPr>
          <p:txBody>
            <a:bodyPr lIns="44148" tIns="44148" rIns="44148" bIns="4414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7" name="形状">
              <a:extLst>
                <a:ext uri="{FF2B5EF4-FFF2-40B4-BE49-F238E27FC236}">
                  <a16:creationId xmlns:a16="http://schemas.microsoft.com/office/drawing/2014/main" id="{7DFC0AC8-1C94-4B4B-9293-61A1F40A58D1}"/>
                </a:ext>
              </a:extLst>
            </p:cNvPr>
            <p:cNvSpPr/>
            <p:nvPr/>
          </p:nvSpPr>
          <p:spPr>
            <a:xfrm>
              <a:off x="2211194" y="3900562"/>
              <a:ext cx="2534325" cy="1086345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  <a:miter lim="400000"/>
            </a:ln>
          </p:spPr>
          <p:txBody>
            <a:bodyPr lIns="44148" tIns="44148" rIns="44148" bIns="4414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8" name="形状">
              <a:extLst>
                <a:ext uri="{FF2B5EF4-FFF2-40B4-BE49-F238E27FC236}">
                  <a16:creationId xmlns:a16="http://schemas.microsoft.com/office/drawing/2014/main" id="{04252B47-6BCE-46CB-BF19-56F30C4297AE}"/>
                </a:ext>
              </a:extLst>
            </p:cNvPr>
            <p:cNvSpPr/>
            <p:nvPr/>
          </p:nvSpPr>
          <p:spPr>
            <a:xfrm>
              <a:off x="7548543" y="2452339"/>
              <a:ext cx="2534325" cy="1086345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  <a:miter lim="400000"/>
            </a:ln>
          </p:spPr>
          <p:txBody>
            <a:bodyPr lIns="44148" tIns="44148" rIns="44148" bIns="4414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9" name="形状48">
              <a:extLst>
                <a:ext uri="{FF2B5EF4-FFF2-40B4-BE49-F238E27FC236}">
                  <a16:creationId xmlns:a16="http://schemas.microsoft.com/office/drawing/2014/main" id="{2FFE84A7-2C48-4FDE-B497-F4CF93ECE50A}"/>
                </a:ext>
              </a:extLst>
            </p:cNvPr>
            <p:cNvSpPr/>
            <p:nvPr/>
          </p:nvSpPr>
          <p:spPr>
            <a:xfrm>
              <a:off x="7548543" y="3900562"/>
              <a:ext cx="2534325" cy="1086345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  <a:miter lim="400000"/>
            </a:ln>
          </p:spPr>
          <p:txBody>
            <a:bodyPr lIns="44148" tIns="44148" rIns="44148" bIns="4414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10" name="形状 49">
              <a:extLst>
                <a:ext uri="{FF2B5EF4-FFF2-40B4-BE49-F238E27FC236}">
                  <a16:creationId xmlns:a16="http://schemas.microsoft.com/office/drawing/2014/main" id="{5F06BD43-BA69-432C-B347-26EB97D81A79}"/>
                </a:ext>
              </a:extLst>
            </p:cNvPr>
            <p:cNvSpPr/>
            <p:nvPr/>
          </p:nvSpPr>
          <p:spPr>
            <a:xfrm>
              <a:off x="4567619" y="3074179"/>
              <a:ext cx="524006" cy="546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6593C"/>
            </a:solidFill>
            <a:ln w="12700" cap="flat">
              <a:noFill/>
              <a:miter lim="400000"/>
            </a:ln>
            <a:effectLst/>
          </p:spPr>
          <p:txBody>
            <a:bodyPr wrap="square" lIns="50793" tIns="50793" rIns="50793" bIns="50793" numCol="1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11" name="形状 52">
              <a:extLst>
                <a:ext uri="{FF2B5EF4-FFF2-40B4-BE49-F238E27FC236}">
                  <a16:creationId xmlns:a16="http://schemas.microsoft.com/office/drawing/2014/main" id="{6F86FC6B-4273-4FB6-BC52-F7B17DB94E05}"/>
                </a:ext>
              </a:extLst>
            </p:cNvPr>
            <p:cNvSpPr/>
            <p:nvPr/>
          </p:nvSpPr>
          <p:spPr>
            <a:xfrm>
              <a:off x="4567619" y="3836244"/>
              <a:ext cx="524006" cy="546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6593C"/>
            </a:solidFill>
            <a:ln w="12700" cap="flat">
              <a:noFill/>
              <a:miter lim="400000"/>
            </a:ln>
            <a:effectLst/>
          </p:spPr>
          <p:txBody>
            <a:bodyPr wrap="square" lIns="50793" tIns="50793" rIns="50793" bIns="50793" numCol="1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12" name="形状 58">
              <a:extLst>
                <a:ext uri="{FF2B5EF4-FFF2-40B4-BE49-F238E27FC236}">
                  <a16:creationId xmlns:a16="http://schemas.microsoft.com/office/drawing/2014/main" id="{6EEC7409-C929-4240-8485-F9D96B270207}"/>
                </a:ext>
              </a:extLst>
            </p:cNvPr>
            <p:cNvSpPr/>
            <p:nvPr/>
          </p:nvSpPr>
          <p:spPr>
            <a:xfrm>
              <a:off x="7215943" y="3836244"/>
              <a:ext cx="524006" cy="546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6593C"/>
            </a:solidFill>
            <a:ln w="12700" cap="flat">
              <a:noFill/>
              <a:miter lim="400000"/>
            </a:ln>
            <a:effectLst/>
          </p:spPr>
          <p:txBody>
            <a:bodyPr wrap="square" lIns="50793" tIns="50793" rIns="50793" bIns="50793" numCol="1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13" name="形状 61">
              <a:extLst>
                <a:ext uri="{FF2B5EF4-FFF2-40B4-BE49-F238E27FC236}">
                  <a16:creationId xmlns:a16="http://schemas.microsoft.com/office/drawing/2014/main" id="{D0DEA404-365A-4398-8129-4E2017B5E3A9}"/>
                </a:ext>
              </a:extLst>
            </p:cNvPr>
            <p:cNvSpPr/>
            <p:nvPr/>
          </p:nvSpPr>
          <p:spPr>
            <a:xfrm>
              <a:off x="7215943" y="3080261"/>
              <a:ext cx="524006" cy="546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6593C"/>
            </a:solidFill>
            <a:ln w="12700" cap="flat">
              <a:noFill/>
              <a:miter lim="400000"/>
            </a:ln>
            <a:effectLst/>
          </p:spPr>
          <p:txBody>
            <a:bodyPr wrap="square" lIns="50793" tIns="50793" rIns="50793" bIns="50793" numCol="1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Light"/>
              </a:endParaRPr>
            </a:p>
          </p:txBody>
        </p:sp>
        <p:sp>
          <p:nvSpPr>
            <p:cNvPr id="14" name="文本框 2">
              <a:extLst>
                <a:ext uri="{FF2B5EF4-FFF2-40B4-BE49-F238E27FC236}">
                  <a16:creationId xmlns:a16="http://schemas.microsoft.com/office/drawing/2014/main" id="{4E277B3A-F01F-4B70-BD31-6A4F9236FE9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41900" y="2334178"/>
              <a:ext cx="861601" cy="263525"/>
            </a:xfrm>
            <a:prstGeom prst="rect">
              <a:avLst/>
            </a:prstGeom>
            <a:solidFill>
              <a:srgbClr val="16593C"/>
            </a:solidFill>
            <a:ln>
              <a:noFill/>
            </a:ln>
            <a:extLst/>
          </p:spPr>
          <p:txBody>
            <a:bodyPr vert="horz" wrap="square" lIns="79469" tIns="45714" rIns="91428" bIns="45714" numCol="1" anchor="ctr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rgbClr val="898989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输入标题</a:t>
              </a:r>
              <a:endPara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文本框 2">
              <a:extLst>
                <a:ext uri="{FF2B5EF4-FFF2-40B4-BE49-F238E27FC236}">
                  <a16:creationId xmlns:a16="http://schemas.microsoft.com/office/drawing/2014/main" id="{4E3CFAD5-C968-412A-BE16-CAF1812AE48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815703" y="2338413"/>
              <a:ext cx="861601" cy="263525"/>
            </a:xfrm>
            <a:prstGeom prst="rect">
              <a:avLst/>
            </a:prstGeom>
            <a:solidFill>
              <a:srgbClr val="16593C"/>
            </a:solidFill>
            <a:ln>
              <a:noFill/>
            </a:ln>
            <a:extLst/>
          </p:spPr>
          <p:txBody>
            <a:bodyPr vert="horz" wrap="square" lIns="91428" tIns="45714" rIns="79469" bIns="45714" numCol="1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rgbClr val="898989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输入标题</a:t>
              </a:r>
              <a:endParaRPr kumimoji="0" lang="en-GB" altLang="zh-CN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文本框 2">
              <a:extLst>
                <a:ext uri="{FF2B5EF4-FFF2-40B4-BE49-F238E27FC236}">
                  <a16:creationId xmlns:a16="http://schemas.microsoft.com/office/drawing/2014/main" id="{8D083CCA-C9F8-4151-9778-3BA6FA4A6F5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937487" y="4868686"/>
              <a:ext cx="815950" cy="263525"/>
            </a:xfrm>
            <a:prstGeom prst="rect">
              <a:avLst/>
            </a:prstGeom>
            <a:solidFill>
              <a:srgbClr val="16593C"/>
            </a:solidFill>
            <a:ln>
              <a:noFill/>
            </a:ln>
            <a:extLst/>
          </p:spPr>
          <p:txBody>
            <a:bodyPr vert="horz" wrap="square" lIns="91428" tIns="45714" rIns="79469" bIns="45714" numCol="1" anchor="ctr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rgbClr val="898989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输入标题</a:t>
              </a:r>
              <a:endParaRPr kumimoji="0" lang="en-GB" altLang="zh-CN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2">
              <a:extLst>
                <a:ext uri="{FF2B5EF4-FFF2-40B4-BE49-F238E27FC236}">
                  <a16:creationId xmlns:a16="http://schemas.microsoft.com/office/drawing/2014/main" id="{A4D5F1B7-D96C-4CAE-9DFC-F9F0F46971D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41896" y="4855441"/>
              <a:ext cx="861605" cy="263525"/>
            </a:xfrm>
            <a:prstGeom prst="rect">
              <a:avLst/>
            </a:prstGeom>
            <a:solidFill>
              <a:srgbClr val="16593C"/>
            </a:solidFill>
            <a:ln>
              <a:noFill/>
            </a:ln>
            <a:extLst/>
          </p:spPr>
          <p:txBody>
            <a:bodyPr vert="horz" wrap="square" lIns="79469" tIns="45714" rIns="91428" bIns="45714" numCol="1" anchor="ctr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rgbClr val="898989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输入标题</a:t>
              </a:r>
              <a:endParaRPr kumimoji="0" lang="en-GB" altLang="zh-CN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34BC7DCB-217E-4881-9132-F789A274F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51" y="2693455"/>
            <a:ext cx="562640" cy="56264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B1CB2C2-3D1C-4703-B114-7FD714502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51" y="3739934"/>
            <a:ext cx="562640" cy="56264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442EC42-63D4-4D45-BF4B-27DB09DA2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474" y="2722680"/>
            <a:ext cx="562640" cy="56264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1316703-2119-4BE6-B508-78F13A54C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290" y="3748180"/>
            <a:ext cx="562640" cy="56264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5D0129B-4A73-4655-A13B-3FC094D38702}"/>
              </a:ext>
            </a:extLst>
          </p:cNvPr>
          <p:cNvSpPr txBox="1"/>
          <p:nvPr/>
        </p:nvSpPr>
        <p:spPr>
          <a:xfrm>
            <a:off x="1064425" y="2063997"/>
            <a:ext cx="2865487" cy="101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面板中可以进行修改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56B336-2611-4DDB-AFFA-25EC24A492EC}"/>
              </a:ext>
            </a:extLst>
          </p:cNvPr>
          <p:cNvSpPr txBox="1"/>
          <p:nvPr/>
        </p:nvSpPr>
        <p:spPr>
          <a:xfrm>
            <a:off x="1007854" y="3870891"/>
            <a:ext cx="2865487" cy="101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面板中可以进行修改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51177E-F43D-48F5-9260-1329863F883E}"/>
              </a:ext>
            </a:extLst>
          </p:cNvPr>
          <p:cNvSpPr txBox="1"/>
          <p:nvPr/>
        </p:nvSpPr>
        <p:spPr>
          <a:xfrm>
            <a:off x="8421059" y="2113512"/>
            <a:ext cx="2865487" cy="101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面板中可以进行修改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C1B68BC-74F6-40EF-9AE1-CB4ECD7650D1}"/>
              </a:ext>
            </a:extLst>
          </p:cNvPr>
          <p:cNvSpPr txBox="1"/>
          <p:nvPr/>
        </p:nvSpPr>
        <p:spPr>
          <a:xfrm>
            <a:off x="8472431" y="3903429"/>
            <a:ext cx="2865487" cy="101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面板中可以进行修改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5B8CF62-D4F4-4A58-B30C-19982B912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64" y="2639006"/>
            <a:ext cx="3009603" cy="186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9522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1">
            <a:extLst>
              <a:ext uri="{FF2B5EF4-FFF2-40B4-BE49-F238E27FC236}">
                <a16:creationId xmlns:a16="http://schemas.microsoft.com/office/drawing/2014/main" id="{4D1110C9-23E3-4C43-ACEE-B8237DBA032B}"/>
              </a:ext>
            </a:extLst>
          </p:cNvPr>
          <p:cNvGrpSpPr/>
          <p:nvPr/>
        </p:nvGrpSpPr>
        <p:grpSpPr>
          <a:xfrm>
            <a:off x="2035683" y="4979772"/>
            <a:ext cx="2161026" cy="1130030"/>
            <a:chOff x="6725834" y="9135119"/>
            <a:chExt cx="4387851" cy="2294467"/>
          </a:xfrm>
          <a:solidFill>
            <a:srgbClr val="16593C"/>
          </a:solidFill>
        </p:grpSpPr>
        <p:sp>
          <p:nvSpPr>
            <p:cNvPr id="5" name="19">
              <a:extLst>
                <a:ext uri="{FF2B5EF4-FFF2-40B4-BE49-F238E27FC236}">
                  <a16:creationId xmlns:a16="http://schemas.microsoft.com/office/drawing/2014/main" id="{03F564BC-A1FC-4EBC-8A7A-47E182C5A529}"/>
                </a:ext>
              </a:extLst>
            </p:cNvPr>
            <p:cNvSpPr/>
            <p:nvPr/>
          </p:nvSpPr>
          <p:spPr bwMode="auto">
            <a:xfrm>
              <a:off x="6725834" y="9772236"/>
              <a:ext cx="2197101" cy="1657350"/>
            </a:xfrm>
            <a:custGeom>
              <a:avLst/>
              <a:gdLst>
                <a:gd name="T0" fmla="*/ 1038 w 1038"/>
                <a:gd name="T1" fmla="*/ 783 h 783"/>
                <a:gd name="T2" fmla="*/ 0 w 1038"/>
                <a:gd name="T3" fmla="*/ 488 h 783"/>
                <a:gd name="T4" fmla="*/ 0 w 1038"/>
                <a:gd name="T5" fmla="*/ 0 h 783"/>
                <a:gd name="T6" fmla="*/ 1038 w 1038"/>
                <a:gd name="T7" fmla="*/ 294 h 783"/>
                <a:gd name="T8" fmla="*/ 1038 w 1038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783">
                  <a:moveTo>
                    <a:pt x="1038" y="783"/>
                  </a:moveTo>
                  <a:lnTo>
                    <a:pt x="0" y="488"/>
                  </a:lnTo>
                  <a:lnTo>
                    <a:pt x="0" y="0"/>
                  </a:lnTo>
                  <a:lnTo>
                    <a:pt x="1038" y="294"/>
                  </a:lnTo>
                  <a:lnTo>
                    <a:pt x="1038" y="78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6" name="20">
              <a:extLst>
                <a:ext uri="{FF2B5EF4-FFF2-40B4-BE49-F238E27FC236}">
                  <a16:creationId xmlns:a16="http://schemas.microsoft.com/office/drawing/2014/main" id="{1BDB4834-B9D2-42ED-A6F9-F475BACE7A3E}"/>
                </a:ext>
              </a:extLst>
            </p:cNvPr>
            <p:cNvSpPr/>
            <p:nvPr/>
          </p:nvSpPr>
          <p:spPr bwMode="auto">
            <a:xfrm>
              <a:off x="8918701" y="9772236"/>
              <a:ext cx="2194984" cy="1657350"/>
            </a:xfrm>
            <a:custGeom>
              <a:avLst/>
              <a:gdLst>
                <a:gd name="T0" fmla="*/ 1037 w 1037"/>
                <a:gd name="T1" fmla="*/ 488 h 783"/>
                <a:gd name="T2" fmla="*/ 0 w 1037"/>
                <a:gd name="T3" fmla="*/ 783 h 783"/>
                <a:gd name="T4" fmla="*/ 0 w 1037"/>
                <a:gd name="T5" fmla="*/ 294 h 783"/>
                <a:gd name="T6" fmla="*/ 1037 w 1037"/>
                <a:gd name="T7" fmla="*/ 0 h 783"/>
                <a:gd name="T8" fmla="*/ 1037 w 1037"/>
                <a:gd name="T9" fmla="*/ 488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7" h="783">
                  <a:moveTo>
                    <a:pt x="1037" y="488"/>
                  </a:moveTo>
                  <a:lnTo>
                    <a:pt x="0" y="783"/>
                  </a:lnTo>
                  <a:lnTo>
                    <a:pt x="0" y="294"/>
                  </a:lnTo>
                  <a:lnTo>
                    <a:pt x="1037" y="0"/>
                  </a:lnTo>
                  <a:lnTo>
                    <a:pt x="1037" y="48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7" name="21">
              <a:extLst>
                <a:ext uri="{FF2B5EF4-FFF2-40B4-BE49-F238E27FC236}">
                  <a16:creationId xmlns:a16="http://schemas.microsoft.com/office/drawing/2014/main" id="{5F2A6F62-C7DC-4194-A08D-95234EE6CA23}"/>
                </a:ext>
              </a:extLst>
            </p:cNvPr>
            <p:cNvSpPr/>
            <p:nvPr/>
          </p:nvSpPr>
          <p:spPr bwMode="auto">
            <a:xfrm>
              <a:off x="6725834" y="9135119"/>
              <a:ext cx="4387851" cy="1259417"/>
            </a:xfrm>
            <a:custGeom>
              <a:avLst/>
              <a:gdLst>
                <a:gd name="T0" fmla="*/ 2073 w 2073"/>
                <a:gd name="T1" fmla="*/ 301 h 595"/>
                <a:gd name="T2" fmla="*/ 1036 w 2073"/>
                <a:gd name="T3" fmla="*/ 595 h 595"/>
                <a:gd name="T4" fmla="*/ 0 w 2073"/>
                <a:gd name="T5" fmla="*/ 301 h 595"/>
                <a:gd name="T6" fmla="*/ 0 w 2073"/>
                <a:gd name="T7" fmla="*/ 295 h 595"/>
                <a:gd name="T8" fmla="*/ 1038 w 2073"/>
                <a:gd name="T9" fmla="*/ 0 h 595"/>
                <a:gd name="T10" fmla="*/ 2073 w 2073"/>
                <a:gd name="T11" fmla="*/ 295 h 595"/>
                <a:gd name="T12" fmla="*/ 2073 w 2073"/>
                <a:gd name="T13" fmla="*/ 30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3" h="595">
                  <a:moveTo>
                    <a:pt x="2073" y="301"/>
                  </a:moveTo>
                  <a:lnTo>
                    <a:pt x="1036" y="595"/>
                  </a:lnTo>
                  <a:lnTo>
                    <a:pt x="0" y="301"/>
                  </a:lnTo>
                  <a:lnTo>
                    <a:pt x="0" y="295"/>
                  </a:lnTo>
                  <a:lnTo>
                    <a:pt x="1038" y="0"/>
                  </a:lnTo>
                  <a:lnTo>
                    <a:pt x="2073" y="295"/>
                  </a:lnTo>
                  <a:lnTo>
                    <a:pt x="2073" y="30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</p:grpSp>
      <p:grpSp>
        <p:nvGrpSpPr>
          <p:cNvPr id="8" name="3">
            <a:extLst>
              <a:ext uri="{FF2B5EF4-FFF2-40B4-BE49-F238E27FC236}">
                <a16:creationId xmlns:a16="http://schemas.microsoft.com/office/drawing/2014/main" id="{9186F14B-89C8-4A6F-AA5F-ADFBA19C1DF8}"/>
              </a:ext>
            </a:extLst>
          </p:cNvPr>
          <p:cNvGrpSpPr/>
          <p:nvPr/>
        </p:nvGrpSpPr>
        <p:grpSpPr>
          <a:xfrm rot="16200000">
            <a:off x="2516462" y="4681325"/>
            <a:ext cx="1180323" cy="121889"/>
            <a:chOff x="2057400" y="2800350"/>
            <a:chExt cx="885242" cy="91440"/>
          </a:xfrm>
          <a:solidFill>
            <a:schemeClr val="tx1">
              <a:lumMod val="50000"/>
            </a:schemeClr>
          </a:solidFill>
        </p:grpSpPr>
        <p:sp>
          <p:nvSpPr>
            <p:cNvPr id="9" name="4">
              <a:extLst>
                <a:ext uri="{FF2B5EF4-FFF2-40B4-BE49-F238E27FC236}">
                  <a16:creationId xmlns:a16="http://schemas.microsoft.com/office/drawing/2014/main" id="{A06DC0EE-F414-467C-B873-015088DB4171}"/>
                </a:ext>
              </a:extLst>
            </p:cNvPr>
            <p:cNvSpPr/>
            <p:nvPr/>
          </p:nvSpPr>
          <p:spPr>
            <a:xfrm rot="5400000">
              <a:off x="2057400" y="2800350"/>
              <a:ext cx="91440" cy="91440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cxnSp>
          <p:nvCxnSpPr>
            <p:cNvPr id="10" name="5">
              <a:extLst>
                <a:ext uri="{FF2B5EF4-FFF2-40B4-BE49-F238E27FC236}">
                  <a16:creationId xmlns:a16="http://schemas.microsoft.com/office/drawing/2014/main" id="{5C2EA46C-7129-4DDA-829B-3FE24C0BE426}"/>
                </a:ext>
              </a:extLst>
            </p:cNvPr>
            <p:cNvCxnSpPr/>
            <p:nvPr/>
          </p:nvCxnSpPr>
          <p:spPr>
            <a:xfrm rot="5400000" flipV="1">
              <a:off x="2545741" y="2449169"/>
              <a:ext cx="0" cy="793803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0393788-B402-4115-A885-C03BBA8B3BC1}"/>
              </a:ext>
            </a:extLst>
          </p:cNvPr>
          <p:cNvGrpSpPr/>
          <p:nvPr/>
        </p:nvGrpSpPr>
        <p:grpSpPr>
          <a:xfrm>
            <a:off x="4986809" y="4597473"/>
            <a:ext cx="2161026" cy="1130030"/>
            <a:chOff x="6725834" y="9135119"/>
            <a:chExt cx="4387851" cy="2294467"/>
          </a:xfrm>
          <a:solidFill>
            <a:srgbClr val="16593C"/>
          </a:solidFill>
        </p:grpSpPr>
        <p:sp>
          <p:nvSpPr>
            <p:cNvPr id="12" name="19">
              <a:extLst>
                <a:ext uri="{FF2B5EF4-FFF2-40B4-BE49-F238E27FC236}">
                  <a16:creationId xmlns:a16="http://schemas.microsoft.com/office/drawing/2014/main" id="{9B8C488F-604D-493F-B6F0-7E07E84DAD7D}"/>
                </a:ext>
              </a:extLst>
            </p:cNvPr>
            <p:cNvSpPr/>
            <p:nvPr/>
          </p:nvSpPr>
          <p:spPr bwMode="auto">
            <a:xfrm>
              <a:off x="6725834" y="9772236"/>
              <a:ext cx="2197101" cy="1657350"/>
            </a:xfrm>
            <a:custGeom>
              <a:avLst/>
              <a:gdLst>
                <a:gd name="T0" fmla="*/ 1038 w 1038"/>
                <a:gd name="T1" fmla="*/ 783 h 783"/>
                <a:gd name="T2" fmla="*/ 0 w 1038"/>
                <a:gd name="T3" fmla="*/ 488 h 783"/>
                <a:gd name="T4" fmla="*/ 0 w 1038"/>
                <a:gd name="T5" fmla="*/ 0 h 783"/>
                <a:gd name="T6" fmla="*/ 1038 w 1038"/>
                <a:gd name="T7" fmla="*/ 294 h 783"/>
                <a:gd name="T8" fmla="*/ 1038 w 1038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783">
                  <a:moveTo>
                    <a:pt x="1038" y="783"/>
                  </a:moveTo>
                  <a:lnTo>
                    <a:pt x="0" y="488"/>
                  </a:lnTo>
                  <a:lnTo>
                    <a:pt x="0" y="0"/>
                  </a:lnTo>
                  <a:lnTo>
                    <a:pt x="1038" y="294"/>
                  </a:lnTo>
                  <a:lnTo>
                    <a:pt x="1038" y="78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13" name="20">
              <a:extLst>
                <a:ext uri="{FF2B5EF4-FFF2-40B4-BE49-F238E27FC236}">
                  <a16:creationId xmlns:a16="http://schemas.microsoft.com/office/drawing/2014/main" id="{F1B8DEF2-C774-4CDA-BE2C-4D62B45183B0}"/>
                </a:ext>
              </a:extLst>
            </p:cNvPr>
            <p:cNvSpPr/>
            <p:nvPr/>
          </p:nvSpPr>
          <p:spPr bwMode="auto">
            <a:xfrm>
              <a:off x="8918701" y="9772236"/>
              <a:ext cx="2194984" cy="1657350"/>
            </a:xfrm>
            <a:custGeom>
              <a:avLst/>
              <a:gdLst>
                <a:gd name="T0" fmla="*/ 1037 w 1037"/>
                <a:gd name="T1" fmla="*/ 488 h 783"/>
                <a:gd name="T2" fmla="*/ 0 w 1037"/>
                <a:gd name="T3" fmla="*/ 783 h 783"/>
                <a:gd name="T4" fmla="*/ 0 w 1037"/>
                <a:gd name="T5" fmla="*/ 294 h 783"/>
                <a:gd name="T6" fmla="*/ 1037 w 1037"/>
                <a:gd name="T7" fmla="*/ 0 h 783"/>
                <a:gd name="T8" fmla="*/ 1037 w 1037"/>
                <a:gd name="T9" fmla="*/ 488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7" h="783">
                  <a:moveTo>
                    <a:pt x="1037" y="488"/>
                  </a:moveTo>
                  <a:lnTo>
                    <a:pt x="0" y="783"/>
                  </a:lnTo>
                  <a:lnTo>
                    <a:pt x="0" y="294"/>
                  </a:lnTo>
                  <a:lnTo>
                    <a:pt x="1037" y="0"/>
                  </a:lnTo>
                  <a:lnTo>
                    <a:pt x="1037" y="48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14" name="21">
              <a:extLst>
                <a:ext uri="{FF2B5EF4-FFF2-40B4-BE49-F238E27FC236}">
                  <a16:creationId xmlns:a16="http://schemas.microsoft.com/office/drawing/2014/main" id="{8EE95568-C54D-4BA7-8226-63E4E75EF1F1}"/>
                </a:ext>
              </a:extLst>
            </p:cNvPr>
            <p:cNvSpPr/>
            <p:nvPr/>
          </p:nvSpPr>
          <p:spPr bwMode="auto">
            <a:xfrm>
              <a:off x="6725834" y="9135119"/>
              <a:ext cx="4387851" cy="1259417"/>
            </a:xfrm>
            <a:custGeom>
              <a:avLst/>
              <a:gdLst>
                <a:gd name="T0" fmla="*/ 2073 w 2073"/>
                <a:gd name="T1" fmla="*/ 301 h 595"/>
                <a:gd name="T2" fmla="*/ 1036 w 2073"/>
                <a:gd name="T3" fmla="*/ 595 h 595"/>
                <a:gd name="T4" fmla="*/ 0 w 2073"/>
                <a:gd name="T5" fmla="*/ 301 h 595"/>
                <a:gd name="T6" fmla="*/ 0 w 2073"/>
                <a:gd name="T7" fmla="*/ 295 h 595"/>
                <a:gd name="T8" fmla="*/ 1038 w 2073"/>
                <a:gd name="T9" fmla="*/ 0 h 595"/>
                <a:gd name="T10" fmla="*/ 2073 w 2073"/>
                <a:gd name="T11" fmla="*/ 295 h 595"/>
                <a:gd name="T12" fmla="*/ 2073 w 2073"/>
                <a:gd name="T13" fmla="*/ 30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3" h="595">
                  <a:moveTo>
                    <a:pt x="2073" y="301"/>
                  </a:moveTo>
                  <a:lnTo>
                    <a:pt x="1036" y="595"/>
                  </a:lnTo>
                  <a:lnTo>
                    <a:pt x="0" y="301"/>
                  </a:lnTo>
                  <a:lnTo>
                    <a:pt x="0" y="295"/>
                  </a:lnTo>
                  <a:lnTo>
                    <a:pt x="1038" y="0"/>
                  </a:lnTo>
                  <a:lnTo>
                    <a:pt x="2073" y="295"/>
                  </a:lnTo>
                  <a:lnTo>
                    <a:pt x="2073" y="30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</p:grpSp>
      <p:grpSp>
        <p:nvGrpSpPr>
          <p:cNvPr id="15" name="3">
            <a:extLst>
              <a:ext uri="{FF2B5EF4-FFF2-40B4-BE49-F238E27FC236}">
                <a16:creationId xmlns:a16="http://schemas.microsoft.com/office/drawing/2014/main" id="{DCE81F9B-5B7A-4F96-863C-88971692F033}"/>
              </a:ext>
            </a:extLst>
          </p:cNvPr>
          <p:cNvGrpSpPr/>
          <p:nvPr/>
        </p:nvGrpSpPr>
        <p:grpSpPr>
          <a:xfrm rot="16200000">
            <a:off x="5456971" y="4298216"/>
            <a:ext cx="1180323" cy="121889"/>
            <a:chOff x="2057400" y="2800350"/>
            <a:chExt cx="885242" cy="91440"/>
          </a:xfrm>
          <a:solidFill>
            <a:schemeClr val="tx1">
              <a:lumMod val="50000"/>
            </a:schemeClr>
          </a:solidFill>
        </p:grpSpPr>
        <p:sp>
          <p:nvSpPr>
            <p:cNvPr id="16" name="4">
              <a:extLst>
                <a:ext uri="{FF2B5EF4-FFF2-40B4-BE49-F238E27FC236}">
                  <a16:creationId xmlns:a16="http://schemas.microsoft.com/office/drawing/2014/main" id="{E81D6729-E613-4B33-8C0D-41F7516B60F8}"/>
                </a:ext>
              </a:extLst>
            </p:cNvPr>
            <p:cNvSpPr/>
            <p:nvPr/>
          </p:nvSpPr>
          <p:spPr>
            <a:xfrm rot="5400000">
              <a:off x="2057400" y="2800350"/>
              <a:ext cx="91440" cy="91440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cxnSp>
          <p:nvCxnSpPr>
            <p:cNvPr id="17" name="75">
              <a:extLst>
                <a:ext uri="{FF2B5EF4-FFF2-40B4-BE49-F238E27FC236}">
                  <a16:creationId xmlns:a16="http://schemas.microsoft.com/office/drawing/2014/main" id="{F150F127-AECA-48EA-B172-79EA35C7C47C}"/>
                </a:ext>
              </a:extLst>
            </p:cNvPr>
            <p:cNvCxnSpPr/>
            <p:nvPr/>
          </p:nvCxnSpPr>
          <p:spPr>
            <a:xfrm rot="5400000" flipV="1">
              <a:off x="2545741" y="2449169"/>
              <a:ext cx="0" cy="793803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">
            <a:extLst>
              <a:ext uri="{FF2B5EF4-FFF2-40B4-BE49-F238E27FC236}">
                <a16:creationId xmlns:a16="http://schemas.microsoft.com/office/drawing/2014/main" id="{65D207C4-0574-4742-9155-270843BD53A7}"/>
              </a:ext>
            </a:extLst>
          </p:cNvPr>
          <p:cNvGrpSpPr/>
          <p:nvPr/>
        </p:nvGrpSpPr>
        <p:grpSpPr>
          <a:xfrm>
            <a:off x="8110715" y="4214667"/>
            <a:ext cx="2161026" cy="1130030"/>
            <a:chOff x="6725834" y="9135119"/>
            <a:chExt cx="4387851" cy="2294467"/>
          </a:xfrm>
          <a:solidFill>
            <a:srgbClr val="16593C"/>
          </a:solidFill>
        </p:grpSpPr>
        <p:sp>
          <p:nvSpPr>
            <p:cNvPr id="19" name="9">
              <a:extLst>
                <a:ext uri="{FF2B5EF4-FFF2-40B4-BE49-F238E27FC236}">
                  <a16:creationId xmlns:a16="http://schemas.microsoft.com/office/drawing/2014/main" id="{5C26FA58-EF85-45C3-B9D9-757763368828}"/>
                </a:ext>
              </a:extLst>
            </p:cNvPr>
            <p:cNvSpPr/>
            <p:nvPr/>
          </p:nvSpPr>
          <p:spPr bwMode="auto">
            <a:xfrm>
              <a:off x="6725834" y="9772236"/>
              <a:ext cx="2197101" cy="1657350"/>
            </a:xfrm>
            <a:custGeom>
              <a:avLst/>
              <a:gdLst>
                <a:gd name="T0" fmla="*/ 1038 w 1038"/>
                <a:gd name="T1" fmla="*/ 783 h 783"/>
                <a:gd name="T2" fmla="*/ 0 w 1038"/>
                <a:gd name="T3" fmla="*/ 488 h 783"/>
                <a:gd name="T4" fmla="*/ 0 w 1038"/>
                <a:gd name="T5" fmla="*/ 0 h 783"/>
                <a:gd name="T6" fmla="*/ 1038 w 1038"/>
                <a:gd name="T7" fmla="*/ 294 h 783"/>
                <a:gd name="T8" fmla="*/ 1038 w 1038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783">
                  <a:moveTo>
                    <a:pt x="1038" y="783"/>
                  </a:moveTo>
                  <a:lnTo>
                    <a:pt x="0" y="488"/>
                  </a:lnTo>
                  <a:lnTo>
                    <a:pt x="0" y="0"/>
                  </a:lnTo>
                  <a:lnTo>
                    <a:pt x="1038" y="294"/>
                  </a:lnTo>
                  <a:lnTo>
                    <a:pt x="1038" y="78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20" name="20">
              <a:extLst>
                <a:ext uri="{FF2B5EF4-FFF2-40B4-BE49-F238E27FC236}">
                  <a16:creationId xmlns:a16="http://schemas.microsoft.com/office/drawing/2014/main" id="{E5D18906-FA08-4D74-A4EA-FECE9FE7EB91}"/>
                </a:ext>
              </a:extLst>
            </p:cNvPr>
            <p:cNvSpPr/>
            <p:nvPr/>
          </p:nvSpPr>
          <p:spPr bwMode="auto">
            <a:xfrm>
              <a:off x="8918701" y="9772236"/>
              <a:ext cx="2194984" cy="1657350"/>
            </a:xfrm>
            <a:custGeom>
              <a:avLst/>
              <a:gdLst>
                <a:gd name="T0" fmla="*/ 1037 w 1037"/>
                <a:gd name="T1" fmla="*/ 488 h 783"/>
                <a:gd name="T2" fmla="*/ 0 w 1037"/>
                <a:gd name="T3" fmla="*/ 783 h 783"/>
                <a:gd name="T4" fmla="*/ 0 w 1037"/>
                <a:gd name="T5" fmla="*/ 294 h 783"/>
                <a:gd name="T6" fmla="*/ 1037 w 1037"/>
                <a:gd name="T7" fmla="*/ 0 h 783"/>
                <a:gd name="T8" fmla="*/ 1037 w 1037"/>
                <a:gd name="T9" fmla="*/ 488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7" h="783">
                  <a:moveTo>
                    <a:pt x="1037" y="488"/>
                  </a:moveTo>
                  <a:lnTo>
                    <a:pt x="0" y="783"/>
                  </a:lnTo>
                  <a:lnTo>
                    <a:pt x="0" y="294"/>
                  </a:lnTo>
                  <a:lnTo>
                    <a:pt x="1037" y="0"/>
                  </a:lnTo>
                  <a:lnTo>
                    <a:pt x="1037" y="48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sp>
          <p:nvSpPr>
            <p:cNvPr id="21" name="21">
              <a:extLst>
                <a:ext uri="{FF2B5EF4-FFF2-40B4-BE49-F238E27FC236}">
                  <a16:creationId xmlns:a16="http://schemas.microsoft.com/office/drawing/2014/main" id="{58A94CD9-4448-4FF8-9801-80A175CBB34C}"/>
                </a:ext>
              </a:extLst>
            </p:cNvPr>
            <p:cNvSpPr/>
            <p:nvPr/>
          </p:nvSpPr>
          <p:spPr bwMode="auto">
            <a:xfrm>
              <a:off x="6725834" y="9135119"/>
              <a:ext cx="4387851" cy="1259417"/>
            </a:xfrm>
            <a:custGeom>
              <a:avLst/>
              <a:gdLst>
                <a:gd name="T0" fmla="*/ 2073 w 2073"/>
                <a:gd name="T1" fmla="*/ 301 h 595"/>
                <a:gd name="T2" fmla="*/ 1036 w 2073"/>
                <a:gd name="T3" fmla="*/ 595 h 595"/>
                <a:gd name="T4" fmla="*/ 0 w 2073"/>
                <a:gd name="T5" fmla="*/ 301 h 595"/>
                <a:gd name="T6" fmla="*/ 0 w 2073"/>
                <a:gd name="T7" fmla="*/ 295 h 595"/>
                <a:gd name="T8" fmla="*/ 1038 w 2073"/>
                <a:gd name="T9" fmla="*/ 0 h 595"/>
                <a:gd name="T10" fmla="*/ 2073 w 2073"/>
                <a:gd name="T11" fmla="*/ 295 h 595"/>
                <a:gd name="T12" fmla="*/ 2073 w 2073"/>
                <a:gd name="T13" fmla="*/ 30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3" h="595">
                  <a:moveTo>
                    <a:pt x="2073" y="301"/>
                  </a:moveTo>
                  <a:lnTo>
                    <a:pt x="1036" y="595"/>
                  </a:lnTo>
                  <a:lnTo>
                    <a:pt x="0" y="301"/>
                  </a:lnTo>
                  <a:lnTo>
                    <a:pt x="0" y="295"/>
                  </a:lnTo>
                  <a:lnTo>
                    <a:pt x="1038" y="0"/>
                  </a:lnTo>
                  <a:lnTo>
                    <a:pt x="2073" y="295"/>
                  </a:lnTo>
                  <a:lnTo>
                    <a:pt x="2073" y="30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</p:grpSp>
      <p:grpSp>
        <p:nvGrpSpPr>
          <p:cNvPr id="22" name="73">
            <a:extLst>
              <a:ext uri="{FF2B5EF4-FFF2-40B4-BE49-F238E27FC236}">
                <a16:creationId xmlns:a16="http://schemas.microsoft.com/office/drawing/2014/main" id="{6F98181F-A874-484F-8720-426BCB0817CF}"/>
              </a:ext>
            </a:extLst>
          </p:cNvPr>
          <p:cNvGrpSpPr/>
          <p:nvPr/>
        </p:nvGrpSpPr>
        <p:grpSpPr>
          <a:xfrm rot="16200000">
            <a:off x="8539604" y="3915410"/>
            <a:ext cx="1180323" cy="121889"/>
            <a:chOff x="2057400" y="2800350"/>
            <a:chExt cx="885242" cy="91440"/>
          </a:xfrm>
          <a:solidFill>
            <a:schemeClr val="tx1">
              <a:lumMod val="50000"/>
            </a:schemeClr>
          </a:solidFill>
        </p:grpSpPr>
        <p:sp>
          <p:nvSpPr>
            <p:cNvPr id="23" name="74">
              <a:extLst>
                <a:ext uri="{FF2B5EF4-FFF2-40B4-BE49-F238E27FC236}">
                  <a16:creationId xmlns:a16="http://schemas.microsoft.com/office/drawing/2014/main" id="{A07251DD-06C7-401B-B0CD-BCF0FEB09D6C}"/>
                </a:ext>
              </a:extLst>
            </p:cNvPr>
            <p:cNvSpPr/>
            <p:nvPr/>
          </p:nvSpPr>
          <p:spPr>
            <a:xfrm rot="5400000">
              <a:off x="2057400" y="2800350"/>
              <a:ext cx="91440" cy="91440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思源黑体 CN Light"/>
                <a:cs typeface="+mn-cs"/>
              </a:endParaRPr>
            </a:p>
          </p:txBody>
        </p:sp>
        <p:cxnSp>
          <p:nvCxnSpPr>
            <p:cNvPr id="24" name="75">
              <a:extLst>
                <a:ext uri="{FF2B5EF4-FFF2-40B4-BE49-F238E27FC236}">
                  <a16:creationId xmlns:a16="http://schemas.microsoft.com/office/drawing/2014/main" id="{554DA0FA-2602-4350-BBD7-F78E9FDA8F49}"/>
                </a:ext>
              </a:extLst>
            </p:cNvPr>
            <p:cNvCxnSpPr/>
            <p:nvPr/>
          </p:nvCxnSpPr>
          <p:spPr>
            <a:xfrm rot="5400000" flipV="1">
              <a:off x="2545741" y="2449169"/>
              <a:ext cx="0" cy="793803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D2895C5-3392-4F1E-94E2-0FBEF8E49D9F}"/>
              </a:ext>
            </a:extLst>
          </p:cNvPr>
          <p:cNvSpPr txBox="1"/>
          <p:nvPr/>
        </p:nvSpPr>
        <p:spPr>
          <a:xfrm>
            <a:off x="5128408" y="1740631"/>
            <a:ext cx="1959337" cy="2047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黑体简体" panose="02010601030101010101" pitchFamily="2" charset="-122"/>
              <a:ea typeface="方正黑体简体" panose="02010601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3066C1-8A28-4178-9EC0-0FD261D52E6E}"/>
              </a:ext>
            </a:extLst>
          </p:cNvPr>
          <p:cNvSpPr txBox="1"/>
          <p:nvPr/>
        </p:nvSpPr>
        <p:spPr>
          <a:xfrm>
            <a:off x="8250617" y="1618391"/>
            <a:ext cx="1819144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黑体简体" panose="02010601030101010101" pitchFamily="2" charset="-122"/>
              <a:ea typeface="方正黑体简体" panose="02010601030101010101" pitchFamily="2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C60860-837D-4025-81F5-D50B0BA35604}"/>
              </a:ext>
            </a:extLst>
          </p:cNvPr>
          <p:cNvSpPr/>
          <p:nvPr/>
        </p:nvSpPr>
        <p:spPr>
          <a:xfrm>
            <a:off x="2126954" y="2139932"/>
            <a:ext cx="1959337" cy="20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黑体简体" panose="02010601030101010101" pitchFamily="2" charset="-122"/>
                <a:ea typeface="方正黑体简体" panose="02010601030101010101" pitchFamily="2" charset="-122"/>
                <a:cs typeface="+mn-cs"/>
              </a:rPr>
              <a:t>面板中可以对字体、字号、颜色、行距等进行修改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99976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8283CB-A21F-4A57-97B6-F9B50563E740}"/>
              </a:ext>
            </a:extLst>
          </p:cNvPr>
          <p:cNvSpPr/>
          <p:nvPr/>
        </p:nvSpPr>
        <p:spPr>
          <a:xfrm>
            <a:off x="0" y="0"/>
            <a:ext cx="5903495" cy="6858000"/>
          </a:xfrm>
          <a:prstGeom prst="rect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9A5454-B886-4A06-BBD7-BA0C5DB4AEEE}"/>
              </a:ext>
            </a:extLst>
          </p:cNvPr>
          <p:cNvGrpSpPr/>
          <p:nvPr/>
        </p:nvGrpSpPr>
        <p:grpSpPr>
          <a:xfrm>
            <a:off x="833730" y="2608107"/>
            <a:ext cx="4318541" cy="1119343"/>
            <a:chOff x="1138530" y="2741457"/>
            <a:chExt cx="4318541" cy="11193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EC13C7-F035-4B80-9AC7-FB9F5E1D600D}"/>
                </a:ext>
              </a:extLst>
            </p:cNvPr>
            <p:cNvSpPr/>
            <p:nvPr/>
          </p:nvSpPr>
          <p:spPr>
            <a:xfrm>
              <a:off x="1138530" y="2741457"/>
              <a:ext cx="301556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400" b="0" i="0" u="none" strike="noStrike" kern="1200" cap="none" spc="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庞门正道标题体" panose="02010600030101010101" pitchFamily="2" charset="-122"/>
                  <a:ea typeface="庞门正道标题体" panose="02010600030101010101" pitchFamily="2" charset="-122"/>
                  <a:cs typeface="+mn-cs"/>
                </a:rPr>
                <a:t>PART 2</a:t>
              </a:r>
              <a:endPara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  <a:cs typeface="+mn-cs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8F4AE1F9-2E9E-4515-9737-37A5B79779E3}"/>
                </a:ext>
              </a:extLst>
            </p:cNvPr>
            <p:cNvSpPr/>
            <p:nvPr/>
          </p:nvSpPr>
          <p:spPr>
            <a:xfrm rot="5400000">
              <a:off x="5228130" y="3098794"/>
              <a:ext cx="245899" cy="2119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DEA84CE-2BFD-4F61-B740-A521C304071B}"/>
                </a:ext>
              </a:extLst>
            </p:cNvPr>
            <p:cNvCxnSpPr/>
            <p:nvPr/>
          </p:nvCxnSpPr>
          <p:spPr>
            <a:xfrm>
              <a:off x="1248831" y="3860800"/>
              <a:ext cx="198808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0C40024-21A0-4E81-8B9D-9172BA506DB4}"/>
              </a:ext>
            </a:extLst>
          </p:cNvPr>
          <p:cNvSpPr/>
          <p:nvPr/>
        </p:nvSpPr>
        <p:spPr>
          <a:xfrm>
            <a:off x="6758264" y="2730850"/>
            <a:ext cx="395888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spc="500" dirty="0">
                <a:solidFill>
                  <a:srgbClr val="16593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论文研究背景</a:t>
            </a:r>
            <a:endParaRPr kumimoji="0" lang="zh-CN" altLang="en-US" sz="4000" b="1" i="0" u="none" strike="noStrike" kern="1200" cap="none" spc="500" normalizeH="0" baseline="0" noProof="0" dirty="0">
              <a:ln>
                <a:noFill/>
              </a:ln>
              <a:solidFill>
                <a:srgbClr val="16593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763167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C13C9D-9CBA-4041-9DD4-E56A25010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923" y="2777328"/>
            <a:ext cx="1748151" cy="130334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E2BFB18-A253-48A4-A3E5-3F2164463FB1}"/>
              </a:ext>
            </a:extLst>
          </p:cNvPr>
          <p:cNvSpPr/>
          <p:nvPr/>
        </p:nvSpPr>
        <p:spPr>
          <a:xfrm>
            <a:off x="7950819" y="2716434"/>
            <a:ext cx="3605561" cy="230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794880-6EC1-46E7-AD1C-016C6081A7CA}"/>
              </a:ext>
            </a:extLst>
          </p:cNvPr>
          <p:cNvSpPr txBox="1"/>
          <p:nvPr/>
        </p:nvSpPr>
        <p:spPr>
          <a:xfrm>
            <a:off x="7912541" y="2093939"/>
            <a:ext cx="3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单击输入相关标题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55391-9872-40F7-89E0-1FD8244F500C}"/>
              </a:ext>
            </a:extLst>
          </p:cNvPr>
          <p:cNvSpPr/>
          <p:nvPr/>
        </p:nvSpPr>
        <p:spPr>
          <a:xfrm>
            <a:off x="635620" y="2705886"/>
            <a:ext cx="3605561" cy="230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B64510-58E0-4CF7-A91D-784273C243FE}"/>
              </a:ext>
            </a:extLst>
          </p:cNvPr>
          <p:cNvSpPr txBox="1"/>
          <p:nvPr/>
        </p:nvSpPr>
        <p:spPr>
          <a:xfrm>
            <a:off x="555586" y="2124717"/>
            <a:ext cx="360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单击输入相关标题</a:t>
            </a:r>
          </a:p>
        </p:txBody>
      </p:sp>
      <p:sp>
        <p:nvSpPr>
          <p:cNvPr id="7" name="图文框 6">
            <a:extLst>
              <a:ext uri="{FF2B5EF4-FFF2-40B4-BE49-F238E27FC236}">
                <a16:creationId xmlns:a16="http://schemas.microsoft.com/office/drawing/2014/main" id="{22E3ED71-EB84-404B-8470-DE7237E9202B}"/>
              </a:ext>
            </a:extLst>
          </p:cNvPr>
          <p:cNvSpPr/>
          <p:nvPr/>
        </p:nvSpPr>
        <p:spPr>
          <a:xfrm rot="18890753">
            <a:off x="4884544" y="2217544"/>
            <a:ext cx="2422911" cy="2422911"/>
          </a:xfrm>
          <a:prstGeom prst="frame">
            <a:avLst>
              <a:gd name="adj1" fmla="val 5284"/>
            </a:avLst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2637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8">
            <a:extLst>
              <a:ext uri="{FF2B5EF4-FFF2-40B4-BE49-F238E27FC236}">
                <a16:creationId xmlns:a16="http://schemas.microsoft.com/office/drawing/2014/main" id="{9D4B05CF-D531-4477-9708-FAD989D58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16" y="1843401"/>
            <a:ext cx="2825768" cy="1449614"/>
          </a:xfrm>
          <a:prstGeom prst="rect">
            <a:avLst/>
          </a:prstGeom>
          <a:solidFill>
            <a:srgbClr val="16593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68580" tIns="34290" rIns="68580" bIns="34290" numCol="1" anchor="ctr" anchorCtr="0" compatLnSpc="1"/>
          <a:lstStyle/>
          <a:p>
            <a:pPr algn="ctr"/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9893F-A329-48E9-9828-AE3A26C02861}"/>
              </a:ext>
            </a:extLst>
          </p:cNvPr>
          <p:cNvSpPr txBox="1"/>
          <p:nvPr/>
        </p:nvSpPr>
        <p:spPr>
          <a:xfrm>
            <a:off x="5285521" y="2091154"/>
            <a:ext cx="1620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单击输入</a:t>
            </a:r>
            <a:endParaRPr lang="en-US" altLang="zh-CN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/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相关标题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C7A3AE5-36A6-41DB-943A-EF2B7E789121}"/>
              </a:ext>
            </a:extLst>
          </p:cNvPr>
          <p:cNvGrpSpPr/>
          <p:nvPr/>
        </p:nvGrpSpPr>
        <p:grpSpPr>
          <a:xfrm>
            <a:off x="1221695" y="3760160"/>
            <a:ext cx="9774312" cy="1885345"/>
            <a:chOff x="1126445" y="3438946"/>
            <a:chExt cx="9774312" cy="188534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619A4AD-83EE-4AA6-BBA2-0704664D8800}"/>
                </a:ext>
              </a:extLst>
            </p:cNvPr>
            <p:cNvGrpSpPr/>
            <p:nvPr/>
          </p:nvGrpSpPr>
          <p:grpSpPr>
            <a:xfrm>
              <a:off x="1126445" y="3438946"/>
              <a:ext cx="2626869" cy="1885345"/>
              <a:chOff x="1126445" y="3640084"/>
              <a:chExt cx="2626869" cy="1885345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13437ACD-9AF7-48AE-A387-F106197ABBEC}"/>
                  </a:ext>
                </a:extLst>
              </p:cNvPr>
              <p:cNvSpPr/>
              <p:nvPr/>
            </p:nvSpPr>
            <p:spPr>
              <a:xfrm>
                <a:off x="2176834" y="3640084"/>
                <a:ext cx="526093" cy="526093"/>
              </a:xfrm>
              <a:prstGeom prst="ellipse">
                <a:avLst/>
              </a:prstGeom>
              <a:solidFill>
                <a:srgbClr val="16593C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685165">
                  <a:buNone/>
                  <a:defRPr/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4">
                <a:extLst>
                  <a:ext uri="{FF2B5EF4-FFF2-40B4-BE49-F238E27FC236}">
                    <a16:creationId xmlns:a16="http://schemas.microsoft.com/office/drawing/2014/main" id="{FEFE9E3C-AB3B-4CD6-A8F3-787329B58BF6}"/>
                  </a:ext>
                </a:extLst>
              </p:cNvPr>
              <p:cNvSpPr txBox="1"/>
              <p:nvPr/>
            </p:nvSpPr>
            <p:spPr>
              <a:xfrm>
                <a:off x="1126445" y="4352479"/>
                <a:ext cx="2626869" cy="1172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30000"/>
                  </a:lnSpc>
                  <a:defRPr/>
                </a:pP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标题数字等都可以通过点击和重新输入进行更改，顶部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“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开始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”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面板中可以对字体、字号、颜色、行距等进行修改。</a:t>
                </a:r>
                <a:endParaRPr lang="en-US" altLang="zh-CN" sz="1400" kern="0" dirty="0">
                  <a:solidFill>
                    <a:srgbClr val="2E2E2E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4CB45A7-18AB-4F74-89C0-4B6A7F4728E8}"/>
                </a:ext>
              </a:extLst>
            </p:cNvPr>
            <p:cNvGrpSpPr/>
            <p:nvPr/>
          </p:nvGrpSpPr>
          <p:grpSpPr>
            <a:xfrm>
              <a:off x="4700166" y="3438946"/>
              <a:ext cx="2626869" cy="1885345"/>
              <a:chOff x="1126445" y="3640084"/>
              <a:chExt cx="2626869" cy="1885345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DC106C5-0F84-4551-AED5-6402294904FF}"/>
                  </a:ext>
                </a:extLst>
              </p:cNvPr>
              <p:cNvSpPr/>
              <p:nvPr/>
            </p:nvSpPr>
            <p:spPr>
              <a:xfrm>
                <a:off x="2176834" y="3640084"/>
                <a:ext cx="526093" cy="526093"/>
              </a:xfrm>
              <a:prstGeom prst="ellipse">
                <a:avLst/>
              </a:prstGeom>
              <a:solidFill>
                <a:srgbClr val="16593C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685165">
                  <a:buNone/>
                  <a:defRPr/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54">
                <a:extLst>
                  <a:ext uri="{FF2B5EF4-FFF2-40B4-BE49-F238E27FC236}">
                    <a16:creationId xmlns:a16="http://schemas.microsoft.com/office/drawing/2014/main" id="{5F99D880-3530-4E70-BCC0-663B411C3FF7}"/>
                  </a:ext>
                </a:extLst>
              </p:cNvPr>
              <p:cNvSpPr txBox="1"/>
              <p:nvPr/>
            </p:nvSpPr>
            <p:spPr>
              <a:xfrm>
                <a:off x="1126445" y="4352479"/>
                <a:ext cx="2626869" cy="1172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30000"/>
                  </a:lnSpc>
                  <a:defRPr/>
                </a:pP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标题数字等都可以通过点击和重新输入进行更改，顶部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“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开始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”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面板中可以对字体、字号、颜色、行距等进行修改。</a:t>
                </a:r>
                <a:endParaRPr lang="en-US" altLang="zh-CN" sz="1400" kern="0" dirty="0">
                  <a:solidFill>
                    <a:srgbClr val="2E2E2E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978C03E-1E09-40FF-8BA2-16225340F7AF}"/>
                </a:ext>
              </a:extLst>
            </p:cNvPr>
            <p:cNvGrpSpPr/>
            <p:nvPr/>
          </p:nvGrpSpPr>
          <p:grpSpPr>
            <a:xfrm>
              <a:off x="8273888" y="3438946"/>
              <a:ext cx="2626869" cy="1885345"/>
              <a:chOff x="1126445" y="3640084"/>
              <a:chExt cx="2626869" cy="1885345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81062FAA-B955-4C99-B035-86810DE1151C}"/>
                  </a:ext>
                </a:extLst>
              </p:cNvPr>
              <p:cNvSpPr/>
              <p:nvPr/>
            </p:nvSpPr>
            <p:spPr>
              <a:xfrm>
                <a:off x="2176834" y="3640084"/>
                <a:ext cx="526093" cy="526093"/>
              </a:xfrm>
              <a:prstGeom prst="ellipse">
                <a:avLst/>
              </a:prstGeom>
              <a:solidFill>
                <a:srgbClr val="16593C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685165">
                  <a:buNone/>
                  <a:defRPr/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54">
                <a:extLst>
                  <a:ext uri="{FF2B5EF4-FFF2-40B4-BE49-F238E27FC236}">
                    <a16:creationId xmlns:a16="http://schemas.microsoft.com/office/drawing/2014/main" id="{989207E2-855C-4F2B-99B0-8356F7509D6D}"/>
                  </a:ext>
                </a:extLst>
              </p:cNvPr>
              <p:cNvSpPr txBox="1"/>
              <p:nvPr/>
            </p:nvSpPr>
            <p:spPr>
              <a:xfrm>
                <a:off x="1126445" y="4352479"/>
                <a:ext cx="2626869" cy="1172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30000"/>
                  </a:lnSpc>
                  <a:defRPr/>
                </a:pP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标题数字等都可以通过点击和重新输入进行更改，顶部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“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开始</a:t>
                </a:r>
                <a:r>
                  <a:rPr lang="en-US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”</a:t>
                </a:r>
                <a:r>
                  <a:rPr lang="zh-CN" altLang="zh-CN" sz="1400" kern="0" dirty="0">
                    <a:solidFill>
                      <a:srgbClr val="2E2E2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面板中可以对字体、字号、颜色、行距等进行修改。</a:t>
                </a:r>
                <a:endParaRPr lang="en-US" altLang="zh-CN" sz="1400" kern="0" dirty="0">
                  <a:solidFill>
                    <a:srgbClr val="2E2E2E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AF3E107F-A571-469D-9677-B1C3F55F2C5B}"/>
              </a:ext>
            </a:extLst>
          </p:cNvPr>
          <p:cNvSpPr txBox="1"/>
          <p:nvPr/>
        </p:nvSpPr>
        <p:spPr>
          <a:xfrm>
            <a:off x="2378676" y="38385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CDB87F-74ED-409A-B089-BF9BAECA989D}"/>
              </a:ext>
            </a:extLst>
          </p:cNvPr>
          <p:cNvSpPr txBox="1"/>
          <p:nvPr/>
        </p:nvSpPr>
        <p:spPr>
          <a:xfrm>
            <a:off x="5939546" y="38553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5466CB-6FB2-41AE-B6CF-F79272FA0681}"/>
              </a:ext>
            </a:extLst>
          </p:cNvPr>
          <p:cNvSpPr txBox="1"/>
          <p:nvPr/>
        </p:nvSpPr>
        <p:spPr>
          <a:xfrm>
            <a:off x="9526119" y="38551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4217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3E3E712-CBA4-4E34-BF12-ACFEE459A62F}"/>
              </a:ext>
            </a:extLst>
          </p:cNvPr>
          <p:cNvGrpSpPr/>
          <p:nvPr/>
        </p:nvGrpSpPr>
        <p:grpSpPr>
          <a:xfrm>
            <a:off x="5660153" y="5304750"/>
            <a:ext cx="870772" cy="810567"/>
            <a:chOff x="4232283" y="4184651"/>
            <a:chExt cx="690787" cy="642938"/>
          </a:xfrm>
        </p:grpSpPr>
        <p:sp>
          <p:nvSpPr>
            <p:cNvPr id="5" name="不规则形状">
              <a:extLst>
                <a:ext uri="{FF2B5EF4-FFF2-40B4-BE49-F238E27FC236}">
                  <a16:creationId xmlns:a16="http://schemas.microsoft.com/office/drawing/2014/main" id="{6C6D7A48-DD49-4C8B-BEC9-2C9E20BFC3A4}"/>
                </a:ext>
              </a:extLst>
            </p:cNvPr>
            <p:cNvSpPr/>
            <p:nvPr/>
          </p:nvSpPr>
          <p:spPr>
            <a:xfrm>
              <a:off x="4232283" y="4184651"/>
              <a:ext cx="690787" cy="639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0" h="21357" extrusionOk="0">
                  <a:moveTo>
                    <a:pt x="4785" y="2603"/>
                  </a:moveTo>
                  <a:cubicBezTo>
                    <a:pt x="4785" y="2603"/>
                    <a:pt x="7653" y="-243"/>
                    <a:pt x="9700" y="16"/>
                  </a:cubicBezTo>
                  <a:cubicBezTo>
                    <a:pt x="11747" y="275"/>
                    <a:pt x="15110" y="2818"/>
                    <a:pt x="15824" y="2603"/>
                  </a:cubicBezTo>
                  <a:cubicBezTo>
                    <a:pt x="16538" y="2387"/>
                    <a:pt x="18502" y="-30"/>
                    <a:pt x="19236" y="102"/>
                  </a:cubicBezTo>
                  <a:cubicBezTo>
                    <a:pt x="19970" y="234"/>
                    <a:pt x="21600" y="-151"/>
                    <a:pt x="20228" y="3392"/>
                  </a:cubicBezTo>
                  <a:lnTo>
                    <a:pt x="11003" y="21357"/>
                  </a:lnTo>
                  <a:lnTo>
                    <a:pt x="0" y="2861"/>
                  </a:lnTo>
                  <a:lnTo>
                    <a:pt x="4785" y="2603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lt"/>
              </a:endParaRPr>
            </a:p>
          </p:txBody>
        </p:sp>
        <p:sp>
          <p:nvSpPr>
            <p:cNvPr id="6" name="不规则形状">
              <a:extLst>
                <a:ext uri="{FF2B5EF4-FFF2-40B4-BE49-F238E27FC236}">
                  <a16:creationId xmlns:a16="http://schemas.microsoft.com/office/drawing/2014/main" id="{053B7390-9C7D-4AA1-84EC-348C1363D72F}"/>
                </a:ext>
              </a:extLst>
            </p:cNvPr>
            <p:cNvSpPr/>
            <p:nvPr/>
          </p:nvSpPr>
          <p:spPr>
            <a:xfrm>
              <a:off x="4459428" y="4617208"/>
              <a:ext cx="262530" cy="210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1023" y="21600"/>
                  </a:lnTo>
                  <a:lnTo>
                    <a:pt x="21600" y="0"/>
                  </a:lnTo>
                  <a:cubicBezTo>
                    <a:pt x="19769" y="1711"/>
                    <a:pt x="15948" y="3022"/>
                    <a:pt x="11052" y="3022"/>
                  </a:cubicBezTo>
                  <a:cubicBezTo>
                    <a:pt x="6050" y="3021"/>
                    <a:pt x="1767" y="1777"/>
                    <a:pt x="0" y="0"/>
                  </a:cubicBezTo>
                  <a:close/>
                </a:path>
              </a:pathLst>
            </a:custGeom>
            <a:solidFill>
              <a:srgbClr val="595959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lt"/>
              </a:endParaRPr>
            </a:p>
          </p:txBody>
        </p:sp>
      </p:grpSp>
      <p:sp>
        <p:nvSpPr>
          <p:cNvPr id="7" name="不规则形状">
            <a:extLst>
              <a:ext uri="{FF2B5EF4-FFF2-40B4-BE49-F238E27FC236}">
                <a16:creationId xmlns:a16="http://schemas.microsoft.com/office/drawing/2014/main" id="{11A4D094-832E-45E0-B51E-0BD106AE061A}"/>
              </a:ext>
            </a:extLst>
          </p:cNvPr>
          <p:cNvSpPr/>
          <p:nvPr/>
        </p:nvSpPr>
        <p:spPr>
          <a:xfrm>
            <a:off x="5890618" y="2054487"/>
            <a:ext cx="402802" cy="3429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445" y="21054"/>
                </a:moveTo>
                <a:cubicBezTo>
                  <a:pt x="15409" y="21356"/>
                  <a:pt x="13316" y="21600"/>
                  <a:pt x="10737" y="21600"/>
                </a:cubicBezTo>
                <a:cubicBezTo>
                  <a:pt x="8157" y="21600"/>
                  <a:pt x="6067" y="21356"/>
                  <a:pt x="6024" y="21054"/>
                </a:cubicBezTo>
                <a:cubicBezTo>
                  <a:pt x="6024" y="21054"/>
                  <a:pt x="6013" y="17098"/>
                  <a:pt x="6013" y="13916"/>
                </a:cubicBezTo>
                <a:cubicBezTo>
                  <a:pt x="6013" y="13907"/>
                  <a:pt x="5988" y="1279"/>
                  <a:pt x="5988" y="1270"/>
                </a:cubicBezTo>
                <a:lnTo>
                  <a:pt x="0" y="1270"/>
                </a:lnTo>
                <a:lnTo>
                  <a:pt x="10800" y="0"/>
                </a:lnTo>
                <a:lnTo>
                  <a:pt x="21600" y="1270"/>
                </a:lnTo>
                <a:lnTo>
                  <a:pt x="15413" y="1270"/>
                </a:lnTo>
                <a:cubicBezTo>
                  <a:pt x="15413" y="1312"/>
                  <a:pt x="15409" y="13974"/>
                  <a:pt x="15406" y="14017"/>
                </a:cubicBezTo>
                <a:cubicBezTo>
                  <a:pt x="15406" y="14102"/>
                  <a:pt x="15403" y="14187"/>
                  <a:pt x="15403" y="14274"/>
                </a:cubicBezTo>
                <a:cubicBezTo>
                  <a:pt x="15359" y="17168"/>
                  <a:pt x="15448" y="21054"/>
                  <a:pt x="15445" y="21054"/>
                </a:cubicBezTo>
                <a:close/>
              </a:path>
            </a:pathLst>
          </a:custGeom>
          <a:solidFill>
            <a:srgbClr val="16593C"/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lt"/>
            </a:endParaRPr>
          </a:p>
        </p:txBody>
      </p:sp>
      <p:sp>
        <p:nvSpPr>
          <p:cNvPr id="8" name="不规则形状">
            <a:extLst>
              <a:ext uri="{FF2B5EF4-FFF2-40B4-BE49-F238E27FC236}">
                <a16:creationId xmlns:a16="http://schemas.microsoft.com/office/drawing/2014/main" id="{EA5EA47B-349E-490D-AC56-A6DE4DCF11D6}"/>
              </a:ext>
            </a:extLst>
          </p:cNvPr>
          <p:cNvSpPr/>
          <p:nvPr/>
        </p:nvSpPr>
        <p:spPr>
          <a:xfrm>
            <a:off x="4950138" y="2819186"/>
            <a:ext cx="1054397" cy="265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44"/>
                </a:moveTo>
                <a:lnTo>
                  <a:pt x="4131" y="0"/>
                </a:lnTo>
                <a:lnTo>
                  <a:pt x="4131" y="911"/>
                </a:lnTo>
                <a:cubicBezTo>
                  <a:pt x="4469" y="912"/>
                  <a:pt x="9374" y="914"/>
                  <a:pt x="10965" y="925"/>
                </a:cubicBezTo>
                <a:cubicBezTo>
                  <a:pt x="15048" y="952"/>
                  <a:pt x="21600" y="2005"/>
                  <a:pt x="21600" y="6000"/>
                </a:cubicBezTo>
                <a:cubicBezTo>
                  <a:pt x="21600" y="10118"/>
                  <a:pt x="21596" y="20893"/>
                  <a:pt x="21596" y="20893"/>
                </a:cubicBezTo>
                <a:cubicBezTo>
                  <a:pt x="21581" y="21284"/>
                  <a:pt x="20781" y="21600"/>
                  <a:pt x="19794" y="21600"/>
                </a:cubicBezTo>
                <a:cubicBezTo>
                  <a:pt x="18807" y="21600"/>
                  <a:pt x="18007" y="21284"/>
                  <a:pt x="17993" y="20893"/>
                </a:cubicBezTo>
                <a:cubicBezTo>
                  <a:pt x="17992" y="20893"/>
                  <a:pt x="18029" y="9551"/>
                  <a:pt x="18005" y="5769"/>
                </a:cubicBezTo>
                <a:cubicBezTo>
                  <a:pt x="17992" y="3770"/>
                  <a:pt x="14109" y="2346"/>
                  <a:pt x="11307" y="2346"/>
                </a:cubicBezTo>
                <a:lnTo>
                  <a:pt x="4131" y="2346"/>
                </a:lnTo>
                <a:lnTo>
                  <a:pt x="4131" y="3288"/>
                </a:lnTo>
                <a:lnTo>
                  <a:pt x="0" y="1644"/>
                </a:lnTo>
                <a:close/>
              </a:path>
            </a:pathLst>
          </a:custGeom>
          <a:solidFill>
            <a:srgbClr val="16593C"/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lt"/>
            </a:endParaRPr>
          </a:p>
        </p:txBody>
      </p:sp>
      <p:sp>
        <p:nvSpPr>
          <p:cNvPr id="9" name="不规则形状">
            <a:extLst>
              <a:ext uri="{FF2B5EF4-FFF2-40B4-BE49-F238E27FC236}">
                <a16:creationId xmlns:a16="http://schemas.microsoft.com/office/drawing/2014/main" id="{B6E26B3F-8A55-4410-9F28-4339AB0B2BCC}"/>
              </a:ext>
            </a:extLst>
          </p:cNvPr>
          <p:cNvSpPr/>
          <p:nvPr/>
        </p:nvSpPr>
        <p:spPr>
          <a:xfrm>
            <a:off x="4964717" y="3505502"/>
            <a:ext cx="867578" cy="1956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227"/>
                </a:moveTo>
                <a:lnTo>
                  <a:pt x="5020" y="0"/>
                </a:lnTo>
                <a:lnTo>
                  <a:pt x="5020" y="1235"/>
                </a:lnTo>
                <a:cubicBezTo>
                  <a:pt x="5431" y="1235"/>
                  <a:pt x="6742" y="1238"/>
                  <a:pt x="8676" y="1253"/>
                </a:cubicBezTo>
                <a:cubicBezTo>
                  <a:pt x="13637" y="1290"/>
                  <a:pt x="21600" y="2716"/>
                  <a:pt x="21600" y="8129"/>
                </a:cubicBezTo>
                <a:cubicBezTo>
                  <a:pt x="21600" y="13707"/>
                  <a:pt x="21595" y="20642"/>
                  <a:pt x="21595" y="20642"/>
                </a:cubicBezTo>
                <a:cubicBezTo>
                  <a:pt x="21576" y="21172"/>
                  <a:pt x="20604" y="21600"/>
                  <a:pt x="19405" y="21600"/>
                </a:cubicBezTo>
                <a:cubicBezTo>
                  <a:pt x="18206" y="21600"/>
                  <a:pt x="17233" y="21172"/>
                  <a:pt x="17216" y="20642"/>
                </a:cubicBezTo>
                <a:cubicBezTo>
                  <a:pt x="17215" y="20642"/>
                  <a:pt x="17260" y="12940"/>
                  <a:pt x="17231" y="7816"/>
                </a:cubicBezTo>
                <a:cubicBezTo>
                  <a:pt x="17215" y="5108"/>
                  <a:pt x="12497" y="3178"/>
                  <a:pt x="9091" y="3178"/>
                </a:cubicBezTo>
                <a:lnTo>
                  <a:pt x="5020" y="3178"/>
                </a:lnTo>
                <a:lnTo>
                  <a:pt x="5020" y="4455"/>
                </a:lnTo>
                <a:lnTo>
                  <a:pt x="0" y="222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lt"/>
            </a:endParaRPr>
          </a:p>
        </p:txBody>
      </p:sp>
      <p:sp>
        <p:nvSpPr>
          <p:cNvPr id="10" name="不规则形状">
            <a:extLst>
              <a:ext uri="{FF2B5EF4-FFF2-40B4-BE49-F238E27FC236}">
                <a16:creationId xmlns:a16="http://schemas.microsoft.com/office/drawing/2014/main" id="{E7A38A96-565F-4DED-B37D-6BCE2A1738F9}"/>
              </a:ext>
            </a:extLst>
          </p:cNvPr>
          <p:cNvSpPr/>
          <p:nvPr/>
        </p:nvSpPr>
        <p:spPr>
          <a:xfrm>
            <a:off x="6349210" y="3505502"/>
            <a:ext cx="867578" cy="1956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227"/>
                </a:moveTo>
                <a:lnTo>
                  <a:pt x="16580" y="0"/>
                </a:lnTo>
                <a:lnTo>
                  <a:pt x="16580" y="1235"/>
                </a:lnTo>
                <a:cubicBezTo>
                  <a:pt x="16170" y="1235"/>
                  <a:pt x="14858" y="1238"/>
                  <a:pt x="12924" y="1253"/>
                </a:cubicBezTo>
                <a:cubicBezTo>
                  <a:pt x="7963" y="1290"/>
                  <a:pt x="0" y="2716"/>
                  <a:pt x="0" y="8129"/>
                </a:cubicBezTo>
                <a:cubicBezTo>
                  <a:pt x="0" y="13707"/>
                  <a:pt x="5" y="20642"/>
                  <a:pt x="5" y="20642"/>
                </a:cubicBezTo>
                <a:cubicBezTo>
                  <a:pt x="24" y="21172"/>
                  <a:pt x="996" y="21600"/>
                  <a:pt x="2195" y="21600"/>
                </a:cubicBezTo>
                <a:cubicBezTo>
                  <a:pt x="3394" y="21600"/>
                  <a:pt x="4367" y="21172"/>
                  <a:pt x="4383" y="20642"/>
                </a:cubicBezTo>
                <a:cubicBezTo>
                  <a:pt x="4385" y="20642"/>
                  <a:pt x="4339" y="12940"/>
                  <a:pt x="4369" y="7816"/>
                </a:cubicBezTo>
                <a:cubicBezTo>
                  <a:pt x="4385" y="5108"/>
                  <a:pt x="9103" y="3178"/>
                  <a:pt x="12509" y="3178"/>
                </a:cubicBezTo>
                <a:lnTo>
                  <a:pt x="16580" y="3178"/>
                </a:lnTo>
                <a:lnTo>
                  <a:pt x="16580" y="4455"/>
                </a:lnTo>
                <a:lnTo>
                  <a:pt x="21600" y="222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lt"/>
            </a:endParaRPr>
          </a:p>
        </p:txBody>
      </p:sp>
      <p:sp>
        <p:nvSpPr>
          <p:cNvPr id="11" name="不规则形状">
            <a:extLst>
              <a:ext uri="{FF2B5EF4-FFF2-40B4-BE49-F238E27FC236}">
                <a16:creationId xmlns:a16="http://schemas.microsoft.com/office/drawing/2014/main" id="{AB2998CB-FFEC-4DD4-9C92-B463A395B029}"/>
              </a:ext>
            </a:extLst>
          </p:cNvPr>
          <p:cNvSpPr/>
          <p:nvPr/>
        </p:nvSpPr>
        <p:spPr>
          <a:xfrm>
            <a:off x="6174236" y="2820098"/>
            <a:ext cx="1054397" cy="26504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644"/>
                </a:moveTo>
                <a:lnTo>
                  <a:pt x="17469" y="0"/>
                </a:lnTo>
                <a:lnTo>
                  <a:pt x="17469" y="911"/>
                </a:lnTo>
                <a:cubicBezTo>
                  <a:pt x="17131" y="912"/>
                  <a:pt x="12226" y="914"/>
                  <a:pt x="10635" y="925"/>
                </a:cubicBezTo>
                <a:cubicBezTo>
                  <a:pt x="6552" y="952"/>
                  <a:pt x="0" y="2005"/>
                  <a:pt x="0" y="6000"/>
                </a:cubicBezTo>
                <a:cubicBezTo>
                  <a:pt x="0" y="10118"/>
                  <a:pt x="4" y="20893"/>
                  <a:pt x="4" y="20893"/>
                </a:cubicBezTo>
                <a:cubicBezTo>
                  <a:pt x="20" y="21284"/>
                  <a:pt x="820" y="21600"/>
                  <a:pt x="1806" y="21600"/>
                </a:cubicBezTo>
                <a:cubicBezTo>
                  <a:pt x="2793" y="21600"/>
                  <a:pt x="3593" y="21284"/>
                  <a:pt x="3607" y="20893"/>
                </a:cubicBezTo>
                <a:cubicBezTo>
                  <a:pt x="3608" y="20893"/>
                  <a:pt x="3571" y="9551"/>
                  <a:pt x="3595" y="5769"/>
                </a:cubicBezTo>
                <a:cubicBezTo>
                  <a:pt x="3608" y="3770"/>
                  <a:pt x="7491" y="2346"/>
                  <a:pt x="10293" y="2346"/>
                </a:cubicBezTo>
                <a:lnTo>
                  <a:pt x="17469" y="2346"/>
                </a:lnTo>
                <a:lnTo>
                  <a:pt x="17469" y="3288"/>
                </a:lnTo>
                <a:lnTo>
                  <a:pt x="21600" y="1644"/>
                </a:lnTo>
                <a:close/>
              </a:path>
            </a:pathLst>
          </a:custGeom>
          <a:solidFill>
            <a:srgbClr val="16593C"/>
          </a:solidFill>
          <a:ln w="12700">
            <a:miter lim="400000"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lt"/>
            </a:endParaRPr>
          </a:p>
        </p:txBody>
      </p:sp>
      <p:sp>
        <p:nvSpPr>
          <p:cNvPr id="12" name="框4">
            <a:extLst>
              <a:ext uri="{FF2B5EF4-FFF2-40B4-BE49-F238E27FC236}">
                <a16:creationId xmlns:a16="http://schemas.microsoft.com/office/drawing/2014/main" id="{EE56D99B-401E-4982-85EF-650E38B65504}"/>
              </a:ext>
            </a:extLst>
          </p:cNvPr>
          <p:cNvSpPr/>
          <p:nvPr/>
        </p:nvSpPr>
        <p:spPr>
          <a:xfrm>
            <a:off x="7272268" y="3521134"/>
            <a:ext cx="3234597" cy="3077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>
              <a:spcBef>
                <a:spcPts val="200"/>
              </a:spcBef>
              <a:defRPr sz="1200">
                <a:solidFill>
                  <a:srgbClr val="3A5063"/>
                </a:solidFill>
                <a:uFill>
                  <a:solidFill>
                    <a:srgbClr val="3A5063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3" name="文本框">
            <a:extLst>
              <a:ext uri="{FF2B5EF4-FFF2-40B4-BE49-F238E27FC236}">
                <a16:creationId xmlns:a16="http://schemas.microsoft.com/office/drawing/2014/main" id="{7C9BFB05-A7BB-4E39-A643-53EF24EB2309}"/>
              </a:ext>
            </a:extLst>
          </p:cNvPr>
          <p:cNvSpPr/>
          <p:nvPr/>
        </p:nvSpPr>
        <p:spPr>
          <a:xfrm>
            <a:off x="7272268" y="3793388"/>
            <a:ext cx="3234597" cy="603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>
              <a:lnSpc>
                <a:spcPct val="120000"/>
              </a:lnSpc>
              <a:spcBef>
                <a:spcPts val="100"/>
              </a:spcBef>
              <a:defRPr sz="70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标题数字等都可以通过点击和重新输入进行更改，顶部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“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开始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”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面板中可以进行修改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Roboto condensed"/>
            </a:endParaRPr>
          </a:p>
        </p:txBody>
      </p:sp>
      <p:sp>
        <p:nvSpPr>
          <p:cNvPr id="14" name="框3">
            <a:extLst>
              <a:ext uri="{FF2B5EF4-FFF2-40B4-BE49-F238E27FC236}">
                <a16:creationId xmlns:a16="http://schemas.microsoft.com/office/drawing/2014/main" id="{F1185B9C-1EF2-424B-A642-A238DB67F9B9}"/>
              </a:ext>
            </a:extLst>
          </p:cNvPr>
          <p:cNvSpPr/>
          <p:nvPr/>
        </p:nvSpPr>
        <p:spPr>
          <a:xfrm>
            <a:off x="7272268" y="2616145"/>
            <a:ext cx="3234597" cy="3077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>
              <a:spcBef>
                <a:spcPts val="200"/>
              </a:spcBef>
              <a:defRPr sz="1200">
                <a:solidFill>
                  <a:srgbClr val="3A5063"/>
                </a:solidFill>
                <a:uFill>
                  <a:solidFill>
                    <a:srgbClr val="3A5063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文本框">
            <a:extLst>
              <a:ext uri="{FF2B5EF4-FFF2-40B4-BE49-F238E27FC236}">
                <a16:creationId xmlns:a16="http://schemas.microsoft.com/office/drawing/2014/main" id="{B998CEC3-985B-453A-94EA-705B364A18DC}"/>
              </a:ext>
            </a:extLst>
          </p:cNvPr>
          <p:cNvSpPr/>
          <p:nvPr/>
        </p:nvSpPr>
        <p:spPr>
          <a:xfrm>
            <a:off x="7272268" y="2888397"/>
            <a:ext cx="3234597" cy="603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>
              <a:lnSpc>
                <a:spcPct val="120000"/>
              </a:lnSpc>
              <a:spcBef>
                <a:spcPts val="100"/>
              </a:spcBef>
              <a:defRPr sz="70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标题数字等都可以通过点击和重新输入进行更改，顶部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“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开始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”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面板中可以进行修改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Roboto condensed"/>
            </a:endParaRPr>
          </a:p>
        </p:txBody>
      </p:sp>
      <p:sp>
        <p:nvSpPr>
          <p:cNvPr id="16" name="框2">
            <a:extLst>
              <a:ext uri="{FF2B5EF4-FFF2-40B4-BE49-F238E27FC236}">
                <a16:creationId xmlns:a16="http://schemas.microsoft.com/office/drawing/2014/main" id="{590D866D-B14B-419D-BC10-18EA2B8BC444}"/>
              </a:ext>
            </a:extLst>
          </p:cNvPr>
          <p:cNvSpPr/>
          <p:nvPr/>
        </p:nvSpPr>
        <p:spPr>
          <a:xfrm>
            <a:off x="1645109" y="3521134"/>
            <a:ext cx="3234597" cy="3077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r">
              <a:spcBef>
                <a:spcPts val="200"/>
              </a:spcBef>
              <a:defRPr sz="1200">
                <a:solidFill>
                  <a:srgbClr val="3A5063"/>
                </a:solidFill>
                <a:uFill>
                  <a:solidFill>
                    <a:srgbClr val="3A5063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7" name="文本框">
            <a:extLst>
              <a:ext uri="{FF2B5EF4-FFF2-40B4-BE49-F238E27FC236}">
                <a16:creationId xmlns:a16="http://schemas.microsoft.com/office/drawing/2014/main" id="{A9ACC35D-7639-41D3-B1D0-A9BC0A5B2F4A}"/>
              </a:ext>
            </a:extLst>
          </p:cNvPr>
          <p:cNvSpPr/>
          <p:nvPr/>
        </p:nvSpPr>
        <p:spPr>
          <a:xfrm>
            <a:off x="1645109" y="3793388"/>
            <a:ext cx="3234597" cy="603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r">
              <a:lnSpc>
                <a:spcPct val="120000"/>
              </a:lnSpc>
              <a:spcBef>
                <a:spcPts val="100"/>
              </a:spcBef>
              <a:defRPr sz="70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r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标题数字等都可以通过点击和重新输入进行更改，顶部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“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开始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”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Roboto condensed"/>
              </a:rPr>
              <a:t>面板中可以进行修改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Roboto condensed"/>
            </a:endParaRPr>
          </a:p>
        </p:txBody>
      </p:sp>
      <p:sp>
        <p:nvSpPr>
          <p:cNvPr id="18" name="框1">
            <a:extLst>
              <a:ext uri="{FF2B5EF4-FFF2-40B4-BE49-F238E27FC236}">
                <a16:creationId xmlns:a16="http://schemas.microsoft.com/office/drawing/2014/main" id="{03A482F1-944C-4723-8271-746208A14C47}"/>
              </a:ext>
            </a:extLst>
          </p:cNvPr>
          <p:cNvSpPr/>
          <p:nvPr/>
        </p:nvSpPr>
        <p:spPr>
          <a:xfrm>
            <a:off x="1645109" y="2616145"/>
            <a:ext cx="3234597" cy="3077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r">
              <a:spcBef>
                <a:spcPts val="200"/>
              </a:spcBef>
              <a:defRPr sz="1200">
                <a:solidFill>
                  <a:srgbClr val="3A5063"/>
                </a:solidFill>
                <a:uFill>
                  <a:solidFill>
                    <a:srgbClr val="3A5063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框">
            <a:extLst>
              <a:ext uri="{FF2B5EF4-FFF2-40B4-BE49-F238E27FC236}">
                <a16:creationId xmlns:a16="http://schemas.microsoft.com/office/drawing/2014/main" id="{DF04BA6E-5D77-47F0-821A-8997F6660227}"/>
              </a:ext>
            </a:extLst>
          </p:cNvPr>
          <p:cNvSpPr/>
          <p:nvPr/>
        </p:nvSpPr>
        <p:spPr>
          <a:xfrm>
            <a:off x="1645109" y="2888397"/>
            <a:ext cx="3234597" cy="603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r">
              <a:lnSpc>
                <a:spcPct val="120000"/>
              </a:lnSpc>
              <a:spcBef>
                <a:spcPts val="100"/>
              </a:spcBef>
              <a:defRPr sz="70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r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标题数字等都可以通过点击和重新输入进行更改，顶部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“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开始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”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面板中可以进行修改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Roboto condensed"/>
            </a:endParaRPr>
          </a:p>
        </p:txBody>
      </p:sp>
      <p:sp>
        <p:nvSpPr>
          <p:cNvPr id="20" name="框">
            <a:extLst>
              <a:ext uri="{FF2B5EF4-FFF2-40B4-BE49-F238E27FC236}">
                <a16:creationId xmlns:a16="http://schemas.microsoft.com/office/drawing/2014/main" id="{927F4E24-F47E-4162-93D9-49ED7155143C}"/>
              </a:ext>
            </a:extLst>
          </p:cNvPr>
          <p:cNvSpPr/>
          <p:nvPr/>
        </p:nvSpPr>
        <p:spPr>
          <a:xfrm>
            <a:off x="4478701" y="1231181"/>
            <a:ext cx="3234597" cy="3077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ctr">
              <a:spcBef>
                <a:spcPts val="200"/>
              </a:spcBef>
              <a:defRPr sz="1200">
                <a:solidFill>
                  <a:srgbClr val="3A5063"/>
                </a:solidFill>
                <a:uFill>
                  <a:solidFill>
                    <a:srgbClr val="3A5063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输入标题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21" name="框">
            <a:extLst>
              <a:ext uri="{FF2B5EF4-FFF2-40B4-BE49-F238E27FC236}">
                <a16:creationId xmlns:a16="http://schemas.microsoft.com/office/drawing/2014/main" id="{18A1567B-BEE8-431F-BE75-6AAC1EB97B69}"/>
              </a:ext>
            </a:extLst>
          </p:cNvPr>
          <p:cNvSpPr/>
          <p:nvPr/>
        </p:nvSpPr>
        <p:spPr>
          <a:xfrm>
            <a:off x="4556937" y="1451433"/>
            <a:ext cx="3234597" cy="603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22" tIns="45722" rIns="45722" bIns="45722" numCol="1" anchor="t">
            <a:spAutoFit/>
          </a:bodyPr>
          <a:lstStyle>
            <a:lvl1pPr algn="ctr">
              <a:lnSpc>
                <a:spcPct val="120000"/>
              </a:lnSpc>
              <a:spcBef>
                <a:spcPts val="100"/>
              </a:spcBef>
              <a:defRPr sz="70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pPr marL="0" marR="0" lvl="0" indent="0" algn="l" defTabSz="109725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标题数字等都可以通过点击和重新输入进行更改，顶部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“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开始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”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Roboto condensed"/>
              </a:rPr>
              <a:t>面板中可以进行修改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036284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B75B101-FE2C-4BAC-8BD3-68FB69384581}"/>
              </a:ext>
            </a:extLst>
          </p:cNvPr>
          <p:cNvGrpSpPr/>
          <p:nvPr/>
        </p:nvGrpSpPr>
        <p:grpSpPr>
          <a:xfrm>
            <a:off x="4045142" y="1119773"/>
            <a:ext cx="4101716" cy="5567524"/>
            <a:chOff x="3404870" y="76835"/>
            <a:chExt cx="5229741" cy="7098665"/>
          </a:xfrm>
        </p:grpSpPr>
        <p:pic>
          <p:nvPicPr>
            <p:cNvPr id="5" name="图片 4" descr="25d1c387075261fcc10c67516ddbb953">
              <a:extLst>
                <a:ext uri="{FF2B5EF4-FFF2-40B4-BE49-F238E27FC236}">
                  <a16:creationId xmlns:a16="http://schemas.microsoft.com/office/drawing/2014/main" id="{33204118-7B58-4495-9A64-84DF8A5E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4870" y="76835"/>
              <a:ext cx="5229741" cy="7098665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0E0BD6B-EC5D-4ED7-BFBF-B4404F325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72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463" y="937935"/>
              <a:ext cx="3929586" cy="5144408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4115C73-0FF2-4D70-81C7-121685F6BB51}"/>
              </a:ext>
            </a:extLst>
          </p:cNvPr>
          <p:cNvGrpSpPr/>
          <p:nvPr/>
        </p:nvGrpSpPr>
        <p:grpSpPr>
          <a:xfrm>
            <a:off x="1059575" y="4163854"/>
            <a:ext cx="3105115" cy="1295547"/>
            <a:chOff x="774324" y="1753725"/>
            <a:chExt cx="3105115" cy="1295547"/>
          </a:xfrm>
        </p:grpSpPr>
        <p:sp>
          <p:nvSpPr>
            <p:cNvPr id="11" name="添加标题">
              <a:extLst>
                <a:ext uri="{FF2B5EF4-FFF2-40B4-BE49-F238E27FC236}">
                  <a16:creationId xmlns:a16="http://schemas.microsoft.com/office/drawing/2014/main" id="{B8D217FC-4513-4471-B61A-2B149CED1B05}"/>
                </a:ext>
              </a:extLst>
            </p:cNvPr>
            <p:cNvSpPr txBox="1"/>
            <p:nvPr/>
          </p:nvSpPr>
          <p:spPr>
            <a:xfrm>
              <a:off x="1769349" y="1753725"/>
              <a:ext cx="2110090" cy="1295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 Light" panose="02010600030101010101" pitchFamily="2" charset="-122"/>
                  <a:cs typeface="+mn-cs"/>
                </a:rPr>
                <a:t>添加标题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 Light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顶部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1290832-3816-4C8B-AEE5-F6C22220A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324" y="1899581"/>
              <a:ext cx="741070" cy="741070"/>
            </a:xfrm>
            <a:prstGeom prst="rect">
              <a:avLst/>
            </a:prstGeom>
            <a:solidFill>
              <a:srgbClr val="16593C"/>
            </a:solidFill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75BFDBD-2311-4DC4-9EAA-12FC0C70A473}"/>
              </a:ext>
            </a:extLst>
          </p:cNvPr>
          <p:cNvGrpSpPr/>
          <p:nvPr/>
        </p:nvGrpSpPr>
        <p:grpSpPr>
          <a:xfrm>
            <a:off x="1059575" y="2285853"/>
            <a:ext cx="3105115" cy="1295547"/>
            <a:chOff x="774324" y="1753725"/>
            <a:chExt cx="3105115" cy="1295547"/>
          </a:xfrm>
        </p:grpSpPr>
        <p:sp>
          <p:nvSpPr>
            <p:cNvPr id="28" name="添加标题">
              <a:extLst>
                <a:ext uri="{FF2B5EF4-FFF2-40B4-BE49-F238E27FC236}">
                  <a16:creationId xmlns:a16="http://schemas.microsoft.com/office/drawing/2014/main" id="{DBA0472E-412D-4999-86CF-94F69524FCF5}"/>
                </a:ext>
              </a:extLst>
            </p:cNvPr>
            <p:cNvSpPr txBox="1"/>
            <p:nvPr/>
          </p:nvSpPr>
          <p:spPr>
            <a:xfrm>
              <a:off x="1769349" y="1753725"/>
              <a:ext cx="2110090" cy="1295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 Light" panose="02010600030101010101" pitchFamily="2" charset="-122"/>
                  <a:cs typeface="+mn-cs"/>
                </a:rPr>
                <a:t>添加标题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 Light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顶部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65B3D235-8922-4D7D-BAA9-63B63647D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324" y="1899581"/>
              <a:ext cx="741070" cy="741070"/>
            </a:xfrm>
            <a:prstGeom prst="rect">
              <a:avLst/>
            </a:prstGeom>
            <a:solidFill>
              <a:srgbClr val="16593C"/>
            </a:solidFill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86B7338-514B-469C-AB6C-281ABEB373FB}"/>
              </a:ext>
            </a:extLst>
          </p:cNvPr>
          <p:cNvGrpSpPr/>
          <p:nvPr/>
        </p:nvGrpSpPr>
        <p:grpSpPr>
          <a:xfrm>
            <a:off x="8535221" y="2285853"/>
            <a:ext cx="3105115" cy="1295547"/>
            <a:chOff x="774324" y="1753725"/>
            <a:chExt cx="3105115" cy="1295547"/>
          </a:xfrm>
        </p:grpSpPr>
        <p:sp>
          <p:nvSpPr>
            <p:cNvPr id="31" name="添加标题">
              <a:extLst>
                <a:ext uri="{FF2B5EF4-FFF2-40B4-BE49-F238E27FC236}">
                  <a16:creationId xmlns:a16="http://schemas.microsoft.com/office/drawing/2014/main" id="{94775E19-5618-4671-B061-99B386269D67}"/>
                </a:ext>
              </a:extLst>
            </p:cNvPr>
            <p:cNvSpPr txBox="1"/>
            <p:nvPr/>
          </p:nvSpPr>
          <p:spPr>
            <a:xfrm>
              <a:off x="1769349" y="1753725"/>
              <a:ext cx="2110090" cy="1295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 Light" panose="02010600030101010101" pitchFamily="2" charset="-122"/>
                  <a:cs typeface="+mn-cs"/>
                </a:rPr>
                <a:t>添加标题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 Light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顶部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8501051C-0ECE-463D-8C2F-87BFB4452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324" y="1899581"/>
              <a:ext cx="741070" cy="741070"/>
            </a:xfrm>
            <a:prstGeom prst="rect">
              <a:avLst/>
            </a:prstGeom>
            <a:solidFill>
              <a:srgbClr val="16593C"/>
            </a:solidFill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210A9C7-3E5F-4C02-9D7D-14F95F43CEC4}"/>
              </a:ext>
            </a:extLst>
          </p:cNvPr>
          <p:cNvGrpSpPr/>
          <p:nvPr/>
        </p:nvGrpSpPr>
        <p:grpSpPr>
          <a:xfrm>
            <a:off x="8535221" y="4163854"/>
            <a:ext cx="3105115" cy="1295547"/>
            <a:chOff x="774324" y="1753725"/>
            <a:chExt cx="3105115" cy="1295547"/>
          </a:xfrm>
        </p:grpSpPr>
        <p:sp>
          <p:nvSpPr>
            <p:cNvPr id="34" name="添加标题">
              <a:extLst>
                <a:ext uri="{FF2B5EF4-FFF2-40B4-BE49-F238E27FC236}">
                  <a16:creationId xmlns:a16="http://schemas.microsoft.com/office/drawing/2014/main" id="{A7373115-71DF-4921-9704-3B894BDA55BF}"/>
                </a:ext>
              </a:extLst>
            </p:cNvPr>
            <p:cNvSpPr txBox="1"/>
            <p:nvPr/>
          </p:nvSpPr>
          <p:spPr>
            <a:xfrm>
              <a:off x="1769349" y="1753725"/>
              <a:ext cx="2110090" cy="1295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 Light" panose="02010600030101010101" pitchFamily="2" charset="-122"/>
                  <a:cs typeface="+mn-cs"/>
                </a:rPr>
                <a:t>添加标题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 Light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顶部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D300BD3E-E74A-4554-95A5-8408C3CDA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324" y="1899581"/>
              <a:ext cx="741070" cy="741070"/>
            </a:xfrm>
            <a:prstGeom prst="rect">
              <a:avLst/>
            </a:prstGeom>
            <a:solidFill>
              <a:srgbClr val="16593C"/>
            </a:solidFill>
          </p:spPr>
        </p:pic>
      </p:grpSp>
    </p:spTree>
    <p:extLst>
      <p:ext uri="{BB962C8B-B14F-4D97-AF65-F5344CB8AC3E}">
        <p14:creationId xmlns:p14="http://schemas.microsoft.com/office/powerpoint/2010/main" val="150406179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8283CB-A21F-4A57-97B6-F9B50563E740}"/>
              </a:ext>
            </a:extLst>
          </p:cNvPr>
          <p:cNvSpPr/>
          <p:nvPr/>
        </p:nvSpPr>
        <p:spPr>
          <a:xfrm>
            <a:off x="0" y="0"/>
            <a:ext cx="5903495" cy="6858000"/>
          </a:xfrm>
          <a:prstGeom prst="rect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9A5454-B886-4A06-BBD7-BA0C5DB4AEEE}"/>
              </a:ext>
            </a:extLst>
          </p:cNvPr>
          <p:cNvGrpSpPr/>
          <p:nvPr/>
        </p:nvGrpSpPr>
        <p:grpSpPr>
          <a:xfrm>
            <a:off x="833730" y="2608107"/>
            <a:ext cx="4318541" cy="1119343"/>
            <a:chOff x="1138530" y="2741457"/>
            <a:chExt cx="4318541" cy="11193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EC13C7-F035-4B80-9AC7-FB9F5E1D600D}"/>
                </a:ext>
              </a:extLst>
            </p:cNvPr>
            <p:cNvSpPr/>
            <p:nvPr/>
          </p:nvSpPr>
          <p:spPr>
            <a:xfrm>
              <a:off x="1138530" y="2741457"/>
              <a:ext cx="2985113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400" b="0" i="0" u="none" strike="noStrike" kern="1200" cap="none" spc="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庞门正道标题体" panose="02010600030101010101" pitchFamily="2" charset="-122"/>
                  <a:ea typeface="庞门正道标题体" panose="02010600030101010101" pitchFamily="2" charset="-122"/>
                  <a:cs typeface="+mn-cs"/>
                </a:rPr>
                <a:t>PART 3</a:t>
              </a:r>
              <a:endPara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  <a:cs typeface="+mn-cs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8F4AE1F9-2E9E-4515-9737-37A5B79779E3}"/>
                </a:ext>
              </a:extLst>
            </p:cNvPr>
            <p:cNvSpPr/>
            <p:nvPr/>
          </p:nvSpPr>
          <p:spPr>
            <a:xfrm rot="5400000">
              <a:off x="5228130" y="3098794"/>
              <a:ext cx="245899" cy="2119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DEA84CE-2BFD-4F61-B740-A521C304071B}"/>
                </a:ext>
              </a:extLst>
            </p:cNvPr>
            <p:cNvCxnSpPr/>
            <p:nvPr/>
          </p:nvCxnSpPr>
          <p:spPr>
            <a:xfrm>
              <a:off x="1248831" y="3860800"/>
              <a:ext cx="198808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0C40024-21A0-4E81-8B9D-9172BA506DB4}"/>
              </a:ext>
            </a:extLst>
          </p:cNvPr>
          <p:cNvSpPr/>
          <p:nvPr/>
        </p:nvSpPr>
        <p:spPr>
          <a:xfrm>
            <a:off x="6758264" y="2730850"/>
            <a:ext cx="395888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500" normalizeH="0" baseline="0" noProof="0" dirty="0">
                <a:ln>
                  <a:noFill/>
                </a:ln>
                <a:solidFill>
                  <a:srgbClr val="16593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论文主要内容</a:t>
            </a:r>
          </a:p>
        </p:txBody>
      </p:sp>
    </p:spTree>
    <p:extLst>
      <p:ext uri="{BB962C8B-B14F-4D97-AF65-F5344CB8AC3E}">
        <p14:creationId xmlns:p14="http://schemas.microsoft.com/office/powerpoint/2010/main" val="147085625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形状3">
            <a:extLst>
              <a:ext uri="{FF2B5EF4-FFF2-40B4-BE49-F238E27FC236}">
                <a16:creationId xmlns:a16="http://schemas.microsoft.com/office/drawing/2014/main" id="{1975F64D-62CA-466E-A6EB-92037322F9D7}"/>
              </a:ext>
            </a:extLst>
          </p:cNvPr>
          <p:cNvSpPr/>
          <p:nvPr/>
        </p:nvSpPr>
        <p:spPr>
          <a:xfrm rot="13500000" flipH="1" flipV="1">
            <a:off x="5569942" y="1384857"/>
            <a:ext cx="1052115" cy="1060671"/>
          </a:xfrm>
          <a:prstGeom prst="bentArrow">
            <a:avLst>
              <a:gd name="adj1" fmla="val 5470"/>
              <a:gd name="adj2" fmla="val 9301"/>
              <a:gd name="adj3" fmla="val 12699"/>
              <a:gd name="adj4" fmla="val 39549"/>
            </a:avLst>
          </a:prstGeom>
          <a:solidFill>
            <a:srgbClr val="B2B2B2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5" name="形状6">
            <a:extLst>
              <a:ext uri="{FF2B5EF4-FFF2-40B4-BE49-F238E27FC236}">
                <a16:creationId xmlns:a16="http://schemas.microsoft.com/office/drawing/2014/main" id="{18A23002-8300-4CE3-8B02-9B38E6565CF7}"/>
              </a:ext>
            </a:extLst>
          </p:cNvPr>
          <p:cNvSpPr/>
          <p:nvPr/>
        </p:nvSpPr>
        <p:spPr>
          <a:xfrm>
            <a:off x="6490469" y="3750951"/>
            <a:ext cx="1320894" cy="1320895"/>
          </a:xfrm>
          <a:custGeom>
            <a:avLst/>
            <a:gdLst>
              <a:gd name="connsiteX0" fmla="*/ 1621876 w 4116165"/>
              <a:gd name="connsiteY0" fmla="*/ 814807 h 3497531"/>
              <a:gd name="connsiteX1" fmla="*/ 3927730 w 4116165"/>
              <a:gd name="connsiteY1" fmla="*/ 814807 h 3497531"/>
              <a:gd name="connsiteX2" fmla="*/ 4116165 w 4116165"/>
              <a:gd name="connsiteY2" fmla="*/ 1003242 h 3497531"/>
              <a:gd name="connsiteX3" fmla="*/ 4116165 w 4116165"/>
              <a:gd name="connsiteY3" fmla="*/ 3309096 h 3497531"/>
              <a:gd name="connsiteX4" fmla="*/ 3927730 w 4116165"/>
              <a:gd name="connsiteY4" fmla="*/ 3497531 h 3497531"/>
              <a:gd name="connsiteX5" fmla="*/ 1621876 w 4116165"/>
              <a:gd name="connsiteY5" fmla="*/ 3497531 h 3497531"/>
              <a:gd name="connsiteX6" fmla="*/ 1433441 w 4116165"/>
              <a:gd name="connsiteY6" fmla="*/ 3309096 h 3497531"/>
              <a:gd name="connsiteX7" fmla="*/ 1433441 w 4116165"/>
              <a:gd name="connsiteY7" fmla="*/ 1003242 h 3497531"/>
              <a:gd name="connsiteX8" fmla="*/ 1621876 w 4116165"/>
              <a:gd name="connsiteY8" fmla="*/ 814807 h 3497531"/>
              <a:gd name="connsiteX9" fmla="*/ 688860 w 4116165"/>
              <a:gd name="connsiteY9" fmla="*/ 0 h 3497531"/>
              <a:gd name="connsiteX10" fmla="*/ 739322 w 4116165"/>
              <a:gd name="connsiteY10" fmla="*/ 20901 h 3497531"/>
              <a:gd name="connsiteX11" fmla="*/ 1356818 w 4116165"/>
              <a:gd name="connsiteY11" fmla="*/ 638398 h 3497531"/>
              <a:gd name="connsiteX12" fmla="*/ 1356818 w 4116165"/>
              <a:gd name="connsiteY12" fmla="*/ 739322 h 3497531"/>
              <a:gd name="connsiteX13" fmla="*/ 739322 w 4116165"/>
              <a:gd name="connsiteY13" fmla="*/ 1356819 h 3497531"/>
              <a:gd name="connsiteX14" fmla="*/ 638398 w 4116165"/>
              <a:gd name="connsiteY14" fmla="*/ 1356819 h 3497531"/>
              <a:gd name="connsiteX15" fmla="*/ 20901 w 4116165"/>
              <a:gd name="connsiteY15" fmla="*/ 739322 h 3497531"/>
              <a:gd name="connsiteX16" fmla="*/ 20901 w 4116165"/>
              <a:gd name="connsiteY16" fmla="*/ 638398 h 3497531"/>
              <a:gd name="connsiteX17" fmla="*/ 638398 w 4116165"/>
              <a:gd name="connsiteY17" fmla="*/ 20901 h 3497531"/>
              <a:gd name="connsiteX18" fmla="*/ 688860 w 4116165"/>
              <a:gd name="connsiteY18" fmla="*/ 0 h 3497531"/>
              <a:gd name="connsiteX0-1" fmla="*/ 1433441 w 4116165"/>
              <a:gd name="connsiteY0-2" fmla="*/ 1003242 h 3497531"/>
              <a:gd name="connsiteX1-3" fmla="*/ 3927730 w 4116165"/>
              <a:gd name="connsiteY1-4" fmla="*/ 814807 h 3497531"/>
              <a:gd name="connsiteX2-5" fmla="*/ 4116165 w 4116165"/>
              <a:gd name="connsiteY2-6" fmla="*/ 1003242 h 3497531"/>
              <a:gd name="connsiteX3-7" fmla="*/ 4116165 w 4116165"/>
              <a:gd name="connsiteY3-8" fmla="*/ 3309096 h 3497531"/>
              <a:gd name="connsiteX4-9" fmla="*/ 3927730 w 4116165"/>
              <a:gd name="connsiteY4-10" fmla="*/ 3497531 h 3497531"/>
              <a:gd name="connsiteX5-11" fmla="*/ 1621876 w 4116165"/>
              <a:gd name="connsiteY5-12" fmla="*/ 3497531 h 3497531"/>
              <a:gd name="connsiteX6-13" fmla="*/ 1433441 w 4116165"/>
              <a:gd name="connsiteY6-14" fmla="*/ 3309096 h 3497531"/>
              <a:gd name="connsiteX7-15" fmla="*/ 1433441 w 4116165"/>
              <a:gd name="connsiteY7-16" fmla="*/ 1003242 h 3497531"/>
              <a:gd name="connsiteX8-17" fmla="*/ 688860 w 4116165"/>
              <a:gd name="connsiteY8-18" fmla="*/ 0 h 3497531"/>
              <a:gd name="connsiteX9-19" fmla="*/ 739322 w 4116165"/>
              <a:gd name="connsiteY9-20" fmla="*/ 20901 h 3497531"/>
              <a:gd name="connsiteX10-21" fmla="*/ 1356818 w 4116165"/>
              <a:gd name="connsiteY10-22" fmla="*/ 638398 h 3497531"/>
              <a:gd name="connsiteX11-23" fmla="*/ 1356818 w 4116165"/>
              <a:gd name="connsiteY11-24" fmla="*/ 739322 h 3497531"/>
              <a:gd name="connsiteX12-25" fmla="*/ 739322 w 4116165"/>
              <a:gd name="connsiteY12-26" fmla="*/ 1356819 h 3497531"/>
              <a:gd name="connsiteX13-27" fmla="*/ 638398 w 4116165"/>
              <a:gd name="connsiteY13-28" fmla="*/ 1356819 h 3497531"/>
              <a:gd name="connsiteX14-29" fmla="*/ 20901 w 4116165"/>
              <a:gd name="connsiteY14-30" fmla="*/ 739322 h 3497531"/>
              <a:gd name="connsiteX15-31" fmla="*/ 20901 w 4116165"/>
              <a:gd name="connsiteY15-32" fmla="*/ 638398 h 3497531"/>
              <a:gd name="connsiteX16-33" fmla="*/ 638398 w 4116165"/>
              <a:gd name="connsiteY16-34" fmla="*/ 20901 h 3497531"/>
              <a:gd name="connsiteX17-35" fmla="*/ 688860 w 4116165"/>
              <a:gd name="connsiteY17-36" fmla="*/ 0 h 3497531"/>
              <a:gd name="connsiteX0-37" fmla="*/ 1433441 w 4116165"/>
              <a:gd name="connsiteY0-38" fmla="*/ 3309096 h 3497531"/>
              <a:gd name="connsiteX1-39" fmla="*/ 3927730 w 4116165"/>
              <a:gd name="connsiteY1-40" fmla="*/ 814807 h 3497531"/>
              <a:gd name="connsiteX2-41" fmla="*/ 4116165 w 4116165"/>
              <a:gd name="connsiteY2-42" fmla="*/ 1003242 h 3497531"/>
              <a:gd name="connsiteX3-43" fmla="*/ 4116165 w 4116165"/>
              <a:gd name="connsiteY3-44" fmla="*/ 3309096 h 3497531"/>
              <a:gd name="connsiteX4-45" fmla="*/ 3927730 w 4116165"/>
              <a:gd name="connsiteY4-46" fmla="*/ 3497531 h 3497531"/>
              <a:gd name="connsiteX5-47" fmla="*/ 1621876 w 4116165"/>
              <a:gd name="connsiteY5-48" fmla="*/ 3497531 h 3497531"/>
              <a:gd name="connsiteX6-49" fmla="*/ 1433441 w 4116165"/>
              <a:gd name="connsiteY6-50" fmla="*/ 3309096 h 3497531"/>
              <a:gd name="connsiteX7-51" fmla="*/ 688860 w 4116165"/>
              <a:gd name="connsiteY7-52" fmla="*/ 0 h 3497531"/>
              <a:gd name="connsiteX8-53" fmla="*/ 739322 w 4116165"/>
              <a:gd name="connsiteY8-54" fmla="*/ 20901 h 3497531"/>
              <a:gd name="connsiteX9-55" fmla="*/ 1356818 w 4116165"/>
              <a:gd name="connsiteY9-56" fmla="*/ 638398 h 3497531"/>
              <a:gd name="connsiteX10-57" fmla="*/ 1356818 w 4116165"/>
              <a:gd name="connsiteY10-58" fmla="*/ 739322 h 3497531"/>
              <a:gd name="connsiteX11-59" fmla="*/ 739322 w 4116165"/>
              <a:gd name="connsiteY11-60" fmla="*/ 1356819 h 3497531"/>
              <a:gd name="connsiteX12-61" fmla="*/ 638398 w 4116165"/>
              <a:gd name="connsiteY12-62" fmla="*/ 1356819 h 3497531"/>
              <a:gd name="connsiteX13-63" fmla="*/ 20901 w 4116165"/>
              <a:gd name="connsiteY13-64" fmla="*/ 739322 h 3497531"/>
              <a:gd name="connsiteX14-65" fmla="*/ 20901 w 4116165"/>
              <a:gd name="connsiteY14-66" fmla="*/ 638398 h 3497531"/>
              <a:gd name="connsiteX15-67" fmla="*/ 638398 w 4116165"/>
              <a:gd name="connsiteY15-68" fmla="*/ 20901 h 3497531"/>
              <a:gd name="connsiteX16-69" fmla="*/ 688860 w 4116165"/>
              <a:gd name="connsiteY16-70" fmla="*/ 0 h 3497531"/>
              <a:gd name="connsiteX0-71" fmla="*/ 1433441 w 4116165"/>
              <a:gd name="connsiteY0-72" fmla="*/ 3309096 h 3497531"/>
              <a:gd name="connsiteX1-73" fmla="*/ 4116165 w 4116165"/>
              <a:gd name="connsiteY1-74" fmla="*/ 1003242 h 3497531"/>
              <a:gd name="connsiteX2-75" fmla="*/ 4116165 w 4116165"/>
              <a:gd name="connsiteY2-76" fmla="*/ 3309096 h 3497531"/>
              <a:gd name="connsiteX3-77" fmla="*/ 3927730 w 4116165"/>
              <a:gd name="connsiteY3-78" fmla="*/ 3497531 h 3497531"/>
              <a:gd name="connsiteX4-79" fmla="*/ 1621876 w 4116165"/>
              <a:gd name="connsiteY4-80" fmla="*/ 3497531 h 3497531"/>
              <a:gd name="connsiteX5-81" fmla="*/ 1433441 w 4116165"/>
              <a:gd name="connsiteY5-82" fmla="*/ 3309096 h 3497531"/>
              <a:gd name="connsiteX6-83" fmla="*/ 688860 w 4116165"/>
              <a:gd name="connsiteY6-84" fmla="*/ 0 h 3497531"/>
              <a:gd name="connsiteX7-85" fmla="*/ 739322 w 4116165"/>
              <a:gd name="connsiteY7-86" fmla="*/ 20901 h 3497531"/>
              <a:gd name="connsiteX8-87" fmla="*/ 1356818 w 4116165"/>
              <a:gd name="connsiteY8-88" fmla="*/ 638398 h 3497531"/>
              <a:gd name="connsiteX9-89" fmla="*/ 1356818 w 4116165"/>
              <a:gd name="connsiteY9-90" fmla="*/ 739322 h 3497531"/>
              <a:gd name="connsiteX10-91" fmla="*/ 739322 w 4116165"/>
              <a:gd name="connsiteY10-92" fmla="*/ 1356819 h 3497531"/>
              <a:gd name="connsiteX11-93" fmla="*/ 638398 w 4116165"/>
              <a:gd name="connsiteY11-94" fmla="*/ 1356819 h 3497531"/>
              <a:gd name="connsiteX12-95" fmla="*/ 20901 w 4116165"/>
              <a:gd name="connsiteY12-96" fmla="*/ 739322 h 3497531"/>
              <a:gd name="connsiteX13-97" fmla="*/ 20901 w 4116165"/>
              <a:gd name="connsiteY13-98" fmla="*/ 638398 h 3497531"/>
              <a:gd name="connsiteX14-99" fmla="*/ 638398 w 4116165"/>
              <a:gd name="connsiteY14-100" fmla="*/ 20901 h 3497531"/>
              <a:gd name="connsiteX15-101" fmla="*/ 688860 w 4116165"/>
              <a:gd name="connsiteY15-102" fmla="*/ 0 h 3497531"/>
              <a:gd name="connsiteX0-103" fmla="*/ 1433441 w 4116165"/>
              <a:gd name="connsiteY0-104" fmla="*/ 3309096 h 3497531"/>
              <a:gd name="connsiteX1-105" fmla="*/ 4116165 w 4116165"/>
              <a:gd name="connsiteY1-106" fmla="*/ 3309096 h 3497531"/>
              <a:gd name="connsiteX2-107" fmla="*/ 3927730 w 4116165"/>
              <a:gd name="connsiteY2-108" fmla="*/ 3497531 h 3497531"/>
              <a:gd name="connsiteX3-109" fmla="*/ 1621876 w 4116165"/>
              <a:gd name="connsiteY3-110" fmla="*/ 3497531 h 3497531"/>
              <a:gd name="connsiteX4-111" fmla="*/ 1433441 w 4116165"/>
              <a:gd name="connsiteY4-112" fmla="*/ 3309096 h 3497531"/>
              <a:gd name="connsiteX5-113" fmla="*/ 688860 w 4116165"/>
              <a:gd name="connsiteY5-114" fmla="*/ 0 h 3497531"/>
              <a:gd name="connsiteX6-115" fmla="*/ 739322 w 4116165"/>
              <a:gd name="connsiteY6-116" fmla="*/ 20901 h 3497531"/>
              <a:gd name="connsiteX7-117" fmla="*/ 1356818 w 4116165"/>
              <a:gd name="connsiteY7-118" fmla="*/ 638398 h 3497531"/>
              <a:gd name="connsiteX8-119" fmla="*/ 1356818 w 4116165"/>
              <a:gd name="connsiteY8-120" fmla="*/ 739322 h 3497531"/>
              <a:gd name="connsiteX9-121" fmla="*/ 739322 w 4116165"/>
              <a:gd name="connsiteY9-122" fmla="*/ 1356819 h 3497531"/>
              <a:gd name="connsiteX10-123" fmla="*/ 638398 w 4116165"/>
              <a:gd name="connsiteY10-124" fmla="*/ 1356819 h 3497531"/>
              <a:gd name="connsiteX11-125" fmla="*/ 20901 w 4116165"/>
              <a:gd name="connsiteY11-126" fmla="*/ 739322 h 3497531"/>
              <a:gd name="connsiteX12-127" fmla="*/ 20901 w 4116165"/>
              <a:gd name="connsiteY12-128" fmla="*/ 638398 h 3497531"/>
              <a:gd name="connsiteX13-129" fmla="*/ 638398 w 4116165"/>
              <a:gd name="connsiteY13-130" fmla="*/ 20901 h 3497531"/>
              <a:gd name="connsiteX14-131" fmla="*/ 688860 w 4116165"/>
              <a:gd name="connsiteY14-132" fmla="*/ 0 h 3497531"/>
              <a:gd name="connsiteX0-133" fmla="*/ 1433441 w 3927730"/>
              <a:gd name="connsiteY0-134" fmla="*/ 3309096 h 3497531"/>
              <a:gd name="connsiteX1-135" fmla="*/ 3927730 w 3927730"/>
              <a:gd name="connsiteY1-136" fmla="*/ 3497531 h 3497531"/>
              <a:gd name="connsiteX2-137" fmla="*/ 1621876 w 3927730"/>
              <a:gd name="connsiteY2-138" fmla="*/ 3497531 h 3497531"/>
              <a:gd name="connsiteX3-139" fmla="*/ 1433441 w 3927730"/>
              <a:gd name="connsiteY3-140" fmla="*/ 3309096 h 3497531"/>
              <a:gd name="connsiteX4-141" fmla="*/ 688860 w 3927730"/>
              <a:gd name="connsiteY4-142" fmla="*/ 0 h 3497531"/>
              <a:gd name="connsiteX5-143" fmla="*/ 739322 w 3927730"/>
              <a:gd name="connsiteY5-144" fmla="*/ 20901 h 3497531"/>
              <a:gd name="connsiteX6-145" fmla="*/ 1356818 w 3927730"/>
              <a:gd name="connsiteY6-146" fmla="*/ 638398 h 3497531"/>
              <a:gd name="connsiteX7-147" fmla="*/ 1356818 w 3927730"/>
              <a:gd name="connsiteY7-148" fmla="*/ 739322 h 3497531"/>
              <a:gd name="connsiteX8-149" fmla="*/ 739322 w 3927730"/>
              <a:gd name="connsiteY8-150" fmla="*/ 1356819 h 3497531"/>
              <a:gd name="connsiteX9-151" fmla="*/ 638398 w 3927730"/>
              <a:gd name="connsiteY9-152" fmla="*/ 1356819 h 3497531"/>
              <a:gd name="connsiteX10-153" fmla="*/ 20901 w 3927730"/>
              <a:gd name="connsiteY10-154" fmla="*/ 739322 h 3497531"/>
              <a:gd name="connsiteX11-155" fmla="*/ 20901 w 3927730"/>
              <a:gd name="connsiteY11-156" fmla="*/ 638398 h 3497531"/>
              <a:gd name="connsiteX12-157" fmla="*/ 638398 w 3927730"/>
              <a:gd name="connsiteY12-158" fmla="*/ 20901 h 3497531"/>
              <a:gd name="connsiteX13-159" fmla="*/ 688860 w 3927730"/>
              <a:gd name="connsiteY13-160" fmla="*/ 0 h 3497531"/>
              <a:gd name="connsiteX0-161" fmla="*/ 1433441 w 1621876"/>
              <a:gd name="connsiteY0-162" fmla="*/ 3309096 h 3497531"/>
              <a:gd name="connsiteX1-163" fmla="*/ 1621876 w 1621876"/>
              <a:gd name="connsiteY1-164" fmla="*/ 3497531 h 3497531"/>
              <a:gd name="connsiteX2-165" fmla="*/ 1433441 w 1621876"/>
              <a:gd name="connsiteY2-166" fmla="*/ 3309096 h 3497531"/>
              <a:gd name="connsiteX3-167" fmla="*/ 688860 w 1621876"/>
              <a:gd name="connsiteY3-168" fmla="*/ 0 h 3497531"/>
              <a:gd name="connsiteX4-169" fmla="*/ 739322 w 1621876"/>
              <a:gd name="connsiteY4-170" fmla="*/ 20901 h 3497531"/>
              <a:gd name="connsiteX5-171" fmla="*/ 1356818 w 1621876"/>
              <a:gd name="connsiteY5-172" fmla="*/ 638398 h 3497531"/>
              <a:gd name="connsiteX6-173" fmla="*/ 1356818 w 1621876"/>
              <a:gd name="connsiteY6-174" fmla="*/ 739322 h 3497531"/>
              <a:gd name="connsiteX7-175" fmla="*/ 739322 w 1621876"/>
              <a:gd name="connsiteY7-176" fmla="*/ 1356819 h 3497531"/>
              <a:gd name="connsiteX8-177" fmla="*/ 638398 w 1621876"/>
              <a:gd name="connsiteY8-178" fmla="*/ 1356819 h 3497531"/>
              <a:gd name="connsiteX9-179" fmla="*/ 20901 w 1621876"/>
              <a:gd name="connsiteY9-180" fmla="*/ 739322 h 3497531"/>
              <a:gd name="connsiteX10-181" fmla="*/ 20901 w 1621876"/>
              <a:gd name="connsiteY10-182" fmla="*/ 638398 h 3497531"/>
              <a:gd name="connsiteX11-183" fmla="*/ 638398 w 1621876"/>
              <a:gd name="connsiteY11-184" fmla="*/ 20901 h 3497531"/>
              <a:gd name="connsiteX12-185" fmla="*/ 688860 w 1621876"/>
              <a:gd name="connsiteY12-186" fmla="*/ 0 h 3497531"/>
              <a:gd name="connsiteX0-187" fmla="*/ 688860 w 1377719"/>
              <a:gd name="connsiteY0-188" fmla="*/ 0 h 1377720"/>
              <a:gd name="connsiteX1-189" fmla="*/ 739322 w 1377719"/>
              <a:gd name="connsiteY1-190" fmla="*/ 20901 h 1377720"/>
              <a:gd name="connsiteX2-191" fmla="*/ 1356818 w 1377719"/>
              <a:gd name="connsiteY2-192" fmla="*/ 638398 h 1377720"/>
              <a:gd name="connsiteX3-193" fmla="*/ 1356818 w 1377719"/>
              <a:gd name="connsiteY3-194" fmla="*/ 739322 h 1377720"/>
              <a:gd name="connsiteX4-195" fmla="*/ 739322 w 1377719"/>
              <a:gd name="connsiteY4-196" fmla="*/ 1356819 h 1377720"/>
              <a:gd name="connsiteX5-197" fmla="*/ 638398 w 1377719"/>
              <a:gd name="connsiteY5-198" fmla="*/ 1356819 h 1377720"/>
              <a:gd name="connsiteX6-199" fmla="*/ 20901 w 1377719"/>
              <a:gd name="connsiteY6-200" fmla="*/ 739322 h 1377720"/>
              <a:gd name="connsiteX7-201" fmla="*/ 20901 w 1377719"/>
              <a:gd name="connsiteY7-202" fmla="*/ 638398 h 1377720"/>
              <a:gd name="connsiteX8-203" fmla="*/ 638398 w 1377719"/>
              <a:gd name="connsiteY8-204" fmla="*/ 20901 h 1377720"/>
              <a:gd name="connsiteX9-205" fmla="*/ 688860 w 1377719"/>
              <a:gd name="connsiteY9-206" fmla="*/ 0 h 13777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377719" h="1377720">
                <a:moveTo>
                  <a:pt x="688860" y="0"/>
                </a:moveTo>
                <a:cubicBezTo>
                  <a:pt x="707124" y="0"/>
                  <a:pt x="725387" y="6967"/>
                  <a:pt x="739322" y="20901"/>
                </a:cubicBezTo>
                <a:lnTo>
                  <a:pt x="1356818" y="638398"/>
                </a:lnTo>
                <a:cubicBezTo>
                  <a:pt x="1384687" y="666267"/>
                  <a:pt x="1384687" y="711453"/>
                  <a:pt x="1356818" y="739322"/>
                </a:cubicBezTo>
                <a:lnTo>
                  <a:pt x="739322" y="1356819"/>
                </a:lnTo>
                <a:cubicBezTo>
                  <a:pt x="711453" y="1384688"/>
                  <a:pt x="666267" y="1384688"/>
                  <a:pt x="638398" y="1356819"/>
                </a:cubicBezTo>
                <a:lnTo>
                  <a:pt x="20901" y="739322"/>
                </a:lnTo>
                <a:cubicBezTo>
                  <a:pt x="-6968" y="711453"/>
                  <a:pt x="-6968" y="666267"/>
                  <a:pt x="20901" y="638398"/>
                </a:cubicBezTo>
                <a:lnTo>
                  <a:pt x="638398" y="20901"/>
                </a:lnTo>
                <a:cubicBezTo>
                  <a:pt x="652332" y="6967"/>
                  <a:pt x="670596" y="0"/>
                  <a:pt x="688860" y="0"/>
                </a:cubicBezTo>
                <a:close/>
              </a:path>
            </a:pathLst>
          </a:custGeom>
          <a:solidFill>
            <a:srgbClr val="165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5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  <a:sym typeface="+mn-lt"/>
              </a:rPr>
              <a:t>4</a:t>
            </a:r>
          </a:p>
        </p:txBody>
      </p:sp>
      <p:sp>
        <p:nvSpPr>
          <p:cNvPr id="6" name="形状6">
            <a:extLst>
              <a:ext uri="{FF2B5EF4-FFF2-40B4-BE49-F238E27FC236}">
                <a16:creationId xmlns:a16="http://schemas.microsoft.com/office/drawing/2014/main" id="{60643355-1DAB-4336-ACD7-3581BA501E01}"/>
              </a:ext>
            </a:extLst>
          </p:cNvPr>
          <p:cNvSpPr/>
          <p:nvPr/>
        </p:nvSpPr>
        <p:spPr>
          <a:xfrm>
            <a:off x="6490469" y="1671964"/>
            <a:ext cx="1320894" cy="1320895"/>
          </a:xfrm>
          <a:custGeom>
            <a:avLst/>
            <a:gdLst>
              <a:gd name="connsiteX0" fmla="*/ 1621876 w 4116165"/>
              <a:gd name="connsiteY0" fmla="*/ 814807 h 3497531"/>
              <a:gd name="connsiteX1" fmla="*/ 3927730 w 4116165"/>
              <a:gd name="connsiteY1" fmla="*/ 814807 h 3497531"/>
              <a:gd name="connsiteX2" fmla="*/ 4116165 w 4116165"/>
              <a:gd name="connsiteY2" fmla="*/ 1003242 h 3497531"/>
              <a:gd name="connsiteX3" fmla="*/ 4116165 w 4116165"/>
              <a:gd name="connsiteY3" fmla="*/ 3309096 h 3497531"/>
              <a:gd name="connsiteX4" fmla="*/ 3927730 w 4116165"/>
              <a:gd name="connsiteY4" fmla="*/ 3497531 h 3497531"/>
              <a:gd name="connsiteX5" fmla="*/ 1621876 w 4116165"/>
              <a:gd name="connsiteY5" fmla="*/ 3497531 h 3497531"/>
              <a:gd name="connsiteX6" fmla="*/ 1433441 w 4116165"/>
              <a:gd name="connsiteY6" fmla="*/ 3309096 h 3497531"/>
              <a:gd name="connsiteX7" fmla="*/ 1433441 w 4116165"/>
              <a:gd name="connsiteY7" fmla="*/ 1003242 h 3497531"/>
              <a:gd name="connsiteX8" fmla="*/ 1621876 w 4116165"/>
              <a:gd name="connsiteY8" fmla="*/ 814807 h 3497531"/>
              <a:gd name="connsiteX9" fmla="*/ 688860 w 4116165"/>
              <a:gd name="connsiteY9" fmla="*/ 0 h 3497531"/>
              <a:gd name="connsiteX10" fmla="*/ 739322 w 4116165"/>
              <a:gd name="connsiteY10" fmla="*/ 20901 h 3497531"/>
              <a:gd name="connsiteX11" fmla="*/ 1356818 w 4116165"/>
              <a:gd name="connsiteY11" fmla="*/ 638398 h 3497531"/>
              <a:gd name="connsiteX12" fmla="*/ 1356818 w 4116165"/>
              <a:gd name="connsiteY12" fmla="*/ 739322 h 3497531"/>
              <a:gd name="connsiteX13" fmla="*/ 739322 w 4116165"/>
              <a:gd name="connsiteY13" fmla="*/ 1356819 h 3497531"/>
              <a:gd name="connsiteX14" fmla="*/ 638398 w 4116165"/>
              <a:gd name="connsiteY14" fmla="*/ 1356819 h 3497531"/>
              <a:gd name="connsiteX15" fmla="*/ 20901 w 4116165"/>
              <a:gd name="connsiteY15" fmla="*/ 739322 h 3497531"/>
              <a:gd name="connsiteX16" fmla="*/ 20901 w 4116165"/>
              <a:gd name="connsiteY16" fmla="*/ 638398 h 3497531"/>
              <a:gd name="connsiteX17" fmla="*/ 638398 w 4116165"/>
              <a:gd name="connsiteY17" fmla="*/ 20901 h 3497531"/>
              <a:gd name="connsiteX18" fmla="*/ 688860 w 4116165"/>
              <a:gd name="connsiteY18" fmla="*/ 0 h 3497531"/>
              <a:gd name="connsiteX0-1" fmla="*/ 1433441 w 4116165"/>
              <a:gd name="connsiteY0-2" fmla="*/ 1003242 h 3497531"/>
              <a:gd name="connsiteX1-3" fmla="*/ 3927730 w 4116165"/>
              <a:gd name="connsiteY1-4" fmla="*/ 814807 h 3497531"/>
              <a:gd name="connsiteX2-5" fmla="*/ 4116165 w 4116165"/>
              <a:gd name="connsiteY2-6" fmla="*/ 1003242 h 3497531"/>
              <a:gd name="connsiteX3-7" fmla="*/ 4116165 w 4116165"/>
              <a:gd name="connsiteY3-8" fmla="*/ 3309096 h 3497531"/>
              <a:gd name="connsiteX4-9" fmla="*/ 3927730 w 4116165"/>
              <a:gd name="connsiteY4-10" fmla="*/ 3497531 h 3497531"/>
              <a:gd name="connsiteX5-11" fmla="*/ 1621876 w 4116165"/>
              <a:gd name="connsiteY5-12" fmla="*/ 3497531 h 3497531"/>
              <a:gd name="connsiteX6-13" fmla="*/ 1433441 w 4116165"/>
              <a:gd name="connsiteY6-14" fmla="*/ 3309096 h 3497531"/>
              <a:gd name="connsiteX7-15" fmla="*/ 1433441 w 4116165"/>
              <a:gd name="connsiteY7-16" fmla="*/ 1003242 h 3497531"/>
              <a:gd name="connsiteX8-17" fmla="*/ 688860 w 4116165"/>
              <a:gd name="connsiteY8-18" fmla="*/ 0 h 3497531"/>
              <a:gd name="connsiteX9-19" fmla="*/ 739322 w 4116165"/>
              <a:gd name="connsiteY9-20" fmla="*/ 20901 h 3497531"/>
              <a:gd name="connsiteX10-21" fmla="*/ 1356818 w 4116165"/>
              <a:gd name="connsiteY10-22" fmla="*/ 638398 h 3497531"/>
              <a:gd name="connsiteX11-23" fmla="*/ 1356818 w 4116165"/>
              <a:gd name="connsiteY11-24" fmla="*/ 739322 h 3497531"/>
              <a:gd name="connsiteX12-25" fmla="*/ 739322 w 4116165"/>
              <a:gd name="connsiteY12-26" fmla="*/ 1356819 h 3497531"/>
              <a:gd name="connsiteX13-27" fmla="*/ 638398 w 4116165"/>
              <a:gd name="connsiteY13-28" fmla="*/ 1356819 h 3497531"/>
              <a:gd name="connsiteX14-29" fmla="*/ 20901 w 4116165"/>
              <a:gd name="connsiteY14-30" fmla="*/ 739322 h 3497531"/>
              <a:gd name="connsiteX15-31" fmla="*/ 20901 w 4116165"/>
              <a:gd name="connsiteY15-32" fmla="*/ 638398 h 3497531"/>
              <a:gd name="connsiteX16-33" fmla="*/ 638398 w 4116165"/>
              <a:gd name="connsiteY16-34" fmla="*/ 20901 h 3497531"/>
              <a:gd name="connsiteX17-35" fmla="*/ 688860 w 4116165"/>
              <a:gd name="connsiteY17-36" fmla="*/ 0 h 3497531"/>
              <a:gd name="connsiteX0-37" fmla="*/ 1433441 w 4116165"/>
              <a:gd name="connsiteY0-38" fmla="*/ 3309096 h 3497531"/>
              <a:gd name="connsiteX1-39" fmla="*/ 3927730 w 4116165"/>
              <a:gd name="connsiteY1-40" fmla="*/ 814807 h 3497531"/>
              <a:gd name="connsiteX2-41" fmla="*/ 4116165 w 4116165"/>
              <a:gd name="connsiteY2-42" fmla="*/ 1003242 h 3497531"/>
              <a:gd name="connsiteX3-43" fmla="*/ 4116165 w 4116165"/>
              <a:gd name="connsiteY3-44" fmla="*/ 3309096 h 3497531"/>
              <a:gd name="connsiteX4-45" fmla="*/ 3927730 w 4116165"/>
              <a:gd name="connsiteY4-46" fmla="*/ 3497531 h 3497531"/>
              <a:gd name="connsiteX5-47" fmla="*/ 1621876 w 4116165"/>
              <a:gd name="connsiteY5-48" fmla="*/ 3497531 h 3497531"/>
              <a:gd name="connsiteX6-49" fmla="*/ 1433441 w 4116165"/>
              <a:gd name="connsiteY6-50" fmla="*/ 3309096 h 3497531"/>
              <a:gd name="connsiteX7-51" fmla="*/ 688860 w 4116165"/>
              <a:gd name="connsiteY7-52" fmla="*/ 0 h 3497531"/>
              <a:gd name="connsiteX8-53" fmla="*/ 739322 w 4116165"/>
              <a:gd name="connsiteY8-54" fmla="*/ 20901 h 3497531"/>
              <a:gd name="connsiteX9-55" fmla="*/ 1356818 w 4116165"/>
              <a:gd name="connsiteY9-56" fmla="*/ 638398 h 3497531"/>
              <a:gd name="connsiteX10-57" fmla="*/ 1356818 w 4116165"/>
              <a:gd name="connsiteY10-58" fmla="*/ 739322 h 3497531"/>
              <a:gd name="connsiteX11-59" fmla="*/ 739322 w 4116165"/>
              <a:gd name="connsiteY11-60" fmla="*/ 1356819 h 3497531"/>
              <a:gd name="connsiteX12-61" fmla="*/ 638398 w 4116165"/>
              <a:gd name="connsiteY12-62" fmla="*/ 1356819 h 3497531"/>
              <a:gd name="connsiteX13-63" fmla="*/ 20901 w 4116165"/>
              <a:gd name="connsiteY13-64" fmla="*/ 739322 h 3497531"/>
              <a:gd name="connsiteX14-65" fmla="*/ 20901 w 4116165"/>
              <a:gd name="connsiteY14-66" fmla="*/ 638398 h 3497531"/>
              <a:gd name="connsiteX15-67" fmla="*/ 638398 w 4116165"/>
              <a:gd name="connsiteY15-68" fmla="*/ 20901 h 3497531"/>
              <a:gd name="connsiteX16-69" fmla="*/ 688860 w 4116165"/>
              <a:gd name="connsiteY16-70" fmla="*/ 0 h 3497531"/>
              <a:gd name="connsiteX0-71" fmla="*/ 1433441 w 4116165"/>
              <a:gd name="connsiteY0-72" fmla="*/ 3309096 h 3497531"/>
              <a:gd name="connsiteX1-73" fmla="*/ 4116165 w 4116165"/>
              <a:gd name="connsiteY1-74" fmla="*/ 1003242 h 3497531"/>
              <a:gd name="connsiteX2-75" fmla="*/ 4116165 w 4116165"/>
              <a:gd name="connsiteY2-76" fmla="*/ 3309096 h 3497531"/>
              <a:gd name="connsiteX3-77" fmla="*/ 3927730 w 4116165"/>
              <a:gd name="connsiteY3-78" fmla="*/ 3497531 h 3497531"/>
              <a:gd name="connsiteX4-79" fmla="*/ 1621876 w 4116165"/>
              <a:gd name="connsiteY4-80" fmla="*/ 3497531 h 3497531"/>
              <a:gd name="connsiteX5-81" fmla="*/ 1433441 w 4116165"/>
              <a:gd name="connsiteY5-82" fmla="*/ 3309096 h 3497531"/>
              <a:gd name="connsiteX6-83" fmla="*/ 688860 w 4116165"/>
              <a:gd name="connsiteY6-84" fmla="*/ 0 h 3497531"/>
              <a:gd name="connsiteX7-85" fmla="*/ 739322 w 4116165"/>
              <a:gd name="connsiteY7-86" fmla="*/ 20901 h 3497531"/>
              <a:gd name="connsiteX8-87" fmla="*/ 1356818 w 4116165"/>
              <a:gd name="connsiteY8-88" fmla="*/ 638398 h 3497531"/>
              <a:gd name="connsiteX9-89" fmla="*/ 1356818 w 4116165"/>
              <a:gd name="connsiteY9-90" fmla="*/ 739322 h 3497531"/>
              <a:gd name="connsiteX10-91" fmla="*/ 739322 w 4116165"/>
              <a:gd name="connsiteY10-92" fmla="*/ 1356819 h 3497531"/>
              <a:gd name="connsiteX11-93" fmla="*/ 638398 w 4116165"/>
              <a:gd name="connsiteY11-94" fmla="*/ 1356819 h 3497531"/>
              <a:gd name="connsiteX12-95" fmla="*/ 20901 w 4116165"/>
              <a:gd name="connsiteY12-96" fmla="*/ 739322 h 3497531"/>
              <a:gd name="connsiteX13-97" fmla="*/ 20901 w 4116165"/>
              <a:gd name="connsiteY13-98" fmla="*/ 638398 h 3497531"/>
              <a:gd name="connsiteX14-99" fmla="*/ 638398 w 4116165"/>
              <a:gd name="connsiteY14-100" fmla="*/ 20901 h 3497531"/>
              <a:gd name="connsiteX15-101" fmla="*/ 688860 w 4116165"/>
              <a:gd name="connsiteY15-102" fmla="*/ 0 h 3497531"/>
              <a:gd name="connsiteX0-103" fmla="*/ 1433441 w 4116165"/>
              <a:gd name="connsiteY0-104" fmla="*/ 3309096 h 3497531"/>
              <a:gd name="connsiteX1-105" fmla="*/ 4116165 w 4116165"/>
              <a:gd name="connsiteY1-106" fmla="*/ 3309096 h 3497531"/>
              <a:gd name="connsiteX2-107" fmla="*/ 3927730 w 4116165"/>
              <a:gd name="connsiteY2-108" fmla="*/ 3497531 h 3497531"/>
              <a:gd name="connsiteX3-109" fmla="*/ 1621876 w 4116165"/>
              <a:gd name="connsiteY3-110" fmla="*/ 3497531 h 3497531"/>
              <a:gd name="connsiteX4-111" fmla="*/ 1433441 w 4116165"/>
              <a:gd name="connsiteY4-112" fmla="*/ 3309096 h 3497531"/>
              <a:gd name="connsiteX5-113" fmla="*/ 688860 w 4116165"/>
              <a:gd name="connsiteY5-114" fmla="*/ 0 h 3497531"/>
              <a:gd name="connsiteX6-115" fmla="*/ 739322 w 4116165"/>
              <a:gd name="connsiteY6-116" fmla="*/ 20901 h 3497531"/>
              <a:gd name="connsiteX7-117" fmla="*/ 1356818 w 4116165"/>
              <a:gd name="connsiteY7-118" fmla="*/ 638398 h 3497531"/>
              <a:gd name="connsiteX8-119" fmla="*/ 1356818 w 4116165"/>
              <a:gd name="connsiteY8-120" fmla="*/ 739322 h 3497531"/>
              <a:gd name="connsiteX9-121" fmla="*/ 739322 w 4116165"/>
              <a:gd name="connsiteY9-122" fmla="*/ 1356819 h 3497531"/>
              <a:gd name="connsiteX10-123" fmla="*/ 638398 w 4116165"/>
              <a:gd name="connsiteY10-124" fmla="*/ 1356819 h 3497531"/>
              <a:gd name="connsiteX11-125" fmla="*/ 20901 w 4116165"/>
              <a:gd name="connsiteY11-126" fmla="*/ 739322 h 3497531"/>
              <a:gd name="connsiteX12-127" fmla="*/ 20901 w 4116165"/>
              <a:gd name="connsiteY12-128" fmla="*/ 638398 h 3497531"/>
              <a:gd name="connsiteX13-129" fmla="*/ 638398 w 4116165"/>
              <a:gd name="connsiteY13-130" fmla="*/ 20901 h 3497531"/>
              <a:gd name="connsiteX14-131" fmla="*/ 688860 w 4116165"/>
              <a:gd name="connsiteY14-132" fmla="*/ 0 h 3497531"/>
              <a:gd name="connsiteX0-133" fmla="*/ 1433441 w 3927730"/>
              <a:gd name="connsiteY0-134" fmla="*/ 3309096 h 3497531"/>
              <a:gd name="connsiteX1-135" fmla="*/ 3927730 w 3927730"/>
              <a:gd name="connsiteY1-136" fmla="*/ 3497531 h 3497531"/>
              <a:gd name="connsiteX2-137" fmla="*/ 1621876 w 3927730"/>
              <a:gd name="connsiteY2-138" fmla="*/ 3497531 h 3497531"/>
              <a:gd name="connsiteX3-139" fmla="*/ 1433441 w 3927730"/>
              <a:gd name="connsiteY3-140" fmla="*/ 3309096 h 3497531"/>
              <a:gd name="connsiteX4-141" fmla="*/ 688860 w 3927730"/>
              <a:gd name="connsiteY4-142" fmla="*/ 0 h 3497531"/>
              <a:gd name="connsiteX5-143" fmla="*/ 739322 w 3927730"/>
              <a:gd name="connsiteY5-144" fmla="*/ 20901 h 3497531"/>
              <a:gd name="connsiteX6-145" fmla="*/ 1356818 w 3927730"/>
              <a:gd name="connsiteY6-146" fmla="*/ 638398 h 3497531"/>
              <a:gd name="connsiteX7-147" fmla="*/ 1356818 w 3927730"/>
              <a:gd name="connsiteY7-148" fmla="*/ 739322 h 3497531"/>
              <a:gd name="connsiteX8-149" fmla="*/ 739322 w 3927730"/>
              <a:gd name="connsiteY8-150" fmla="*/ 1356819 h 3497531"/>
              <a:gd name="connsiteX9-151" fmla="*/ 638398 w 3927730"/>
              <a:gd name="connsiteY9-152" fmla="*/ 1356819 h 3497531"/>
              <a:gd name="connsiteX10-153" fmla="*/ 20901 w 3927730"/>
              <a:gd name="connsiteY10-154" fmla="*/ 739322 h 3497531"/>
              <a:gd name="connsiteX11-155" fmla="*/ 20901 w 3927730"/>
              <a:gd name="connsiteY11-156" fmla="*/ 638398 h 3497531"/>
              <a:gd name="connsiteX12-157" fmla="*/ 638398 w 3927730"/>
              <a:gd name="connsiteY12-158" fmla="*/ 20901 h 3497531"/>
              <a:gd name="connsiteX13-159" fmla="*/ 688860 w 3927730"/>
              <a:gd name="connsiteY13-160" fmla="*/ 0 h 3497531"/>
              <a:gd name="connsiteX0-161" fmla="*/ 1433441 w 1621876"/>
              <a:gd name="connsiteY0-162" fmla="*/ 3309096 h 3497531"/>
              <a:gd name="connsiteX1-163" fmla="*/ 1621876 w 1621876"/>
              <a:gd name="connsiteY1-164" fmla="*/ 3497531 h 3497531"/>
              <a:gd name="connsiteX2-165" fmla="*/ 1433441 w 1621876"/>
              <a:gd name="connsiteY2-166" fmla="*/ 3309096 h 3497531"/>
              <a:gd name="connsiteX3-167" fmla="*/ 688860 w 1621876"/>
              <a:gd name="connsiteY3-168" fmla="*/ 0 h 3497531"/>
              <a:gd name="connsiteX4-169" fmla="*/ 739322 w 1621876"/>
              <a:gd name="connsiteY4-170" fmla="*/ 20901 h 3497531"/>
              <a:gd name="connsiteX5-171" fmla="*/ 1356818 w 1621876"/>
              <a:gd name="connsiteY5-172" fmla="*/ 638398 h 3497531"/>
              <a:gd name="connsiteX6-173" fmla="*/ 1356818 w 1621876"/>
              <a:gd name="connsiteY6-174" fmla="*/ 739322 h 3497531"/>
              <a:gd name="connsiteX7-175" fmla="*/ 739322 w 1621876"/>
              <a:gd name="connsiteY7-176" fmla="*/ 1356819 h 3497531"/>
              <a:gd name="connsiteX8-177" fmla="*/ 638398 w 1621876"/>
              <a:gd name="connsiteY8-178" fmla="*/ 1356819 h 3497531"/>
              <a:gd name="connsiteX9-179" fmla="*/ 20901 w 1621876"/>
              <a:gd name="connsiteY9-180" fmla="*/ 739322 h 3497531"/>
              <a:gd name="connsiteX10-181" fmla="*/ 20901 w 1621876"/>
              <a:gd name="connsiteY10-182" fmla="*/ 638398 h 3497531"/>
              <a:gd name="connsiteX11-183" fmla="*/ 638398 w 1621876"/>
              <a:gd name="connsiteY11-184" fmla="*/ 20901 h 3497531"/>
              <a:gd name="connsiteX12-185" fmla="*/ 688860 w 1621876"/>
              <a:gd name="connsiteY12-186" fmla="*/ 0 h 3497531"/>
              <a:gd name="connsiteX0-187" fmla="*/ 688860 w 1377719"/>
              <a:gd name="connsiteY0-188" fmla="*/ 0 h 1377720"/>
              <a:gd name="connsiteX1-189" fmla="*/ 739322 w 1377719"/>
              <a:gd name="connsiteY1-190" fmla="*/ 20901 h 1377720"/>
              <a:gd name="connsiteX2-191" fmla="*/ 1356818 w 1377719"/>
              <a:gd name="connsiteY2-192" fmla="*/ 638398 h 1377720"/>
              <a:gd name="connsiteX3-193" fmla="*/ 1356818 w 1377719"/>
              <a:gd name="connsiteY3-194" fmla="*/ 739322 h 1377720"/>
              <a:gd name="connsiteX4-195" fmla="*/ 739322 w 1377719"/>
              <a:gd name="connsiteY4-196" fmla="*/ 1356819 h 1377720"/>
              <a:gd name="connsiteX5-197" fmla="*/ 638398 w 1377719"/>
              <a:gd name="connsiteY5-198" fmla="*/ 1356819 h 1377720"/>
              <a:gd name="connsiteX6-199" fmla="*/ 20901 w 1377719"/>
              <a:gd name="connsiteY6-200" fmla="*/ 739322 h 1377720"/>
              <a:gd name="connsiteX7-201" fmla="*/ 20901 w 1377719"/>
              <a:gd name="connsiteY7-202" fmla="*/ 638398 h 1377720"/>
              <a:gd name="connsiteX8-203" fmla="*/ 638398 w 1377719"/>
              <a:gd name="connsiteY8-204" fmla="*/ 20901 h 1377720"/>
              <a:gd name="connsiteX9-205" fmla="*/ 688860 w 1377719"/>
              <a:gd name="connsiteY9-206" fmla="*/ 0 h 13777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377719" h="1377720">
                <a:moveTo>
                  <a:pt x="688860" y="0"/>
                </a:moveTo>
                <a:cubicBezTo>
                  <a:pt x="707124" y="0"/>
                  <a:pt x="725387" y="6967"/>
                  <a:pt x="739322" y="20901"/>
                </a:cubicBezTo>
                <a:lnTo>
                  <a:pt x="1356818" y="638398"/>
                </a:lnTo>
                <a:cubicBezTo>
                  <a:pt x="1384687" y="666267"/>
                  <a:pt x="1384687" y="711453"/>
                  <a:pt x="1356818" y="739322"/>
                </a:cubicBezTo>
                <a:lnTo>
                  <a:pt x="739322" y="1356819"/>
                </a:lnTo>
                <a:cubicBezTo>
                  <a:pt x="711453" y="1384688"/>
                  <a:pt x="666267" y="1384688"/>
                  <a:pt x="638398" y="1356819"/>
                </a:cubicBezTo>
                <a:lnTo>
                  <a:pt x="20901" y="739322"/>
                </a:lnTo>
                <a:cubicBezTo>
                  <a:pt x="-6968" y="711453"/>
                  <a:pt x="-6968" y="666267"/>
                  <a:pt x="20901" y="638398"/>
                </a:cubicBezTo>
                <a:lnTo>
                  <a:pt x="638398" y="20901"/>
                </a:lnTo>
                <a:cubicBezTo>
                  <a:pt x="652332" y="6967"/>
                  <a:pt x="670596" y="0"/>
                  <a:pt x="688860" y="0"/>
                </a:cubicBezTo>
                <a:close/>
              </a:path>
            </a:pathLst>
          </a:custGeom>
          <a:solidFill>
            <a:srgbClr val="165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5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  <a:sym typeface="+mn-lt"/>
              </a:rPr>
              <a:t>2</a:t>
            </a:r>
          </a:p>
        </p:txBody>
      </p:sp>
      <p:sp>
        <p:nvSpPr>
          <p:cNvPr id="7" name="形状6">
            <a:extLst>
              <a:ext uri="{FF2B5EF4-FFF2-40B4-BE49-F238E27FC236}">
                <a16:creationId xmlns:a16="http://schemas.microsoft.com/office/drawing/2014/main" id="{703F8D56-4215-4F45-ABAF-F3F300B775C8}"/>
              </a:ext>
            </a:extLst>
          </p:cNvPr>
          <p:cNvSpPr/>
          <p:nvPr/>
        </p:nvSpPr>
        <p:spPr>
          <a:xfrm>
            <a:off x="4347106" y="1680257"/>
            <a:ext cx="1320894" cy="1320895"/>
          </a:xfrm>
          <a:custGeom>
            <a:avLst/>
            <a:gdLst>
              <a:gd name="connsiteX0" fmla="*/ 1621876 w 4116165"/>
              <a:gd name="connsiteY0" fmla="*/ 814807 h 3497531"/>
              <a:gd name="connsiteX1" fmla="*/ 3927730 w 4116165"/>
              <a:gd name="connsiteY1" fmla="*/ 814807 h 3497531"/>
              <a:gd name="connsiteX2" fmla="*/ 4116165 w 4116165"/>
              <a:gd name="connsiteY2" fmla="*/ 1003242 h 3497531"/>
              <a:gd name="connsiteX3" fmla="*/ 4116165 w 4116165"/>
              <a:gd name="connsiteY3" fmla="*/ 3309096 h 3497531"/>
              <a:gd name="connsiteX4" fmla="*/ 3927730 w 4116165"/>
              <a:gd name="connsiteY4" fmla="*/ 3497531 h 3497531"/>
              <a:gd name="connsiteX5" fmla="*/ 1621876 w 4116165"/>
              <a:gd name="connsiteY5" fmla="*/ 3497531 h 3497531"/>
              <a:gd name="connsiteX6" fmla="*/ 1433441 w 4116165"/>
              <a:gd name="connsiteY6" fmla="*/ 3309096 h 3497531"/>
              <a:gd name="connsiteX7" fmla="*/ 1433441 w 4116165"/>
              <a:gd name="connsiteY7" fmla="*/ 1003242 h 3497531"/>
              <a:gd name="connsiteX8" fmla="*/ 1621876 w 4116165"/>
              <a:gd name="connsiteY8" fmla="*/ 814807 h 3497531"/>
              <a:gd name="connsiteX9" fmla="*/ 688860 w 4116165"/>
              <a:gd name="connsiteY9" fmla="*/ 0 h 3497531"/>
              <a:gd name="connsiteX10" fmla="*/ 739322 w 4116165"/>
              <a:gd name="connsiteY10" fmla="*/ 20901 h 3497531"/>
              <a:gd name="connsiteX11" fmla="*/ 1356818 w 4116165"/>
              <a:gd name="connsiteY11" fmla="*/ 638398 h 3497531"/>
              <a:gd name="connsiteX12" fmla="*/ 1356818 w 4116165"/>
              <a:gd name="connsiteY12" fmla="*/ 739322 h 3497531"/>
              <a:gd name="connsiteX13" fmla="*/ 739322 w 4116165"/>
              <a:gd name="connsiteY13" fmla="*/ 1356819 h 3497531"/>
              <a:gd name="connsiteX14" fmla="*/ 638398 w 4116165"/>
              <a:gd name="connsiteY14" fmla="*/ 1356819 h 3497531"/>
              <a:gd name="connsiteX15" fmla="*/ 20901 w 4116165"/>
              <a:gd name="connsiteY15" fmla="*/ 739322 h 3497531"/>
              <a:gd name="connsiteX16" fmla="*/ 20901 w 4116165"/>
              <a:gd name="connsiteY16" fmla="*/ 638398 h 3497531"/>
              <a:gd name="connsiteX17" fmla="*/ 638398 w 4116165"/>
              <a:gd name="connsiteY17" fmla="*/ 20901 h 3497531"/>
              <a:gd name="connsiteX18" fmla="*/ 688860 w 4116165"/>
              <a:gd name="connsiteY18" fmla="*/ 0 h 3497531"/>
              <a:gd name="connsiteX0-1" fmla="*/ 1433441 w 4116165"/>
              <a:gd name="connsiteY0-2" fmla="*/ 1003242 h 3497531"/>
              <a:gd name="connsiteX1-3" fmla="*/ 3927730 w 4116165"/>
              <a:gd name="connsiteY1-4" fmla="*/ 814807 h 3497531"/>
              <a:gd name="connsiteX2-5" fmla="*/ 4116165 w 4116165"/>
              <a:gd name="connsiteY2-6" fmla="*/ 1003242 h 3497531"/>
              <a:gd name="connsiteX3-7" fmla="*/ 4116165 w 4116165"/>
              <a:gd name="connsiteY3-8" fmla="*/ 3309096 h 3497531"/>
              <a:gd name="connsiteX4-9" fmla="*/ 3927730 w 4116165"/>
              <a:gd name="connsiteY4-10" fmla="*/ 3497531 h 3497531"/>
              <a:gd name="connsiteX5-11" fmla="*/ 1621876 w 4116165"/>
              <a:gd name="connsiteY5-12" fmla="*/ 3497531 h 3497531"/>
              <a:gd name="connsiteX6-13" fmla="*/ 1433441 w 4116165"/>
              <a:gd name="connsiteY6-14" fmla="*/ 3309096 h 3497531"/>
              <a:gd name="connsiteX7-15" fmla="*/ 1433441 w 4116165"/>
              <a:gd name="connsiteY7-16" fmla="*/ 1003242 h 3497531"/>
              <a:gd name="connsiteX8-17" fmla="*/ 688860 w 4116165"/>
              <a:gd name="connsiteY8-18" fmla="*/ 0 h 3497531"/>
              <a:gd name="connsiteX9-19" fmla="*/ 739322 w 4116165"/>
              <a:gd name="connsiteY9-20" fmla="*/ 20901 h 3497531"/>
              <a:gd name="connsiteX10-21" fmla="*/ 1356818 w 4116165"/>
              <a:gd name="connsiteY10-22" fmla="*/ 638398 h 3497531"/>
              <a:gd name="connsiteX11-23" fmla="*/ 1356818 w 4116165"/>
              <a:gd name="connsiteY11-24" fmla="*/ 739322 h 3497531"/>
              <a:gd name="connsiteX12-25" fmla="*/ 739322 w 4116165"/>
              <a:gd name="connsiteY12-26" fmla="*/ 1356819 h 3497531"/>
              <a:gd name="connsiteX13-27" fmla="*/ 638398 w 4116165"/>
              <a:gd name="connsiteY13-28" fmla="*/ 1356819 h 3497531"/>
              <a:gd name="connsiteX14-29" fmla="*/ 20901 w 4116165"/>
              <a:gd name="connsiteY14-30" fmla="*/ 739322 h 3497531"/>
              <a:gd name="connsiteX15-31" fmla="*/ 20901 w 4116165"/>
              <a:gd name="connsiteY15-32" fmla="*/ 638398 h 3497531"/>
              <a:gd name="connsiteX16-33" fmla="*/ 638398 w 4116165"/>
              <a:gd name="connsiteY16-34" fmla="*/ 20901 h 3497531"/>
              <a:gd name="connsiteX17-35" fmla="*/ 688860 w 4116165"/>
              <a:gd name="connsiteY17-36" fmla="*/ 0 h 3497531"/>
              <a:gd name="connsiteX0-37" fmla="*/ 1433441 w 4116165"/>
              <a:gd name="connsiteY0-38" fmla="*/ 3309096 h 3497531"/>
              <a:gd name="connsiteX1-39" fmla="*/ 3927730 w 4116165"/>
              <a:gd name="connsiteY1-40" fmla="*/ 814807 h 3497531"/>
              <a:gd name="connsiteX2-41" fmla="*/ 4116165 w 4116165"/>
              <a:gd name="connsiteY2-42" fmla="*/ 1003242 h 3497531"/>
              <a:gd name="connsiteX3-43" fmla="*/ 4116165 w 4116165"/>
              <a:gd name="connsiteY3-44" fmla="*/ 3309096 h 3497531"/>
              <a:gd name="connsiteX4-45" fmla="*/ 3927730 w 4116165"/>
              <a:gd name="connsiteY4-46" fmla="*/ 3497531 h 3497531"/>
              <a:gd name="connsiteX5-47" fmla="*/ 1621876 w 4116165"/>
              <a:gd name="connsiteY5-48" fmla="*/ 3497531 h 3497531"/>
              <a:gd name="connsiteX6-49" fmla="*/ 1433441 w 4116165"/>
              <a:gd name="connsiteY6-50" fmla="*/ 3309096 h 3497531"/>
              <a:gd name="connsiteX7-51" fmla="*/ 688860 w 4116165"/>
              <a:gd name="connsiteY7-52" fmla="*/ 0 h 3497531"/>
              <a:gd name="connsiteX8-53" fmla="*/ 739322 w 4116165"/>
              <a:gd name="connsiteY8-54" fmla="*/ 20901 h 3497531"/>
              <a:gd name="connsiteX9-55" fmla="*/ 1356818 w 4116165"/>
              <a:gd name="connsiteY9-56" fmla="*/ 638398 h 3497531"/>
              <a:gd name="connsiteX10-57" fmla="*/ 1356818 w 4116165"/>
              <a:gd name="connsiteY10-58" fmla="*/ 739322 h 3497531"/>
              <a:gd name="connsiteX11-59" fmla="*/ 739322 w 4116165"/>
              <a:gd name="connsiteY11-60" fmla="*/ 1356819 h 3497531"/>
              <a:gd name="connsiteX12-61" fmla="*/ 638398 w 4116165"/>
              <a:gd name="connsiteY12-62" fmla="*/ 1356819 h 3497531"/>
              <a:gd name="connsiteX13-63" fmla="*/ 20901 w 4116165"/>
              <a:gd name="connsiteY13-64" fmla="*/ 739322 h 3497531"/>
              <a:gd name="connsiteX14-65" fmla="*/ 20901 w 4116165"/>
              <a:gd name="connsiteY14-66" fmla="*/ 638398 h 3497531"/>
              <a:gd name="connsiteX15-67" fmla="*/ 638398 w 4116165"/>
              <a:gd name="connsiteY15-68" fmla="*/ 20901 h 3497531"/>
              <a:gd name="connsiteX16-69" fmla="*/ 688860 w 4116165"/>
              <a:gd name="connsiteY16-70" fmla="*/ 0 h 3497531"/>
              <a:gd name="connsiteX0-71" fmla="*/ 1433441 w 4116165"/>
              <a:gd name="connsiteY0-72" fmla="*/ 3309096 h 3497531"/>
              <a:gd name="connsiteX1-73" fmla="*/ 4116165 w 4116165"/>
              <a:gd name="connsiteY1-74" fmla="*/ 1003242 h 3497531"/>
              <a:gd name="connsiteX2-75" fmla="*/ 4116165 w 4116165"/>
              <a:gd name="connsiteY2-76" fmla="*/ 3309096 h 3497531"/>
              <a:gd name="connsiteX3-77" fmla="*/ 3927730 w 4116165"/>
              <a:gd name="connsiteY3-78" fmla="*/ 3497531 h 3497531"/>
              <a:gd name="connsiteX4-79" fmla="*/ 1621876 w 4116165"/>
              <a:gd name="connsiteY4-80" fmla="*/ 3497531 h 3497531"/>
              <a:gd name="connsiteX5-81" fmla="*/ 1433441 w 4116165"/>
              <a:gd name="connsiteY5-82" fmla="*/ 3309096 h 3497531"/>
              <a:gd name="connsiteX6-83" fmla="*/ 688860 w 4116165"/>
              <a:gd name="connsiteY6-84" fmla="*/ 0 h 3497531"/>
              <a:gd name="connsiteX7-85" fmla="*/ 739322 w 4116165"/>
              <a:gd name="connsiteY7-86" fmla="*/ 20901 h 3497531"/>
              <a:gd name="connsiteX8-87" fmla="*/ 1356818 w 4116165"/>
              <a:gd name="connsiteY8-88" fmla="*/ 638398 h 3497531"/>
              <a:gd name="connsiteX9-89" fmla="*/ 1356818 w 4116165"/>
              <a:gd name="connsiteY9-90" fmla="*/ 739322 h 3497531"/>
              <a:gd name="connsiteX10-91" fmla="*/ 739322 w 4116165"/>
              <a:gd name="connsiteY10-92" fmla="*/ 1356819 h 3497531"/>
              <a:gd name="connsiteX11-93" fmla="*/ 638398 w 4116165"/>
              <a:gd name="connsiteY11-94" fmla="*/ 1356819 h 3497531"/>
              <a:gd name="connsiteX12-95" fmla="*/ 20901 w 4116165"/>
              <a:gd name="connsiteY12-96" fmla="*/ 739322 h 3497531"/>
              <a:gd name="connsiteX13-97" fmla="*/ 20901 w 4116165"/>
              <a:gd name="connsiteY13-98" fmla="*/ 638398 h 3497531"/>
              <a:gd name="connsiteX14-99" fmla="*/ 638398 w 4116165"/>
              <a:gd name="connsiteY14-100" fmla="*/ 20901 h 3497531"/>
              <a:gd name="connsiteX15-101" fmla="*/ 688860 w 4116165"/>
              <a:gd name="connsiteY15-102" fmla="*/ 0 h 3497531"/>
              <a:gd name="connsiteX0-103" fmla="*/ 1433441 w 4116165"/>
              <a:gd name="connsiteY0-104" fmla="*/ 3309096 h 3497531"/>
              <a:gd name="connsiteX1-105" fmla="*/ 4116165 w 4116165"/>
              <a:gd name="connsiteY1-106" fmla="*/ 3309096 h 3497531"/>
              <a:gd name="connsiteX2-107" fmla="*/ 3927730 w 4116165"/>
              <a:gd name="connsiteY2-108" fmla="*/ 3497531 h 3497531"/>
              <a:gd name="connsiteX3-109" fmla="*/ 1621876 w 4116165"/>
              <a:gd name="connsiteY3-110" fmla="*/ 3497531 h 3497531"/>
              <a:gd name="connsiteX4-111" fmla="*/ 1433441 w 4116165"/>
              <a:gd name="connsiteY4-112" fmla="*/ 3309096 h 3497531"/>
              <a:gd name="connsiteX5-113" fmla="*/ 688860 w 4116165"/>
              <a:gd name="connsiteY5-114" fmla="*/ 0 h 3497531"/>
              <a:gd name="connsiteX6-115" fmla="*/ 739322 w 4116165"/>
              <a:gd name="connsiteY6-116" fmla="*/ 20901 h 3497531"/>
              <a:gd name="connsiteX7-117" fmla="*/ 1356818 w 4116165"/>
              <a:gd name="connsiteY7-118" fmla="*/ 638398 h 3497531"/>
              <a:gd name="connsiteX8-119" fmla="*/ 1356818 w 4116165"/>
              <a:gd name="connsiteY8-120" fmla="*/ 739322 h 3497531"/>
              <a:gd name="connsiteX9-121" fmla="*/ 739322 w 4116165"/>
              <a:gd name="connsiteY9-122" fmla="*/ 1356819 h 3497531"/>
              <a:gd name="connsiteX10-123" fmla="*/ 638398 w 4116165"/>
              <a:gd name="connsiteY10-124" fmla="*/ 1356819 h 3497531"/>
              <a:gd name="connsiteX11-125" fmla="*/ 20901 w 4116165"/>
              <a:gd name="connsiteY11-126" fmla="*/ 739322 h 3497531"/>
              <a:gd name="connsiteX12-127" fmla="*/ 20901 w 4116165"/>
              <a:gd name="connsiteY12-128" fmla="*/ 638398 h 3497531"/>
              <a:gd name="connsiteX13-129" fmla="*/ 638398 w 4116165"/>
              <a:gd name="connsiteY13-130" fmla="*/ 20901 h 3497531"/>
              <a:gd name="connsiteX14-131" fmla="*/ 688860 w 4116165"/>
              <a:gd name="connsiteY14-132" fmla="*/ 0 h 3497531"/>
              <a:gd name="connsiteX0-133" fmla="*/ 1433441 w 3927730"/>
              <a:gd name="connsiteY0-134" fmla="*/ 3309096 h 3497531"/>
              <a:gd name="connsiteX1-135" fmla="*/ 3927730 w 3927730"/>
              <a:gd name="connsiteY1-136" fmla="*/ 3497531 h 3497531"/>
              <a:gd name="connsiteX2-137" fmla="*/ 1621876 w 3927730"/>
              <a:gd name="connsiteY2-138" fmla="*/ 3497531 h 3497531"/>
              <a:gd name="connsiteX3-139" fmla="*/ 1433441 w 3927730"/>
              <a:gd name="connsiteY3-140" fmla="*/ 3309096 h 3497531"/>
              <a:gd name="connsiteX4-141" fmla="*/ 688860 w 3927730"/>
              <a:gd name="connsiteY4-142" fmla="*/ 0 h 3497531"/>
              <a:gd name="connsiteX5-143" fmla="*/ 739322 w 3927730"/>
              <a:gd name="connsiteY5-144" fmla="*/ 20901 h 3497531"/>
              <a:gd name="connsiteX6-145" fmla="*/ 1356818 w 3927730"/>
              <a:gd name="connsiteY6-146" fmla="*/ 638398 h 3497531"/>
              <a:gd name="connsiteX7-147" fmla="*/ 1356818 w 3927730"/>
              <a:gd name="connsiteY7-148" fmla="*/ 739322 h 3497531"/>
              <a:gd name="connsiteX8-149" fmla="*/ 739322 w 3927730"/>
              <a:gd name="connsiteY8-150" fmla="*/ 1356819 h 3497531"/>
              <a:gd name="connsiteX9-151" fmla="*/ 638398 w 3927730"/>
              <a:gd name="connsiteY9-152" fmla="*/ 1356819 h 3497531"/>
              <a:gd name="connsiteX10-153" fmla="*/ 20901 w 3927730"/>
              <a:gd name="connsiteY10-154" fmla="*/ 739322 h 3497531"/>
              <a:gd name="connsiteX11-155" fmla="*/ 20901 w 3927730"/>
              <a:gd name="connsiteY11-156" fmla="*/ 638398 h 3497531"/>
              <a:gd name="connsiteX12-157" fmla="*/ 638398 w 3927730"/>
              <a:gd name="connsiteY12-158" fmla="*/ 20901 h 3497531"/>
              <a:gd name="connsiteX13-159" fmla="*/ 688860 w 3927730"/>
              <a:gd name="connsiteY13-160" fmla="*/ 0 h 3497531"/>
              <a:gd name="connsiteX0-161" fmla="*/ 1433441 w 1621876"/>
              <a:gd name="connsiteY0-162" fmla="*/ 3309096 h 3497531"/>
              <a:gd name="connsiteX1-163" fmla="*/ 1621876 w 1621876"/>
              <a:gd name="connsiteY1-164" fmla="*/ 3497531 h 3497531"/>
              <a:gd name="connsiteX2-165" fmla="*/ 1433441 w 1621876"/>
              <a:gd name="connsiteY2-166" fmla="*/ 3309096 h 3497531"/>
              <a:gd name="connsiteX3-167" fmla="*/ 688860 w 1621876"/>
              <a:gd name="connsiteY3-168" fmla="*/ 0 h 3497531"/>
              <a:gd name="connsiteX4-169" fmla="*/ 739322 w 1621876"/>
              <a:gd name="connsiteY4-170" fmla="*/ 20901 h 3497531"/>
              <a:gd name="connsiteX5-171" fmla="*/ 1356818 w 1621876"/>
              <a:gd name="connsiteY5-172" fmla="*/ 638398 h 3497531"/>
              <a:gd name="connsiteX6-173" fmla="*/ 1356818 w 1621876"/>
              <a:gd name="connsiteY6-174" fmla="*/ 739322 h 3497531"/>
              <a:gd name="connsiteX7-175" fmla="*/ 739322 w 1621876"/>
              <a:gd name="connsiteY7-176" fmla="*/ 1356819 h 3497531"/>
              <a:gd name="connsiteX8-177" fmla="*/ 638398 w 1621876"/>
              <a:gd name="connsiteY8-178" fmla="*/ 1356819 h 3497531"/>
              <a:gd name="connsiteX9-179" fmla="*/ 20901 w 1621876"/>
              <a:gd name="connsiteY9-180" fmla="*/ 739322 h 3497531"/>
              <a:gd name="connsiteX10-181" fmla="*/ 20901 w 1621876"/>
              <a:gd name="connsiteY10-182" fmla="*/ 638398 h 3497531"/>
              <a:gd name="connsiteX11-183" fmla="*/ 638398 w 1621876"/>
              <a:gd name="connsiteY11-184" fmla="*/ 20901 h 3497531"/>
              <a:gd name="connsiteX12-185" fmla="*/ 688860 w 1621876"/>
              <a:gd name="connsiteY12-186" fmla="*/ 0 h 3497531"/>
              <a:gd name="connsiteX0-187" fmla="*/ 688860 w 1377719"/>
              <a:gd name="connsiteY0-188" fmla="*/ 0 h 1377720"/>
              <a:gd name="connsiteX1-189" fmla="*/ 739322 w 1377719"/>
              <a:gd name="connsiteY1-190" fmla="*/ 20901 h 1377720"/>
              <a:gd name="connsiteX2-191" fmla="*/ 1356818 w 1377719"/>
              <a:gd name="connsiteY2-192" fmla="*/ 638398 h 1377720"/>
              <a:gd name="connsiteX3-193" fmla="*/ 1356818 w 1377719"/>
              <a:gd name="connsiteY3-194" fmla="*/ 739322 h 1377720"/>
              <a:gd name="connsiteX4-195" fmla="*/ 739322 w 1377719"/>
              <a:gd name="connsiteY4-196" fmla="*/ 1356819 h 1377720"/>
              <a:gd name="connsiteX5-197" fmla="*/ 638398 w 1377719"/>
              <a:gd name="connsiteY5-198" fmla="*/ 1356819 h 1377720"/>
              <a:gd name="connsiteX6-199" fmla="*/ 20901 w 1377719"/>
              <a:gd name="connsiteY6-200" fmla="*/ 739322 h 1377720"/>
              <a:gd name="connsiteX7-201" fmla="*/ 20901 w 1377719"/>
              <a:gd name="connsiteY7-202" fmla="*/ 638398 h 1377720"/>
              <a:gd name="connsiteX8-203" fmla="*/ 638398 w 1377719"/>
              <a:gd name="connsiteY8-204" fmla="*/ 20901 h 1377720"/>
              <a:gd name="connsiteX9-205" fmla="*/ 688860 w 1377719"/>
              <a:gd name="connsiteY9-206" fmla="*/ 0 h 13777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377719" h="1377720">
                <a:moveTo>
                  <a:pt x="688860" y="0"/>
                </a:moveTo>
                <a:cubicBezTo>
                  <a:pt x="707124" y="0"/>
                  <a:pt x="725387" y="6967"/>
                  <a:pt x="739322" y="20901"/>
                </a:cubicBezTo>
                <a:lnTo>
                  <a:pt x="1356818" y="638398"/>
                </a:lnTo>
                <a:cubicBezTo>
                  <a:pt x="1384687" y="666267"/>
                  <a:pt x="1384687" y="711453"/>
                  <a:pt x="1356818" y="739322"/>
                </a:cubicBezTo>
                <a:lnTo>
                  <a:pt x="739322" y="1356819"/>
                </a:lnTo>
                <a:cubicBezTo>
                  <a:pt x="711453" y="1384688"/>
                  <a:pt x="666267" y="1384688"/>
                  <a:pt x="638398" y="1356819"/>
                </a:cubicBezTo>
                <a:lnTo>
                  <a:pt x="20901" y="739322"/>
                </a:lnTo>
                <a:cubicBezTo>
                  <a:pt x="-6968" y="711453"/>
                  <a:pt x="-6968" y="666267"/>
                  <a:pt x="20901" y="638398"/>
                </a:cubicBezTo>
                <a:lnTo>
                  <a:pt x="638398" y="20901"/>
                </a:lnTo>
                <a:cubicBezTo>
                  <a:pt x="652332" y="6967"/>
                  <a:pt x="670596" y="0"/>
                  <a:pt x="688860" y="0"/>
                </a:cubicBezTo>
                <a:close/>
              </a:path>
            </a:pathLst>
          </a:custGeom>
          <a:solidFill>
            <a:srgbClr val="165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5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8" name="形状6">
            <a:extLst>
              <a:ext uri="{FF2B5EF4-FFF2-40B4-BE49-F238E27FC236}">
                <a16:creationId xmlns:a16="http://schemas.microsoft.com/office/drawing/2014/main" id="{1D563E47-ECAE-45D2-A7DD-498BE9540B88}"/>
              </a:ext>
            </a:extLst>
          </p:cNvPr>
          <p:cNvSpPr/>
          <p:nvPr/>
        </p:nvSpPr>
        <p:spPr>
          <a:xfrm>
            <a:off x="4347106" y="3750951"/>
            <a:ext cx="1320894" cy="1320895"/>
          </a:xfrm>
          <a:custGeom>
            <a:avLst/>
            <a:gdLst>
              <a:gd name="connsiteX0" fmla="*/ 1621876 w 4116165"/>
              <a:gd name="connsiteY0" fmla="*/ 814807 h 3497531"/>
              <a:gd name="connsiteX1" fmla="*/ 3927730 w 4116165"/>
              <a:gd name="connsiteY1" fmla="*/ 814807 h 3497531"/>
              <a:gd name="connsiteX2" fmla="*/ 4116165 w 4116165"/>
              <a:gd name="connsiteY2" fmla="*/ 1003242 h 3497531"/>
              <a:gd name="connsiteX3" fmla="*/ 4116165 w 4116165"/>
              <a:gd name="connsiteY3" fmla="*/ 3309096 h 3497531"/>
              <a:gd name="connsiteX4" fmla="*/ 3927730 w 4116165"/>
              <a:gd name="connsiteY4" fmla="*/ 3497531 h 3497531"/>
              <a:gd name="connsiteX5" fmla="*/ 1621876 w 4116165"/>
              <a:gd name="connsiteY5" fmla="*/ 3497531 h 3497531"/>
              <a:gd name="connsiteX6" fmla="*/ 1433441 w 4116165"/>
              <a:gd name="connsiteY6" fmla="*/ 3309096 h 3497531"/>
              <a:gd name="connsiteX7" fmla="*/ 1433441 w 4116165"/>
              <a:gd name="connsiteY7" fmla="*/ 1003242 h 3497531"/>
              <a:gd name="connsiteX8" fmla="*/ 1621876 w 4116165"/>
              <a:gd name="connsiteY8" fmla="*/ 814807 h 3497531"/>
              <a:gd name="connsiteX9" fmla="*/ 688860 w 4116165"/>
              <a:gd name="connsiteY9" fmla="*/ 0 h 3497531"/>
              <a:gd name="connsiteX10" fmla="*/ 739322 w 4116165"/>
              <a:gd name="connsiteY10" fmla="*/ 20901 h 3497531"/>
              <a:gd name="connsiteX11" fmla="*/ 1356818 w 4116165"/>
              <a:gd name="connsiteY11" fmla="*/ 638398 h 3497531"/>
              <a:gd name="connsiteX12" fmla="*/ 1356818 w 4116165"/>
              <a:gd name="connsiteY12" fmla="*/ 739322 h 3497531"/>
              <a:gd name="connsiteX13" fmla="*/ 739322 w 4116165"/>
              <a:gd name="connsiteY13" fmla="*/ 1356819 h 3497531"/>
              <a:gd name="connsiteX14" fmla="*/ 638398 w 4116165"/>
              <a:gd name="connsiteY14" fmla="*/ 1356819 h 3497531"/>
              <a:gd name="connsiteX15" fmla="*/ 20901 w 4116165"/>
              <a:gd name="connsiteY15" fmla="*/ 739322 h 3497531"/>
              <a:gd name="connsiteX16" fmla="*/ 20901 w 4116165"/>
              <a:gd name="connsiteY16" fmla="*/ 638398 h 3497531"/>
              <a:gd name="connsiteX17" fmla="*/ 638398 w 4116165"/>
              <a:gd name="connsiteY17" fmla="*/ 20901 h 3497531"/>
              <a:gd name="connsiteX18" fmla="*/ 688860 w 4116165"/>
              <a:gd name="connsiteY18" fmla="*/ 0 h 3497531"/>
              <a:gd name="connsiteX0-1" fmla="*/ 1433441 w 4116165"/>
              <a:gd name="connsiteY0-2" fmla="*/ 1003242 h 3497531"/>
              <a:gd name="connsiteX1-3" fmla="*/ 3927730 w 4116165"/>
              <a:gd name="connsiteY1-4" fmla="*/ 814807 h 3497531"/>
              <a:gd name="connsiteX2-5" fmla="*/ 4116165 w 4116165"/>
              <a:gd name="connsiteY2-6" fmla="*/ 1003242 h 3497531"/>
              <a:gd name="connsiteX3-7" fmla="*/ 4116165 w 4116165"/>
              <a:gd name="connsiteY3-8" fmla="*/ 3309096 h 3497531"/>
              <a:gd name="connsiteX4-9" fmla="*/ 3927730 w 4116165"/>
              <a:gd name="connsiteY4-10" fmla="*/ 3497531 h 3497531"/>
              <a:gd name="connsiteX5-11" fmla="*/ 1621876 w 4116165"/>
              <a:gd name="connsiteY5-12" fmla="*/ 3497531 h 3497531"/>
              <a:gd name="connsiteX6-13" fmla="*/ 1433441 w 4116165"/>
              <a:gd name="connsiteY6-14" fmla="*/ 3309096 h 3497531"/>
              <a:gd name="connsiteX7-15" fmla="*/ 1433441 w 4116165"/>
              <a:gd name="connsiteY7-16" fmla="*/ 1003242 h 3497531"/>
              <a:gd name="connsiteX8-17" fmla="*/ 688860 w 4116165"/>
              <a:gd name="connsiteY8-18" fmla="*/ 0 h 3497531"/>
              <a:gd name="connsiteX9-19" fmla="*/ 739322 w 4116165"/>
              <a:gd name="connsiteY9-20" fmla="*/ 20901 h 3497531"/>
              <a:gd name="connsiteX10-21" fmla="*/ 1356818 w 4116165"/>
              <a:gd name="connsiteY10-22" fmla="*/ 638398 h 3497531"/>
              <a:gd name="connsiteX11-23" fmla="*/ 1356818 w 4116165"/>
              <a:gd name="connsiteY11-24" fmla="*/ 739322 h 3497531"/>
              <a:gd name="connsiteX12-25" fmla="*/ 739322 w 4116165"/>
              <a:gd name="connsiteY12-26" fmla="*/ 1356819 h 3497531"/>
              <a:gd name="connsiteX13-27" fmla="*/ 638398 w 4116165"/>
              <a:gd name="connsiteY13-28" fmla="*/ 1356819 h 3497531"/>
              <a:gd name="connsiteX14-29" fmla="*/ 20901 w 4116165"/>
              <a:gd name="connsiteY14-30" fmla="*/ 739322 h 3497531"/>
              <a:gd name="connsiteX15-31" fmla="*/ 20901 w 4116165"/>
              <a:gd name="connsiteY15-32" fmla="*/ 638398 h 3497531"/>
              <a:gd name="connsiteX16-33" fmla="*/ 638398 w 4116165"/>
              <a:gd name="connsiteY16-34" fmla="*/ 20901 h 3497531"/>
              <a:gd name="connsiteX17-35" fmla="*/ 688860 w 4116165"/>
              <a:gd name="connsiteY17-36" fmla="*/ 0 h 3497531"/>
              <a:gd name="connsiteX0-37" fmla="*/ 1433441 w 4116165"/>
              <a:gd name="connsiteY0-38" fmla="*/ 3309096 h 3497531"/>
              <a:gd name="connsiteX1-39" fmla="*/ 3927730 w 4116165"/>
              <a:gd name="connsiteY1-40" fmla="*/ 814807 h 3497531"/>
              <a:gd name="connsiteX2-41" fmla="*/ 4116165 w 4116165"/>
              <a:gd name="connsiteY2-42" fmla="*/ 1003242 h 3497531"/>
              <a:gd name="connsiteX3-43" fmla="*/ 4116165 w 4116165"/>
              <a:gd name="connsiteY3-44" fmla="*/ 3309096 h 3497531"/>
              <a:gd name="connsiteX4-45" fmla="*/ 3927730 w 4116165"/>
              <a:gd name="connsiteY4-46" fmla="*/ 3497531 h 3497531"/>
              <a:gd name="connsiteX5-47" fmla="*/ 1621876 w 4116165"/>
              <a:gd name="connsiteY5-48" fmla="*/ 3497531 h 3497531"/>
              <a:gd name="connsiteX6-49" fmla="*/ 1433441 w 4116165"/>
              <a:gd name="connsiteY6-50" fmla="*/ 3309096 h 3497531"/>
              <a:gd name="connsiteX7-51" fmla="*/ 688860 w 4116165"/>
              <a:gd name="connsiteY7-52" fmla="*/ 0 h 3497531"/>
              <a:gd name="connsiteX8-53" fmla="*/ 739322 w 4116165"/>
              <a:gd name="connsiteY8-54" fmla="*/ 20901 h 3497531"/>
              <a:gd name="connsiteX9-55" fmla="*/ 1356818 w 4116165"/>
              <a:gd name="connsiteY9-56" fmla="*/ 638398 h 3497531"/>
              <a:gd name="connsiteX10-57" fmla="*/ 1356818 w 4116165"/>
              <a:gd name="connsiteY10-58" fmla="*/ 739322 h 3497531"/>
              <a:gd name="connsiteX11-59" fmla="*/ 739322 w 4116165"/>
              <a:gd name="connsiteY11-60" fmla="*/ 1356819 h 3497531"/>
              <a:gd name="connsiteX12-61" fmla="*/ 638398 w 4116165"/>
              <a:gd name="connsiteY12-62" fmla="*/ 1356819 h 3497531"/>
              <a:gd name="connsiteX13-63" fmla="*/ 20901 w 4116165"/>
              <a:gd name="connsiteY13-64" fmla="*/ 739322 h 3497531"/>
              <a:gd name="connsiteX14-65" fmla="*/ 20901 w 4116165"/>
              <a:gd name="connsiteY14-66" fmla="*/ 638398 h 3497531"/>
              <a:gd name="connsiteX15-67" fmla="*/ 638398 w 4116165"/>
              <a:gd name="connsiteY15-68" fmla="*/ 20901 h 3497531"/>
              <a:gd name="connsiteX16-69" fmla="*/ 688860 w 4116165"/>
              <a:gd name="connsiteY16-70" fmla="*/ 0 h 3497531"/>
              <a:gd name="connsiteX0-71" fmla="*/ 1433441 w 4116165"/>
              <a:gd name="connsiteY0-72" fmla="*/ 3309096 h 3497531"/>
              <a:gd name="connsiteX1-73" fmla="*/ 4116165 w 4116165"/>
              <a:gd name="connsiteY1-74" fmla="*/ 1003242 h 3497531"/>
              <a:gd name="connsiteX2-75" fmla="*/ 4116165 w 4116165"/>
              <a:gd name="connsiteY2-76" fmla="*/ 3309096 h 3497531"/>
              <a:gd name="connsiteX3-77" fmla="*/ 3927730 w 4116165"/>
              <a:gd name="connsiteY3-78" fmla="*/ 3497531 h 3497531"/>
              <a:gd name="connsiteX4-79" fmla="*/ 1621876 w 4116165"/>
              <a:gd name="connsiteY4-80" fmla="*/ 3497531 h 3497531"/>
              <a:gd name="connsiteX5-81" fmla="*/ 1433441 w 4116165"/>
              <a:gd name="connsiteY5-82" fmla="*/ 3309096 h 3497531"/>
              <a:gd name="connsiteX6-83" fmla="*/ 688860 w 4116165"/>
              <a:gd name="connsiteY6-84" fmla="*/ 0 h 3497531"/>
              <a:gd name="connsiteX7-85" fmla="*/ 739322 w 4116165"/>
              <a:gd name="connsiteY7-86" fmla="*/ 20901 h 3497531"/>
              <a:gd name="connsiteX8-87" fmla="*/ 1356818 w 4116165"/>
              <a:gd name="connsiteY8-88" fmla="*/ 638398 h 3497531"/>
              <a:gd name="connsiteX9-89" fmla="*/ 1356818 w 4116165"/>
              <a:gd name="connsiteY9-90" fmla="*/ 739322 h 3497531"/>
              <a:gd name="connsiteX10-91" fmla="*/ 739322 w 4116165"/>
              <a:gd name="connsiteY10-92" fmla="*/ 1356819 h 3497531"/>
              <a:gd name="connsiteX11-93" fmla="*/ 638398 w 4116165"/>
              <a:gd name="connsiteY11-94" fmla="*/ 1356819 h 3497531"/>
              <a:gd name="connsiteX12-95" fmla="*/ 20901 w 4116165"/>
              <a:gd name="connsiteY12-96" fmla="*/ 739322 h 3497531"/>
              <a:gd name="connsiteX13-97" fmla="*/ 20901 w 4116165"/>
              <a:gd name="connsiteY13-98" fmla="*/ 638398 h 3497531"/>
              <a:gd name="connsiteX14-99" fmla="*/ 638398 w 4116165"/>
              <a:gd name="connsiteY14-100" fmla="*/ 20901 h 3497531"/>
              <a:gd name="connsiteX15-101" fmla="*/ 688860 w 4116165"/>
              <a:gd name="connsiteY15-102" fmla="*/ 0 h 3497531"/>
              <a:gd name="connsiteX0-103" fmla="*/ 1433441 w 4116165"/>
              <a:gd name="connsiteY0-104" fmla="*/ 3309096 h 3497531"/>
              <a:gd name="connsiteX1-105" fmla="*/ 4116165 w 4116165"/>
              <a:gd name="connsiteY1-106" fmla="*/ 3309096 h 3497531"/>
              <a:gd name="connsiteX2-107" fmla="*/ 3927730 w 4116165"/>
              <a:gd name="connsiteY2-108" fmla="*/ 3497531 h 3497531"/>
              <a:gd name="connsiteX3-109" fmla="*/ 1621876 w 4116165"/>
              <a:gd name="connsiteY3-110" fmla="*/ 3497531 h 3497531"/>
              <a:gd name="connsiteX4-111" fmla="*/ 1433441 w 4116165"/>
              <a:gd name="connsiteY4-112" fmla="*/ 3309096 h 3497531"/>
              <a:gd name="connsiteX5-113" fmla="*/ 688860 w 4116165"/>
              <a:gd name="connsiteY5-114" fmla="*/ 0 h 3497531"/>
              <a:gd name="connsiteX6-115" fmla="*/ 739322 w 4116165"/>
              <a:gd name="connsiteY6-116" fmla="*/ 20901 h 3497531"/>
              <a:gd name="connsiteX7-117" fmla="*/ 1356818 w 4116165"/>
              <a:gd name="connsiteY7-118" fmla="*/ 638398 h 3497531"/>
              <a:gd name="connsiteX8-119" fmla="*/ 1356818 w 4116165"/>
              <a:gd name="connsiteY8-120" fmla="*/ 739322 h 3497531"/>
              <a:gd name="connsiteX9-121" fmla="*/ 739322 w 4116165"/>
              <a:gd name="connsiteY9-122" fmla="*/ 1356819 h 3497531"/>
              <a:gd name="connsiteX10-123" fmla="*/ 638398 w 4116165"/>
              <a:gd name="connsiteY10-124" fmla="*/ 1356819 h 3497531"/>
              <a:gd name="connsiteX11-125" fmla="*/ 20901 w 4116165"/>
              <a:gd name="connsiteY11-126" fmla="*/ 739322 h 3497531"/>
              <a:gd name="connsiteX12-127" fmla="*/ 20901 w 4116165"/>
              <a:gd name="connsiteY12-128" fmla="*/ 638398 h 3497531"/>
              <a:gd name="connsiteX13-129" fmla="*/ 638398 w 4116165"/>
              <a:gd name="connsiteY13-130" fmla="*/ 20901 h 3497531"/>
              <a:gd name="connsiteX14-131" fmla="*/ 688860 w 4116165"/>
              <a:gd name="connsiteY14-132" fmla="*/ 0 h 3497531"/>
              <a:gd name="connsiteX0-133" fmla="*/ 1433441 w 3927730"/>
              <a:gd name="connsiteY0-134" fmla="*/ 3309096 h 3497531"/>
              <a:gd name="connsiteX1-135" fmla="*/ 3927730 w 3927730"/>
              <a:gd name="connsiteY1-136" fmla="*/ 3497531 h 3497531"/>
              <a:gd name="connsiteX2-137" fmla="*/ 1621876 w 3927730"/>
              <a:gd name="connsiteY2-138" fmla="*/ 3497531 h 3497531"/>
              <a:gd name="connsiteX3-139" fmla="*/ 1433441 w 3927730"/>
              <a:gd name="connsiteY3-140" fmla="*/ 3309096 h 3497531"/>
              <a:gd name="connsiteX4-141" fmla="*/ 688860 w 3927730"/>
              <a:gd name="connsiteY4-142" fmla="*/ 0 h 3497531"/>
              <a:gd name="connsiteX5-143" fmla="*/ 739322 w 3927730"/>
              <a:gd name="connsiteY5-144" fmla="*/ 20901 h 3497531"/>
              <a:gd name="connsiteX6-145" fmla="*/ 1356818 w 3927730"/>
              <a:gd name="connsiteY6-146" fmla="*/ 638398 h 3497531"/>
              <a:gd name="connsiteX7-147" fmla="*/ 1356818 w 3927730"/>
              <a:gd name="connsiteY7-148" fmla="*/ 739322 h 3497531"/>
              <a:gd name="connsiteX8-149" fmla="*/ 739322 w 3927730"/>
              <a:gd name="connsiteY8-150" fmla="*/ 1356819 h 3497531"/>
              <a:gd name="connsiteX9-151" fmla="*/ 638398 w 3927730"/>
              <a:gd name="connsiteY9-152" fmla="*/ 1356819 h 3497531"/>
              <a:gd name="connsiteX10-153" fmla="*/ 20901 w 3927730"/>
              <a:gd name="connsiteY10-154" fmla="*/ 739322 h 3497531"/>
              <a:gd name="connsiteX11-155" fmla="*/ 20901 w 3927730"/>
              <a:gd name="connsiteY11-156" fmla="*/ 638398 h 3497531"/>
              <a:gd name="connsiteX12-157" fmla="*/ 638398 w 3927730"/>
              <a:gd name="connsiteY12-158" fmla="*/ 20901 h 3497531"/>
              <a:gd name="connsiteX13-159" fmla="*/ 688860 w 3927730"/>
              <a:gd name="connsiteY13-160" fmla="*/ 0 h 3497531"/>
              <a:gd name="connsiteX0-161" fmla="*/ 1433441 w 1621876"/>
              <a:gd name="connsiteY0-162" fmla="*/ 3309096 h 3497531"/>
              <a:gd name="connsiteX1-163" fmla="*/ 1621876 w 1621876"/>
              <a:gd name="connsiteY1-164" fmla="*/ 3497531 h 3497531"/>
              <a:gd name="connsiteX2-165" fmla="*/ 1433441 w 1621876"/>
              <a:gd name="connsiteY2-166" fmla="*/ 3309096 h 3497531"/>
              <a:gd name="connsiteX3-167" fmla="*/ 688860 w 1621876"/>
              <a:gd name="connsiteY3-168" fmla="*/ 0 h 3497531"/>
              <a:gd name="connsiteX4-169" fmla="*/ 739322 w 1621876"/>
              <a:gd name="connsiteY4-170" fmla="*/ 20901 h 3497531"/>
              <a:gd name="connsiteX5-171" fmla="*/ 1356818 w 1621876"/>
              <a:gd name="connsiteY5-172" fmla="*/ 638398 h 3497531"/>
              <a:gd name="connsiteX6-173" fmla="*/ 1356818 w 1621876"/>
              <a:gd name="connsiteY6-174" fmla="*/ 739322 h 3497531"/>
              <a:gd name="connsiteX7-175" fmla="*/ 739322 w 1621876"/>
              <a:gd name="connsiteY7-176" fmla="*/ 1356819 h 3497531"/>
              <a:gd name="connsiteX8-177" fmla="*/ 638398 w 1621876"/>
              <a:gd name="connsiteY8-178" fmla="*/ 1356819 h 3497531"/>
              <a:gd name="connsiteX9-179" fmla="*/ 20901 w 1621876"/>
              <a:gd name="connsiteY9-180" fmla="*/ 739322 h 3497531"/>
              <a:gd name="connsiteX10-181" fmla="*/ 20901 w 1621876"/>
              <a:gd name="connsiteY10-182" fmla="*/ 638398 h 3497531"/>
              <a:gd name="connsiteX11-183" fmla="*/ 638398 w 1621876"/>
              <a:gd name="connsiteY11-184" fmla="*/ 20901 h 3497531"/>
              <a:gd name="connsiteX12-185" fmla="*/ 688860 w 1621876"/>
              <a:gd name="connsiteY12-186" fmla="*/ 0 h 3497531"/>
              <a:gd name="connsiteX0-187" fmla="*/ 688860 w 1377719"/>
              <a:gd name="connsiteY0-188" fmla="*/ 0 h 1377720"/>
              <a:gd name="connsiteX1-189" fmla="*/ 739322 w 1377719"/>
              <a:gd name="connsiteY1-190" fmla="*/ 20901 h 1377720"/>
              <a:gd name="connsiteX2-191" fmla="*/ 1356818 w 1377719"/>
              <a:gd name="connsiteY2-192" fmla="*/ 638398 h 1377720"/>
              <a:gd name="connsiteX3-193" fmla="*/ 1356818 w 1377719"/>
              <a:gd name="connsiteY3-194" fmla="*/ 739322 h 1377720"/>
              <a:gd name="connsiteX4-195" fmla="*/ 739322 w 1377719"/>
              <a:gd name="connsiteY4-196" fmla="*/ 1356819 h 1377720"/>
              <a:gd name="connsiteX5-197" fmla="*/ 638398 w 1377719"/>
              <a:gd name="connsiteY5-198" fmla="*/ 1356819 h 1377720"/>
              <a:gd name="connsiteX6-199" fmla="*/ 20901 w 1377719"/>
              <a:gd name="connsiteY6-200" fmla="*/ 739322 h 1377720"/>
              <a:gd name="connsiteX7-201" fmla="*/ 20901 w 1377719"/>
              <a:gd name="connsiteY7-202" fmla="*/ 638398 h 1377720"/>
              <a:gd name="connsiteX8-203" fmla="*/ 638398 w 1377719"/>
              <a:gd name="connsiteY8-204" fmla="*/ 20901 h 1377720"/>
              <a:gd name="connsiteX9-205" fmla="*/ 688860 w 1377719"/>
              <a:gd name="connsiteY9-206" fmla="*/ 0 h 13777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377719" h="1377720">
                <a:moveTo>
                  <a:pt x="688860" y="0"/>
                </a:moveTo>
                <a:cubicBezTo>
                  <a:pt x="707124" y="0"/>
                  <a:pt x="725387" y="6967"/>
                  <a:pt x="739322" y="20901"/>
                </a:cubicBezTo>
                <a:lnTo>
                  <a:pt x="1356818" y="638398"/>
                </a:lnTo>
                <a:cubicBezTo>
                  <a:pt x="1384687" y="666267"/>
                  <a:pt x="1384687" y="711453"/>
                  <a:pt x="1356818" y="739322"/>
                </a:cubicBezTo>
                <a:lnTo>
                  <a:pt x="739322" y="1356819"/>
                </a:lnTo>
                <a:cubicBezTo>
                  <a:pt x="711453" y="1384688"/>
                  <a:pt x="666267" y="1384688"/>
                  <a:pt x="638398" y="1356819"/>
                </a:cubicBezTo>
                <a:lnTo>
                  <a:pt x="20901" y="739322"/>
                </a:lnTo>
                <a:cubicBezTo>
                  <a:pt x="-6968" y="711453"/>
                  <a:pt x="-6968" y="666267"/>
                  <a:pt x="20901" y="638398"/>
                </a:cubicBezTo>
                <a:lnTo>
                  <a:pt x="638398" y="20901"/>
                </a:lnTo>
                <a:cubicBezTo>
                  <a:pt x="652332" y="6967"/>
                  <a:pt x="670596" y="0"/>
                  <a:pt x="688860" y="0"/>
                </a:cubicBezTo>
                <a:close/>
              </a:path>
            </a:pathLst>
          </a:custGeom>
          <a:solidFill>
            <a:srgbClr val="165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5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  <a:sym typeface="+mn-lt"/>
              </a:rPr>
              <a:t>3</a:t>
            </a:r>
          </a:p>
        </p:txBody>
      </p:sp>
      <p:sp>
        <p:nvSpPr>
          <p:cNvPr id="9" name="形状3">
            <a:extLst>
              <a:ext uri="{FF2B5EF4-FFF2-40B4-BE49-F238E27FC236}">
                <a16:creationId xmlns:a16="http://schemas.microsoft.com/office/drawing/2014/main" id="{6C5639FD-6086-4A49-B1B0-8B3B885D7F76}"/>
              </a:ext>
            </a:extLst>
          </p:cNvPr>
          <p:cNvSpPr/>
          <p:nvPr/>
        </p:nvSpPr>
        <p:spPr>
          <a:xfrm rot="18900000" flipH="1" flipV="1">
            <a:off x="7092869" y="2867408"/>
            <a:ext cx="1052115" cy="1060671"/>
          </a:xfrm>
          <a:prstGeom prst="bentArrow">
            <a:avLst>
              <a:gd name="adj1" fmla="val 5470"/>
              <a:gd name="adj2" fmla="val 9301"/>
              <a:gd name="adj3" fmla="val 12699"/>
              <a:gd name="adj4" fmla="val 39549"/>
            </a:avLst>
          </a:prstGeom>
          <a:solidFill>
            <a:srgbClr val="B2B2B2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10" name="形状3">
            <a:extLst>
              <a:ext uri="{FF2B5EF4-FFF2-40B4-BE49-F238E27FC236}">
                <a16:creationId xmlns:a16="http://schemas.microsoft.com/office/drawing/2014/main" id="{CFD8D60E-38B0-418A-8148-D46D6035B077}"/>
              </a:ext>
            </a:extLst>
          </p:cNvPr>
          <p:cNvSpPr/>
          <p:nvPr/>
        </p:nvSpPr>
        <p:spPr>
          <a:xfrm rot="2700000" flipH="1" flipV="1">
            <a:off x="5523416" y="4292325"/>
            <a:ext cx="1052115" cy="1060671"/>
          </a:xfrm>
          <a:prstGeom prst="bentArrow">
            <a:avLst>
              <a:gd name="adj1" fmla="val 5470"/>
              <a:gd name="adj2" fmla="val 9301"/>
              <a:gd name="adj3" fmla="val 12699"/>
              <a:gd name="adj4" fmla="val 39549"/>
            </a:avLst>
          </a:prstGeom>
          <a:solidFill>
            <a:srgbClr val="B2B2B2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11" name="形状3">
            <a:extLst>
              <a:ext uri="{FF2B5EF4-FFF2-40B4-BE49-F238E27FC236}">
                <a16:creationId xmlns:a16="http://schemas.microsoft.com/office/drawing/2014/main" id="{C17803EE-D1B2-4167-A594-8D170B632727}"/>
              </a:ext>
            </a:extLst>
          </p:cNvPr>
          <p:cNvSpPr/>
          <p:nvPr/>
        </p:nvSpPr>
        <p:spPr>
          <a:xfrm rot="8100000" flipH="1" flipV="1">
            <a:off x="3981645" y="2832800"/>
            <a:ext cx="1052115" cy="1060671"/>
          </a:xfrm>
          <a:prstGeom prst="bentArrow">
            <a:avLst>
              <a:gd name="adj1" fmla="val 5470"/>
              <a:gd name="adj2" fmla="val 9301"/>
              <a:gd name="adj3" fmla="val 12699"/>
              <a:gd name="adj4" fmla="val 39549"/>
            </a:avLst>
          </a:prstGeom>
          <a:solidFill>
            <a:srgbClr val="B2B2B2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12" name="文本框2">
            <a:extLst>
              <a:ext uri="{FF2B5EF4-FFF2-40B4-BE49-F238E27FC236}">
                <a16:creationId xmlns:a16="http://schemas.microsoft.com/office/drawing/2014/main" id="{33AD297A-6E55-4AFB-968B-FBC5A1DEDD98}"/>
              </a:ext>
            </a:extLst>
          </p:cNvPr>
          <p:cNvSpPr txBox="1"/>
          <p:nvPr/>
        </p:nvSpPr>
        <p:spPr>
          <a:xfrm>
            <a:off x="7886849" y="1789596"/>
            <a:ext cx="3158929" cy="101674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1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单击输入标题</a:t>
            </a:r>
            <a:endParaRPr kumimoji="0" lang="en-US" sz="21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文本框2">
            <a:extLst>
              <a:ext uri="{FF2B5EF4-FFF2-40B4-BE49-F238E27FC236}">
                <a16:creationId xmlns:a16="http://schemas.microsoft.com/office/drawing/2014/main" id="{529B8A12-AEFD-4C37-82F3-04A6F2FFD3BC}"/>
              </a:ext>
            </a:extLst>
          </p:cNvPr>
          <p:cNvSpPr txBox="1"/>
          <p:nvPr/>
        </p:nvSpPr>
        <p:spPr>
          <a:xfrm>
            <a:off x="7886849" y="3903026"/>
            <a:ext cx="3158929" cy="101674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1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单击输入标题</a:t>
            </a:r>
            <a:endParaRPr kumimoji="0" lang="en-US" sz="21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文本框2">
            <a:extLst>
              <a:ext uri="{FF2B5EF4-FFF2-40B4-BE49-F238E27FC236}">
                <a16:creationId xmlns:a16="http://schemas.microsoft.com/office/drawing/2014/main" id="{41CB4B0B-0D42-4DD3-B1CD-A856296D08CA}"/>
              </a:ext>
            </a:extLst>
          </p:cNvPr>
          <p:cNvSpPr txBox="1"/>
          <p:nvPr/>
        </p:nvSpPr>
        <p:spPr>
          <a:xfrm>
            <a:off x="1043158" y="1789596"/>
            <a:ext cx="3158929" cy="101674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1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单击输入标题</a:t>
            </a:r>
            <a:endParaRPr kumimoji="0" lang="en-US" sz="21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文本框2">
            <a:extLst>
              <a:ext uri="{FF2B5EF4-FFF2-40B4-BE49-F238E27FC236}">
                <a16:creationId xmlns:a16="http://schemas.microsoft.com/office/drawing/2014/main" id="{86048F49-5A40-46B9-A114-682BFE879F8D}"/>
              </a:ext>
            </a:extLst>
          </p:cNvPr>
          <p:cNvSpPr txBox="1"/>
          <p:nvPr/>
        </p:nvSpPr>
        <p:spPr>
          <a:xfrm>
            <a:off x="1043158" y="3903026"/>
            <a:ext cx="3158929" cy="101674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1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单击输入标题</a:t>
            </a:r>
            <a:endParaRPr kumimoji="0" lang="en-US" sz="21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1B26F67-EF5E-48AB-9C40-4B0E64F0B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30" y="2648977"/>
            <a:ext cx="2259913" cy="140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8467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E59EF78-6957-4017-B6D3-CCC0CC97FF71}"/>
              </a:ext>
            </a:extLst>
          </p:cNvPr>
          <p:cNvGrpSpPr/>
          <p:nvPr/>
        </p:nvGrpSpPr>
        <p:grpSpPr>
          <a:xfrm>
            <a:off x="1776666" y="972312"/>
            <a:ext cx="8638667" cy="2883693"/>
            <a:chOff x="1167355" y="1217191"/>
            <a:chExt cx="6892537" cy="2300813"/>
          </a:xfrm>
        </p:grpSpPr>
        <p:sp>
          <p:nvSpPr>
            <p:cNvPr id="3" name="形状  4">
              <a:extLst>
                <a:ext uri="{FF2B5EF4-FFF2-40B4-BE49-F238E27FC236}">
                  <a16:creationId xmlns:a16="http://schemas.microsoft.com/office/drawing/2014/main" id="{9BD956AB-08E0-4A57-8353-7D36590E8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355" y="1217191"/>
              <a:ext cx="4406472" cy="2300813"/>
            </a:xfrm>
            <a:custGeom>
              <a:avLst/>
              <a:gdLst/>
              <a:ahLst/>
              <a:cxnLst>
                <a:cxn ang="0">
                  <a:pos x="1558" y="337"/>
                </a:cxn>
                <a:cxn ang="0">
                  <a:pos x="1221" y="0"/>
                </a:cxn>
                <a:cxn ang="0">
                  <a:pos x="407" y="814"/>
                </a:cxn>
                <a:cxn ang="0">
                  <a:pos x="0" y="407"/>
                </a:cxn>
                <a:cxn ang="0">
                  <a:pos x="402" y="5"/>
                </a:cxn>
                <a:cxn ang="0">
                  <a:pos x="734" y="337"/>
                </a:cxn>
              </a:cxnLst>
              <a:rect l="0" t="0" r="r" b="b"/>
              <a:pathLst>
                <a:path w="1558" h="814">
                  <a:moveTo>
                    <a:pt x="1558" y="337"/>
                  </a:moveTo>
                  <a:lnTo>
                    <a:pt x="1221" y="0"/>
                  </a:lnTo>
                  <a:lnTo>
                    <a:pt x="407" y="814"/>
                  </a:lnTo>
                  <a:lnTo>
                    <a:pt x="0" y="407"/>
                  </a:lnTo>
                  <a:lnTo>
                    <a:pt x="402" y="5"/>
                  </a:lnTo>
                  <a:lnTo>
                    <a:pt x="734" y="337"/>
                  </a:lnTo>
                </a:path>
              </a:pathLst>
            </a:custGeom>
            <a:noFill/>
            <a:ln w="25400" cap="flat" cmpd="sng">
              <a:solidFill>
                <a:srgbClr val="16593C"/>
              </a:solidFill>
              <a:prstDash val="solid"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形状 5">
              <a:extLst>
                <a:ext uri="{FF2B5EF4-FFF2-40B4-BE49-F238E27FC236}">
                  <a16:creationId xmlns:a16="http://schemas.microsoft.com/office/drawing/2014/main" id="{48037AD8-B059-475B-9DFB-327DE03F270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53420" y="1217191"/>
              <a:ext cx="4406472" cy="2300813"/>
            </a:xfrm>
            <a:custGeom>
              <a:avLst/>
              <a:gdLst/>
              <a:ahLst/>
              <a:cxnLst>
                <a:cxn ang="0">
                  <a:pos x="1558" y="337"/>
                </a:cxn>
                <a:cxn ang="0">
                  <a:pos x="1221" y="0"/>
                </a:cxn>
                <a:cxn ang="0">
                  <a:pos x="407" y="814"/>
                </a:cxn>
                <a:cxn ang="0">
                  <a:pos x="0" y="407"/>
                </a:cxn>
                <a:cxn ang="0">
                  <a:pos x="402" y="5"/>
                </a:cxn>
                <a:cxn ang="0">
                  <a:pos x="734" y="337"/>
                </a:cxn>
              </a:cxnLst>
              <a:rect l="0" t="0" r="r" b="b"/>
              <a:pathLst>
                <a:path w="1558" h="814">
                  <a:moveTo>
                    <a:pt x="1558" y="337"/>
                  </a:moveTo>
                  <a:lnTo>
                    <a:pt x="1221" y="0"/>
                  </a:lnTo>
                  <a:lnTo>
                    <a:pt x="407" y="814"/>
                  </a:lnTo>
                  <a:lnTo>
                    <a:pt x="0" y="407"/>
                  </a:lnTo>
                  <a:lnTo>
                    <a:pt x="402" y="5"/>
                  </a:lnTo>
                  <a:lnTo>
                    <a:pt x="734" y="337"/>
                  </a:lnTo>
                </a:path>
              </a:pathLst>
            </a:custGeom>
            <a:noFill/>
            <a:ln w="25400" cap="flat" cmpd="sng">
              <a:solidFill>
                <a:srgbClr val="16593C"/>
              </a:solidFill>
              <a:prstDash val="solid"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形状  6">
              <a:extLst>
                <a:ext uri="{FF2B5EF4-FFF2-40B4-BE49-F238E27FC236}">
                  <a16:creationId xmlns:a16="http://schemas.microsoft.com/office/drawing/2014/main" id="{41A77FD3-CA22-40A5-8F5F-1CCE29781F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1723577" y="1817977"/>
              <a:ext cx="1104193" cy="1104192"/>
            </a:xfrm>
            <a:prstGeom prst="rect">
              <a:avLst/>
            </a:prstGeom>
            <a:solidFill>
              <a:srgbClr val="16593C"/>
            </a:solidFill>
            <a:ln w="6350">
              <a:solidFill>
                <a:srgbClr val="16593C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 dirty="0">
                <a:solidFill>
                  <a:srgbClr val="2C292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形状  7">
              <a:extLst>
                <a:ext uri="{FF2B5EF4-FFF2-40B4-BE49-F238E27FC236}">
                  <a16:creationId xmlns:a16="http://schemas.microsoft.com/office/drawing/2014/main" id="{CF51B06D-D176-47D7-AED9-CA14707A49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4055751" y="1817977"/>
              <a:ext cx="1104192" cy="1104192"/>
            </a:xfrm>
            <a:prstGeom prst="rect">
              <a:avLst/>
            </a:prstGeom>
            <a:solidFill>
              <a:srgbClr val="16593C"/>
            </a:solidFill>
            <a:ln w="6350">
              <a:solidFill>
                <a:srgbClr val="16593C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形状  8">
              <a:extLst>
                <a:ext uri="{FF2B5EF4-FFF2-40B4-BE49-F238E27FC236}">
                  <a16:creationId xmlns:a16="http://schemas.microsoft.com/office/drawing/2014/main" id="{D4DD7CE9-4F76-4652-A00A-2979DCC58D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6366467" y="1817977"/>
              <a:ext cx="1104192" cy="1104192"/>
            </a:xfrm>
            <a:prstGeom prst="rect">
              <a:avLst/>
            </a:prstGeom>
            <a:solidFill>
              <a:srgbClr val="16593C"/>
            </a:solidFill>
            <a:ln w="6350">
              <a:solidFill>
                <a:srgbClr val="16593C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形状  9">
              <a:extLst>
                <a:ext uri="{FF2B5EF4-FFF2-40B4-BE49-F238E27FC236}">
                  <a16:creationId xmlns:a16="http://schemas.microsoft.com/office/drawing/2014/main" id="{7282B99E-9374-451C-96FA-34D1ACB016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2167565" y="1756908"/>
              <a:ext cx="207964" cy="207964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形状  10">
              <a:extLst>
                <a:ext uri="{FF2B5EF4-FFF2-40B4-BE49-F238E27FC236}">
                  <a16:creationId xmlns:a16="http://schemas.microsoft.com/office/drawing/2014/main" id="{9B295297-6774-42C4-B90D-C11DA9A9B5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4499738" y="1756908"/>
              <a:ext cx="207964" cy="207964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形状  11">
              <a:extLst>
                <a:ext uri="{FF2B5EF4-FFF2-40B4-BE49-F238E27FC236}">
                  <a16:creationId xmlns:a16="http://schemas.microsoft.com/office/drawing/2014/main" id="{44532B5C-C003-4B00-B00C-D665049FD3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>
              <a:off x="6810454" y="1756908"/>
              <a:ext cx="207964" cy="207964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形状 15">
              <a:extLst>
                <a:ext uri="{FF2B5EF4-FFF2-40B4-BE49-F238E27FC236}">
                  <a16:creationId xmlns:a16="http://schemas.microsoft.com/office/drawing/2014/main" id="{A7D83065-7339-4F17-B365-C41E85C1A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8696" y="1769718"/>
              <a:ext cx="79297" cy="1872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rgbClr val="000000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defTabSz="1146070"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形状">
              <a:extLst>
                <a:ext uri="{FF2B5EF4-FFF2-40B4-BE49-F238E27FC236}">
                  <a16:creationId xmlns:a16="http://schemas.microsoft.com/office/drawing/2014/main" id="{309336C3-007A-438B-BB0A-CF587D84E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517" y="1786760"/>
              <a:ext cx="79297" cy="1872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t" anchorCtr="0">
              <a:spAutoFit/>
            </a:bodyPr>
            <a:lstStyle>
              <a:defPPr>
                <a:defRPr lang="zh-CN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3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5pPr>
              <a:lvl6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6pPr>
              <a:lvl7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7pPr>
              <a:lvl8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8pPr>
              <a:lvl9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2</a:t>
              </a:r>
            </a:p>
          </p:txBody>
        </p:sp>
        <p:sp>
          <p:nvSpPr>
            <p:cNvPr id="13" name="形状  17">
              <a:extLst>
                <a:ext uri="{FF2B5EF4-FFF2-40B4-BE49-F238E27FC236}">
                  <a16:creationId xmlns:a16="http://schemas.microsoft.com/office/drawing/2014/main" id="{A0AC2BA8-4C09-4DD5-9ED9-3E76F9A77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9836" y="1769718"/>
              <a:ext cx="79297" cy="1872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3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5pPr>
              <a:lvl6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6pPr>
              <a:lvl7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7pPr>
              <a:lvl8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8pPr>
              <a:lvl9pPr>
                <a:defRPr sz="1300" b="1">
                  <a:solidFill>
                    <a:srgbClr val="000000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形状  11">
              <a:extLst>
                <a:ext uri="{FF2B5EF4-FFF2-40B4-BE49-F238E27FC236}">
                  <a16:creationId xmlns:a16="http://schemas.microsoft.com/office/drawing/2014/main" id="{F86876AD-CF8F-4A47-9C36-5BD999C12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897609" y="2271669"/>
              <a:ext cx="713402" cy="45117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  <p:sp>
          <p:nvSpPr>
            <p:cNvPr id="15" name="11">
              <a:extLst>
                <a:ext uri="{FF2B5EF4-FFF2-40B4-BE49-F238E27FC236}">
                  <a16:creationId xmlns:a16="http://schemas.microsoft.com/office/drawing/2014/main" id="{F0E97DC2-59C1-4DB5-BA90-4A465C54C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45583" y="2241697"/>
              <a:ext cx="724522" cy="45117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 lIns="0" tIns="0" rIns="0" bIns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  <p:sp>
          <p:nvSpPr>
            <p:cNvPr id="16" name="形状 11">
              <a:extLst>
                <a:ext uri="{FF2B5EF4-FFF2-40B4-BE49-F238E27FC236}">
                  <a16:creationId xmlns:a16="http://schemas.microsoft.com/office/drawing/2014/main" id="{C7F1A3CB-C577-4B85-A816-48F933218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564080" y="2221374"/>
              <a:ext cx="725693" cy="45117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D4417C91-3424-4B6C-A594-FA58C09A21A5}"/>
              </a:ext>
            </a:extLst>
          </p:cNvPr>
          <p:cNvSpPr txBox="1"/>
          <p:nvPr/>
        </p:nvSpPr>
        <p:spPr>
          <a:xfrm>
            <a:off x="1778775" y="4001876"/>
            <a:ext cx="213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单击此处输入标题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80195D-DEC8-4FDF-9F3E-9A7A1D875786}"/>
              </a:ext>
            </a:extLst>
          </p:cNvPr>
          <p:cNvSpPr txBox="1"/>
          <p:nvPr/>
        </p:nvSpPr>
        <p:spPr>
          <a:xfrm>
            <a:off x="1778775" y="4353374"/>
            <a:ext cx="2593846" cy="13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3052D8-4C05-4EC9-BE14-1E403F863394}"/>
              </a:ext>
            </a:extLst>
          </p:cNvPr>
          <p:cNvSpPr txBox="1"/>
          <p:nvPr/>
        </p:nvSpPr>
        <p:spPr>
          <a:xfrm>
            <a:off x="4892542" y="4028863"/>
            <a:ext cx="213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单击此处输入标题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6E18FE-B6BA-4EC5-9358-9C8734C8EE9E}"/>
              </a:ext>
            </a:extLst>
          </p:cNvPr>
          <p:cNvSpPr txBox="1"/>
          <p:nvPr/>
        </p:nvSpPr>
        <p:spPr>
          <a:xfrm>
            <a:off x="4892542" y="4380361"/>
            <a:ext cx="2593846" cy="13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51D40-26A6-4FCF-8ECC-68F72FE5A85A}"/>
              </a:ext>
            </a:extLst>
          </p:cNvPr>
          <p:cNvSpPr txBox="1"/>
          <p:nvPr/>
        </p:nvSpPr>
        <p:spPr>
          <a:xfrm>
            <a:off x="7819379" y="4042072"/>
            <a:ext cx="213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单击此处输入标题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982522-CC2D-4B1F-927F-1F7BA14EFEE8}"/>
              </a:ext>
            </a:extLst>
          </p:cNvPr>
          <p:cNvSpPr txBox="1"/>
          <p:nvPr/>
        </p:nvSpPr>
        <p:spPr>
          <a:xfrm>
            <a:off x="7819379" y="4393570"/>
            <a:ext cx="2593846" cy="13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</a:t>
            </a:r>
            <a:r>
              <a: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578816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ppt展示模板-8.png">
            <a:extLst>
              <a:ext uri="{FF2B5EF4-FFF2-40B4-BE49-F238E27FC236}">
                <a16:creationId xmlns:a16="http://schemas.microsoft.com/office/drawing/2014/main" id="{ACFF48FD-37B9-4F4C-8172-70F6CBD85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36" y="2066109"/>
            <a:ext cx="6453370" cy="388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燕尾形 44">
            <a:extLst>
              <a:ext uri="{FF2B5EF4-FFF2-40B4-BE49-F238E27FC236}">
                <a16:creationId xmlns:a16="http://schemas.microsoft.com/office/drawing/2014/main" id="{A34EB1A8-F696-47A6-90FC-926416149565}"/>
              </a:ext>
            </a:extLst>
          </p:cNvPr>
          <p:cNvSpPr/>
          <p:nvPr/>
        </p:nvSpPr>
        <p:spPr>
          <a:xfrm rot="5400000">
            <a:off x="7416361" y="2177167"/>
            <a:ext cx="379610" cy="607377"/>
          </a:xfrm>
          <a:prstGeom prst="chevron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238E44E-6C5B-4D87-8C9C-E2B6CFA828CA}"/>
              </a:ext>
            </a:extLst>
          </p:cNvPr>
          <p:cNvCxnSpPr/>
          <p:nvPr/>
        </p:nvCxnSpPr>
        <p:spPr>
          <a:xfrm>
            <a:off x="7606167" y="2784544"/>
            <a:ext cx="38340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BCCBDA1-0162-4652-95B6-6A68D935EDF9}"/>
              </a:ext>
            </a:extLst>
          </p:cNvPr>
          <p:cNvSpPr/>
          <p:nvPr/>
        </p:nvSpPr>
        <p:spPr>
          <a:xfrm>
            <a:off x="7961482" y="1628829"/>
            <a:ext cx="1387317" cy="454364"/>
          </a:xfrm>
          <a:prstGeom prst="rect">
            <a:avLst/>
          </a:prstGeom>
        </p:spPr>
        <p:txBody>
          <a:bodyPr wrap="none" lIns="96400" tIns="48201" rIns="96400" bIns="4820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2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altLang="zh-CN" sz="232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3A1B04-E67F-4245-936D-C79716FCE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816" y="2066109"/>
            <a:ext cx="3492412" cy="617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00" tIns="48201" rIns="96400" bIns="4820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标题数字等都可以通过点击和重新输入进行更改，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进入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面板中修改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9" name="燕尾形 48">
            <a:extLst>
              <a:ext uri="{FF2B5EF4-FFF2-40B4-BE49-F238E27FC236}">
                <a16:creationId xmlns:a16="http://schemas.microsoft.com/office/drawing/2014/main" id="{0DC3C2F3-445D-4DAB-B8C4-B1C223CDACD6}"/>
              </a:ext>
            </a:extLst>
          </p:cNvPr>
          <p:cNvSpPr/>
          <p:nvPr/>
        </p:nvSpPr>
        <p:spPr>
          <a:xfrm rot="5400000">
            <a:off x="7416361" y="3619686"/>
            <a:ext cx="379610" cy="607377"/>
          </a:xfrm>
          <a:prstGeom prst="chevron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1CEB681-AFC7-4655-A284-A7A9DB746F49}"/>
              </a:ext>
            </a:extLst>
          </p:cNvPr>
          <p:cNvCxnSpPr/>
          <p:nvPr/>
        </p:nvCxnSpPr>
        <p:spPr>
          <a:xfrm>
            <a:off x="7606167" y="4227062"/>
            <a:ext cx="38340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978EBC1-C253-4095-936F-42388C6C15E2}"/>
              </a:ext>
            </a:extLst>
          </p:cNvPr>
          <p:cNvSpPr/>
          <p:nvPr/>
        </p:nvSpPr>
        <p:spPr>
          <a:xfrm>
            <a:off x="7961482" y="3071346"/>
            <a:ext cx="1387317" cy="454364"/>
          </a:xfrm>
          <a:prstGeom prst="rect">
            <a:avLst/>
          </a:prstGeom>
        </p:spPr>
        <p:txBody>
          <a:bodyPr wrap="none" lIns="96400" tIns="48201" rIns="96400" bIns="4820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2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altLang="zh-CN" sz="232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矩形 47">
            <a:extLst>
              <a:ext uri="{FF2B5EF4-FFF2-40B4-BE49-F238E27FC236}">
                <a16:creationId xmlns:a16="http://schemas.microsoft.com/office/drawing/2014/main" id="{06853AAD-B4CE-4EFB-AF3F-E01A3451C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816" y="3508628"/>
            <a:ext cx="3492412" cy="617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00" tIns="48201" rIns="96400" bIns="4820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标题数字等都可以通过点击和重新输入进行更改，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进入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面板中修改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燕尾形 52">
            <a:extLst>
              <a:ext uri="{FF2B5EF4-FFF2-40B4-BE49-F238E27FC236}">
                <a16:creationId xmlns:a16="http://schemas.microsoft.com/office/drawing/2014/main" id="{ABFA1758-3FE7-4449-AB1F-71217A075C89}"/>
              </a:ext>
            </a:extLst>
          </p:cNvPr>
          <p:cNvSpPr/>
          <p:nvPr/>
        </p:nvSpPr>
        <p:spPr>
          <a:xfrm rot="5400000">
            <a:off x="7416361" y="5138126"/>
            <a:ext cx="379610" cy="607377"/>
          </a:xfrm>
          <a:prstGeom prst="chevron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E4D611F-8A8C-4E45-816F-2B6DAB2E7ECC}"/>
              </a:ext>
            </a:extLst>
          </p:cNvPr>
          <p:cNvCxnSpPr/>
          <p:nvPr/>
        </p:nvCxnSpPr>
        <p:spPr>
          <a:xfrm>
            <a:off x="7606167" y="5745503"/>
            <a:ext cx="38340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4C9E2C4-7770-4A12-8C63-C50213CC6E0C}"/>
              </a:ext>
            </a:extLst>
          </p:cNvPr>
          <p:cNvSpPr/>
          <p:nvPr/>
        </p:nvSpPr>
        <p:spPr>
          <a:xfrm>
            <a:off x="7961482" y="4589786"/>
            <a:ext cx="1387317" cy="454364"/>
          </a:xfrm>
          <a:prstGeom prst="rect">
            <a:avLst/>
          </a:prstGeom>
        </p:spPr>
        <p:txBody>
          <a:bodyPr wrap="none" lIns="96400" tIns="48201" rIns="96400" bIns="4820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2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altLang="zh-CN" sz="232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6" name="矩形 47">
            <a:extLst>
              <a:ext uri="{FF2B5EF4-FFF2-40B4-BE49-F238E27FC236}">
                <a16:creationId xmlns:a16="http://schemas.microsoft.com/office/drawing/2014/main" id="{583F123F-8EEF-4B13-9E9A-46E1B7171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816" y="5027066"/>
            <a:ext cx="3492412" cy="617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00" tIns="48201" rIns="96400" bIns="4820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标题数字等都可以通过点击和重新输入进行更改，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进入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alibri" panose="020F0502020204030204" pitchFamily="34" charset="0"/>
              </a:rPr>
              <a:t>面板中修改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Calibri" panose="020F050202020403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A53782-8413-4187-A470-676E476429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666" b="15666"/>
          <a:stretch/>
        </p:blipFill>
        <p:spPr>
          <a:xfrm>
            <a:off x="1198625" y="1968546"/>
            <a:ext cx="4700391" cy="329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5967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8283CB-A21F-4A57-97B6-F9B50563E740}"/>
              </a:ext>
            </a:extLst>
          </p:cNvPr>
          <p:cNvSpPr/>
          <p:nvPr/>
        </p:nvSpPr>
        <p:spPr>
          <a:xfrm>
            <a:off x="0" y="0"/>
            <a:ext cx="5903495" cy="6858000"/>
          </a:xfrm>
          <a:prstGeom prst="rect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9A5454-B886-4A06-BBD7-BA0C5DB4AEEE}"/>
              </a:ext>
            </a:extLst>
          </p:cNvPr>
          <p:cNvGrpSpPr/>
          <p:nvPr/>
        </p:nvGrpSpPr>
        <p:grpSpPr>
          <a:xfrm>
            <a:off x="833730" y="2608107"/>
            <a:ext cx="4318541" cy="1119343"/>
            <a:chOff x="1138530" y="2741457"/>
            <a:chExt cx="4318541" cy="11193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EC13C7-F035-4B80-9AC7-FB9F5E1D600D}"/>
                </a:ext>
              </a:extLst>
            </p:cNvPr>
            <p:cNvSpPr/>
            <p:nvPr/>
          </p:nvSpPr>
          <p:spPr>
            <a:xfrm>
              <a:off x="1138530" y="2741457"/>
              <a:ext cx="304602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400" b="0" i="0" u="none" strike="noStrike" kern="1200" cap="none" spc="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庞门正道标题体" panose="02010600030101010101" pitchFamily="2" charset="-122"/>
                  <a:ea typeface="庞门正道标题体" panose="02010600030101010101" pitchFamily="2" charset="-122"/>
                  <a:cs typeface="+mn-cs"/>
                </a:rPr>
                <a:t>PART 4</a:t>
              </a:r>
              <a:endPara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  <a:cs typeface="+mn-cs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8F4AE1F9-2E9E-4515-9737-37A5B79779E3}"/>
                </a:ext>
              </a:extLst>
            </p:cNvPr>
            <p:cNvSpPr/>
            <p:nvPr/>
          </p:nvSpPr>
          <p:spPr>
            <a:xfrm rot="5400000">
              <a:off x="5228130" y="3098794"/>
              <a:ext cx="245899" cy="2119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DEA84CE-2BFD-4F61-B740-A521C304071B}"/>
                </a:ext>
              </a:extLst>
            </p:cNvPr>
            <p:cNvCxnSpPr/>
            <p:nvPr/>
          </p:nvCxnSpPr>
          <p:spPr>
            <a:xfrm>
              <a:off x="1248831" y="3860800"/>
              <a:ext cx="198808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0C40024-21A0-4E81-8B9D-9172BA506DB4}"/>
              </a:ext>
            </a:extLst>
          </p:cNvPr>
          <p:cNvSpPr/>
          <p:nvPr/>
        </p:nvSpPr>
        <p:spPr>
          <a:xfrm>
            <a:off x="6758264" y="2730850"/>
            <a:ext cx="395888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500" normalizeH="0" baseline="0" noProof="0" dirty="0">
                <a:ln>
                  <a:noFill/>
                </a:ln>
                <a:solidFill>
                  <a:srgbClr val="16593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论文研究意义</a:t>
            </a:r>
          </a:p>
        </p:txBody>
      </p:sp>
    </p:spTree>
    <p:extLst>
      <p:ext uri="{BB962C8B-B14F-4D97-AF65-F5344CB8AC3E}">
        <p14:creationId xmlns:p14="http://schemas.microsoft.com/office/powerpoint/2010/main" val="50534465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AAF63B0-15F7-4EB8-8004-4BE7E95D7BBF}"/>
              </a:ext>
            </a:extLst>
          </p:cNvPr>
          <p:cNvSpPr/>
          <p:nvPr/>
        </p:nvSpPr>
        <p:spPr>
          <a:xfrm rot="5400000">
            <a:off x="4318357" y="2728231"/>
            <a:ext cx="3555284" cy="2592387"/>
          </a:xfrm>
          <a:prstGeom prst="homePlate">
            <a:avLst>
              <a:gd name="adj" fmla="val 22207"/>
            </a:avLst>
          </a:prstGeom>
          <a:solidFill>
            <a:srgbClr val="16593C"/>
          </a:solidFill>
          <a:ln>
            <a:solidFill>
              <a:srgbClr val="16593C"/>
            </a:solidFill>
          </a:ln>
          <a:effectLst>
            <a:outerShdw blurRad="330200" dist="38100" algn="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4FA3F97-201B-4F4A-8524-E62FAC103BC3}"/>
              </a:ext>
            </a:extLst>
          </p:cNvPr>
          <p:cNvGrpSpPr>
            <a:grpSpLocks/>
          </p:cNvGrpSpPr>
          <p:nvPr/>
        </p:nvGrpSpPr>
        <p:grpSpPr bwMode="auto">
          <a:xfrm>
            <a:off x="8179629" y="2246780"/>
            <a:ext cx="2457450" cy="1406967"/>
            <a:chOff x="845174" y="5121881"/>
            <a:chExt cx="2457877" cy="140802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BE93004-8D40-4D52-B6B4-BF03477C85E7}"/>
                </a:ext>
              </a:extLst>
            </p:cNvPr>
            <p:cNvSpPr/>
            <p:nvPr/>
          </p:nvSpPr>
          <p:spPr bwMode="auto">
            <a:xfrm>
              <a:off x="845174" y="5460796"/>
              <a:ext cx="2457877" cy="106910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17D7F3C-3A52-42BE-9C32-8E4BC4E1594A}"/>
                </a:ext>
              </a:extLst>
            </p:cNvPr>
            <p:cNvSpPr txBox="1"/>
            <p:nvPr/>
          </p:nvSpPr>
          <p:spPr>
            <a:xfrm>
              <a:off x="845174" y="5121881"/>
              <a:ext cx="1844860" cy="369332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标题添加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6A16F36-E924-44B7-8424-8D7B87696540}"/>
              </a:ext>
            </a:extLst>
          </p:cNvPr>
          <p:cNvGrpSpPr>
            <a:grpSpLocks/>
          </p:cNvGrpSpPr>
          <p:nvPr/>
        </p:nvGrpSpPr>
        <p:grpSpPr bwMode="auto">
          <a:xfrm>
            <a:off x="8179629" y="4200103"/>
            <a:ext cx="2457450" cy="1406967"/>
            <a:chOff x="845174" y="5121881"/>
            <a:chExt cx="2457877" cy="140802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FBA4DF-635F-4E5A-A8C2-96CC88950C1A}"/>
                </a:ext>
              </a:extLst>
            </p:cNvPr>
            <p:cNvSpPr/>
            <p:nvPr/>
          </p:nvSpPr>
          <p:spPr bwMode="auto">
            <a:xfrm>
              <a:off x="845174" y="5460796"/>
              <a:ext cx="2457877" cy="106910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A70D74D-973F-4190-BFE9-70D49538F2EC}"/>
                </a:ext>
              </a:extLst>
            </p:cNvPr>
            <p:cNvSpPr txBox="1"/>
            <p:nvPr/>
          </p:nvSpPr>
          <p:spPr>
            <a:xfrm>
              <a:off x="845174" y="5121881"/>
              <a:ext cx="1844860" cy="369332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标题添加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4904900-9706-497D-9A5E-ABD2C26DA884}"/>
              </a:ext>
            </a:extLst>
          </p:cNvPr>
          <p:cNvGrpSpPr>
            <a:grpSpLocks/>
          </p:cNvGrpSpPr>
          <p:nvPr/>
        </p:nvGrpSpPr>
        <p:grpSpPr bwMode="auto">
          <a:xfrm>
            <a:off x="1554923" y="2246780"/>
            <a:ext cx="2457450" cy="1406967"/>
            <a:chOff x="845174" y="5121881"/>
            <a:chExt cx="2457877" cy="140802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FBCEAB2-0037-4D9A-98C8-858361C9500B}"/>
                </a:ext>
              </a:extLst>
            </p:cNvPr>
            <p:cNvSpPr/>
            <p:nvPr/>
          </p:nvSpPr>
          <p:spPr bwMode="auto">
            <a:xfrm>
              <a:off x="845174" y="5460796"/>
              <a:ext cx="2457877" cy="106910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改。</a:t>
              </a:r>
              <a:endParaRPr kumimoji="1" lang="en-US" altLang="zh-C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C393E17-1686-405B-8B71-C263E5EADA95}"/>
                </a:ext>
              </a:extLst>
            </p:cNvPr>
            <p:cNvSpPr txBox="1"/>
            <p:nvPr/>
          </p:nvSpPr>
          <p:spPr>
            <a:xfrm>
              <a:off x="1458191" y="5121881"/>
              <a:ext cx="1844860" cy="369332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marL="342900" marR="0" lvl="0" indent="-3429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标题添加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4424358-6784-474B-8DBA-0B9409B06E1A}"/>
              </a:ext>
            </a:extLst>
          </p:cNvPr>
          <p:cNvGrpSpPr>
            <a:grpSpLocks/>
          </p:cNvGrpSpPr>
          <p:nvPr/>
        </p:nvGrpSpPr>
        <p:grpSpPr bwMode="auto">
          <a:xfrm>
            <a:off x="1554923" y="4200103"/>
            <a:ext cx="2457450" cy="1406967"/>
            <a:chOff x="845174" y="5121881"/>
            <a:chExt cx="2457877" cy="140802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5A787B7-18C8-44F6-A12F-18576967AF33}"/>
                </a:ext>
              </a:extLst>
            </p:cNvPr>
            <p:cNvSpPr/>
            <p:nvPr/>
          </p:nvSpPr>
          <p:spPr bwMode="auto">
            <a:xfrm>
              <a:off x="845174" y="5460796"/>
              <a:ext cx="2457877" cy="106910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B184768-15E7-4890-BC44-DED652EC28E0}"/>
                </a:ext>
              </a:extLst>
            </p:cNvPr>
            <p:cNvSpPr txBox="1"/>
            <p:nvPr/>
          </p:nvSpPr>
          <p:spPr>
            <a:xfrm>
              <a:off x="1458191" y="5121881"/>
              <a:ext cx="1844860" cy="369332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marL="285750" marR="0" lvl="0" indent="-2857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标题添加</a:t>
              </a: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9162D6DF-9203-4B1C-BDF5-FA7FCA344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400" y="3228137"/>
            <a:ext cx="1975201" cy="2172237"/>
          </a:xfrm>
          <a:prstGeom prst="flowChartOffpageConnector">
            <a:avLst/>
          </a:prstGeom>
        </p:spPr>
      </p:pic>
      <p:sp>
        <p:nvSpPr>
          <p:cNvPr id="18" name="形状9">
            <a:extLst>
              <a:ext uri="{FF2B5EF4-FFF2-40B4-BE49-F238E27FC236}">
                <a16:creationId xmlns:a16="http://schemas.microsoft.com/office/drawing/2014/main" id="{3F7B9BBB-97D8-460A-82D9-20582B16B657}"/>
              </a:ext>
            </a:extLst>
          </p:cNvPr>
          <p:cNvSpPr>
            <a:spLocks noEditPoints="1"/>
          </p:cNvSpPr>
          <p:nvPr/>
        </p:nvSpPr>
        <p:spPr>
          <a:xfrm>
            <a:off x="5815013" y="2455749"/>
            <a:ext cx="561975" cy="512445"/>
          </a:xfrm>
          <a:custGeom>
            <a:avLst/>
            <a:gdLst/>
            <a:ahLst/>
            <a:cxnLst>
              <a:cxn ang="0">
                <a:pos x="193413" y="0"/>
              </a:cxn>
              <a:cxn ang="0">
                <a:pos x="204093" y="11866"/>
              </a:cxn>
              <a:cxn ang="0">
                <a:pos x="185107" y="65262"/>
              </a:cxn>
              <a:cxn ang="0">
                <a:pos x="43904" y="20172"/>
              </a:cxn>
              <a:cxn ang="0">
                <a:pos x="53396" y="28478"/>
              </a:cxn>
              <a:cxn ang="0">
                <a:pos x="70009" y="42717"/>
              </a:cxn>
              <a:cxn ang="0">
                <a:pos x="43904" y="53396"/>
              </a:cxn>
              <a:cxn ang="0">
                <a:pos x="53396" y="61702"/>
              </a:cxn>
              <a:cxn ang="0">
                <a:pos x="70009" y="75941"/>
              </a:cxn>
              <a:cxn ang="0">
                <a:pos x="43904" y="87807"/>
              </a:cxn>
              <a:cxn ang="0">
                <a:pos x="53396" y="92554"/>
              </a:cxn>
              <a:cxn ang="0">
                <a:pos x="70009" y="106793"/>
              </a:cxn>
              <a:cxn ang="0">
                <a:pos x="43904" y="118658"/>
              </a:cxn>
              <a:cxn ang="0">
                <a:pos x="53396" y="123405"/>
              </a:cxn>
              <a:cxn ang="0">
                <a:pos x="70009" y="137644"/>
              </a:cxn>
              <a:cxn ang="0">
                <a:pos x="43904" y="151883"/>
              </a:cxn>
              <a:cxn ang="0">
                <a:pos x="53396" y="160189"/>
              </a:cxn>
              <a:cxn ang="0">
                <a:pos x="70009" y="174428"/>
              </a:cxn>
              <a:cxn ang="0">
                <a:pos x="43904" y="185107"/>
              </a:cxn>
              <a:cxn ang="0">
                <a:pos x="43904" y="207652"/>
              </a:cxn>
              <a:cxn ang="0">
                <a:pos x="185107" y="162562"/>
              </a:cxn>
              <a:cxn ang="0">
                <a:pos x="204093" y="215958"/>
              </a:cxn>
              <a:cxn ang="0">
                <a:pos x="193413" y="227824"/>
              </a:cxn>
              <a:cxn ang="0">
                <a:pos x="24918" y="227824"/>
              </a:cxn>
              <a:cxn ang="0">
                <a:pos x="24918" y="201719"/>
              </a:cxn>
              <a:cxn ang="0">
                <a:pos x="0" y="182734"/>
              </a:cxn>
              <a:cxn ang="0">
                <a:pos x="24918" y="166122"/>
              </a:cxn>
              <a:cxn ang="0">
                <a:pos x="0" y="149510"/>
              </a:cxn>
              <a:cxn ang="0">
                <a:pos x="24918" y="135271"/>
              </a:cxn>
              <a:cxn ang="0">
                <a:pos x="0" y="115099"/>
              </a:cxn>
              <a:cxn ang="0">
                <a:pos x="24918" y="104419"/>
              </a:cxn>
              <a:cxn ang="0">
                <a:pos x="0" y="84247"/>
              </a:cxn>
              <a:cxn ang="0">
                <a:pos x="24918" y="70008"/>
              </a:cxn>
              <a:cxn ang="0">
                <a:pos x="0" y="53396"/>
              </a:cxn>
              <a:cxn ang="0">
                <a:pos x="24918" y="11866"/>
              </a:cxn>
              <a:cxn ang="0">
                <a:pos x="35598" y="0"/>
              </a:cxn>
              <a:cxn ang="0">
                <a:pos x="86621" y="109166"/>
              </a:cxn>
              <a:cxn ang="0">
                <a:pos x="113912" y="121031"/>
              </a:cxn>
              <a:cxn ang="0">
                <a:pos x="86621" y="109166"/>
              </a:cxn>
              <a:cxn ang="0">
                <a:pos x="86621" y="84247"/>
              </a:cxn>
              <a:cxn ang="0">
                <a:pos x="136457" y="96113"/>
              </a:cxn>
              <a:cxn ang="0">
                <a:pos x="86621" y="84247"/>
              </a:cxn>
              <a:cxn ang="0">
                <a:pos x="86621" y="61702"/>
              </a:cxn>
              <a:cxn ang="0">
                <a:pos x="159002" y="73568"/>
              </a:cxn>
              <a:cxn ang="0">
                <a:pos x="86621" y="61702"/>
              </a:cxn>
              <a:cxn ang="0">
                <a:pos x="86621" y="39157"/>
              </a:cxn>
              <a:cxn ang="0">
                <a:pos x="159002" y="48650"/>
              </a:cxn>
              <a:cxn ang="0">
                <a:pos x="86621" y="39157"/>
              </a:cxn>
              <a:cxn ang="0">
                <a:pos x="113912" y="180361"/>
              </a:cxn>
              <a:cxn ang="0">
                <a:pos x="144763" y="180361"/>
              </a:cxn>
              <a:cxn ang="0">
                <a:pos x="117472" y="149510"/>
              </a:cxn>
              <a:cxn ang="0">
                <a:pos x="113912" y="180361"/>
              </a:cxn>
              <a:cxn ang="0">
                <a:pos x="220705" y="51023"/>
              </a:cxn>
              <a:cxn ang="0">
                <a:pos x="159002" y="166122"/>
              </a:cxn>
              <a:cxn ang="0">
                <a:pos x="220705" y="51023"/>
              </a:cxn>
            </a:cxnLst>
            <a:rect l="0" t="0" r="0" b="0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rgbClr val="E6E6E6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93350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6CAF5D-E89C-44B7-929D-3AEEA5FE113B}"/>
              </a:ext>
            </a:extLst>
          </p:cNvPr>
          <p:cNvGrpSpPr/>
          <p:nvPr/>
        </p:nvGrpSpPr>
        <p:grpSpPr>
          <a:xfrm>
            <a:off x="1344975" y="1863853"/>
            <a:ext cx="2981391" cy="4138483"/>
            <a:chOff x="1103971" y="1477538"/>
            <a:chExt cx="2981391" cy="413848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56FB086-A9D4-46E1-907D-4EFCC386785A}"/>
                </a:ext>
              </a:extLst>
            </p:cNvPr>
            <p:cNvGrpSpPr/>
            <p:nvPr/>
          </p:nvGrpSpPr>
          <p:grpSpPr>
            <a:xfrm>
              <a:off x="1360519" y="1477538"/>
              <a:ext cx="2174488" cy="1951463"/>
              <a:chOff x="1761893" y="1605777"/>
              <a:chExt cx="2174488" cy="1951462"/>
            </a:xfrm>
            <a:solidFill>
              <a:srgbClr val="373737"/>
            </a:solidFill>
          </p:grpSpPr>
          <p:sp>
            <p:nvSpPr>
              <p:cNvPr id="9" name="泪滴形 8">
                <a:extLst>
                  <a:ext uri="{FF2B5EF4-FFF2-40B4-BE49-F238E27FC236}">
                    <a16:creationId xmlns:a16="http://schemas.microsoft.com/office/drawing/2014/main" id="{3EA7D29D-4027-44CE-A796-F60B62C55EFD}"/>
                  </a:ext>
                </a:extLst>
              </p:cNvPr>
              <p:cNvSpPr/>
              <p:nvPr/>
            </p:nvSpPr>
            <p:spPr bwMode="auto">
              <a:xfrm>
                <a:off x="1761893" y="1996068"/>
                <a:ext cx="1605776" cy="1561171"/>
              </a:xfrm>
              <a:prstGeom prst="teardrop">
                <a:avLst/>
              </a:prstGeom>
              <a:solidFill>
                <a:srgbClr val="16593C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" name="半闭框 9">
                <a:extLst>
                  <a:ext uri="{FF2B5EF4-FFF2-40B4-BE49-F238E27FC236}">
                    <a16:creationId xmlns:a16="http://schemas.microsoft.com/office/drawing/2014/main" id="{9D0DF976-CBCA-4A2C-8BA8-2204CC80B229}"/>
                  </a:ext>
                </a:extLst>
              </p:cNvPr>
              <p:cNvSpPr/>
              <p:nvPr/>
            </p:nvSpPr>
            <p:spPr bwMode="auto">
              <a:xfrm rot="5400000">
                <a:off x="2330605" y="1605777"/>
                <a:ext cx="1605776" cy="1605776"/>
              </a:xfrm>
              <a:prstGeom prst="halfFrame">
                <a:avLst>
                  <a:gd name="adj1" fmla="val 6152"/>
                  <a:gd name="adj2" fmla="val 6823"/>
                </a:avLst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E2E2E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C07C78B-E652-4AD1-8931-C436EE729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330" y="1902036"/>
              <a:ext cx="1466153" cy="1466153"/>
            </a:xfrm>
            <a:prstGeom prst="rect">
              <a:avLst/>
            </a:prstGeom>
            <a:noFill/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4827E9D-C160-423A-B10D-7146A0E23468}"/>
                </a:ext>
              </a:extLst>
            </p:cNvPr>
            <p:cNvSpPr txBox="1"/>
            <p:nvPr/>
          </p:nvSpPr>
          <p:spPr>
            <a:xfrm>
              <a:off x="1103971" y="3929990"/>
              <a:ext cx="221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单击此处输入标题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932FDFD-EB21-49EF-8DED-59A4D3E21154}"/>
                </a:ext>
              </a:extLst>
            </p:cNvPr>
            <p:cNvSpPr txBox="1"/>
            <p:nvPr/>
          </p:nvSpPr>
          <p:spPr>
            <a:xfrm>
              <a:off x="1103971" y="4281488"/>
              <a:ext cx="2981391" cy="1334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0D10B11-CE43-4137-9DBA-03477ECC4573}"/>
              </a:ext>
            </a:extLst>
          </p:cNvPr>
          <p:cNvGrpSpPr/>
          <p:nvPr/>
        </p:nvGrpSpPr>
        <p:grpSpPr>
          <a:xfrm>
            <a:off x="8564220" y="1863853"/>
            <a:ext cx="2981391" cy="4138483"/>
            <a:chOff x="1103971" y="1477538"/>
            <a:chExt cx="2981391" cy="413848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8565CAB-1A70-4AF6-95B8-F9DF533DE3CC}"/>
                </a:ext>
              </a:extLst>
            </p:cNvPr>
            <p:cNvGrpSpPr/>
            <p:nvPr/>
          </p:nvGrpSpPr>
          <p:grpSpPr>
            <a:xfrm>
              <a:off x="1360519" y="1477538"/>
              <a:ext cx="2174488" cy="1951463"/>
              <a:chOff x="1761893" y="1605777"/>
              <a:chExt cx="2174488" cy="1951462"/>
            </a:xfrm>
            <a:solidFill>
              <a:srgbClr val="373737"/>
            </a:solidFill>
          </p:grpSpPr>
          <p:sp>
            <p:nvSpPr>
              <p:cNvPr id="16" name="泪滴形 15">
                <a:extLst>
                  <a:ext uri="{FF2B5EF4-FFF2-40B4-BE49-F238E27FC236}">
                    <a16:creationId xmlns:a16="http://schemas.microsoft.com/office/drawing/2014/main" id="{0B0EDEDD-BCCB-4B63-A9E9-887FB0D7826A}"/>
                  </a:ext>
                </a:extLst>
              </p:cNvPr>
              <p:cNvSpPr/>
              <p:nvPr/>
            </p:nvSpPr>
            <p:spPr bwMode="auto">
              <a:xfrm>
                <a:off x="1761893" y="1996068"/>
                <a:ext cx="1605776" cy="1561171"/>
              </a:xfrm>
              <a:prstGeom prst="teardrop">
                <a:avLst/>
              </a:prstGeom>
              <a:solidFill>
                <a:srgbClr val="16593C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半闭框 16">
                <a:extLst>
                  <a:ext uri="{FF2B5EF4-FFF2-40B4-BE49-F238E27FC236}">
                    <a16:creationId xmlns:a16="http://schemas.microsoft.com/office/drawing/2014/main" id="{E8C50E5E-8DF5-435B-B82B-082521898BF2}"/>
                  </a:ext>
                </a:extLst>
              </p:cNvPr>
              <p:cNvSpPr/>
              <p:nvPr/>
            </p:nvSpPr>
            <p:spPr bwMode="auto">
              <a:xfrm rot="5400000">
                <a:off x="2330605" y="1605777"/>
                <a:ext cx="1605776" cy="1605776"/>
              </a:xfrm>
              <a:prstGeom prst="halfFrame">
                <a:avLst>
                  <a:gd name="adj1" fmla="val 6152"/>
                  <a:gd name="adj2" fmla="val 6823"/>
                </a:avLst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E2E2E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27BA559-2C28-4BDB-835A-D722021CE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330" y="1902036"/>
              <a:ext cx="1466153" cy="1466153"/>
            </a:xfrm>
            <a:prstGeom prst="rect">
              <a:avLst/>
            </a:prstGeom>
            <a:noFill/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ED1D164-6BF4-4BAF-9CFD-6B09ED2E57B9}"/>
                </a:ext>
              </a:extLst>
            </p:cNvPr>
            <p:cNvSpPr txBox="1"/>
            <p:nvPr/>
          </p:nvSpPr>
          <p:spPr>
            <a:xfrm>
              <a:off x="1103971" y="3929990"/>
              <a:ext cx="221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单击此处输入标题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FE81A5B-C8D0-4C67-89A6-B88C43E8F91A}"/>
                </a:ext>
              </a:extLst>
            </p:cNvPr>
            <p:cNvSpPr txBox="1"/>
            <p:nvPr/>
          </p:nvSpPr>
          <p:spPr>
            <a:xfrm>
              <a:off x="1103971" y="4281488"/>
              <a:ext cx="2981391" cy="1334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7A4B395-F684-4A84-8BB6-80323D72A6FD}"/>
              </a:ext>
            </a:extLst>
          </p:cNvPr>
          <p:cNvGrpSpPr/>
          <p:nvPr/>
        </p:nvGrpSpPr>
        <p:grpSpPr>
          <a:xfrm>
            <a:off x="4954597" y="1863853"/>
            <a:ext cx="2981391" cy="4138483"/>
            <a:chOff x="1103971" y="1477538"/>
            <a:chExt cx="2981391" cy="413848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834680E-0C03-478B-8A08-C1E0DE44A8EA}"/>
                </a:ext>
              </a:extLst>
            </p:cNvPr>
            <p:cNvGrpSpPr/>
            <p:nvPr/>
          </p:nvGrpSpPr>
          <p:grpSpPr>
            <a:xfrm>
              <a:off x="1360519" y="1477538"/>
              <a:ext cx="2174488" cy="1951463"/>
              <a:chOff x="1761893" y="1605777"/>
              <a:chExt cx="2174488" cy="1951462"/>
            </a:xfrm>
            <a:solidFill>
              <a:srgbClr val="373737"/>
            </a:solidFill>
          </p:grpSpPr>
          <p:sp>
            <p:nvSpPr>
              <p:cNvPr id="23" name="泪滴形 22">
                <a:extLst>
                  <a:ext uri="{FF2B5EF4-FFF2-40B4-BE49-F238E27FC236}">
                    <a16:creationId xmlns:a16="http://schemas.microsoft.com/office/drawing/2014/main" id="{4163C7BC-14FA-4BEE-9505-0D71BA327580}"/>
                  </a:ext>
                </a:extLst>
              </p:cNvPr>
              <p:cNvSpPr/>
              <p:nvPr/>
            </p:nvSpPr>
            <p:spPr bwMode="auto">
              <a:xfrm>
                <a:off x="1761893" y="1996068"/>
                <a:ext cx="1605776" cy="1561171"/>
              </a:xfrm>
              <a:prstGeom prst="teardrop">
                <a:avLst/>
              </a:prstGeom>
              <a:solidFill>
                <a:srgbClr val="16593C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4" name="半闭框 23">
                <a:extLst>
                  <a:ext uri="{FF2B5EF4-FFF2-40B4-BE49-F238E27FC236}">
                    <a16:creationId xmlns:a16="http://schemas.microsoft.com/office/drawing/2014/main" id="{A90D5605-4268-4287-A3F3-026A9D47F917}"/>
                  </a:ext>
                </a:extLst>
              </p:cNvPr>
              <p:cNvSpPr/>
              <p:nvPr/>
            </p:nvSpPr>
            <p:spPr bwMode="auto">
              <a:xfrm rot="5400000">
                <a:off x="2330605" y="1605777"/>
                <a:ext cx="1605776" cy="1605776"/>
              </a:xfrm>
              <a:prstGeom prst="halfFrame">
                <a:avLst>
                  <a:gd name="adj1" fmla="val 6152"/>
                  <a:gd name="adj2" fmla="val 6823"/>
                </a:avLst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E2E2E"/>
                  </a:solidFill>
                  <a:effectLst/>
                  <a:uLnTx/>
                  <a:uFillTx/>
                  <a:latin typeface="Calibri" pitchFamily="34" charset="0"/>
                  <a:ea typeface="宋体" pitchFamily="2" charset="-122"/>
                  <a:cs typeface="+mn-cs"/>
                </a:endParaRPr>
              </a:p>
            </p:txBody>
          </p: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C01A4DC-4434-402D-9FBB-B4701153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330" y="1902036"/>
              <a:ext cx="1466153" cy="1466153"/>
            </a:xfrm>
            <a:prstGeom prst="rect">
              <a:avLst/>
            </a:prstGeom>
            <a:noFill/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DB9E4BD-0BBA-4164-8063-CC7F0C777187}"/>
                </a:ext>
              </a:extLst>
            </p:cNvPr>
            <p:cNvSpPr txBox="1"/>
            <p:nvPr/>
          </p:nvSpPr>
          <p:spPr>
            <a:xfrm>
              <a:off x="1103971" y="3929990"/>
              <a:ext cx="221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单击此处输入标题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238AB15-BC46-47EE-9B74-14BA9E339AFE}"/>
                </a:ext>
              </a:extLst>
            </p:cNvPr>
            <p:cNvSpPr txBox="1"/>
            <p:nvPr/>
          </p:nvSpPr>
          <p:spPr>
            <a:xfrm>
              <a:off x="1103971" y="4281488"/>
              <a:ext cx="2981391" cy="1334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标题数字等都可以通过点击和重新输入进行更改，顶部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面板中可以对字体、字号、颜色、行距等进行修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改。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288771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E15071E-2103-4A14-BABD-11D0E2EB168B}"/>
              </a:ext>
            </a:extLst>
          </p:cNvPr>
          <p:cNvSpPr/>
          <p:nvPr/>
        </p:nvSpPr>
        <p:spPr>
          <a:xfrm>
            <a:off x="6776483" y="2074005"/>
            <a:ext cx="1905000" cy="577262"/>
          </a:xfrm>
          <a:prstGeom prst="rect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AABEF0-F6CE-4BE7-9BEF-57A6E571E7CA}"/>
              </a:ext>
            </a:extLst>
          </p:cNvPr>
          <p:cNvSpPr/>
          <p:nvPr/>
        </p:nvSpPr>
        <p:spPr>
          <a:xfrm>
            <a:off x="6883600" y="2147449"/>
            <a:ext cx="2241974" cy="41261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just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Century Gothic" panose="020B0502020202020204" pitchFamily="34" charset="0"/>
              </a:rPr>
              <a:t>添加标题文本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3927D3A-C610-4FEB-A9D1-AACE6CA685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7" r="16183"/>
          <a:stretch/>
        </p:blipFill>
        <p:spPr>
          <a:xfrm>
            <a:off x="1234519" y="1892815"/>
            <a:ext cx="4457056" cy="4273412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B4AEBD4-7411-42B8-B115-1C93A8C0FF03}"/>
              </a:ext>
            </a:extLst>
          </p:cNvPr>
          <p:cNvCxnSpPr>
            <a:cxnSpLocks/>
          </p:cNvCxnSpPr>
          <p:nvPr/>
        </p:nvCxnSpPr>
        <p:spPr>
          <a:xfrm flipH="1">
            <a:off x="4921956" y="5252262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D51FE3-67D3-4928-BAD7-08E693F5B28D}"/>
              </a:ext>
            </a:extLst>
          </p:cNvPr>
          <p:cNvCxnSpPr>
            <a:cxnSpLocks/>
          </p:cNvCxnSpPr>
          <p:nvPr/>
        </p:nvCxnSpPr>
        <p:spPr>
          <a:xfrm flipH="1">
            <a:off x="4443241" y="5434638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212687-2797-4095-A7EC-6FFF3E707A1A}"/>
              </a:ext>
            </a:extLst>
          </p:cNvPr>
          <p:cNvGrpSpPr/>
          <p:nvPr/>
        </p:nvGrpSpPr>
        <p:grpSpPr>
          <a:xfrm>
            <a:off x="6719357" y="3319313"/>
            <a:ext cx="4424098" cy="1295547"/>
            <a:chOff x="6354963" y="2628197"/>
            <a:chExt cx="4424098" cy="1295547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D462811-CEE5-45D8-92E0-0545C4624825}"/>
                </a:ext>
              </a:extLst>
            </p:cNvPr>
            <p:cNvGrpSpPr/>
            <p:nvPr/>
          </p:nvGrpSpPr>
          <p:grpSpPr>
            <a:xfrm>
              <a:off x="6354963" y="2628197"/>
              <a:ext cx="4424098" cy="1295547"/>
              <a:chOff x="668034" y="3414434"/>
              <a:chExt cx="4424098" cy="1295547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BA22FAFD-8D6C-4350-A403-727D22D82C45}"/>
                  </a:ext>
                </a:extLst>
              </p:cNvPr>
              <p:cNvSpPr/>
              <p:nvPr/>
            </p:nvSpPr>
            <p:spPr>
              <a:xfrm>
                <a:off x="668034" y="3560290"/>
                <a:ext cx="741070" cy="741070"/>
              </a:xfrm>
              <a:prstGeom prst="ellipse">
                <a:avLst/>
              </a:prstGeom>
              <a:solidFill>
                <a:srgbClr val="1659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添加标题">
                <a:extLst>
                  <a:ext uri="{FF2B5EF4-FFF2-40B4-BE49-F238E27FC236}">
                    <a16:creationId xmlns:a16="http://schemas.microsoft.com/office/drawing/2014/main" id="{B386CB4D-01C1-4C5F-B0F0-971FE3ADCDA6}"/>
                  </a:ext>
                </a:extLst>
              </p:cNvPr>
              <p:cNvSpPr txBox="1"/>
              <p:nvPr/>
            </p:nvSpPr>
            <p:spPr>
              <a:xfrm>
                <a:off x="1635072" y="3414434"/>
                <a:ext cx="3457060" cy="1295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添加标题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标题数字等都可以通过点击和重新输入进行更改，顶部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“</a:t>
                </a: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开始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”</a:t>
                </a: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面板中可以对字体、字号、颜色、行距等进行修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改。</a:t>
                </a:r>
                <a:endPara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endParaRPr>
              </a:p>
            </p:txBody>
          </p:sp>
        </p:grp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E86C5B81-1673-402C-87E7-F4D11C472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9174" y="2818264"/>
              <a:ext cx="652648" cy="652648"/>
            </a:xfrm>
            <a:prstGeom prst="rect">
              <a:avLst/>
            </a:prstGeom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ECE8F2-E4E5-4AA7-93B9-43311C672EA5}"/>
              </a:ext>
            </a:extLst>
          </p:cNvPr>
          <p:cNvGrpSpPr/>
          <p:nvPr/>
        </p:nvGrpSpPr>
        <p:grpSpPr>
          <a:xfrm>
            <a:off x="6763568" y="4870680"/>
            <a:ext cx="4424098" cy="1295547"/>
            <a:chOff x="6354963" y="2628197"/>
            <a:chExt cx="4424098" cy="1295547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7E212D2-B85B-4E8E-A61A-86734915472D}"/>
                </a:ext>
              </a:extLst>
            </p:cNvPr>
            <p:cNvGrpSpPr/>
            <p:nvPr/>
          </p:nvGrpSpPr>
          <p:grpSpPr>
            <a:xfrm>
              <a:off x="6354963" y="2628197"/>
              <a:ext cx="4424098" cy="1295547"/>
              <a:chOff x="668034" y="3414434"/>
              <a:chExt cx="4424098" cy="1295547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6C612F2E-735B-416C-9298-F8A880CA0AF6}"/>
                  </a:ext>
                </a:extLst>
              </p:cNvPr>
              <p:cNvSpPr/>
              <p:nvPr/>
            </p:nvSpPr>
            <p:spPr>
              <a:xfrm>
                <a:off x="668034" y="3560290"/>
                <a:ext cx="741070" cy="741070"/>
              </a:xfrm>
              <a:prstGeom prst="ellipse">
                <a:avLst/>
              </a:prstGeom>
              <a:solidFill>
                <a:srgbClr val="1659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添加标题">
                <a:extLst>
                  <a:ext uri="{FF2B5EF4-FFF2-40B4-BE49-F238E27FC236}">
                    <a16:creationId xmlns:a16="http://schemas.microsoft.com/office/drawing/2014/main" id="{DCEC0A1A-8E86-447F-AE68-522328BF5D2C}"/>
                  </a:ext>
                </a:extLst>
              </p:cNvPr>
              <p:cNvSpPr txBox="1"/>
              <p:nvPr/>
            </p:nvSpPr>
            <p:spPr>
              <a:xfrm>
                <a:off x="1635072" y="3414434"/>
                <a:ext cx="3457060" cy="1295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添加标题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标题数字等都可以通过点击和重新输入进行更改，顶部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“</a:t>
                </a: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开始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”</a:t>
                </a:r>
                <a:r>
                  <a:rPr kumimoji="0" lang="zh-CN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面板中可以对字体、字号、颜色、行距等进行修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改。</a:t>
                </a:r>
                <a:endPara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endParaRPr>
              </a:p>
            </p:txBody>
          </p:sp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D22AA90A-FEDC-4C54-976B-FC6DA944F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9174" y="2818264"/>
              <a:ext cx="652648" cy="652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72539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8283CB-A21F-4A57-97B6-F9B50563E740}"/>
              </a:ext>
            </a:extLst>
          </p:cNvPr>
          <p:cNvSpPr/>
          <p:nvPr/>
        </p:nvSpPr>
        <p:spPr>
          <a:xfrm>
            <a:off x="0" y="0"/>
            <a:ext cx="5903495" cy="6858000"/>
          </a:xfrm>
          <a:prstGeom prst="rect">
            <a:avLst/>
          </a:prstGeom>
          <a:solidFill>
            <a:srgbClr val="16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9A5454-B886-4A06-BBD7-BA0C5DB4AEEE}"/>
              </a:ext>
            </a:extLst>
          </p:cNvPr>
          <p:cNvGrpSpPr/>
          <p:nvPr/>
        </p:nvGrpSpPr>
        <p:grpSpPr>
          <a:xfrm>
            <a:off x="833730" y="2608107"/>
            <a:ext cx="4318541" cy="1119343"/>
            <a:chOff x="1138530" y="2741457"/>
            <a:chExt cx="4318541" cy="11193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EC13C7-F035-4B80-9AC7-FB9F5E1D600D}"/>
                </a:ext>
              </a:extLst>
            </p:cNvPr>
            <p:cNvSpPr/>
            <p:nvPr/>
          </p:nvSpPr>
          <p:spPr>
            <a:xfrm>
              <a:off x="1138530" y="2741457"/>
              <a:ext cx="302518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400" b="0" i="0" u="none" strike="noStrike" kern="1200" cap="none" spc="2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庞门正道标题体" panose="02010600030101010101" pitchFamily="2" charset="-122"/>
                  <a:ea typeface="庞门正道标题体" panose="02010600030101010101" pitchFamily="2" charset="-122"/>
                  <a:cs typeface="+mn-cs"/>
                </a:rPr>
                <a:t>PART 5</a:t>
              </a:r>
              <a:endPara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庞门正道标题体" panose="02010600030101010101" pitchFamily="2" charset="-122"/>
                <a:ea typeface="庞门正道标题体" panose="02010600030101010101" pitchFamily="2" charset="-122"/>
                <a:cs typeface="+mn-cs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8F4AE1F9-2E9E-4515-9737-37A5B79779E3}"/>
                </a:ext>
              </a:extLst>
            </p:cNvPr>
            <p:cNvSpPr/>
            <p:nvPr/>
          </p:nvSpPr>
          <p:spPr>
            <a:xfrm rot="5400000">
              <a:off x="5228130" y="3098794"/>
              <a:ext cx="245899" cy="21198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DEA84CE-2BFD-4F61-B740-A521C304071B}"/>
                </a:ext>
              </a:extLst>
            </p:cNvPr>
            <p:cNvCxnSpPr/>
            <p:nvPr/>
          </p:nvCxnSpPr>
          <p:spPr>
            <a:xfrm>
              <a:off x="1248831" y="3860800"/>
              <a:ext cx="198808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0C40024-21A0-4E81-8B9D-9172BA506DB4}"/>
              </a:ext>
            </a:extLst>
          </p:cNvPr>
          <p:cNvSpPr/>
          <p:nvPr/>
        </p:nvSpPr>
        <p:spPr>
          <a:xfrm>
            <a:off x="6758264" y="2730850"/>
            <a:ext cx="395888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500" normalizeH="0" baseline="0" noProof="0" dirty="0">
                <a:ln>
                  <a:noFill/>
                </a:ln>
                <a:solidFill>
                  <a:srgbClr val="16593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论文参考文献</a:t>
            </a:r>
          </a:p>
        </p:txBody>
      </p:sp>
    </p:spTree>
    <p:extLst>
      <p:ext uri="{BB962C8B-B14F-4D97-AF65-F5344CB8AC3E}">
        <p14:creationId xmlns:p14="http://schemas.microsoft.com/office/powerpoint/2010/main" val="373562444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D02599-C23B-439B-BD1D-CC42C9430B28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3898117" y="2347606"/>
            <a:ext cx="12192" cy="3190896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FFA00A7-E3FB-4A96-881F-E9D670EC2DB2}"/>
              </a:ext>
            </a:extLst>
          </p:cNvPr>
          <p:cNvSpPr/>
          <p:nvPr/>
        </p:nvSpPr>
        <p:spPr>
          <a:xfrm>
            <a:off x="1236574" y="3583475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关键字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101255-5F1B-4DD0-AB1F-A252EF329C9D}"/>
              </a:ext>
            </a:extLst>
          </p:cNvPr>
          <p:cNvSpPr/>
          <p:nvPr/>
        </p:nvSpPr>
        <p:spPr>
          <a:xfrm>
            <a:off x="3562261" y="1675894"/>
            <a:ext cx="671712" cy="671712"/>
          </a:xfrm>
          <a:prstGeom prst="ellipse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4F18308-8996-4F56-B018-ECCB8345E91D}"/>
              </a:ext>
            </a:extLst>
          </p:cNvPr>
          <p:cNvSpPr/>
          <p:nvPr/>
        </p:nvSpPr>
        <p:spPr>
          <a:xfrm>
            <a:off x="3562261" y="2911763"/>
            <a:ext cx="671712" cy="671712"/>
          </a:xfrm>
          <a:prstGeom prst="ellipse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形状6">
            <a:extLst>
              <a:ext uri="{FF2B5EF4-FFF2-40B4-BE49-F238E27FC236}">
                <a16:creationId xmlns:a16="http://schemas.microsoft.com/office/drawing/2014/main" id="{25E396F1-B4E0-41F5-931C-75D75D8F11B9}"/>
              </a:ext>
            </a:extLst>
          </p:cNvPr>
          <p:cNvSpPr>
            <a:spLocks noEditPoints="1"/>
          </p:cNvSpPr>
          <p:nvPr/>
        </p:nvSpPr>
        <p:spPr bwMode="auto">
          <a:xfrm>
            <a:off x="3769948" y="5754066"/>
            <a:ext cx="280009" cy="310751"/>
          </a:xfrm>
          <a:custGeom>
            <a:avLst/>
            <a:gdLst>
              <a:gd name="T0" fmla="*/ 230 w 317"/>
              <a:gd name="T1" fmla="*/ 319 h 352"/>
              <a:gd name="T2" fmla="*/ 86 w 317"/>
              <a:gd name="T3" fmla="*/ 319 h 352"/>
              <a:gd name="T4" fmla="*/ 0 w 317"/>
              <a:gd name="T5" fmla="*/ 237 h 352"/>
              <a:gd name="T6" fmla="*/ 0 w 317"/>
              <a:gd name="T7" fmla="*/ 271 h 352"/>
              <a:gd name="T8" fmla="*/ 86 w 317"/>
              <a:gd name="T9" fmla="*/ 352 h 352"/>
              <a:gd name="T10" fmla="*/ 230 w 317"/>
              <a:gd name="T11" fmla="*/ 352 h 352"/>
              <a:gd name="T12" fmla="*/ 317 w 317"/>
              <a:gd name="T13" fmla="*/ 271 h 352"/>
              <a:gd name="T14" fmla="*/ 317 w 317"/>
              <a:gd name="T15" fmla="*/ 237 h 352"/>
              <a:gd name="T16" fmla="*/ 230 w 317"/>
              <a:gd name="T17" fmla="*/ 319 h 352"/>
              <a:gd name="T18" fmla="*/ 119 w 317"/>
              <a:gd name="T19" fmla="*/ 26 h 352"/>
              <a:gd name="T20" fmla="*/ 198 w 317"/>
              <a:gd name="T21" fmla="*/ 26 h 352"/>
              <a:gd name="T22" fmla="*/ 209 w 317"/>
              <a:gd name="T23" fmla="*/ 20 h 352"/>
              <a:gd name="T24" fmla="*/ 211 w 317"/>
              <a:gd name="T25" fmla="*/ 13 h 352"/>
              <a:gd name="T26" fmla="*/ 203 w 317"/>
              <a:gd name="T27" fmla="*/ 1 h 352"/>
              <a:gd name="T28" fmla="*/ 198 w 317"/>
              <a:gd name="T29" fmla="*/ 0 h 352"/>
              <a:gd name="T30" fmla="*/ 119 w 317"/>
              <a:gd name="T31" fmla="*/ 0 h 352"/>
              <a:gd name="T32" fmla="*/ 113 w 317"/>
              <a:gd name="T33" fmla="*/ 1 h 352"/>
              <a:gd name="T34" fmla="*/ 105 w 317"/>
              <a:gd name="T35" fmla="*/ 13 h 352"/>
              <a:gd name="T36" fmla="*/ 107 w 317"/>
              <a:gd name="T37" fmla="*/ 20 h 352"/>
              <a:gd name="T38" fmla="*/ 119 w 317"/>
              <a:gd name="T39" fmla="*/ 26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7" h="352">
                <a:moveTo>
                  <a:pt x="230" y="319"/>
                </a:moveTo>
                <a:cubicBezTo>
                  <a:pt x="230" y="319"/>
                  <a:pt x="173" y="319"/>
                  <a:pt x="86" y="319"/>
                </a:cubicBezTo>
                <a:cubicBezTo>
                  <a:pt x="0" y="319"/>
                  <a:pt x="0" y="237"/>
                  <a:pt x="0" y="237"/>
                </a:cubicBezTo>
                <a:cubicBezTo>
                  <a:pt x="0" y="259"/>
                  <a:pt x="0" y="271"/>
                  <a:pt x="0" y="271"/>
                </a:cubicBezTo>
                <a:cubicBezTo>
                  <a:pt x="0" y="271"/>
                  <a:pt x="0" y="352"/>
                  <a:pt x="86" y="352"/>
                </a:cubicBezTo>
                <a:cubicBezTo>
                  <a:pt x="173" y="352"/>
                  <a:pt x="230" y="352"/>
                  <a:pt x="230" y="352"/>
                </a:cubicBezTo>
                <a:cubicBezTo>
                  <a:pt x="230" y="352"/>
                  <a:pt x="317" y="352"/>
                  <a:pt x="317" y="271"/>
                </a:cubicBezTo>
                <a:cubicBezTo>
                  <a:pt x="317" y="237"/>
                  <a:pt x="317" y="237"/>
                  <a:pt x="317" y="237"/>
                </a:cubicBezTo>
                <a:cubicBezTo>
                  <a:pt x="317" y="319"/>
                  <a:pt x="230" y="319"/>
                  <a:pt x="230" y="319"/>
                </a:cubicBezTo>
                <a:close/>
                <a:moveTo>
                  <a:pt x="119" y="26"/>
                </a:moveTo>
                <a:cubicBezTo>
                  <a:pt x="198" y="26"/>
                  <a:pt x="198" y="26"/>
                  <a:pt x="198" y="26"/>
                </a:cubicBezTo>
                <a:cubicBezTo>
                  <a:pt x="203" y="26"/>
                  <a:pt x="207" y="24"/>
                  <a:pt x="209" y="20"/>
                </a:cubicBezTo>
                <a:cubicBezTo>
                  <a:pt x="210" y="18"/>
                  <a:pt x="211" y="16"/>
                  <a:pt x="211" y="13"/>
                </a:cubicBezTo>
                <a:cubicBezTo>
                  <a:pt x="211" y="8"/>
                  <a:pt x="208" y="3"/>
                  <a:pt x="203" y="1"/>
                </a:cubicBezTo>
                <a:cubicBezTo>
                  <a:pt x="202" y="0"/>
                  <a:pt x="200" y="0"/>
                  <a:pt x="198" y="0"/>
                </a:cubicBezTo>
                <a:cubicBezTo>
                  <a:pt x="119" y="0"/>
                  <a:pt x="119" y="0"/>
                  <a:pt x="119" y="0"/>
                </a:cubicBezTo>
                <a:cubicBezTo>
                  <a:pt x="117" y="0"/>
                  <a:pt x="115" y="0"/>
                  <a:pt x="113" y="1"/>
                </a:cubicBezTo>
                <a:cubicBezTo>
                  <a:pt x="109" y="3"/>
                  <a:pt x="105" y="8"/>
                  <a:pt x="105" y="13"/>
                </a:cubicBezTo>
                <a:cubicBezTo>
                  <a:pt x="105" y="16"/>
                  <a:pt x="106" y="18"/>
                  <a:pt x="107" y="20"/>
                </a:cubicBezTo>
                <a:cubicBezTo>
                  <a:pt x="110" y="24"/>
                  <a:pt x="114" y="26"/>
                  <a:pt x="119" y="26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B4C3F8-D520-4A5A-AC6B-0DB713752852}"/>
              </a:ext>
            </a:extLst>
          </p:cNvPr>
          <p:cNvSpPr/>
          <p:nvPr/>
        </p:nvSpPr>
        <p:spPr>
          <a:xfrm>
            <a:off x="4488367" y="14758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zh-CN" altLang="en-US" b="1" dirty="0">
                <a:solidFill>
                  <a:srgbClr val="E7E6E6">
                    <a:lumMod val="2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单击此处添加标题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6CE13B-9D97-460B-8796-E38B79472CB7}"/>
              </a:ext>
            </a:extLst>
          </p:cNvPr>
          <p:cNvSpPr/>
          <p:nvPr/>
        </p:nvSpPr>
        <p:spPr>
          <a:xfrm>
            <a:off x="4488367" y="1816691"/>
            <a:ext cx="6174507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defRPr/>
            </a:pP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面板中可以对字体、字号、颜色、行距等进行修改。</a:t>
            </a:r>
            <a:endParaRPr lang="en-US" altLang="zh-CN" sz="1400" kern="0" dirty="0">
              <a:solidFill>
                <a:srgbClr val="2E2E2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8C2DF5-57F5-4C07-94C6-B130CA683842}"/>
              </a:ext>
            </a:extLst>
          </p:cNvPr>
          <p:cNvSpPr/>
          <p:nvPr/>
        </p:nvSpPr>
        <p:spPr>
          <a:xfrm>
            <a:off x="4488367" y="27889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E7E6E6">
                    <a:lumMod val="2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单击此处添加标题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5CF749-2A56-4E47-805C-8ADF7F6C435B}"/>
              </a:ext>
            </a:extLst>
          </p:cNvPr>
          <p:cNvSpPr/>
          <p:nvPr/>
        </p:nvSpPr>
        <p:spPr>
          <a:xfrm>
            <a:off x="4488367" y="3129839"/>
            <a:ext cx="6174507" cy="612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defRPr/>
            </a:pP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面板中可以对字体、字号、颜色、行距等进行修改。</a:t>
            </a:r>
            <a:endParaRPr lang="en-US" altLang="zh-CN" sz="1400" kern="0" dirty="0">
              <a:solidFill>
                <a:srgbClr val="2E2E2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E250EF-3F96-4D6B-BC45-F019D576903D}"/>
              </a:ext>
            </a:extLst>
          </p:cNvPr>
          <p:cNvSpPr/>
          <p:nvPr/>
        </p:nvSpPr>
        <p:spPr>
          <a:xfrm>
            <a:off x="4488367" y="407775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E7E6E6">
                    <a:lumMod val="2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单击此处添加标题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234B67-129A-4048-8D0E-C95BDD5AFEA6}"/>
              </a:ext>
            </a:extLst>
          </p:cNvPr>
          <p:cNvSpPr/>
          <p:nvPr/>
        </p:nvSpPr>
        <p:spPr>
          <a:xfrm>
            <a:off x="4488367" y="4418603"/>
            <a:ext cx="6174507" cy="612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defRPr/>
            </a:pP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面板中可以对字体、字号、颜色、行距等进行修改。</a:t>
            </a:r>
            <a:endParaRPr lang="en-US" altLang="zh-CN" sz="1400" kern="0" dirty="0">
              <a:solidFill>
                <a:srgbClr val="2E2E2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A7E870-2BDA-4812-829B-12420B75A361}"/>
              </a:ext>
            </a:extLst>
          </p:cNvPr>
          <p:cNvSpPr/>
          <p:nvPr/>
        </p:nvSpPr>
        <p:spPr>
          <a:xfrm>
            <a:off x="4488367" y="53608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E7E6E6">
                    <a:lumMod val="2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单击此处添加标题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84392F-7D3A-4187-B1CC-FA117C38E30C}"/>
              </a:ext>
            </a:extLst>
          </p:cNvPr>
          <p:cNvSpPr/>
          <p:nvPr/>
        </p:nvSpPr>
        <p:spPr>
          <a:xfrm>
            <a:off x="4488367" y="5701739"/>
            <a:ext cx="6174507" cy="612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defRPr/>
            </a:pP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标题数字等都可以通过点击和重新输入进行更改，顶部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r>
              <a:rPr lang="en-US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1400" kern="0" dirty="0">
                <a:solidFill>
                  <a:srgbClr val="2E2E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面板中可以对字体、字号、颜色、行距等进行修改。</a:t>
            </a:r>
            <a:endParaRPr lang="en-US" altLang="zh-CN" sz="1400" kern="0" dirty="0">
              <a:solidFill>
                <a:srgbClr val="2E2E2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5F9D69C-1E22-4B7D-A66E-D63FC88AB46A}"/>
              </a:ext>
            </a:extLst>
          </p:cNvPr>
          <p:cNvSpPr/>
          <p:nvPr/>
        </p:nvSpPr>
        <p:spPr>
          <a:xfrm>
            <a:off x="3574096" y="4225132"/>
            <a:ext cx="671712" cy="671712"/>
          </a:xfrm>
          <a:prstGeom prst="ellipse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E58FA2F-1756-4F89-864D-D238043DFA7D}"/>
              </a:ext>
            </a:extLst>
          </p:cNvPr>
          <p:cNvSpPr/>
          <p:nvPr/>
        </p:nvSpPr>
        <p:spPr>
          <a:xfrm>
            <a:off x="3585931" y="5538501"/>
            <a:ext cx="671712" cy="671712"/>
          </a:xfrm>
          <a:prstGeom prst="ellipse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98109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045C0E-9A77-4F73-A35F-B61F9A1CB8C7}"/>
              </a:ext>
            </a:extLst>
          </p:cNvPr>
          <p:cNvSpPr/>
          <p:nvPr/>
        </p:nvSpPr>
        <p:spPr>
          <a:xfrm>
            <a:off x="0" y="2514643"/>
            <a:ext cx="3477063" cy="2250831"/>
          </a:xfrm>
          <a:prstGeom prst="rect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5E128D-18D9-4EE9-9C06-EF96D19B013F}"/>
              </a:ext>
            </a:extLst>
          </p:cNvPr>
          <p:cNvSpPr/>
          <p:nvPr/>
        </p:nvSpPr>
        <p:spPr>
          <a:xfrm>
            <a:off x="8733696" y="2514643"/>
            <a:ext cx="3458304" cy="2250831"/>
          </a:xfrm>
          <a:prstGeom prst="rect">
            <a:avLst/>
          </a:prstGeom>
          <a:solidFill>
            <a:srgbClr val="1659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018281-81E8-4534-9689-476DA8626CD5}"/>
              </a:ext>
            </a:extLst>
          </p:cNvPr>
          <p:cNvSpPr txBox="1"/>
          <p:nvPr/>
        </p:nvSpPr>
        <p:spPr>
          <a:xfrm>
            <a:off x="375120" y="2859146"/>
            <a:ext cx="2569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entury Gothic" panose="020B0502020202020204" pitchFamily="34" charset="0"/>
              </a:rPr>
              <a:t>标题文本预设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8FB205-DA12-451F-B85C-72369F152FFD}"/>
              </a:ext>
            </a:extLst>
          </p:cNvPr>
          <p:cNvSpPr/>
          <p:nvPr/>
        </p:nvSpPr>
        <p:spPr>
          <a:xfrm>
            <a:off x="508764" y="3259256"/>
            <a:ext cx="2302409" cy="10239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880FBF-D648-4968-8CC7-18C0B5185196}"/>
              </a:ext>
            </a:extLst>
          </p:cNvPr>
          <p:cNvSpPr txBox="1"/>
          <p:nvPr/>
        </p:nvSpPr>
        <p:spPr>
          <a:xfrm>
            <a:off x="9247183" y="2859146"/>
            <a:ext cx="2569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Century Gothic" panose="020B0502020202020204" pitchFamily="34" charset="0"/>
              </a:rPr>
              <a:t>标题文本预设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BA5CAD-EB08-47EF-847F-CCF9EC5F8995}"/>
              </a:ext>
            </a:extLst>
          </p:cNvPr>
          <p:cNvSpPr/>
          <p:nvPr/>
        </p:nvSpPr>
        <p:spPr>
          <a:xfrm>
            <a:off x="9380827" y="3259256"/>
            <a:ext cx="2302409" cy="10239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0" name="文本框">
            <a:extLst>
              <a:ext uri="{FF2B5EF4-FFF2-40B4-BE49-F238E27FC236}">
                <a16:creationId xmlns:a16="http://schemas.microsoft.com/office/drawing/2014/main" id="{A4E30391-965B-469C-8170-FD7567154ADC}"/>
              </a:ext>
            </a:extLst>
          </p:cNvPr>
          <p:cNvSpPr/>
          <p:nvPr/>
        </p:nvSpPr>
        <p:spPr>
          <a:xfrm>
            <a:off x="1659968" y="5596376"/>
            <a:ext cx="9061667" cy="10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改。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2D24A46-AA63-4BDA-90A4-7B02618733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8"/>
          <a:stretch/>
        </p:blipFill>
        <p:spPr>
          <a:xfrm>
            <a:off x="3434825" y="2043289"/>
            <a:ext cx="5420584" cy="308173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D5A272-2E0A-461E-8604-0D68F8088E47}"/>
              </a:ext>
            </a:extLst>
          </p:cNvPr>
          <p:cNvCxnSpPr>
            <a:cxnSpLocks/>
          </p:cNvCxnSpPr>
          <p:nvPr/>
        </p:nvCxnSpPr>
        <p:spPr>
          <a:xfrm flipH="1">
            <a:off x="8171372" y="4476647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D79485D-0F8F-4753-A7A7-BC5D227D8EF8}"/>
              </a:ext>
            </a:extLst>
          </p:cNvPr>
          <p:cNvCxnSpPr>
            <a:cxnSpLocks/>
          </p:cNvCxnSpPr>
          <p:nvPr/>
        </p:nvCxnSpPr>
        <p:spPr>
          <a:xfrm flipH="1">
            <a:off x="7692657" y="4659023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A51FA68-7058-4883-B25A-7BEFD790E5D2}"/>
              </a:ext>
            </a:extLst>
          </p:cNvPr>
          <p:cNvCxnSpPr>
            <a:cxnSpLocks/>
          </p:cNvCxnSpPr>
          <p:nvPr/>
        </p:nvCxnSpPr>
        <p:spPr>
          <a:xfrm flipH="1">
            <a:off x="3204361" y="1617155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6668410-4E28-40A5-827D-1649A867D2B5}"/>
              </a:ext>
            </a:extLst>
          </p:cNvPr>
          <p:cNvCxnSpPr>
            <a:cxnSpLocks/>
          </p:cNvCxnSpPr>
          <p:nvPr/>
        </p:nvCxnSpPr>
        <p:spPr>
          <a:xfrm flipH="1">
            <a:off x="2725646" y="1799531"/>
            <a:ext cx="1174044" cy="950748"/>
          </a:xfrm>
          <a:prstGeom prst="line">
            <a:avLst/>
          </a:prstGeom>
          <a:ln w="76200">
            <a:solidFill>
              <a:srgbClr val="1659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76911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AB42FBF-2BDF-4BA7-9DEA-6F833640E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7635" y="4529333"/>
            <a:ext cx="1250645" cy="1248972"/>
          </a:xfrm>
          <a:prstGeom prst="ellipse">
            <a:avLst/>
          </a:prstGeom>
          <a:solidFill>
            <a:srgbClr val="16593C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" name="椭圆 5">
            <a:extLst>
              <a:ext uri="{FF2B5EF4-FFF2-40B4-BE49-F238E27FC236}">
                <a16:creationId xmlns:a16="http://schemas.microsoft.com/office/drawing/2014/main" id="{3F8455A2-A70F-4F49-B995-1FD4B733C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341" y="2605650"/>
            <a:ext cx="1250645" cy="1250645"/>
          </a:xfrm>
          <a:prstGeom prst="ellipse">
            <a:avLst/>
          </a:prstGeom>
          <a:solidFill>
            <a:srgbClr val="16593C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椭圆 6">
            <a:extLst>
              <a:ext uri="{FF2B5EF4-FFF2-40B4-BE49-F238E27FC236}">
                <a16:creationId xmlns:a16="http://schemas.microsoft.com/office/drawing/2014/main" id="{041AC905-B963-49D7-8FA5-C43245CE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239" y="4519288"/>
            <a:ext cx="1248972" cy="1250646"/>
          </a:xfrm>
          <a:prstGeom prst="ellipse">
            <a:avLst/>
          </a:prstGeom>
          <a:solidFill>
            <a:srgbClr val="16593C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18699F15-BD7F-4CB5-8295-4907733E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474" y="2605650"/>
            <a:ext cx="1250646" cy="1250645"/>
          </a:xfrm>
          <a:prstGeom prst="ellipse">
            <a:avLst/>
          </a:prstGeom>
          <a:solidFill>
            <a:srgbClr val="16593C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B8680F03-E788-4767-9D73-3D2119C56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517" y="1430344"/>
            <a:ext cx="1250646" cy="1250645"/>
          </a:xfrm>
          <a:prstGeom prst="ellipse">
            <a:avLst/>
          </a:prstGeom>
          <a:solidFill>
            <a:srgbClr val="16593C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9" name="箭头19">
            <a:extLst>
              <a:ext uri="{FF2B5EF4-FFF2-40B4-BE49-F238E27FC236}">
                <a16:creationId xmlns:a16="http://schemas.microsoft.com/office/drawing/2014/main" id="{EDDE8137-6FD2-4072-A176-9648C30BF7F7}"/>
              </a:ext>
            </a:extLst>
          </p:cNvPr>
          <p:cNvSpPr/>
          <p:nvPr/>
        </p:nvSpPr>
        <p:spPr bwMode="auto">
          <a:xfrm rot="2160000">
            <a:off x="9753701" y="2468363"/>
            <a:ext cx="331496" cy="420230"/>
          </a:xfrm>
          <a:custGeom>
            <a:avLst/>
            <a:gdLst/>
            <a:ahLst/>
            <a:cxnLst>
              <a:cxn ang="0">
                <a:pos x="0" y="64153"/>
              </a:cxn>
              <a:cxn ang="0">
                <a:pos x="126748" y="64153"/>
              </a:cxn>
              <a:cxn ang="0">
                <a:pos x="126748" y="0"/>
              </a:cxn>
              <a:cxn ang="0">
                <a:pos x="253496" y="160383"/>
              </a:cxn>
              <a:cxn ang="0">
                <a:pos x="126748" y="320765"/>
              </a:cxn>
              <a:cxn ang="0">
                <a:pos x="126748" y="256612"/>
              </a:cxn>
              <a:cxn ang="0">
                <a:pos x="0" y="256612"/>
              </a:cxn>
              <a:cxn ang="0">
                <a:pos x="0" y="64153"/>
              </a:cxn>
            </a:cxnLst>
            <a:rect l="0" t="0" r="r" b="b"/>
            <a:pathLst>
              <a:path w="253496" h="320765">
                <a:moveTo>
                  <a:pt x="0" y="64153"/>
                </a:moveTo>
                <a:lnTo>
                  <a:pt x="126748" y="64153"/>
                </a:lnTo>
                <a:lnTo>
                  <a:pt x="126748" y="0"/>
                </a:lnTo>
                <a:lnTo>
                  <a:pt x="253496" y="160383"/>
                </a:lnTo>
                <a:lnTo>
                  <a:pt x="126748" y="320765"/>
                </a:lnTo>
                <a:lnTo>
                  <a:pt x="126748" y="256612"/>
                </a:lnTo>
                <a:lnTo>
                  <a:pt x="0" y="256612"/>
                </a:lnTo>
                <a:lnTo>
                  <a:pt x="0" y="6415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lIns="0" tIns="90187" rIns="106909" bIns="90186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箭头19">
            <a:extLst>
              <a:ext uri="{FF2B5EF4-FFF2-40B4-BE49-F238E27FC236}">
                <a16:creationId xmlns:a16="http://schemas.microsoft.com/office/drawing/2014/main" id="{F12C9F1C-45CE-413B-8E63-693CAD9CF356}"/>
              </a:ext>
            </a:extLst>
          </p:cNvPr>
          <p:cNvSpPr/>
          <p:nvPr/>
        </p:nvSpPr>
        <p:spPr bwMode="auto">
          <a:xfrm rot="17280000">
            <a:off x="10266851" y="4007813"/>
            <a:ext cx="331496" cy="420231"/>
          </a:xfrm>
          <a:custGeom>
            <a:avLst/>
            <a:gdLst/>
            <a:ahLst/>
            <a:cxnLst>
              <a:cxn ang="0">
                <a:pos x="253496" y="256612"/>
              </a:cxn>
              <a:cxn ang="0">
                <a:pos x="126748" y="256612"/>
              </a:cxn>
              <a:cxn ang="0">
                <a:pos x="126748" y="320765"/>
              </a:cxn>
              <a:cxn ang="0">
                <a:pos x="0" y="160382"/>
              </a:cxn>
              <a:cxn ang="0">
                <a:pos x="126748" y="0"/>
              </a:cxn>
              <a:cxn ang="0">
                <a:pos x="126748" y="64153"/>
              </a:cxn>
              <a:cxn ang="0">
                <a:pos x="253496" y="64153"/>
              </a:cxn>
              <a:cxn ang="0">
                <a:pos x="253496" y="256612"/>
              </a:cxn>
            </a:cxnLst>
            <a:rect l="0" t="0" r="r" b="b"/>
            <a:pathLst>
              <a:path w="253496" h="320765">
                <a:moveTo>
                  <a:pt x="253496" y="256612"/>
                </a:moveTo>
                <a:lnTo>
                  <a:pt x="126748" y="256612"/>
                </a:lnTo>
                <a:lnTo>
                  <a:pt x="126748" y="320765"/>
                </a:lnTo>
                <a:lnTo>
                  <a:pt x="0" y="160382"/>
                </a:lnTo>
                <a:lnTo>
                  <a:pt x="126748" y="0"/>
                </a:lnTo>
                <a:lnTo>
                  <a:pt x="126748" y="64153"/>
                </a:lnTo>
                <a:lnTo>
                  <a:pt x="253496" y="64153"/>
                </a:lnTo>
                <a:lnTo>
                  <a:pt x="253496" y="25661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lIns="106909" tIns="90187" rIns="1" bIns="90186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1" name="箭头19">
            <a:extLst>
              <a:ext uri="{FF2B5EF4-FFF2-40B4-BE49-F238E27FC236}">
                <a16:creationId xmlns:a16="http://schemas.microsoft.com/office/drawing/2014/main" id="{074CD736-921D-4594-ABE0-857A5B01DD85}"/>
              </a:ext>
            </a:extLst>
          </p:cNvPr>
          <p:cNvSpPr/>
          <p:nvPr/>
        </p:nvSpPr>
        <p:spPr bwMode="auto">
          <a:xfrm>
            <a:off x="8951747" y="4964632"/>
            <a:ext cx="333170" cy="420231"/>
          </a:xfrm>
          <a:custGeom>
            <a:avLst/>
            <a:gdLst/>
            <a:ahLst/>
            <a:cxnLst>
              <a:cxn ang="0">
                <a:pos x="253496" y="256612"/>
              </a:cxn>
              <a:cxn ang="0">
                <a:pos x="126748" y="256612"/>
              </a:cxn>
              <a:cxn ang="0">
                <a:pos x="126748" y="320765"/>
              </a:cxn>
              <a:cxn ang="0">
                <a:pos x="0" y="160382"/>
              </a:cxn>
              <a:cxn ang="0">
                <a:pos x="126748" y="0"/>
              </a:cxn>
              <a:cxn ang="0">
                <a:pos x="126748" y="64153"/>
              </a:cxn>
              <a:cxn ang="0">
                <a:pos x="253496" y="64153"/>
              </a:cxn>
              <a:cxn ang="0">
                <a:pos x="253496" y="256612"/>
              </a:cxn>
            </a:cxnLst>
            <a:rect l="0" t="0" r="r" b="b"/>
            <a:pathLst>
              <a:path w="253496" h="320765">
                <a:moveTo>
                  <a:pt x="253496" y="256612"/>
                </a:moveTo>
                <a:lnTo>
                  <a:pt x="126748" y="256612"/>
                </a:lnTo>
                <a:lnTo>
                  <a:pt x="126748" y="320765"/>
                </a:lnTo>
                <a:lnTo>
                  <a:pt x="0" y="160382"/>
                </a:lnTo>
                <a:lnTo>
                  <a:pt x="126748" y="0"/>
                </a:lnTo>
                <a:lnTo>
                  <a:pt x="126748" y="64153"/>
                </a:lnTo>
                <a:lnTo>
                  <a:pt x="253496" y="64153"/>
                </a:lnTo>
                <a:lnTo>
                  <a:pt x="253496" y="25661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lIns="106910" tIns="90188" rIns="1" bIns="9018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2" name="箭头19">
            <a:extLst>
              <a:ext uri="{FF2B5EF4-FFF2-40B4-BE49-F238E27FC236}">
                <a16:creationId xmlns:a16="http://schemas.microsoft.com/office/drawing/2014/main" id="{65BC7325-52C3-4B58-A966-E4EACCA36B4A}"/>
              </a:ext>
            </a:extLst>
          </p:cNvPr>
          <p:cNvSpPr/>
          <p:nvPr/>
        </p:nvSpPr>
        <p:spPr bwMode="auto">
          <a:xfrm rot="4320000">
            <a:off x="7629947" y="4017859"/>
            <a:ext cx="331496" cy="420230"/>
          </a:xfrm>
          <a:custGeom>
            <a:avLst/>
            <a:gdLst/>
            <a:ahLst/>
            <a:cxnLst>
              <a:cxn ang="0">
                <a:pos x="253496" y="256612"/>
              </a:cxn>
              <a:cxn ang="0">
                <a:pos x="126748" y="256612"/>
              </a:cxn>
              <a:cxn ang="0">
                <a:pos x="126748" y="320765"/>
              </a:cxn>
              <a:cxn ang="0">
                <a:pos x="0" y="160382"/>
              </a:cxn>
              <a:cxn ang="0">
                <a:pos x="126748" y="0"/>
              </a:cxn>
              <a:cxn ang="0">
                <a:pos x="126748" y="64153"/>
              </a:cxn>
              <a:cxn ang="0">
                <a:pos x="253496" y="64153"/>
              </a:cxn>
              <a:cxn ang="0">
                <a:pos x="253496" y="256612"/>
              </a:cxn>
            </a:cxnLst>
            <a:rect l="0" t="0" r="r" b="b"/>
            <a:pathLst>
              <a:path w="253496" h="320765">
                <a:moveTo>
                  <a:pt x="253496" y="256612"/>
                </a:moveTo>
                <a:lnTo>
                  <a:pt x="126748" y="256612"/>
                </a:lnTo>
                <a:lnTo>
                  <a:pt x="126748" y="320765"/>
                </a:lnTo>
                <a:lnTo>
                  <a:pt x="0" y="160382"/>
                </a:lnTo>
                <a:lnTo>
                  <a:pt x="126748" y="0"/>
                </a:lnTo>
                <a:lnTo>
                  <a:pt x="126748" y="64153"/>
                </a:lnTo>
                <a:lnTo>
                  <a:pt x="253496" y="64153"/>
                </a:lnTo>
                <a:lnTo>
                  <a:pt x="253496" y="25661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lIns="106910" tIns="90187" rIns="0" bIns="9018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3" name="箭头19">
            <a:extLst>
              <a:ext uri="{FF2B5EF4-FFF2-40B4-BE49-F238E27FC236}">
                <a16:creationId xmlns:a16="http://schemas.microsoft.com/office/drawing/2014/main" id="{42BD0404-C4CB-46F3-8B38-9D76F8EB340D}"/>
              </a:ext>
            </a:extLst>
          </p:cNvPr>
          <p:cNvSpPr/>
          <p:nvPr/>
        </p:nvSpPr>
        <p:spPr bwMode="auto">
          <a:xfrm rot="19440000">
            <a:off x="8109612" y="2465015"/>
            <a:ext cx="333171" cy="420230"/>
          </a:xfrm>
          <a:custGeom>
            <a:avLst/>
            <a:gdLst/>
            <a:ahLst/>
            <a:cxnLst>
              <a:cxn ang="0">
                <a:pos x="0" y="64153"/>
              </a:cxn>
              <a:cxn ang="0">
                <a:pos x="126748" y="64153"/>
              </a:cxn>
              <a:cxn ang="0">
                <a:pos x="126748" y="0"/>
              </a:cxn>
              <a:cxn ang="0">
                <a:pos x="253496" y="160383"/>
              </a:cxn>
              <a:cxn ang="0">
                <a:pos x="126748" y="320765"/>
              </a:cxn>
              <a:cxn ang="0">
                <a:pos x="126748" y="256612"/>
              </a:cxn>
              <a:cxn ang="0">
                <a:pos x="0" y="256612"/>
              </a:cxn>
              <a:cxn ang="0">
                <a:pos x="0" y="64153"/>
              </a:cxn>
            </a:cxnLst>
            <a:rect l="0" t="0" r="r" b="b"/>
            <a:pathLst>
              <a:path w="253496" h="320765">
                <a:moveTo>
                  <a:pt x="0" y="64153"/>
                </a:moveTo>
                <a:lnTo>
                  <a:pt x="126748" y="64153"/>
                </a:lnTo>
                <a:lnTo>
                  <a:pt x="126748" y="0"/>
                </a:lnTo>
                <a:lnTo>
                  <a:pt x="253496" y="160383"/>
                </a:lnTo>
                <a:lnTo>
                  <a:pt x="126748" y="320765"/>
                </a:lnTo>
                <a:lnTo>
                  <a:pt x="126748" y="256612"/>
                </a:lnTo>
                <a:lnTo>
                  <a:pt x="0" y="256612"/>
                </a:lnTo>
                <a:lnTo>
                  <a:pt x="0" y="6415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lIns="-1" tIns="90186" rIns="106910" bIns="9018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4" name="文本框 14">
            <a:extLst>
              <a:ext uri="{FF2B5EF4-FFF2-40B4-BE49-F238E27FC236}">
                <a16:creationId xmlns:a16="http://schemas.microsoft.com/office/drawing/2014/main" id="{971872A4-ACCE-43E3-A36B-C570C6458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4095" y="1719033"/>
            <a:ext cx="854329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3DBBB895-C248-4BB3-A9D7-C9367F3A3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4245" y="2865876"/>
            <a:ext cx="855627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746A9B91-D4BE-4E14-89F5-6FA54D2A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4444" y="4809651"/>
            <a:ext cx="854329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7" name="文本框 17">
            <a:extLst>
              <a:ext uri="{FF2B5EF4-FFF2-40B4-BE49-F238E27FC236}">
                <a16:creationId xmlns:a16="http://schemas.microsoft.com/office/drawing/2014/main" id="{AE40BEC5-3AF1-4F5C-938E-E029AC5AF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840" y="4809651"/>
            <a:ext cx="854329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DCD5A486-92B8-4B60-B9F6-F3D528E89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938" y="2894338"/>
            <a:ext cx="854329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输入标题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lt"/>
            </a:endParaRPr>
          </a:p>
        </p:txBody>
      </p:sp>
      <p:pic>
        <p:nvPicPr>
          <p:cNvPr id="19" name="图片 20">
            <a:extLst>
              <a:ext uri="{FF2B5EF4-FFF2-40B4-BE49-F238E27FC236}">
                <a16:creationId xmlns:a16="http://schemas.microsoft.com/office/drawing/2014/main" id="{DF93772F-9163-4762-9771-603B6BC1A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7660" y="1760496"/>
            <a:ext cx="2965251" cy="221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99F1A75-30EF-4E84-AD36-9F78052E1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884" y="4440494"/>
            <a:ext cx="4716290" cy="520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矩形 19">
            <a:extLst>
              <a:ext uri="{FF2B5EF4-FFF2-40B4-BE49-F238E27FC236}">
                <a16:creationId xmlns:a16="http://schemas.microsoft.com/office/drawing/2014/main" id="{BDE86CF5-DE1E-45CF-AF4B-3572E0DE4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665" y="5396256"/>
            <a:ext cx="4716290" cy="520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标题数字等都可以通过点击和重新输入进行更改，顶部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面板中可以对字体、字号、颜色、行距等进行修改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08197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BE8E4A9-CB62-4D6E-AA40-A3A7A96FE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0" b="281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464D367-57F6-4FAB-97F1-BC77E0A4CDF0}"/>
              </a:ext>
            </a:extLst>
          </p:cNvPr>
          <p:cNvSpPr/>
          <p:nvPr/>
        </p:nvSpPr>
        <p:spPr>
          <a:xfrm>
            <a:off x="0" y="-8677"/>
            <a:ext cx="12192000" cy="686667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124EE76-CD5F-4FB8-86EF-623CEDDAEB7D}"/>
              </a:ext>
            </a:extLst>
          </p:cNvPr>
          <p:cNvGrpSpPr/>
          <p:nvPr/>
        </p:nvGrpSpPr>
        <p:grpSpPr>
          <a:xfrm>
            <a:off x="1012286" y="1478573"/>
            <a:ext cx="4711701" cy="4229100"/>
            <a:chOff x="1181099" y="1181100"/>
            <a:chExt cx="4711701" cy="4229100"/>
          </a:xfrm>
          <a:solidFill>
            <a:srgbClr val="16593C"/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623D8FA-B74D-42C4-ACAD-CD8DCD0D0BDD}"/>
                </a:ext>
              </a:extLst>
            </p:cNvPr>
            <p:cNvSpPr/>
            <p:nvPr/>
          </p:nvSpPr>
          <p:spPr>
            <a:xfrm>
              <a:off x="1181099" y="1181100"/>
              <a:ext cx="4711701" cy="42291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13EF629-33AD-4882-89B0-D52B1A2B7C63}"/>
                </a:ext>
              </a:extLst>
            </p:cNvPr>
            <p:cNvCxnSpPr>
              <a:cxnSpLocks/>
            </p:cNvCxnSpPr>
            <p:nvPr/>
          </p:nvCxnSpPr>
          <p:spPr>
            <a:xfrm>
              <a:off x="1619250" y="3609975"/>
              <a:ext cx="676275" cy="0"/>
            </a:xfrm>
            <a:prstGeom prst="line">
              <a:avLst/>
            </a:prstGeom>
            <a:grpFill/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4678A7E-D070-4974-B110-4C8439498DC3}"/>
                </a:ext>
              </a:extLst>
            </p:cNvPr>
            <p:cNvSpPr txBox="1"/>
            <p:nvPr/>
          </p:nvSpPr>
          <p:spPr>
            <a:xfrm>
              <a:off x="1495425" y="1647825"/>
              <a:ext cx="4019549" cy="143058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20XX</a:t>
              </a:r>
              <a:r>
                <a:rPr kumimoji="0" lang="zh-CN" altLang="en-US" sz="36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年</a:t>
              </a:r>
              <a:endParaRPr kumimoji="0" lang="en-US" altLang="zh-CN" sz="36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kern="800" spc="10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感谢您的聆听！</a:t>
              </a:r>
              <a:endParaRPr kumimoji="0" lang="zh-CN" altLang="en-US" sz="36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730077A-F88C-4116-844D-7EC562877921}"/>
                </a:ext>
              </a:extLst>
            </p:cNvPr>
            <p:cNvSpPr txBox="1"/>
            <p:nvPr/>
          </p:nvSpPr>
          <p:spPr>
            <a:xfrm>
              <a:off x="1495425" y="3992533"/>
              <a:ext cx="3486150" cy="106439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指导老师：某某某 </a:t>
              </a:r>
              <a:endParaRPr kumimoji="0" lang="en-US" altLang="zh-CN" sz="17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答辩学生：某某某</a:t>
              </a:r>
              <a:endParaRPr kumimoji="0" lang="en-US" altLang="zh-CN" sz="1700" b="0" i="0" u="none" strike="noStrike" kern="8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8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专业班级：某某专业某某班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595118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1840</Words>
  <Application>Microsoft Office PowerPoint</Application>
  <PresentationFormat>宽屏</PresentationFormat>
  <Paragraphs>154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等线</vt:lpstr>
      <vt:lpstr>等线 Light</vt:lpstr>
      <vt:lpstr>方正黑体简体</vt:lpstr>
      <vt:lpstr>黑体</vt:lpstr>
      <vt:lpstr>庞门正道标题体</vt:lpstr>
      <vt:lpstr>思源黑体 CN Light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9</cp:revision>
  <dcterms:created xsi:type="dcterms:W3CDTF">2019-03-10T10:11:23Z</dcterms:created>
  <dcterms:modified xsi:type="dcterms:W3CDTF">2019-03-10T12:55:17Z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v1.0_mb_ZEZ+d7lC1vp+yRX71CM1+A==</vt:lpwstr>
  </property>
</Properties>
</file>