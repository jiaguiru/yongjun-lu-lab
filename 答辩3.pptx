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29"/>
  </p:notesMasterIdLst>
  <p:handoutMasterIdLst>
    <p:handoutMasterId r:id="rId30"/>
  </p:handoutMasterIdLst>
  <p:sldIdLst>
    <p:sldId id="257" r:id="rId4"/>
    <p:sldId id="256" r:id="rId5"/>
    <p:sldId id="258" r:id="rId6"/>
    <p:sldId id="259" r:id="rId7"/>
    <p:sldId id="260" r:id="rId8"/>
    <p:sldId id="263" r:id="rId9"/>
    <p:sldId id="261" r:id="rId10"/>
    <p:sldId id="266" r:id="rId11"/>
    <p:sldId id="262" r:id="rId12"/>
    <p:sldId id="264" r:id="rId13"/>
    <p:sldId id="265"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F3F3"/>
    <a:srgbClr val="435372"/>
    <a:srgbClr val="C99B4F"/>
    <a:srgbClr val="2F3B51"/>
    <a:srgbClr val="333F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showGuides="1">
      <p:cViewPr varScale="1">
        <p:scale>
          <a:sx n="88" d="100"/>
          <a:sy n="88" d="100"/>
        </p:scale>
        <p:origin x="84" y="714"/>
      </p:cViewPr>
      <p:guideLst>
        <p:guide orient="horz" pos="2137"/>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handoutMaster" Target="handoutMasters/handoutMaster1.xml"/><Relationship Id="rId3" Type="http://schemas.openxmlformats.org/officeDocument/2006/relationships/slideMaster" Target="slideMasters/slideMaster2.xml"/><Relationship Id="rId29" Type="http://schemas.openxmlformats.org/officeDocument/2006/relationships/notesMaster" Target="notesMasters/notesMaster1.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0" vertOverflow="ellipsis" vert="horz" wrap="square" anchor="ctr" anchorCtr="1"/>
        <a:lstStyle/>
        <a:p>
          <a:pPr>
            <a:defRPr lang="zh-CN" sz="1800" b="1" i="0" u="none" strike="noStrike" kern="1200" baseline="0">
              <a:solidFill>
                <a:schemeClr val="tx1"/>
              </a:solidFill>
              <a:latin typeface="+mn-lt"/>
              <a:ea typeface="+mn-ea"/>
              <a:cs typeface="+mn-ea"/>
              <a:sym typeface="+mn-lt"/>
            </a:defRPr>
          </a:pPr>
        </a:p>
      </c:txPr>
    </c:title>
    <c:autoTitleDeleted val="0"/>
    <c:plotArea>
      <c:layout/>
      <c:barChart>
        <c:barDir val="bar"/>
        <c:grouping val="stacked"/>
        <c:varyColors val="0"/>
        <c:ser>
          <c:idx val="0"/>
          <c:order val="0"/>
          <c:tx>
            <c:strRef>
              <c:f>Sheet1!$B$1</c:f>
              <c:strCache>
                <c:ptCount val="1"/>
                <c:pt idx="0">
                  <c:v>系列 1</c:v>
                </c:pt>
              </c:strCache>
            </c:strRef>
          </c:tx>
          <c:spPr>
            <a:solidFill>
              <a:schemeClr val="tx1"/>
            </a:solidFill>
            <a:ln>
              <a:noFill/>
            </a:ln>
            <a:effectLst/>
          </c:spPr>
          <c:invertIfNegative val="0"/>
          <c:dLbls>
            <c:delete val="1"/>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er>
        <c:ser>
          <c:idx val="1"/>
          <c:order val="1"/>
          <c:tx>
            <c:strRef>
              <c:f>Sheet1!$C$1</c:f>
              <c:strCache>
                <c:ptCount val="1"/>
                <c:pt idx="0">
                  <c:v>系列 2</c:v>
                </c:pt>
              </c:strCache>
            </c:strRef>
          </c:tx>
          <c:spPr>
            <a:solidFill>
              <a:schemeClr val="accent2">
                <a:lumMod val="75000"/>
              </a:schemeClr>
            </a:solidFill>
            <a:ln>
              <a:noFill/>
            </a:ln>
            <a:effectLst/>
          </c:spPr>
          <c:invertIfNegative val="0"/>
          <c:dLbls>
            <c:delete val="1"/>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c:v>
                </c:pt>
                <c:pt idx="2">
                  <c:v>1.8</c:v>
                </c:pt>
                <c:pt idx="3">
                  <c:v>2.8</c:v>
                </c:pt>
              </c:numCache>
            </c:numRef>
          </c:val>
        </c:ser>
        <c:ser>
          <c:idx val="2"/>
          <c:order val="2"/>
          <c:tx>
            <c:strRef>
              <c:f>Sheet1!$D$1</c:f>
              <c:strCache>
                <c:ptCount val="1"/>
                <c:pt idx="0">
                  <c:v>系列 3</c:v>
                </c:pt>
              </c:strCache>
            </c:strRef>
          </c:tx>
          <c:spPr>
            <a:solidFill>
              <a:schemeClr val="accent3"/>
            </a:solidFill>
            <a:ln>
              <a:noFill/>
            </a:ln>
            <a:effectLst/>
          </c:spPr>
          <c:invertIfNegative val="0"/>
          <c:dLbls>
            <c:delete val="1"/>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er>
        <c:dLbls>
          <c:showLegendKey val="0"/>
          <c:showVal val="0"/>
          <c:showCatName val="0"/>
          <c:showSerName val="0"/>
          <c:showPercent val="0"/>
          <c:showBubbleSize val="0"/>
        </c:dLbls>
        <c:gapWidth val="150"/>
        <c:overlap val="100"/>
        <c:axId val="-738442912"/>
        <c:axId val="-738441280"/>
      </c:barChart>
      <c:catAx>
        <c:axId val="-73844291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0" vertOverflow="ellipsis" vert="horz" wrap="square" anchor="ctr" anchorCtr="1"/>
          <a:lstStyle/>
          <a:p>
            <a:pPr>
              <a:defRPr lang="zh-CN" sz="1000" b="0" i="0" u="none" strike="noStrike" kern="1200" baseline="0">
                <a:solidFill>
                  <a:schemeClr val="tx1"/>
                </a:solidFill>
                <a:latin typeface="+mn-lt"/>
                <a:ea typeface="+mn-ea"/>
                <a:cs typeface="+mn-ea"/>
                <a:sym typeface="+mn-lt"/>
              </a:defRPr>
            </a:pPr>
          </a:p>
        </c:txPr>
        <c:crossAx val="-738441280"/>
        <c:crosses val="autoZero"/>
        <c:auto val="1"/>
        <c:lblAlgn val="ctr"/>
        <c:lblOffset val="100"/>
        <c:noMultiLvlLbl val="0"/>
      </c:catAx>
      <c:valAx>
        <c:axId val="-738441280"/>
        <c:scaling>
          <c:orientation val="minMax"/>
        </c:scaling>
        <c:delete val="0"/>
        <c:axPos val="b"/>
        <c:majorGridlines>
          <c:spPr>
            <a:ln w="9525" cap="flat" cmpd="sng" algn="ctr">
              <a:solidFill>
                <a:schemeClr val="tx1">
                  <a:lumMod val="15000"/>
                  <a:lumOff val="85000"/>
                </a:schemeClr>
              </a:solidFill>
              <a:prstDash val="solid"/>
              <a:round/>
            </a:ln>
            <a:effectLst/>
          </c:spPr>
        </c:majorGridlines>
        <c:numFmt formatCode="General" sourceLinked="1"/>
        <c:majorTickMark val="none"/>
        <c:minorTickMark val="none"/>
        <c:tickLblPos val="nextTo"/>
        <c:spPr>
          <a:noFill/>
          <a:ln w="6350" cap="flat" cmpd="sng" algn="ctr">
            <a:noFill/>
            <a:prstDash val="solid"/>
            <a:round/>
          </a:ln>
          <a:effectLst/>
        </c:spPr>
        <c:txPr>
          <a:bodyPr rot="-60000000" spcFirstLastPara="0" vertOverflow="ellipsis" vert="horz" wrap="square" anchor="ctr" anchorCtr="1"/>
          <a:lstStyle/>
          <a:p>
            <a:pPr>
              <a:defRPr lang="zh-CN" sz="1000" b="0" i="0" u="none" strike="noStrike" kern="1200" baseline="0">
                <a:solidFill>
                  <a:schemeClr val="tx1"/>
                </a:solidFill>
                <a:latin typeface="+mn-lt"/>
                <a:ea typeface="+mn-ea"/>
                <a:cs typeface="+mn-ea"/>
                <a:sym typeface="+mn-lt"/>
              </a:defRPr>
            </a:pPr>
          </a:p>
        </c:txPr>
        <c:crossAx val="-738442912"/>
        <c:crosses val="autoZero"/>
        <c:crossBetween val="between"/>
      </c:valAx>
      <c:spPr>
        <a:noFill/>
        <a:ln>
          <a:noFill/>
        </a:ln>
        <a:effectLst/>
      </c:spPr>
    </c:plotArea>
    <c:legend>
      <c:legendPos val="b"/>
      <c:layout/>
      <c:overlay val="0"/>
      <c:spPr>
        <a:noFill/>
        <a:ln>
          <a:noFill/>
        </a:ln>
        <a:effectLst/>
      </c:spPr>
      <c:txPr>
        <a:bodyPr rot="0" spcFirstLastPara="0" vertOverflow="ellipsis" vert="horz" wrap="square" anchor="ctr" anchorCtr="1"/>
        <a:lstStyle/>
        <a:p>
          <a:pPr>
            <a:defRPr lang="zh-CN" sz="1000" b="0" i="0" u="none" strike="noStrike" kern="1200" baseline="0">
              <a:solidFill>
                <a:schemeClr val="tx1"/>
              </a:solidFill>
              <a:latin typeface="+mn-lt"/>
              <a:ea typeface="+mn-ea"/>
              <a:cs typeface="+mn-ea"/>
              <a:sym typeface="+mn-lt"/>
            </a:defRPr>
          </a:pPr>
        </a:p>
      </c:txPr>
    </c:legend>
    <c:plotVisOnly val="1"/>
    <c:dispBlanksAs val="gap"/>
    <c:showDLblsOverMax val="0"/>
  </c:chart>
  <c:spPr>
    <a:noFill/>
    <a:ln>
      <a:noFill/>
    </a:ln>
    <a:effectLst/>
  </c:spPr>
  <c:txPr>
    <a:bodyPr/>
    <a:lstStyle/>
    <a:p>
      <a:pPr>
        <a:defRPr lang="zh-CN">
          <a:latin typeface="+mn-lt"/>
          <a:ea typeface="+mn-ea"/>
          <a:cs typeface="+mn-ea"/>
          <a:sym typeface="+mn-lt"/>
        </a:defRPr>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1"/>
    </mc:Choice>
    <mc:Fallback>
      <c:style val="1"/>
    </mc:Fallback>
  </mc:AlternateContent>
  <c:chart>
    <c:title>
      <c:layout/>
      <c:overlay val="0"/>
      <c:spPr>
        <a:noFill/>
        <a:ln>
          <a:noFill/>
        </a:ln>
        <a:effectLst/>
      </c:spPr>
      <c:txPr>
        <a:bodyPr rot="0" spcFirstLastPara="0" vertOverflow="ellipsis" vert="horz" wrap="square" anchor="ctr" anchorCtr="1"/>
        <a:lstStyle/>
        <a:p>
          <a:pPr>
            <a:defRPr lang="zh-CN" sz="1800" b="1" i="0" u="none" strike="noStrike" kern="1200" baseline="0">
              <a:solidFill>
                <a:schemeClr val="tx1"/>
              </a:solidFill>
              <a:latin typeface="+mn-lt"/>
              <a:ea typeface="+mn-ea"/>
              <a:cs typeface="+mn-ea"/>
              <a:sym typeface="+mn-lt"/>
            </a:defRPr>
          </a:pPr>
        </a:p>
      </c:txPr>
    </c:title>
    <c:autoTitleDeleted val="0"/>
    <c:plotArea>
      <c:layout/>
      <c:pieChart>
        <c:varyColors val="1"/>
        <c:ser>
          <c:idx val="0"/>
          <c:order val="0"/>
          <c:tx>
            <c:strRef>
              <c:f>Sheet1!$B$1</c:f>
              <c:strCache>
                <c:ptCount val="1"/>
                <c:pt idx="0">
                  <c:v>销售额</c:v>
                </c:pt>
              </c:strCache>
            </c:strRef>
          </c:tx>
          <c:explosion val="0"/>
          <c:dPt>
            <c:idx val="0"/>
            <c:bubble3D val="0"/>
            <c:spPr>
              <a:solidFill>
                <a:schemeClr val="dk1">
                  <a:tint val="88500"/>
                </a:schemeClr>
              </a:solidFill>
              <a:ln w="19050">
                <a:solidFill>
                  <a:schemeClr val="lt1"/>
                </a:solidFill>
              </a:ln>
              <a:effectLst/>
            </c:spPr>
          </c:dPt>
          <c:dPt>
            <c:idx val="1"/>
            <c:bubble3D val="0"/>
            <c:spPr>
              <a:solidFill>
                <a:schemeClr val="dk1">
                  <a:tint val="55000"/>
                </a:schemeClr>
              </a:solidFill>
              <a:ln w="19050">
                <a:solidFill>
                  <a:schemeClr val="lt1"/>
                </a:solidFill>
              </a:ln>
              <a:effectLst/>
            </c:spPr>
          </c:dPt>
          <c:dPt>
            <c:idx val="2"/>
            <c:bubble3D val="0"/>
            <c:spPr>
              <a:solidFill>
                <a:schemeClr val="dk1">
                  <a:tint val="75000"/>
                </a:schemeClr>
              </a:solidFill>
              <a:ln w="19050">
                <a:solidFill>
                  <a:schemeClr val="lt1"/>
                </a:solidFill>
              </a:ln>
              <a:effectLst/>
            </c:spPr>
          </c:dPt>
          <c:dPt>
            <c:idx val="3"/>
            <c:bubble3D val="0"/>
            <c:spPr>
              <a:solidFill>
                <a:schemeClr val="dk1">
                  <a:tint val="98500"/>
                </a:schemeClr>
              </a:solidFill>
              <a:ln w="19050">
                <a:solidFill>
                  <a:schemeClr val="lt1"/>
                </a:solidFill>
              </a:ln>
              <a:effectLst/>
            </c:spPr>
          </c:dPt>
          <c:dLbls>
            <c:delete val="1"/>
          </c:dLbls>
          <c:cat>
            <c:strRef>
              <c:f>Sheet1!$A$2:$A$5</c:f>
              <c:strCache>
                <c:ptCount val="4"/>
                <c:pt idx="0">
                  <c:v>第一季度</c:v>
                </c:pt>
                <c:pt idx="1">
                  <c:v>第二季度</c:v>
                </c:pt>
                <c:pt idx="2">
                  <c:v>第三季度</c:v>
                </c:pt>
                <c:pt idx="3">
                  <c:v>第四季度</c:v>
                </c:pt>
              </c:strCache>
            </c:strRef>
          </c:cat>
          <c:val>
            <c:numRef>
              <c:f>Sheet1!$B$2:$B$5</c:f>
              <c:numCache>
                <c:formatCode>General</c:formatCode>
                <c:ptCount val="4"/>
                <c:pt idx="0">
                  <c:v>8.2</c:v>
                </c:pt>
                <c:pt idx="1">
                  <c:v>3.2</c:v>
                </c:pt>
                <c:pt idx="2">
                  <c:v>1.4</c:v>
                </c:pt>
                <c:pt idx="3">
                  <c:v>1.2</c:v>
                </c:pt>
              </c:numCache>
            </c:numRef>
          </c:val>
        </c:ser>
        <c:dLbls>
          <c:showLegendKey val="0"/>
          <c:showVal val="0"/>
          <c:showCatName val="0"/>
          <c:showSerName val="0"/>
          <c:showPercent val="0"/>
          <c:showBubbleSize val="0"/>
          <c:showLeaderLines val="1"/>
        </c:dLbls>
        <c:firstSliceAng val="0"/>
      </c:pieChart>
      <c:spPr>
        <a:noFill/>
        <a:ln>
          <a:noFill/>
        </a:ln>
        <a:effectLst/>
      </c:spPr>
    </c:plotArea>
    <c:legend>
      <c:legendPos val="b"/>
      <c:layout/>
      <c:overlay val="0"/>
      <c:spPr>
        <a:noFill/>
        <a:ln>
          <a:noFill/>
        </a:ln>
        <a:effectLst/>
      </c:spPr>
      <c:txPr>
        <a:bodyPr rot="0" spcFirstLastPara="0" vertOverflow="ellipsis" vert="horz" wrap="square" anchor="ctr" anchorCtr="1"/>
        <a:lstStyle/>
        <a:p>
          <a:pPr>
            <a:defRPr lang="zh-CN" sz="1000" b="0" i="0" u="none" strike="noStrike" kern="1200" baseline="0">
              <a:solidFill>
                <a:schemeClr val="tx1"/>
              </a:solidFill>
              <a:latin typeface="+mn-lt"/>
              <a:ea typeface="+mn-ea"/>
              <a:cs typeface="+mn-ea"/>
              <a:sym typeface="+mn-lt"/>
            </a:defRPr>
          </a:pPr>
        </a:p>
      </c:txPr>
    </c:legend>
    <c:plotVisOnly val="1"/>
    <c:dispBlanksAs val="gap"/>
    <c:showDLblsOverMax val="0"/>
  </c:chart>
  <c:spPr>
    <a:noFill/>
    <a:ln>
      <a:noFill/>
    </a:ln>
    <a:effectLst/>
  </c:spPr>
  <c:txPr>
    <a:bodyPr/>
    <a:lstStyle/>
    <a:p>
      <a:pPr>
        <a:defRPr lang="zh-CN">
          <a:latin typeface="+mn-lt"/>
          <a:ea typeface="+mn-ea"/>
          <a:cs typeface="+mn-ea"/>
          <a:sym typeface="+mn-lt"/>
        </a:defRPr>
      </a:pPr>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www.1ppt.com/moban/"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838200" y="6356352"/>
            <a:ext cx="2743200" cy="365125"/>
          </a:xfrm>
          <a:prstGeom prst="rect">
            <a:avLst/>
          </a:prstGeom>
        </p:spPr>
        <p:txBody>
          <a:bodyPr/>
          <a:lstStyle/>
          <a:p>
            <a:fld id="{D38385A2-C556-42B4-A024-34CF23296D17}" type="datetimeFigureOut">
              <a:rPr lang="zh-CN" altLang="en-US" smtClean="0"/>
            </a:fld>
            <a:endParaRPr lang="zh-CN" altLang="en-US"/>
          </a:p>
        </p:txBody>
      </p:sp>
      <p:sp>
        <p:nvSpPr>
          <p:cNvPr id="5" name="页脚占位符 4"/>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2"/>
            <a:ext cx="2743200" cy="365125"/>
          </a:xfrm>
          <a:prstGeom prst="rect">
            <a:avLst/>
          </a:prstGeom>
        </p:spPr>
        <p:txBody>
          <a:bodyPr/>
          <a:lstStyle/>
          <a:p>
            <a:fld id="{9232B33E-6CBB-4C23-BFFD-4D7045B4FE1F}"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2"/>
            <a:ext cx="2743200" cy="365125"/>
          </a:xfrm>
          <a:prstGeom prst="rect">
            <a:avLst/>
          </a:prstGeom>
        </p:spPr>
        <p:txBody>
          <a:bodyPr/>
          <a:lstStyle/>
          <a:p>
            <a:fld id="{D38385A2-C556-42B4-A024-34CF23296D17}" type="datetimeFigureOut">
              <a:rPr lang="zh-CN" altLang="en-US" smtClean="0"/>
            </a:fld>
            <a:endParaRPr lang="zh-CN" altLang="en-US"/>
          </a:p>
        </p:txBody>
      </p:sp>
      <p:sp>
        <p:nvSpPr>
          <p:cNvPr id="5" name="页脚占位符 4"/>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2"/>
            <a:ext cx="2743200" cy="365125"/>
          </a:xfrm>
          <a:prstGeom prst="rect">
            <a:avLst/>
          </a:prstGeom>
        </p:spPr>
        <p:txBody>
          <a:bodyPr/>
          <a:lstStyle/>
          <a:p>
            <a:fld id="{9232B33E-6CBB-4C23-BFFD-4D7045B4FE1F}"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49"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49" y="4589465"/>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838200" y="6356352"/>
            <a:ext cx="2743200" cy="365125"/>
          </a:xfrm>
          <a:prstGeom prst="rect">
            <a:avLst/>
          </a:prstGeom>
        </p:spPr>
        <p:txBody>
          <a:bodyPr/>
          <a:lstStyle/>
          <a:p>
            <a:fld id="{D38385A2-C556-42B4-A024-34CF23296D17}" type="datetimeFigureOut">
              <a:rPr lang="zh-CN" altLang="en-US" smtClean="0"/>
            </a:fld>
            <a:endParaRPr lang="zh-CN" altLang="en-US"/>
          </a:p>
        </p:txBody>
      </p:sp>
      <p:sp>
        <p:nvSpPr>
          <p:cNvPr id="5" name="页脚占位符 4"/>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2"/>
            <a:ext cx="2743200" cy="365125"/>
          </a:xfrm>
          <a:prstGeom prst="rect">
            <a:avLst/>
          </a:prstGeom>
        </p:spPr>
        <p:txBody>
          <a:bodyPr/>
          <a:lstStyle/>
          <a:p>
            <a:fld id="{9232B33E-6CBB-4C23-BFFD-4D7045B4FE1F}"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a:xfrm>
            <a:off x="838200" y="6356352"/>
            <a:ext cx="2743200" cy="365125"/>
          </a:xfrm>
          <a:prstGeom prst="rect">
            <a:avLst/>
          </a:prstGeom>
        </p:spPr>
        <p:txBody>
          <a:bodyPr/>
          <a:lstStyle/>
          <a:p>
            <a:fld id="{D38385A2-C556-42B4-A024-34CF23296D17}" type="datetimeFigureOut">
              <a:rPr lang="zh-CN" altLang="en-US" smtClean="0"/>
            </a:fld>
            <a:endParaRPr lang="zh-CN" altLang="en-US"/>
          </a:p>
        </p:txBody>
      </p:sp>
      <p:sp>
        <p:nvSpPr>
          <p:cNvPr id="6" name="页脚占位符 5"/>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2"/>
            <a:ext cx="2743200" cy="365125"/>
          </a:xfrm>
          <a:prstGeom prst="rect">
            <a:avLst/>
          </a:prstGeom>
        </p:spPr>
        <p:txBody>
          <a:bodyPr/>
          <a:lstStyle/>
          <a:p>
            <a:fld id="{9232B33E-6CBB-4C23-BFFD-4D7045B4FE1F}"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6"/>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9"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9" y="2505075"/>
            <a:ext cx="5157787"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1"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1" y="2505075"/>
            <a:ext cx="5183188"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a:xfrm>
            <a:off x="838200" y="6356352"/>
            <a:ext cx="2743200" cy="365125"/>
          </a:xfrm>
          <a:prstGeom prst="rect">
            <a:avLst/>
          </a:prstGeom>
        </p:spPr>
        <p:txBody>
          <a:bodyPr/>
          <a:lstStyle/>
          <a:p>
            <a:fld id="{D38385A2-C556-42B4-A024-34CF23296D17}" type="datetimeFigureOut">
              <a:rPr lang="zh-CN" altLang="en-US" smtClean="0"/>
            </a:fld>
            <a:endParaRPr lang="zh-CN" altLang="en-US"/>
          </a:p>
        </p:txBody>
      </p:sp>
      <p:sp>
        <p:nvSpPr>
          <p:cNvPr id="8" name="页脚占位符 7"/>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2"/>
            <a:ext cx="2743200" cy="365125"/>
          </a:xfrm>
          <a:prstGeom prst="rect">
            <a:avLst/>
          </a:prstGeom>
        </p:spPr>
        <p:txBody>
          <a:bodyPr/>
          <a:lstStyle/>
          <a:p>
            <a:fld id="{9232B33E-6CBB-4C23-BFFD-4D7045B4FE1F}" type="slidenum">
              <a:rPr lang="zh-CN" altLang="en-US" smtClean="0"/>
            </a:fld>
            <a:endParaRPr lang="zh-CN" altLang="en-US"/>
          </a:p>
        </p:txBody>
      </p:sp>
      <p:sp>
        <p:nvSpPr>
          <p:cNvPr id="11" name="TextBox 10"/>
          <p:cNvSpPr txBox="1"/>
          <p:nvPr userDrawn="1"/>
        </p:nvSpPr>
        <p:spPr>
          <a:xfrm>
            <a:off x="2136305" y="6431420"/>
            <a:ext cx="1800200" cy="123111"/>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prstClr val="black"/>
                </a:solidFill>
                <a:effectLst/>
                <a:uLnTx/>
                <a:uFillTx/>
                <a:hlinkClick r:id="rId2"/>
              </a:rPr>
              <a:t>PPT</a:t>
            </a:r>
            <a:r>
              <a:rPr kumimoji="0" lang="zh-CN" altLang="en-US" sz="100" b="0" i="0" u="none" strike="noStrike" kern="0" cap="none" spc="0" normalizeH="0" baseline="0" noProof="0" dirty="0" smtClean="0">
                <a:ln>
                  <a:noFill/>
                </a:ln>
                <a:solidFill>
                  <a:prstClr val="black"/>
                </a:solidFill>
                <a:effectLst/>
                <a:uLnTx/>
                <a:uFillTx/>
                <a:hlinkClick r:id="rId2"/>
              </a:rPr>
              <a:t>模板</a:t>
            </a:r>
            <a:r>
              <a:rPr kumimoji="0" lang="zh-CN" altLang="en-US" sz="100" b="0" i="0" u="none" strike="noStrike" kern="0" cap="none" spc="0" normalizeH="0" baseline="0" noProof="0" dirty="0" smtClean="0">
                <a:ln>
                  <a:noFill/>
                </a:ln>
                <a:solidFill>
                  <a:prstClr val="black"/>
                </a:solidFill>
                <a:effectLst/>
                <a:uLnTx/>
                <a:uFillTx/>
              </a:rPr>
              <a:t> </a:t>
            </a:r>
            <a:r>
              <a:rPr kumimoji="0" lang="en-US" altLang="zh-CN" sz="100" b="0" i="0" u="none" strike="noStrike" kern="0" cap="none" spc="0" normalizeH="0" baseline="0" noProof="0" dirty="0" smtClean="0">
                <a:ln>
                  <a:noFill/>
                </a:ln>
                <a:solidFill>
                  <a:prstClr val="black"/>
                </a:solidFill>
                <a:effectLst/>
                <a:uLnTx/>
                <a:uFillTx/>
              </a:rPr>
              <a:t>http://www.1ppt.com/moban/</a:t>
            </a:r>
            <a:r>
              <a:rPr kumimoji="0" lang="zh-CN" altLang="en-US" sz="100" b="0" i="0" u="none" strike="noStrike" kern="0" cap="none" spc="0" normalizeH="0" baseline="0" noProof="0" dirty="0" smtClean="0">
                <a:ln>
                  <a:noFill/>
                </a:ln>
                <a:solidFill>
                  <a:prstClr val="black"/>
                </a:solidFill>
                <a:effectLst/>
                <a:uLnTx/>
                <a:uFillTx/>
              </a:rPr>
              <a:t> </a:t>
            </a:r>
            <a:endParaRPr kumimoji="0" lang="en-US" altLang="zh-CN" sz="100" b="0" i="0" u="none" strike="noStrike" kern="0" cap="none" spc="0" normalizeH="0" baseline="0" noProof="0" dirty="0" smtClean="0">
              <a:ln>
                <a:noFill/>
              </a:ln>
              <a:solidFill>
                <a:prstClr val="black"/>
              </a:solidFill>
              <a:effectLst/>
              <a:uLnTx/>
              <a:uFillTx/>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325563"/>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2"/>
            <a:ext cx="2743200" cy="365125"/>
          </a:xfrm>
          <a:prstGeom prst="rect">
            <a:avLst/>
          </a:prstGeom>
        </p:spPr>
        <p:txBody>
          <a:bodyPr/>
          <a:lstStyle/>
          <a:p>
            <a:fld id="{D38385A2-C556-42B4-A024-34CF23296D17}" type="datetimeFigureOut">
              <a:rPr lang="zh-CN" altLang="en-US" smtClean="0"/>
            </a:fld>
            <a:endParaRPr lang="zh-CN" altLang="en-US"/>
          </a:p>
        </p:txBody>
      </p:sp>
      <p:sp>
        <p:nvSpPr>
          <p:cNvPr id="4" name="页脚占位符 3"/>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2"/>
            <a:ext cx="2743200" cy="365125"/>
          </a:xfrm>
          <a:prstGeom prst="rect">
            <a:avLst/>
          </a:prstGeom>
        </p:spPr>
        <p:txBody>
          <a:bodyPr/>
          <a:lstStyle/>
          <a:p>
            <a:fld id="{9232B33E-6CBB-4C23-BFFD-4D7045B4FE1F}"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2"/>
            <a:ext cx="2743200" cy="365125"/>
          </a:xfrm>
          <a:prstGeom prst="rect">
            <a:avLst/>
          </a:prstGeom>
        </p:spPr>
        <p:txBody>
          <a:bodyPr/>
          <a:lstStyle/>
          <a:p>
            <a:fld id="{D38385A2-C556-42B4-A024-34CF23296D17}" type="datetimeFigureOut">
              <a:rPr lang="zh-CN" altLang="en-US" smtClean="0"/>
            </a:fld>
            <a:endParaRPr lang="zh-CN" altLang="en-US"/>
          </a:p>
        </p:txBody>
      </p:sp>
      <p:sp>
        <p:nvSpPr>
          <p:cNvPr id="3" name="页脚占位符 2"/>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2"/>
            <a:ext cx="2743200" cy="365125"/>
          </a:xfrm>
          <a:prstGeom prst="rect">
            <a:avLst/>
          </a:prstGeom>
        </p:spPr>
        <p:txBody>
          <a:bodyPr/>
          <a:lstStyle/>
          <a:p>
            <a:fld id="{9232B33E-6CBB-4C23-BFFD-4D7045B4FE1F}"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2"/>
            <a:ext cx="2743200" cy="365125"/>
          </a:xfrm>
          <a:prstGeom prst="rect">
            <a:avLst/>
          </a:prstGeom>
        </p:spPr>
        <p:txBody>
          <a:bodyPr/>
          <a:lstStyle/>
          <a:p>
            <a:fld id="{D38385A2-C556-42B4-A024-34CF23296D17}" type="datetimeFigureOut">
              <a:rPr lang="zh-CN" altLang="en-US" smtClean="0"/>
            </a:fld>
            <a:endParaRPr lang="zh-CN" altLang="en-US"/>
          </a:p>
        </p:txBody>
      </p:sp>
      <p:sp>
        <p:nvSpPr>
          <p:cNvPr id="6" name="页脚占位符 5"/>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2"/>
            <a:ext cx="2743200" cy="365125"/>
          </a:xfrm>
          <a:prstGeom prst="rect">
            <a:avLst/>
          </a:prstGeom>
        </p:spPr>
        <p:txBody>
          <a:bodyPr/>
          <a:lstStyle/>
          <a:p>
            <a:fld id="{9232B33E-6CBB-4C23-BFFD-4D7045B4FE1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6"/>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2"/>
            <a:ext cx="2743200" cy="365125"/>
          </a:xfrm>
          <a:prstGeom prst="rect">
            <a:avLst/>
          </a:prstGeom>
        </p:spPr>
        <p:txBody>
          <a:bodyPr/>
          <a:lstStyle/>
          <a:p>
            <a:fld id="{D38385A2-C556-42B4-A024-34CF23296D17}" type="datetimeFigureOut">
              <a:rPr lang="zh-CN" altLang="en-US" smtClean="0"/>
            </a:fld>
            <a:endParaRPr lang="zh-CN" altLang="en-US"/>
          </a:p>
        </p:txBody>
      </p:sp>
      <p:sp>
        <p:nvSpPr>
          <p:cNvPr id="6" name="页脚占位符 5"/>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2"/>
            <a:ext cx="2743200" cy="365125"/>
          </a:xfrm>
          <a:prstGeom prst="rect">
            <a:avLst/>
          </a:prstGeom>
        </p:spPr>
        <p:txBody>
          <a:bodyPr/>
          <a:lstStyle/>
          <a:p>
            <a:fld id="{9232B33E-6CBB-4C23-BFFD-4D7045B4FE1F}"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2"/>
            <a:ext cx="2743200" cy="365125"/>
          </a:xfrm>
          <a:prstGeom prst="rect">
            <a:avLst/>
          </a:prstGeom>
        </p:spPr>
        <p:txBody>
          <a:bodyPr/>
          <a:lstStyle/>
          <a:p>
            <a:fld id="{D38385A2-C556-42B4-A024-34CF23296D17}" type="datetimeFigureOut">
              <a:rPr lang="zh-CN" altLang="en-US" smtClean="0"/>
            </a:fld>
            <a:endParaRPr lang="zh-CN" altLang="en-US"/>
          </a:p>
        </p:txBody>
      </p:sp>
      <p:sp>
        <p:nvSpPr>
          <p:cNvPr id="5" name="页脚占位符 4"/>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2"/>
            <a:ext cx="2743200" cy="365125"/>
          </a:xfrm>
          <a:prstGeom prst="rect">
            <a:avLst/>
          </a:prstGeom>
        </p:spPr>
        <p:txBody>
          <a:bodyPr/>
          <a:lstStyle/>
          <a:p>
            <a:fld id="{9232B33E-6CBB-4C23-BFFD-4D7045B4FE1F}"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1" y="365125"/>
            <a:ext cx="7734300" cy="58118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2"/>
            <a:ext cx="2743200" cy="365125"/>
          </a:xfrm>
          <a:prstGeom prst="rect">
            <a:avLst/>
          </a:prstGeom>
        </p:spPr>
        <p:txBody>
          <a:bodyPr/>
          <a:lstStyle/>
          <a:p>
            <a:fld id="{D38385A2-C556-42B4-A024-34CF23296D17}" type="datetimeFigureOut">
              <a:rPr lang="zh-CN" altLang="en-US" smtClean="0"/>
            </a:fld>
            <a:endParaRPr lang="zh-CN" altLang="en-US"/>
          </a:p>
        </p:txBody>
      </p:sp>
      <p:sp>
        <p:nvSpPr>
          <p:cNvPr id="5" name="页脚占位符 4"/>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2"/>
            <a:ext cx="2743200" cy="365125"/>
          </a:xfrm>
          <a:prstGeom prst="rect">
            <a:avLst/>
          </a:prstGeom>
        </p:spPr>
        <p:txBody>
          <a:bodyPr/>
          <a:lstStyle/>
          <a:p>
            <a:fld id="{9232B33E-6CBB-4C23-BFFD-4D7045B4FE1F}"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1600203"/>
            <a:ext cx="109728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a:xfrm>
            <a:off x="609600" y="6356353"/>
            <a:ext cx="2844800" cy="365125"/>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5600" y="6356353"/>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3"/>
            <a:ext cx="2844800" cy="365125"/>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a:xfrm>
            <a:off x="609600" y="6356353"/>
            <a:ext cx="2844800" cy="365125"/>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5600" y="6356353"/>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3"/>
            <a:ext cx="2844800" cy="365125"/>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xml"/><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4.xml"/><Relationship Id="rId4" Type="http://schemas.openxmlformats.org/officeDocument/2006/relationships/image" Target="../media/image8.emf"/><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image" Target="../media/image5.emf"/></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6.xml"/><Relationship Id="rId4" Type="http://schemas.openxmlformats.org/officeDocument/2006/relationships/image" Target="../media/image4.png"/><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0.xml"/><Relationship Id="rId3" Type="http://schemas.openxmlformats.org/officeDocument/2006/relationships/image" Target="../media/image14.jpeg"/><Relationship Id="rId2" Type="http://schemas.openxmlformats.org/officeDocument/2006/relationships/image" Target="../media/image4.png"/><Relationship Id="rId1" Type="http://schemas.openxmlformats.org/officeDocument/2006/relationships/image" Target="../media/image13.emf"/></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xml"/><Relationship Id="rId2" Type="http://schemas.openxmlformats.org/officeDocument/2006/relationships/image" Target="../media/image4.png"/><Relationship Id="rId1" Type="http://schemas.openxmlformats.org/officeDocument/2006/relationships/chart" Target="../charts/chart1.xml"/></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12.xml"/><Relationship Id="rId5" Type="http://schemas.openxmlformats.org/officeDocument/2006/relationships/image" Target="../media/image4.png"/><Relationship Id="rId4" Type="http://schemas.openxmlformats.org/officeDocument/2006/relationships/image" Target="../media/image18.emf"/><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image" Target="../media/image15.emf"/></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14.xml"/><Relationship Id="rId5" Type="http://schemas.openxmlformats.org/officeDocument/2006/relationships/image" Target="../media/image22.emf"/><Relationship Id="rId4" Type="http://schemas.openxmlformats.org/officeDocument/2006/relationships/image" Target="../media/image21.emf"/><Relationship Id="rId3" Type="http://schemas.openxmlformats.org/officeDocument/2006/relationships/image" Target="../media/image20.emf"/><Relationship Id="rId2" Type="http://schemas.openxmlformats.org/officeDocument/2006/relationships/image" Target="../media/image13.emf"/><Relationship Id="rId1" Type="http://schemas.openxmlformats.org/officeDocument/2006/relationships/image" Target="../media/image19.emf"/></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5.xml"/><Relationship Id="rId2" Type="http://schemas.openxmlformats.org/officeDocument/2006/relationships/image" Target="../media/image4.png"/><Relationship Id="rId1" Type="http://schemas.openxmlformats.org/officeDocument/2006/relationships/image" Target="../media/image23.jpe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xml"/><Relationship Id="rId1" Type="http://schemas.openxmlformats.org/officeDocument/2006/relationships/chart" Target="../charts/char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xml"/><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1.xml"/><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xml"/><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23.xml"/><Relationship Id="rId5" Type="http://schemas.openxmlformats.org/officeDocument/2006/relationships/image" Target="../media/image4.png"/><Relationship Id="rId4" Type="http://schemas.openxmlformats.org/officeDocument/2006/relationships/image" Target="../media/image8.emf"/><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image" Target="../media/image5.emf"/></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24.xml"/><Relationship Id="rId4" Type="http://schemas.openxmlformats.org/officeDocument/2006/relationships/image" Target="../media/image4.png"/><Relationship Id="rId3" Type="http://schemas.openxmlformats.org/officeDocument/2006/relationships/image" Target="../media/image22.emf"/><Relationship Id="rId2" Type="http://schemas.openxmlformats.org/officeDocument/2006/relationships/image" Target="../media/image24.emf"/><Relationship Id="rId1" Type="http://schemas.openxmlformats.org/officeDocument/2006/relationships/image" Target="../media/image13.emf"/></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5.xml"/><Relationship Id="rId2" Type="http://schemas.openxmlformats.org/officeDocument/2006/relationships/image" Target="../media/image25.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文本框 50"/>
          <p:cNvSpPr txBox="1"/>
          <p:nvPr/>
        </p:nvSpPr>
        <p:spPr>
          <a:xfrm>
            <a:off x="1011851" y="1210613"/>
            <a:ext cx="2571751" cy="923330"/>
          </a:xfrm>
          <a:prstGeom prst="rect">
            <a:avLst/>
          </a:prstGeom>
          <a:noFill/>
        </p:spPr>
        <p:txBody>
          <a:bodyPr wrap="square" rtlCol="0">
            <a:spAutoFit/>
          </a:bodyPr>
          <a:lstStyle/>
          <a:p>
            <a:pPr algn="dist"/>
            <a:r>
              <a:rPr lang="en-US" altLang="zh-CN" sz="5400" i="1" dirty="0" smtClean="0">
                <a:cs typeface="+mn-ea"/>
                <a:sym typeface="+mn-lt"/>
              </a:rPr>
              <a:t>20XX</a:t>
            </a:r>
            <a:endParaRPr lang="zh-CN" altLang="en-US" sz="5400" i="1" dirty="0">
              <a:cs typeface="+mn-ea"/>
              <a:sym typeface="+mn-lt"/>
            </a:endParaRPr>
          </a:p>
        </p:txBody>
      </p:sp>
      <p:sp>
        <p:nvSpPr>
          <p:cNvPr id="55" name="文本框 54"/>
          <p:cNvSpPr txBox="1"/>
          <p:nvPr/>
        </p:nvSpPr>
        <p:spPr>
          <a:xfrm>
            <a:off x="888124" y="3680102"/>
            <a:ext cx="5734277" cy="338554"/>
          </a:xfrm>
          <a:prstGeom prst="rect">
            <a:avLst/>
          </a:prstGeom>
          <a:noFill/>
        </p:spPr>
        <p:txBody>
          <a:bodyPr wrap="square" rtlCol="0">
            <a:spAutoFit/>
          </a:bodyPr>
          <a:lstStyle/>
          <a:p>
            <a:pPr algn="dist"/>
            <a:r>
              <a:rPr lang="en-US" altLang="zh-CN" sz="1600" dirty="0">
                <a:cs typeface="+mn-ea"/>
                <a:sym typeface="+mn-lt"/>
              </a:rPr>
              <a:t>The Simple Max General Business Template</a:t>
            </a:r>
            <a:endParaRPr lang="zh-CN" altLang="en-US" sz="1600" dirty="0">
              <a:cs typeface="+mn-ea"/>
              <a:sym typeface="+mn-lt"/>
            </a:endParaRPr>
          </a:p>
        </p:txBody>
      </p:sp>
      <p:cxnSp>
        <p:nvCxnSpPr>
          <p:cNvPr id="57" name="直接连接符 56"/>
          <p:cNvCxnSpPr/>
          <p:nvPr/>
        </p:nvCxnSpPr>
        <p:spPr>
          <a:xfrm>
            <a:off x="1066152" y="4163798"/>
            <a:ext cx="78377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964325" y="4489918"/>
            <a:ext cx="6381977" cy="738664"/>
          </a:xfrm>
          <a:prstGeom prst="rect">
            <a:avLst/>
          </a:prstGeom>
          <a:noFill/>
        </p:spPr>
        <p:txBody>
          <a:bodyPr wrap="square" rtlCol="0">
            <a:spAutoFit/>
          </a:bodyPr>
          <a:lstStyle/>
          <a:p>
            <a:r>
              <a:rPr lang="en-US" altLang="zh-CN" sz="1400" dirty="0">
                <a:solidFill>
                  <a:schemeClr val="tx1">
                    <a:lumMod val="50000"/>
                    <a:lumOff val="50000"/>
                  </a:schemeClr>
                </a:solidFill>
                <a:cs typeface="+mn-ea"/>
                <a:sym typeface="+mn-lt"/>
              </a:rPr>
              <a:t>High end atmospheric work report</a:t>
            </a:r>
            <a:r>
              <a:rPr lang="zh-CN" altLang="en-US" sz="1400" dirty="0">
                <a:solidFill>
                  <a:schemeClr val="tx1">
                    <a:lumMod val="50000"/>
                    <a:lumOff val="50000"/>
                  </a:schemeClr>
                </a:solidFill>
                <a:cs typeface="+mn-ea"/>
                <a:sym typeface="+mn-lt"/>
              </a:rPr>
              <a:t>，</a:t>
            </a:r>
            <a:r>
              <a:rPr lang="en-US" altLang="zh-CN" sz="1400" dirty="0">
                <a:solidFill>
                  <a:schemeClr val="tx1">
                    <a:lumMod val="50000"/>
                    <a:lumOff val="50000"/>
                  </a:schemeClr>
                </a:solidFill>
                <a:cs typeface="+mn-ea"/>
                <a:sym typeface="+mn-lt"/>
              </a:rPr>
              <a:t>High end atmospheric work report, High end </a:t>
            </a:r>
            <a:endParaRPr lang="en-US" altLang="zh-CN" sz="1400" dirty="0">
              <a:solidFill>
                <a:schemeClr val="tx1">
                  <a:lumMod val="50000"/>
                  <a:lumOff val="50000"/>
                </a:schemeClr>
              </a:solidFill>
              <a:cs typeface="+mn-ea"/>
              <a:sym typeface="+mn-lt"/>
            </a:endParaRPr>
          </a:p>
          <a:p>
            <a:r>
              <a:rPr lang="en-US" altLang="zh-CN" sz="1400" dirty="0">
                <a:solidFill>
                  <a:schemeClr val="tx1">
                    <a:lumMod val="50000"/>
                    <a:lumOff val="50000"/>
                  </a:schemeClr>
                </a:solidFill>
                <a:cs typeface="+mn-ea"/>
                <a:sym typeface="+mn-lt"/>
              </a:rPr>
              <a:t>atmospheric work report</a:t>
            </a:r>
            <a:r>
              <a:rPr lang="zh-CN" altLang="en-US" sz="1400" dirty="0">
                <a:solidFill>
                  <a:schemeClr val="tx1">
                    <a:lumMod val="50000"/>
                    <a:lumOff val="50000"/>
                  </a:schemeClr>
                </a:solidFill>
                <a:cs typeface="+mn-ea"/>
                <a:sym typeface="+mn-lt"/>
              </a:rPr>
              <a:t>，</a:t>
            </a:r>
            <a:r>
              <a:rPr lang="en-US" altLang="zh-CN" sz="1400" dirty="0">
                <a:solidFill>
                  <a:schemeClr val="tx1">
                    <a:lumMod val="50000"/>
                    <a:lumOff val="50000"/>
                  </a:schemeClr>
                </a:solidFill>
                <a:cs typeface="+mn-ea"/>
                <a:sym typeface="+mn-lt"/>
              </a:rPr>
              <a:t>High end atmospheric work report</a:t>
            </a:r>
            <a:endParaRPr lang="zh-CN" altLang="en-US" sz="1400" dirty="0">
              <a:solidFill>
                <a:schemeClr val="tx1">
                  <a:lumMod val="50000"/>
                  <a:lumOff val="50000"/>
                </a:schemeClr>
              </a:solidFill>
              <a:cs typeface="+mn-ea"/>
              <a:sym typeface="+mn-lt"/>
            </a:endParaRPr>
          </a:p>
        </p:txBody>
      </p:sp>
      <p:grpSp>
        <p:nvGrpSpPr>
          <p:cNvPr id="66" name="组合 65"/>
          <p:cNvGrpSpPr/>
          <p:nvPr/>
        </p:nvGrpSpPr>
        <p:grpSpPr>
          <a:xfrm>
            <a:off x="9753600" y="2195097"/>
            <a:ext cx="1111416" cy="2434055"/>
            <a:chOff x="9448800" y="2089837"/>
            <a:chExt cx="1428750" cy="2731515"/>
          </a:xfrm>
        </p:grpSpPr>
        <p:cxnSp>
          <p:nvCxnSpPr>
            <p:cNvPr id="63" name="直接连接符 62"/>
            <p:cNvCxnSpPr/>
            <p:nvPr/>
          </p:nvCxnSpPr>
          <p:spPr>
            <a:xfrm>
              <a:off x="9448800" y="2089837"/>
              <a:ext cx="1428750" cy="1249448"/>
            </a:xfrm>
            <a:prstGeom prst="line">
              <a:avLst/>
            </a:prstGeom>
            <a:ln w="130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9467850" y="3237868"/>
              <a:ext cx="1409700" cy="1583484"/>
            </a:xfrm>
            <a:prstGeom prst="line">
              <a:avLst/>
            </a:prstGeom>
            <a:ln w="130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0" y="530275"/>
            <a:ext cx="12192000" cy="381000"/>
            <a:chOff x="0" y="530275"/>
            <a:chExt cx="12192000" cy="381000"/>
          </a:xfrm>
        </p:grpSpPr>
        <p:cxnSp>
          <p:nvCxnSpPr>
            <p:cNvPr id="50" name="直接连接符 49"/>
            <p:cNvCxnSpPr/>
            <p:nvPr/>
          </p:nvCxnSpPr>
          <p:spPr>
            <a:xfrm>
              <a:off x="0" y="718840"/>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等腰三角形 67"/>
            <p:cNvSpPr/>
            <p:nvPr/>
          </p:nvSpPr>
          <p:spPr>
            <a:xfrm rot="5400000">
              <a:off x="281152" y="556551"/>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9" name="等腰三角形 68"/>
            <p:cNvSpPr/>
            <p:nvPr/>
          </p:nvSpPr>
          <p:spPr>
            <a:xfrm rot="5400000">
              <a:off x="609600" y="556551"/>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79" name="组合 78"/>
          <p:cNvGrpSpPr/>
          <p:nvPr/>
        </p:nvGrpSpPr>
        <p:grpSpPr>
          <a:xfrm>
            <a:off x="0" y="6229350"/>
            <a:ext cx="12192000" cy="381000"/>
            <a:chOff x="0" y="6229350"/>
            <a:chExt cx="12192000" cy="381000"/>
          </a:xfrm>
        </p:grpSpPr>
        <p:cxnSp>
          <p:nvCxnSpPr>
            <p:cNvPr id="67" name="直接连接符 66"/>
            <p:cNvCxnSpPr/>
            <p:nvPr/>
          </p:nvCxnSpPr>
          <p:spPr>
            <a:xfrm>
              <a:off x="0" y="6400800"/>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3" name="组合 72"/>
            <p:cNvGrpSpPr/>
            <p:nvPr/>
          </p:nvGrpSpPr>
          <p:grpSpPr>
            <a:xfrm rot="10800000">
              <a:off x="10865016" y="6229350"/>
              <a:ext cx="656896" cy="381000"/>
              <a:chOff x="10536568" y="6381752"/>
              <a:chExt cx="656896" cy="381000"/>
            </a:xfrm>
          </p:grpSpPr>
          <p:sp>
            <p:nvSpPr>
              <p:cNvPr id="71" name="等腰三角形 70"/>
              <p:cNvSpPr/>
              <p:nvPr/>
            </p:nvSpPr>
            <p:spPr>
              <a:xfrm rot="5400000">
                <a:off x="10510292" y="6408028"/>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2" name="等腰三角形 71"/>
              <p:cNvSpPr/>
              <p:nvPr/>
            </p:nvSpPr>
            <p:spPr>
              <a:xfrm rot="5400000">
                <a:off x="10838740" y="6408028"/>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912904" y="2147548"/>
            <a:ext cx="4183096" cy="1387412"/>
          </a:xfrm>
          <a:prstGeom prst="rect">
            <a:avLst/>
          </a:prstGeom>
        </p:spPr>
      </p:pic>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1851" y="2416647"/>
            <a:ext cx="901053" cy="901053"/>
          </a:xfrm>
          <a:prstGeom prst="rect">
            <a:avLst/>
          </a:prstGeom>
        </p:spPr>
      </p:pic>
    </p:spTree>
    <p:custDataLst>
      <p:tags r:id="rId3"/>
    </p:custDataLst>
  </p:cSld>
  <p:clrMapOvr>
    <a:masterClrMapping/>
  </p:clrMapOvr>
  <mc:AlternateContent xmlns:mc="http://schemas.openxmlformats.org/markup-compatibility/2006">
    <mc:Choice xmlns:p14="http://schemas.microsoft.com/office/powerpoint/2010/main" Requires="p14">
      <p:transition spd="med" p14:dur="700" advTm="7383">
        <p:fade/>
      </p:transition>
    </mc:Choice>
    <mc:Fallback>
      <p:transition spd="med" advTm="7383">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wipe(left)">
                                      <p:cBhvr>
                                        <p:cTn id="7" dur="500"/>
                                        <p:tgtEl>
                                          <p:spTgt spid="7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wipe(left)">
                                      <p:cBhvr>
                                        <p:cTn id="12" dur="500"/>
                                        <p:tgtEl>
                                          <p:spTgt spid="5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5"/>
                                        </p:tgtEl>
                                        <p:attrNameLst>
                                          <p:attrName>style.visibility</p:attrName>
                                        </p:attrNameLst>
                                      </p:cBhvr>
                                      <p:to>
                                        <p:strVal val="visible"/>
                                      </p:to>
                                    </p:set>
                                    <p:animEffect transition="in" filter="wipe(left)">
                                      <p:cBhvr>
                                        <p:cTn id="17" dur="500"/>
                                        <p:tgtEl>
                                          <p:spTgt spid="55"/>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59"/>
                                        </p:tgtEl>
                                        <p:attrNameLst>
                                          <p:attrName>style.visibility</p:attrName>
                                        </p:attrNameLst>
                                      </p:cBhvr>
                                      <p:to>
                                        <p:strVal val="visible"/>
                                      </p:to>
                                    </p:set>
                                    <p:animEffect transition="in" filter="wipe(left)">
                                      <p:cBhvr>
                                        <p:cTn id="20" dur="500"/>
                                        <p:tgtEl>
                                          <p:spTgt spid="5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57"/>
                                        </p:tgtEl>
                                        <p:attrNameLst>
                                          <p:attrName>style.visibility</p:attrName>
                                        </p:attrNameLst>
                                      </p:cBhvr>
                                      <p:to>
                                        <p:strVal val="visible"/>
                                      </p:to>
                                    </p:set>
                                    <p:animEffect transition="in" filter="wipe(left)">
                                      <p:cBhvr>
                                        <p:cTn id="25" dur="500"/>
                                        <p:tgtEl>
                                          <p:spTgt spid="5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66"/>
                                        </p:tgtEl>
                                        <p:attrNameLst>
                                          <p:attrName>style.visibility</p:attrName>
                                        </p:attrNameLst>
                                      </p:cBhvr>
                                      <p:to>
                                        <p:strVal val="visible"/>
                                      </p:to>
                                    </p:set>
                                    <p:animEffect transition="in" filter="fade">
                                      <p:cBhvr>
                                        <p:cTn id="30" dur="500"/>
                                        <p:tgtEl>
                                          <p:spTgt spid="6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nodeType="clickEffect">
                                  <p:stCondLst>
                                    <p:cond delay="0"/>
                                  </p:stCondLst>
                                  <p:childTnLst>
                                    <p:set>
                                      <p:cBhvr>
                                        <p:cTn id="34" dur="1" fill="hold">
                                          <p:stCondLst>
                                            <p:cond delay="0"/>
                                          </p:stCondLst>
                                        </p:cTn>
                                        <p:tgtEl>
                                          <p:spTgt spid="79"/>
                                        </p:tgtEl>
                                        <p:attrNameLst>
                                          <p:attrName>style.visibility</p:attrName>
                                        </p:attrNameLst>
                                      </p:cBhvr>
                                      <p:to>
                                        <p:strVal val="visible"/>
                                      </p:to>
                                    </p:set>
                                    <p:animEffect transition="in" filter="wipe(right)">
                                      <p:cBhvr>
                                        <p:cTn id="35"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5" grpId="0"/>
      <p:bldP spid="5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组合 72"/>
          <p:cNvGrpSpPr/>
          <p:nvPr/>
        </p:nvGrpSpPr>
        <p:grpSpPr>
          <a:xfrm>
            <a:off x="0" y="505586"/>
            <a:ext cx="12192000" cy="381000"/>
            <a:chOff x="0" y="391286"/>
            <a:chExt cx="12192000" cy="381000"/>
          </a:xfrm>
        </p:grpSpPr>
        <p:cxnSp>
          <p:nvCxnSpPr>
            <p:cNvPr id="46" name="直接连接符 45"/>
            <p:cNvCxnSpPr/>
            <p:nvPr/>
          </p:nvCxnSpPr>
          <p:spPr>
            <a:xfrm>
              <a:off x="0" y="581786"/>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0" name="组合 49"/>
            <p:cNvGrpSpPr/>
            <p:nvPr/>
          </p:nvGrpSpPr>
          <p:grpSpPr>
            <a:xfrm rot="10800000">
              <a:off x="11060824" y="391286"/>
              <a:ext cx="656896" cy="381000"/>
              <a:chOff x="307428" y="393221"/>
              <a:chExt cx="656896" cy="381000"/>
            </a:xfrm>
          </p:grpSpPr>
          <p:sp>
            <p:nvSpPr>
              <p:cNvPr id="47" name="等腰三角形 46"/>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8" name="等腰三角形 47"/>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51" name="矩形 50"/>
          <p:cNvSpPr/>
          <p:nvPr/>
        </p:nvSpPr>
        <p:spPr>
          <a:xfrm>
            <a:off x="826377" y="2209802"/>
            <a:ext cx="4469524" cy="29146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2" name="文本框 51"/>
          <p:cNvSpPr txBox="1"/>
          <p:nvPr/>
        </p:nvSpPr>
        <p:spPr>
          <a:xfrm>
            <a:off x="1905001" y="3105836"/>
            <a:ext cx="2476500" cy="646331"/>
          </a:xfrm>
          <a:prstGeom prst="rect">
            <a:avLst/>
          </a:prstGeom>
          <a:noFill/>
        </p:spPr>
        <p:txBody>
          <a:bodyPr wrap="square" rtlCol="0">
            <a:spAutoFit/>
          </a:bodyPr>
          <a:lstStyle/>
          <a:p>
            <a:r>
              <a:rPr lang="en-US" altLang="zh-CN" sz="3600" dirty="0">
                <a:cs typeface="+mn-ea"/>
                <a:sym typeface="+mn-lt"/>
              </a:rPr>
              <a:t>CATALOG</a:t>
            </a:r>
            <a:endParaRPr lang="zh-CN" altLang="en-US" sz="3600" dirty="0">
              <a:cs typeface="+mn-ea"/>
              <a:sym typeface="+mn-lt"/>
            </a:endParaRPr>
          </a:p>
        </p:txBody>
      </p:sp>
      <p:sp>
        <p:nvSpPr>
          <p:cNvPr id="53" name="文本框 52"/>
          <p:cNvSpPr txBox="1"/>
          <p:nvPr/>
        </p:nvSpPr>
        <p:spPr>
          <a:xfrm>
            <a:off x="1009651" y="3904565"/>
            <a:ext cx="4267200" cy="523220"/>
          </a:xfrm>
          <a:prstGeom prst="rect">
            <a:avLst/>
          </a:prstGeom>
          <a:noFill/>
        </p:spPr>
        <p:txBody>
          <a:bodyPr wrap="square" rtlCol="0">
            <a:spAutoFit/>
          </a:bodyPr>
          <a:lstStyle/>
          <a:p>
            <a:pPr algn="ctr"/>
            <a:r>
              <a:rPr lang="en-US" altLang="zh-CN" sz="1400" dirty="0">
                <a:solidFill>
                  <a:schemeClr val="tx1">
                    <a:lumMod val="50000"/>
                    <a:lumOff val="50000"/>
                  </a:schemeClr>
                </a:solidFill>
                <a:cs typeface="+mn-ea"/>
                <a:sym typeface="+mn-lt"/>
              </a:rPr>
              <a:t>High end atmospheric work report</a:t>
            </a:r>
            <a:r>
              <a:rPr lang="zh-CN" altLang="en-US" sz="1400" dirty="0">
                <a:solidFill>
                  <a:schemeClr val="tx1">
                    <a:lumMod val="50000"/>
                    <a:lumOff val="50000"/>
                  </a:schemeClr>
                </a:solidFill>
                <a:cs typeface="+mn-ea"/>
                <a:sym typeface="+mn-lt"/>
              </a:rPr>
              <a:t>，</a:t>
            </a:r>
            <a:r>
              <a:rPr lang="en-US" altLang="zh-CN" sz="1400" dirty="0">
                <a:solidFill>
                  <a:schemeClr val="tx1">
                    <a:lumMod val="50000"/>
                    <a:lumOff val="50000"/>
                  </a:schemeClr>
                </a:solidFill>
                <a:cs typeface="+mn-ea"/>
                <a:sym typeface="+mn-lt"/>
              </a:rPr>
              <a:t>High end atmospheric work report</a:t>
            </a:r>
            <a:endParaRPr lang="en-US" altLang="zh-CN" sz="1400" dirty="0">
              <a:solidFill>
                <a:schemeClr val="tx1">
                  <a:lumMod val="50000"/>
                  <a:lumOff val="50000"/>
                </a:schemeClr>
              </a:solidFill>
              <a:cs typeface="+mn-ea"/>
              <a:sym typeface="+mn-lt"/>
            </a:endParaRPr>
          </a:p>
        </p:txBody>
      </p:sp>
      <p:sp>
        <p:nvSpPr>
          <p:cNvPr id="54" name="文本框 53"/>
          <p:cNvSpPr txBox="1"/>
          <p:nvPr/>
        </p:nvSpPr>
        <p:spPr>
          <a:xfrm>
            <a:off x="6189400" y="1752601"/>
            <a:ext cx="857251" cy="1323439"/>
          </a:xfrm>
          <a:prstGeom prst="rect">
            <a:avLst/>
          </a:prstGeom>
          <a:noFill/>
        </p:spPr>
        <p:txBody>
          <a:bodyPr wrap="square" rtlCol="0">
            <a:spAutoFit/>
          </a:bodyPr>
          <a:lstStyle/>
          <a:p>
            <a:r>
              <a:rPr lang="en-US" altLang="zh-CN" sz="4000" dirty="0">
                <a:cs typeface="+mn-ea"/>
                <a:sym typeface="+mn-lt"/>
              </a:rPr>
              <a:t>01.</a:t>
            </a:r>
            <a:endParaRPr lang="zh-CN" altLang="en-US" sz="4000" dirty="0">
              <a:cs typeface="+mn-ea"/>
              <a:sym typeface="+mn-lt"/>
            </a:endParaRPr>
          </a:p>
        </p:txBody>
      </p:sp>
      <p:grpSp>
        <p:nvGrpSpPr>
          <p:cNvPr id="55" name="组合 54"/>
          <p:cNvGrpSpPr/>
          <p:nvPr/>
        </p:nvGrpSpPr>
        <p:grpSpPr>
          <a:xfrm>
            <a:off x="6979977" y="1755029"/>
            <a:ext cx="4080849" cy="815522"/>
            <a:chOff x="4904227" y="1326522"/>
            <a:chExt cx="3802251" cy="815522"/>
          </a:xfrm>
        </p:grpSpPr>
        <p:sp>
          <p:nvSpPr>
            <p:cNvPr id="56" name="文本框 55"/>
            <p:cNvSpPr txBox="1"/>
            <p:nvPr/>
          </p:nvSpPr>
          <p:spPr>
            <a:xfrm>
              <a:off x="4904227" y="1326522"/>
              <a:ext cx="3802251" cy="584775"/>
            </a:xfrm>
            <a:prstGeom prst="rect">
              <a:avLst/>
            </a:prstGeom>
            <a:noFill/>
          </p:spPr>
          <p:txBody>
            <a:bodyPr wrap="square" rtlCol="0">
              <a:spAutoFit/>
            </a:bodyPr>
            <a:lstStyle/>
            <a:p>
              <a:pPr algn="dist"/>
              <a:r>
                <a:rPr lang="zh-CN" altLang="en-US" sz="3200" dirty="0">
                  <a:cs typeface="+mn-ea"/>
                  <a:sym typeface="+mn-lt"/>
                </a:rPr>
                <a:t>请在此处添加标题</a:t>
              </a:r>
              <a:endParaRPr lang="zh-CN" altLang="en-US" sz="3200" dirty="0">
                <a:cs typeface="+mn-ea"/>
                <a:sym typeface="+mn-lt"/>
              </a:endParaRPr>
            </a:p>
          </p:txBody>
        </p:sp>
        <p:sp>
          <p:nvSpPr>
            <p:cNvPr id="57" name="文本框 56"/>
            <p:cNvSpPr txBox="1"/>
            <p:nvPr/>
          </p:nvSpPr>
          <p:spPr>
            <a:xfrm>
              <a:off x="4980532" y="1834267"/>
              <a:ext cx="3296620" cy="307777"/>
            </a:xfrm>
            <a:prstGeom prst="rect">
              <a:avLst/>
            </a:prstGeom>
            <a:noFill/>
          </p:spPr>
          <p:txBody>
            <a:bodyPr wrap="square" rtlCol="0">
              <a:spAutoFit/>
            </a:bodyPr>
            <a:lstStyle/>
            <a:p>
              <a:pPr algn="dist"/>
              <a:r>
                <a:rPr lang="en-US" altLang="zh-CN" sz="1400" dirty="0">
                  <a:cs typeface="+mn-ea"/>
                  <a:sym typeface="+mn-lt"/>
                </a:rPr>
                <a:t>PLEASE ADD A TITLE HERE</a:t>
              </a:r>
              <a:endParaRPr lang="zh-CN" altLang="en-US" sz="1400" dirty="0">
                <a:cs typeface="+mn-ea"/>
                <a:sym typeface="+mn-lt"/>
              </a:endParaRPr>
            </a:p>
          </p:txBody>
        </p:sp>
      </p:grpSp>
      <p:sp>
        <p:nvSpPr>
          <p:cNvPr id="58" name="文本框 57"/>
          <p:cNvSpPr txBox="1"/>
          <p:nvPr/>
        </p:nvSpPr>
        <p:spPr>
          <a:xfrm>
            <a:off x="6189400" y="2884776"/>
            <a:ext cx="857251" cy="1323439"/>
          </a:xfrm>
          <a:prstGeom prst="rect">
            <a:avLst/>
          </a:prstGeom>
          <a:noFill/>
        </p:spPr>
        <p:txBody>
          <a:bodyPr wrap="square" rtlCol="0">
            <a:spAutoFit/>
          </a:bodyPr>
          <a:lstStyle/>
          <a:p>
            <a:r>
              <a:rPr lang="en-US" altLang="zh-CN" sz="4000" dirty="0">
                <a:cs typeface="+mn-ea"/>
                <a:sym typeface="+mn-lt"/>
              </a:rPr>
              <a:t>02.</a:t>
            </a:r>
            <a:endParaRPr lang="zh-CN" altLang="en-US" sz="4000" dirty="0">
              <a:cs typeface="+mn-ea"/>
              <a:sym typeface="+mn-lt"/>
            </a:endParaRPr>
          </a:p>
        </p:txBody>
      </p:sp>
      <p:grpSp>
        <p:nvGrpSpPr>
          <p:cNvPr id="59" name="组合 58"/>
          <p:cNvGrpSpPr/>
          <p:nvPr/>
        </p:nvGrpSpPr>
        <p:grpSpPr>
          <a:xfrm>
            <a:off x="6979977" y="2887204"/>
            <a:ext cx="4080849" cy="815522"/>
            <a:chOff x="4904227" y="1326522"/>
            <a:chExt cx="3802251" cy="815522"/>
          </a:xfrm>
        </p:grpSpPr>
        <p:sp>
          <p:nvSpPr>
            <p:cNvPr id="60" name="文本框 59"/>
            <p:cNvSpPr txBox="1"/>
            <p:nvPr/>
          </p:nvSpPr>
          <p:spPr>
            <a:xfrm>
              <a:off x="4904227" y="1326522"/>
              <a:ext cx="3802251" cy="584775"/>
            </a:xfrm>
            <a:prstGeom prst="rect">
              <a:avLst/>
            </a:prstGeom>
            <a:noFill/>
          </p:spPr>
          <p:txBody>
            <a:bodyPr wrap="square" rtlCol="0">
              <a:spAutoFit/>
            </a:bodyPr>
            <a:lstStyle/>
            <a:p>
              <a:pPr algn="dist"/>
              <a:r>
                <a:rPr lang="zh-CN" altLang="en-US" sz="3200" dirty="0">
                  <a:cs typeface="+mn-ea"/>
                  <a:sym typeface="+mn-lt"/>
                </a:rPr>
                <a:t>请在此处添加标题</a:t>
              </a:r>
              <a:endParaRPr lang="zh-CN" altLang="en-US" sz="3200" dirty="0">
                <a:cs typeface="+mn-ea"/>
                <a:sym typeface="+mn-lt"/>
              </a:endParaRPr>
            </a:p>
          </p:txBody>
        </p:sp>
        <p:sp>
          <p:nvSpPr>
            <p:cNvPr id="61" name="文本框 60"/>
            <p:cNvSpPr txBox="1"/>
            <p:nvPr/>
          </p:nvSpPr>
          <p:spPr>
            <a:xfrm>
              <a:off x="4980532" y="1834267"/>
              <a:ext cx="3296620" cy="307777"/>
            </a:xfrm>
            <a:prstGeom prst="rect">
              <a:avLst/>
            </a:prstGeom>
            <a:noFill/>
          </p:spPr>
          <p:txBody>
            <a:bodyPr wrap="square" rtlCol="0">
              <a:spAutoFit/>
            </a:bodyPr>
            <a:lstStyle/>
            <a:p>
              <a:pPr algn="dist"/>
              <a:r>
                <a:rPr lang="en-US" altLang="zh-CN" sz="1400" dirty="0">
                  <a:cs typeface="+mn-ea"/>
                  <a:sym typeface="+mn-lt"/>
                </a:rPr>
                <a:t>PLEASE ADD A TITLE HERE</a:t>
              </a:r>
              <a:endParaRPr lang="zh-CN" altLang="en-US" sz="1400" dirty="0">
                <a:cs typeface="+mn-ea"/>
                <a:sym typeface="+mn-lt"/>
              </a:endParaRPr>
            </a:p>
          </p:txBody>
        </p:sp>
      </p:grpSp>
      <p:sp>
        <p:nvSpPr>
          <p:cNvPr id="62" name="文本框 61"/>
          <p:cNvSpPr txBox="1"/>
          <p:nvPr/>
        </p:nvSpPr>
        <p:spPr>
          <a:xfrm>
            <a:off x="6189400" y="3898001"/>
            <a:ext cx="857251" cy="1323439"/>
          </a:xfrm>
          <a:prstGeom prst="rect">
            <a:avLst/>
          </a:prstGeom>
          <a:noFill/>
        </p:spPr>
        <p:txBody>
          <a:bodyPr wrap="square" rtlCol="0">
            <a:spAutoFit/>
          </a:bodyPr>
          <a:lstStyle/>
          <a:p>
            <a:r>
              <a:rPr lang="en-US" altLang="zh-CN" sz="4000" dirty="0">
                <a:cs typeface="+mn-ea"/>
                <a:sym typeface="+mn-lt"/>
              </a:rPr>
              <a:t>03.</a:t>
            </a:r>
            <a:endParaRPr lang="zh-CN" altLang="en-US" sz="4000" dirty="0">
              <a:cs typeface="+mn-ea"/>
              <a:sym typeface="+mn-lt"/>
            </a:endParaRPr>
          </a:p>
        </p:txBody>
      </p:sp>
      <p:grpSp>
        <p:nvGrpSpPr>
          <p:cNvPr id="63" name="组合 62"/>
          <p:cNvGrpSpPr/>
          <p:nvPr/>
        </p:nvGrpSpPr>
        <p:grpSpPr>
          <a:xfrm>
            <a:off x="6979977" y="3900429"/>
            <a:ext cx="4080849" cy="815522"/>
            <a:chOff x="4904227" y="1326522"/>
            <a:chExt cx="3802251" cy="815522"/>
          </a:xfrm>
        </p:grpSpPr>
        <p:sp>
          <p:nvSpPr>
            <p:cNvPr id="64" name="文本框 63"/>
            <p:cNvSpPr txBox="1"/>
            <p:nvPr/>
          </p:nvSpPr>
          <p:spPr>
            <a:xfrm>
              <a:off x="4904227" y="1326522"/>
              <a:ext cx="3802251" cy="584775"/>
            </a:xfrm>
            <a:prstGeom prst="rect">
              <a:avLst/>
            </a:prstGeom>
            <a:noFill/>
          </p:spPr>
          <p:txBody>
            <a:bodyPr wrap="square" rtlCol="0">
              <a:spAutoFit/>
            </a:bodyPr>
            <a:lstStyle/>
            <a:p>
              <a:pPr algn="dist"/>
              <a:r>
                <a:rPr lang="zh-CN" altLang="en-US" sz="3200" dirty="0">
                  <a:cs typeface="+mn-ea"/>
                  <a:sym typeface="+mn-lt"/>
                </a:rPr>
                <a:t>请在此处添加标题</a:t>
              </a:r>
              <a:endParaRPr lang="zh-CN" altLang="en-US" sz="3200" dirty="0">
                <a:cs typeface="+mn-ea"/>
                <a:sym typeface="+mn-lt"/>
              </a:endParaRPr>
            </a:p>
          </p:txBody>
        </p:sp>
        <p:sp>
          <p:nvSpPr>
            <p:cNvPr id="65" name="文本框 64"/>
            <p:cNvSpPr txBox="1"/>
            <p:nvPr/>
          </p:nvSpPr>
          <p:spPr>
            <a:xfrm>
              <a:off x="4980532" y="1834267"/>
              <a:ext cx="3296620" cy="307777"/>
            </a:xfrm>
            <a:prstGeom prst="rect">
              <a:avLst/>
            </a:prstGeom>
            <a:noFill/>
          </p:spPr>
          <p:txBody>
            <a:bodyPr wrap="square" rtlCol="0">
              <a:spAutoFit/>
            </a:bodyPr>
            <a:lstStyle/>
            <a:p>
              <a:pPr algn="dist"/>
              <a:r>
                <a:rPr lang="en-US" altLang="zh-CN" sz="1400" dirty="0">
                  <a:cs typeface="+mn-ea"/>
                  <a:sym typeface="+mn-lt"/>
                </a:rPr>
                <a:t>PLEASE ADD A TITLE HERE</a:t>
              </a:r>
              <a:endParaRPr lang="zh-CN" altLang="en-US" sz="1400" dirty="0">
                <a:cs typeface="+mn-ea"/>
                <a:sym typeface="+mn-lt"/>
              </a:endParaRPr>
            </a:p>
          </p:txBody>
        </p:sp>
      </p:grpSp>
      <p:sp>
        <p:nvSpPr>
          <p:cNvPr id="66" name="文本框 65"/>
          <p:cNvSpPr txBox="1"/>
          <p:nvPr/>
        </p:nvSpPr>
        <p:spPr>
          <a:xfrm>
            <a:off x="6189400" y="4911227"/>
            <a:ext cx="857251" cy="1323439"/>
          </a:xfrm>
          <a:prstGeom prst="rect">
            <a:avLst/>
          </a:prstGeom>
          <a:noFill/>
        </p:spPr>
        <p:txBody>
          <a:bodyPr wrap="square" rtlCol="0">
            <a:spAutoFit/>
          </a:bodyPr>
          <a:lstStyle/>
          <a:p>
            <a:r>
              <a:rPr lang="en-US" altLang="zh-CN" sz="4000" dirty="0">
                <a:cs typeface="+mn-ea"/>
                <a:sym typeface="+mn-lt"/>
              </a:rPr>
              <a:t>04.</a:t>
            </a:r>
            <a:endParaRPr lang="zh-CN" altLang="en-US" sz="4000" dirty="0">
              <a:cs typeface="+mn-ea"/>
              <a:sym typeface="+mn-lt"/>
            </a:endParaRPr>
          </a:p>
        </p:txBody>
      </p:sp>
      <p:grpSp>
        <p:nvGrpSpPr>
          <p:cNvPr id="67" name="组合 66"/>
          <p:cNvGrpSpPr/>
          <p:nvPr/>
        </p:nvGrpSpPr>
        <p:grpSpPr>
          <a:xfrm>
            <a:off x="6979977" y="4913654"/>
            <a:ext cx="4080849" cy="815522"/>
            <a:chOff x="4904227" y="1326522"/>
            <a:chExt cx="3802251" cy="815522"/>
          </a:xfrm>
        </p:grpSpPr>
        <p:sp>
          <p:nvSpPr>
            <p:cNvPr id="68" name="文本框 67"/>
            <p:cNvSpPr txBox="1"/>
            <p:nvPr/>
          </p:nvSpPr>
          <p:spPr>
            <a:xfrm>
              <a:off x="4904227" y="1326522"/>
              <a:ext cx="3802251" cy="584775"/>
            </a:xfrm>
            <a:prstGeom prst="rect">
              <a:avLst/>
            </a:prstGeom>
            <a:noFill/>
          </p:spPr>
          <p:txBody>
            <a:bodyPr wrap="square" rtlCol="0">
              <a:spAutoFit/>
            </a:bodyPr>
            <a:lstStyle/>
            <a:p>
              <a:pPr algn="dist"/>
              <a:r>
                <a:rPr lang="zh-CN" altLang="en-US" sz="3200" dirty="0">
                  <a:cs typeface="+mn-ea"/>
                  <a:sym typeface="+mn-lt"/>
                </a:rPr>
                <a:t>请在此处添加标题</a:t>
              </a:r>
              <a:endParaRPr lang="zh-CN" altLang="en-US" sz="3200" dirty="0">
                <a:cs typeface="+mn-ea"/>
                <a:sym typeface="+mn-lt"/>
              </a:endParaRPr>
            </a:p>
          </p:txBody>
        </p:sp>
        <p:sp>
          <p:nvSpPr>
            <p:cNvPr id="69" name="文本框 68"/>
            <p:cNvSpPr txBox="1"/>
            <p:nvPr/>
          </p:nvSpPr>
          <p:spPr>
            <a:xfrm>
              <a:off x="4980532" y="1834267"/>
              <a:ext cx="3296620" cy="307777"/>
            </a:xfrm>
            <a:prstGeom prst="rect">
              <a:avLst/>
            </a:prstGeom>
            <a:noFill/>
          </p:spPr>
          <p:txBody>
            <a:bodyPr wrap="square" rtlCol="0">
              <a:spAutoFit/>
            </a:bodyPr>
            <a:lstStyle/>
            <a:p>
              <a:pPr algn="dist"/>
              <a:r>
                <a:rPr lang="en-US" altLang="zh-CN" sz="1400" dirty="0">
                  <a:cs typeface="+mn-ea"/>
                  <a:sym typeface="+mn-lt"/>
                </a:rPr>
                <a:t>PLEASE ADD A TITLE HERE</a:t>
              </a:r>
              <a:endParaRPr lang="zh-CN" altLang="en-US" sz="1400" dirty="0">
                <a:cs typeface="+mn-ea"/>
                <a:sym typeface="+mn-lt"/>
              </a:endParaRPr>
            </a:p>
          </p:txBody>
        </p:sp>
      </p:grpSp>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32073" y="505586"/>
            <a:ext cx="2941552" cy="2122820"/>
          </a:xfrm>
          <a:prstGeom prst="rect">
            <a:avLst/>
          </a:prstGeom>
        </p:spPr>
      </p:pic>
    </p:spTree>
    <p:custDataLst>
      <p:tags r:id="rId2"/>
    </p:custDataLst>
  </p:cSld>
  <p:clrMapOvr>
    <a:masterClrMapping/>
  </p:clrMapOvr>
  <p:transition spd="slow" advTm="8390">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wipe(right)">
                                      <p:cBhvr>
                                        <p:cTn id="7" dur="500"/>
                                        <p:tgtEl>
                                          <p:spTgt spid="7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4"/>
                                        </p:tgtEl>
                                        <p:attrNameLst>
                                          <p:attrName>style.visibility</p:attrName>
                                        </p:attrNameLst>
                                      </p:cBhvr>
                                      <p:to>
                                        <p:strVal val="visible"/>
                                      </p:to>
                                    </p:set>
                                    <p:animEffect transition="in" filter="fade">
                                      <p:cBhvr>
                                        <p:cTn id="12" dur="500"/>
                                        <p:tgtEl>
                                          <p:spTgt spid="5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8"/>
                                        </p:tgtEl>
                                        <p:attrNameLst>
                                          <p:attrName>style.visibility</p:attrName>
                                        </p:attrNameLst>
                                      </p:cBhvr>
                                      <p:to>
                                        <p:strVal val="visible"/>
                                      </p:to>
                                    </p:set>
                                    <p:animEffect transition="in" filter="fade">
                                      <p:cBhvr>
                                        <p:cTn id="15" dur="500"/>
                                        <p:tgtEl>
                                          <p:spTgt spid="5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2"/>
                                        </p:tgtEl>
                                        <p:attrNameLst>
                                          <p:attrName>style.visibility</p:attrName>
                                        </p:attrNameLst>
                                      </p:cBhvr>
                                      <p:to>
                                        <p:strVal val="visible"/>
                                      </p:to>
                                    </p:set>
                                    <p:animEffect transition="in" filter="fade">
                                      <p:cBhvr>
                                        <p:cTn id="18" dur="500"/>
                                        <p:tgtEl>
                                          <p:spTgt spid="6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6"/>
                                        </p:tgtEl>
                                        <p:attrNameLst>
                                          <p:attrName>style.visibility</p:attrName>
                                        </p:attrNameLst>
                                      </p:cBhvr>
                                      <p:to>
                                        <p:strVal val="visible"/>
                                      </p:to>
                                    </p:set>
                                    <p:animEffect transition="in" filter="fade">
                                      <p:cBhvr>
                                        <p:cTn id="21" dur="500"/>
                                        <p:tgtEl>
                                          <p:spTgt spid="6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55"/>
                                        </p:tgtEl>
                                        <p:attrNameLst>
                                          <p:attrName>style.visibility</p:attrName>
                                        </p:attrNameLst>
                                      </p:cBhvr>
                                      <p:to>
                                        <p:strVal val="visible"/>
                                      </p:to>
                                    </p:set>
                                    <p:animEffect transition="in" filter="wipe(left)">
                                      <p:cBhvr>
                                        <p:cTn id="26" dur="500"/>
                                        <p:tgtEl>
                                          <p:spTgt spid="5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59"/>
                                        </p:tgtEl>
                                        <p:attrNameLst>
                                          <p:attrName>style.visibility</p:attrName>
                                        </p:attrNameLst>
                                      </p:cBhvr>
                                      <p:to>
                                        <p:strVal val="visible"/>
                                      </p:to>
                                    </p:set>
                                    <p:animEffect transition="in" filter="wipe(left)">
                                      <p:cBhvr>
                                        <p:cTn id="31" dur="500"/>
                                        <p:tgtEl>
                                          <p:spTgt spid="5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63"/>
                                        </p:tgtEl>
                                        <p:attrNameLst>
                                          <p:attrName>style.visibility</p:attrName>
                                        </p:attrNameLst>
                                      </p:cBhvr>
                                      <p:to>
                                        <p:strVal val="visible"/>
                                      </p:to>
                                    </p:set>
                                    <p:animEffect transition="in" filter="wipe(left)">
                                      <p:cBhvr>
                                        <p:cTn id="36" dur="500"/>
                                        <p:tgtEl>
                                          <p:spTgt spid="6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67"/>
                                        </p:tgtEl>
                                        <p:attrNameLst>
                                          <p:attrName>style.visibility</p:attrName>
                                        </p:attrNameLst>
                                      </p:cBhvr>
                                      <p:to>
                                        <p:strVal val="visible"/>
                                      </p:to>
                                    </p:set>
                                    <p:animEffect transition="in" filter="wipe(left)">
                                      <p:cBhvr>
                                        <p:cTn id="41" dur="500"/>
                                        <p:tgtEl>
                                          <p:spTgt spid="67"/>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37" fill="hold" grpId="0" nodeType="clickEffect">
                                  <p:stCondLst>
                                    <p:cond delay="0"/>
                                  </p:stCondLst>
                                  <p:childTnLst>
                                    <p:set>
                                      <p:cBhvr>
                                        <p:cTn id="45" dur="1" fill="hold">
                                          <p:stCondLst>
                                            <p:cond delay="0"/>
                                          </p:stCondLst>
                                        </p:cTn>
                                        <p:tgtEl>
                                          <p:spTgt spid="51"/>
                                        </p:tgtEl>
                                        <p:attrNameLst>
                                          <p:attrName>style.visibility</p:attrName>
                                        </p:attrNameLst>
                                      </p:cBhvr>
                                      <p:to>
                                        <p:strVal val="visible"/>
                                      </p:to>
                                    </p:set>
                                    <p:animEffect transition="in" filter="barn(outVertical)">
                                      <p:cBhvr>
                                        <p:cTn id="46" dur="500"/>
                                        <p:tgtEl>
                                          <p:spTgt spid="51"/>
                                        </p:tgtEl>
                                      </p:cBhvr>
                                    </p:animEffect>
                                  </p:childTnLst>
                                </p:cTn>
                              </p:par>
                            </p:childTnLst>
                          </p:cTn>
                        </p:par>
                      </p:childTnLst>
                    </p:cTn>
                  </p:par>
                  <p:par>
                    <p:cTn id="47" fill="hold">
                      <p:stCondLst>
                        <p:cond delay="indefinite"/>
                      </p:stCondLst>
                      <p:childTnLst>
                        <p:par>
                          <p:cTn id="48" fill="hold">
                            <p:stCondLst>
                              <p:cond delay="0"/>
                            </p:stCondLst>
                            <p:childTnLst>
                              <p:par>
                                <p:cTn id="49" presetID="37" presetClass="entr" presetSubtype="0" fill="hold" grpId="0" nodeType="clickEffect">
                                  <p:stCondLst>
                                    <p:cond delay="0"/>
                                  </p:stCondLst>
                                  <p:childTnLst>
                                    <p:set>
                                      <p:cBhvr>
                                        <p:cTn id="50" dur="1" fill="hold">
                                          <p:stCondLst>
                                            <p:cond delay="0"/>
                                          </p:stCondLst>
                                        </p:cTn>
                                        <p:tgtEl>
                                          <p:spTgt spid="52"/>
                                        </p:tgtEl>
                                        <p:attrNameLst>
                                          <p:attrName>style.visibility</p:attrName>
                                        </p:attrNameLst>
                                      </p:cBhvr>
                                      <p:to>
                                        <p:strVal val="visible"/>
                                      </p:to>
                                    </p:set>
                                    <p:animEffect transition="in" filter="fade">
                                      <p:cBhvr>
                                        <p:cTn id="51" dur="1000"/>
                                        <p:tgtEl>
                                          <p:spTgt spid="52"/>
                                        </p:tgtEl>
                                      </p:cBhvr>
                                    </p:animEffect>
                                    <p:anim calcmode="lin" valueType="num">
                                      <p:cBhvr>
                                        <p:cTn id="52" dur="1000" fill="hold"/>
                                        <p:tgtEl>
                                          <p:spTgt spid="52"/>
                                        </p:tgtEl>
                                        <p:attrNameLst>
                                          <p:attrName>ppt_x</p:attrName>
                                        </p:attrNameLst>
                                      </p:cBhvr>
                                      <p:tavLst>
                                        <p:tav tm="0">
                                          <p:val>
                                            <p:strVal val="#ppt_x"/>
                                          </p:val>
                                        </p:tav>
                                        <p:tav tm="100000">
                                          <p:val>
                                            <p:strVal val="#ppt_x"/>
                                          </p:val>
                                        </p:tav>
                                      </p:tavLst>
                                    </p:anim>
                                    <p:anim calcmode="lin" valueType="num">
                                      <p:cBhvr>
                                        <p:cTn id="53" dur="900" decel="100000" fill="hold"/>
                                        <p:tgtEl>
                                          <p:spTgt spid="52"/>
                                        </p:tgtEl>
                                        <p:attrNameLst>
                                          <p:attrName>ppt_y</p:attrName>
                                        </p:attrNameLst>
                                      </p:cBhvr>
                                      <p:tavLst>
                                        <p:tav tm="0">
                                          <p:val>
                                            <p:strVal val="#ppt_y+1"/>
                                          </p:val>
                                        </p:tav>
                                        <p:tav tm="100000">
                                          <p:val>
                                            <p:strVal val="#ppt_y-.03"/>
                                          </p:val>
                                        </p:tav>
                                      </p:tavLst>
                                    </p:anim>
                                    <p:anim calcmode="lin" valueType="num">
                                      <p:cBhvr>
                                        <p:cTn id="54" dur="100" accel="100000" fill="hold">
                                          <p:stCondLst>
                                            <p:cond delay="900"/>
                                          </p:stCondLst>
                                        </p:cTn>
                                        <p:tgtEl>
                                          <p:spTgt spid="52"/>
                                        </p:tgtEl>
                                        <p:attrNameLst>
                                          <p:attrName>ppt_y</p:attrName>
                                        </p:attrNameLst>
                                      </p:cBhvr>
                                      <p:tavLst>
                                        <p:tav tm="0">
                                          <p:val>
                                            <p:strVal val="#ppt_y-.03"/>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53"/>
                                        </p:tgtEl>
                                        <p:attrNameLst>
                                          <p:attrName>style.visibility</p:attrName>
                                        </p:attrNameLst>
                                      </p:cBhvr>
                                      <p:to>
                                        <p:strVal val="visible"/>
                                      </p:to>
                                    </p:set>
                                    <p:animEffect transition="in" filter="fade">
                                      <p:cBhvr>
                                        <p:cTn id="57" dur="500"/>
                                        <p:tgtEl>
                                          <p:spTgt spid="53"/>
                                        </p:tgtEl>
                                      </p:cBhvr>
                                    </p:animEffect>
                                    <p:anim calcmode="lin" valueType="num">
                                      <p:cBhvr>
                                        <p:cTn id="58" dur="500" fill="hold"/>
                                        <p:tgtEl>
                                          <p:spTgt spid="53"/>
                                        </p:tgtEl>
                                        <p:attrNameLst>
                                          <p:attrName>ppt_x</p:attrName>
                                        </p:attrNameLst>
                                      </p:cBhvr>
                                      <p:tavLst>
                                        <p:tav tm="0">
                                          <p:val>
                                            <p:strVal val="#ppt_x"/>
                                          </p:val>
                                        </p:tav>
                                        <p:tav tm="100000">
                                          <p:val>
                                            <p:strVal val="#ppt_x"/>
                                          </p:val>
                                        </p:tav>
                                      </p:tavLst>
                                    </p:anim>
                                    <p:anim calcmode="lin" valueType="num">
                                      <p:cBhvr>
                                        <p:cTn id="59" dur="500" fill="hold"/>
                                        <p:tgtEl>
                                          <p:spTgt spid="5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2" grpId="0"/>
      <p:bldP spid="53" grpId="0"/>
      <p:bldP spid="54" grpId="0"/>
      <p:bldP spid="58" grpId="0"/>
      <p:bldP spid="62" grpId="0"/>
      <p:bldP spid="6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0" y="505586"/>
            <a:ext cx="12192000" cy="381000"/>
            <a:chOff x="0" y="391286"/>
            <a:chExt cx="12192000" cy="381000"/>
          </a:xfrm>
        </p:grpSpPr>
        <p:cxnSp>
          <p:nvCxnSpPr>
            <p:cNvPr id="5" name="直接连接符 4"/>
            <p:cNvCxnSpPr/>
            <p:nvPr/>
          </p:nvCxnSpPr>
          <p:spPr>
            <a:xfrm>
              <a:off x="0" y="581786"/>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rot="10800000">
              <a:off x="11060824" y="391286"/>
              <a:ext cx="656896" cy="381000"/>
              <a:chOff x="307428" y="393221"/>
              <a:chExt cx="656896" cy="381000"/>
            </a:xfrm>
          </p:grpSpPr>
          <p:sp>
            <p:nvSpPr>
              <p:cNvPr id="7" name="等腰三角形 6"/>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等腰三角形 7"/>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19" name="组合 18"/>
          <p:cNvGrpSpPr/>
          <p:nvPr/>
        </p:nvGrpSpPr>
        <p:grpSpPr>
          <a:xfrm>
            <a:off x="918119" y="2074291"/>
            <a:ext cx="3253831" cy="3088254"/>
            <a:chOff x="918118" y="2074291"/>
            <a:chExt cx="3253831" cy="3088254"/>
          </a:xfrm>
        </p:grpSpPr>
        <p:sp>
          <p:nvSpPr>
            <p:cNvPr id="10" name="矩形 9"/>
            <p:cNvSpPr/>
            <p:nvPr/>
          </p:nvSpPr>
          <p:spPr>
            <a:xfrm>
              <a:off x="918118" y="2074291"/>
              <a:ext cx="3253831" cy="308825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p:cNvSpPr txBox="1"/>
            <p:nvPr/>
          </p:nvSpPr>
          <p:spPr>
            <a:xfrm>
              <a:off x="1604891" y="2708685"/>
              <a:ext cx="2175306" cy="1862048"/>
            </a:xfrm>
            <a:prstGeom prst="rect">
              <a:avLst/>
            </a:prstGeom>
            <a:noFill/>
          </p:spPr>
          <p:txBody>
            <a:bodyPr wrap="square" rtlCol="0">
              <a:spAutoFit/>
            </a:bodyPr>
            <a:lstStyle/>
            <a:p>
              <a:r>
                <a:rPr lang="en-US" altLang="zh-CN" sz="11500" i="1" dirty="0">
                  <a:cs typeface="+mn-ea"/>
                  <a:sym typeface="+mn-lt"/>
                </a:rPr>
                <a:t>01</a:t>
              </a:r>
              <a:endParaRPr lang="zh-CN" altLang="en-US" sz="11500" i="1" dirty="0">
                <a:cs typeface="+mn-ea"/>
                <a:sym typeface="+mn-lt"/>
              </a:endParaRPr>
            </a:p>
          </p:txBody>
        </p:sp>
      </p:grpSp>
      <p:sp>
        <p:nvSpPr>
          <p:cNvPr id="13" name="文本框 12"/>
          <p:cNvSpPr txBox="1"/>
          <p:nvPr/>
        </p:nvSpPr>
        <p:spPr>
          <a:xfrm>
            <a:off x="4858721" y="4109069"/>
            <a:ext cx="5589547" cy="923330"/>
          </a:xfrm>
          <a:prstGeom prst="rect">
            <a:avLst/>
          </a:prstGeom>
          <a:noFill/>
        </p:spPr>
        <p:txBody>
          <a:bodyPr wrap="square" rtlCol="0">
            <a:spAutoFit/>
          </a:bodyPr>
          <a:lstStyle/>
          <a:p>
            <a:r>
              <a:rPr lang="en-US" altLang="zh-CN" dirty="0">
                <a:solidFill>
                  <a:schemeClr val="tx1">
                    <a:lumMod val="50000"/>
                    <a:lumOff val="50000"/>
                  </a:schemeClr>
                </a:solidFill>
                <a:cs typeface="+mn-ea"/>
                <a:sym typeface="+mn-lt"/>
              </a:rPr>
              <a:t>High end atmospheric work report</a:t>
            </a:r>
            <a:r>
              <a:rPr lang="zh-CN" altLang="en-US" dirty="0">
                <a:solidFill>
                  <a:schemeClr val="tx1">
                    <a:lumMod val="50000"/>
                    <a:lumOff val="50000"/>
                  </a:schemeClr>
                </a:solidFill>
                <a:cs typeface="+mn-ea"/>
                <a:sym typeface="+mn-lt"/>
              </a:rPr>
              <a:t>，</a:t>
            </a:r>
            <a:r>
              <a:rPr lang="en-US" altLang="zh-CN" dirty="0">
                <a:solidFill>
                  <a:schemeClr val="tx1">
                    <a:lumMod val="50000"/>
                    <a:lumOff val="50000"/>
                  </a:schemeClr>
                </a:solidFill>
                <a:cs typeface="+mn-ea"/>
                <a:sym typeface="+mn-lt"/>
              </a:rPr>
              <a:t>High end atmospheric work report, High end atmospheric work report</a:t>
            </a:r>
            <a:endParaRPr lang="zh-CN" altLang="en-US" dirty="0">
              <a:solidFill>
                <a:schemeClr val="tx1">
                  <a:lumMod val="50000"/>
                  <a:lumOff val="50000"/>
                </a:schemeClr>
              </a:solidFill>
              <a:cs typeface="+mn-ea"/>
              <a:sym typeface="+mn-lt"/>
            </a:endParaRPr>
          </a:p>
        </p:txBody>
      </p:sp>
      <p:grpSp>
        <p:nvGrpSpPr>
          <p:cNvPr id="14" name="组合 13"/>
          <p:cNvGrpSpPr/>
          <p:nvPr/>
        </p:nvGrpSpPr>
        <p:grpSpPr>
          <a:xfrm>
            <a:off x="10657819" y="2644915"/>
            <a:ext cx="555708" cy="1855199"/>
            <a:chOff x="9448800" y="2089837"/>
            <a:chExt cx="1428750" cy="2731515"/>
          </a:xfrm>
        </p:grpSpPr>
        <p:cxnSp>
          <p:nvCxnSpPr>
            <p:cNvPr id="15" name="直接连接符 14"/>
            <p:cNvCxnSpPr/>
            <p:nvPr/>
          </p:nvCxnSpPr>
          <p:spPr>
            <a:xfrm>
              <a:off x="9448800" y="2089837"/>
              <a:ext cx="1428750" cy="1249448"/>
            </a:xfrm>
            <a:prstGeom prst="line">
              <a:avLst/>
            </a:prstGeom>
            <a:ln w="130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9467850" y="3237868"/>
              <a:ext cx="1409700" cy="1583484"/>
            </a:xfrm>
            <a:prstGeom prst="line">
              <a:avLst/>
            </a:prstGeom>
            <a:ln w="130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 name="直接连接符 16"/>
          <p:cNvCxnSpPr/>
          <p:nvPr/>
        </p:nvCxnSpPr>
        <p:spPr>
          <a:xfrm>
            <a:off x="5087323" y="3689557"/>
            <a:ext cx="78377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668475" y="2085629"/>
            <a:ext cx="4494186" cy="1490591"/>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spd="slow" p14:dur="1400" advTm="4211">
        <p14:ripple/>
      </p:transition>
    </mc:Choice>
    <mc:Fallback>
      <p:transition spd="slow" advTm="421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righ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left)">
                                      <p:cBhvr>
                                        <p:cTn id="20" dur="5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nvGrpSpPr>
        <p:grpSpPr>
          <a:xfrm>
            <a:off x="0" y="517338"/>
            <a:ext cx="12192000" cy="381000"/>
            <a:chOff x="0" y="517338"/>
            <a:chExt cx="12192000" cy="381000"/>
          </a:xfrm>
        </p:grpSpPr>
        <p:cxnSp>
          <p:nvCxnSpPr>
            <p:cNvPr id="4" name="直接连接符 3"/>
            <p:cNvCxnSpPr/>
            <p:nvPr/>
          </p:nvCxnSpPr>
          <p:spPr>
            <a:xfrm>
              <a:off x="0" y="707838"/>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rot="10800000">
              <a:off x="11060824" y="517338"/>
              <a:ext cx="656896" cy="381000"/>
              <a:chOff x="307428" y="393221"/>
              <a:chExt cx="656896" cy="381000"/>
            </a:xfrm>
          </p:grpSpPr>
          <p:sp>
            <p:nvSpPr>
              <p:cNvPr id="6" name="等腰三角形 5"/>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等腰三角形 6"/>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pic>
        <p:nvPicPr>
          <p:cNvPr id="9" name="图片 8"/>
          <p:cNvPicPr>
            <a:picLocks noChangeAspect="1"/>
          </p:cNvPicPr>
          <p:nvPr/>
        </p:nvPicPr>
        <p:blipFill>
          <a:blip r:embed="rId1"/>
          <a:stretch>
            <a:fillRect/>
          </a:stretch>
        </p:blipFill>
        <p:spPr>
          <a:xfrm>
            <a:off x="3263555" y="1743471"/>
            <a:ext cx="788092" cy="653064"/>
          </a:xfrm>
          <a:prstGeom prst="rect">
            <a:avLst/>
          </a:prstGeom>
        </p:spPr>
      </p:pic>
      <p:sp>
        <p:nvSpPr>
          <p:cNvPr id="10" name="矩形 9"/>
          <p:cNvSpPr/>
          <p:nvPr/>
        </p:nvSpPr>
        <p:spPr>
          <a:xfrm>
            <a:off x="1428751" y="1360057"/>
            <a:ext cx="4457700" cy="20729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10"/>
          <p:cNvSpPr/>
          <p:nvPr/>
        </p:nvSpPr>
        <p:spPr>
          <a:xfrm>
            <a:off x="1428751" y="3856126"/>
            <a:ext cx="4457700" cy="20729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矩形 11"/>
          <p:cNvSpPr/>
          <p:nvPr/>
        </p:nvSpPr>
        <p:spPr>
          <a:xfrm>
            <a:off x="6305551" y="1360057"/>
            <a:ext cx="4457700" cy="20729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矩形 12"/>
          <p:cNvSpPr/>
          <p:nvPr/>
        </p:nvSpPr>
        <p:spPr>
          <a:xfrm>
            <a:off x="6305551" y="3856126"/>
            <a:ext cx="4457700" cy="20729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文本框 13"/>
          <p:cNvSpPr txBox="1"/>
          <p:nvPr/>
        </p:nvSpPr>
        <p:spPr>
          <a:xfrm>
            <a:off x="1524000" y="2653164"/>
            <a:ext cx="4267200" cy="523220"/>
          </a:xfrm>
          <a:prstGeom prst="rect">
            <a:avLst/>
          </a:prstGeom>
          <a:noFill/>
        </p:spPr>
        <p:txBody>
          <a:bodyPr wrap="square" rtlCol="0">
            <a:spAutoFit/>
          </a:bodyPr>
          <a:lstStyle/>
          <a:p>
            <a:pPr algn="ctr"/>
            <a:r>
              <a:rPr lang="en-US" altLang="zh-CN" sz="1400" dirty="0">
                <a:solidFill>
                  <a:schemeClr val="tx1">
                    <a:lumMod val="50000"/>
                    <a:lumOff val="50000"/>
                  </a:schemeClr>
                </a:solidFill>
                <a:cs typeface="+mn-ea"/>
                <a:sym typeface="+mn-lt"/>
              </a:rPr>
              <a:t>High end atmospheric work report</a:t>
            </a:r>
            <a:r>
              <a:rPr lang="zh-CN" altLang="en-US" sz="1400" dirty="0">
                <a:solidFill>
                  <a:schemeClr val="tx1">
                    <a:lumMod val="50000"/>
                    <a:lumOff val="50000"/>
                  </a:schemeClr>
                </a:solidFill>
                <a:cs typeface="+mn-ea"/>
                <a:sym typeface="+mn-lt"/>
              </a:rPr>
              <a:t>，</a:t>
            </a:r>
            <a:r>
              <a:rPr lang="en-US" altLang="zh-CN" sz="1400" dirty="0">
                <a:solidFill>
                  <a:schemeClr val="tx1">
                    <a:lumMod val="50000"/>
                    <a:lumOff val="50000"/>
                  </a:schemeClr>
                </a:solidFill>
                <a:cs typeface="+mn-ea"/>
                <a:sym typeface="+mn-lt"/>
              </a:rPr>
              <a:t>High end atmospheric work report</a:t>
            </a:r>
            <a:endParaRPr lang="en-US" altLang="zh-CN" sz="1400" dirty="0">
              <a:solidFill>
                <a:schemeClr val="tx1">
                  <a:lumMod val="50000"/>
                  <a:lumOff val="50000"/>
                </a:schemeClr>
              </a:solidFill>
              <a:cs typeface="+mn-ea"/>
              <a:sym typeface="+mn-lt"/>
            </a:endParaRPr>
          </a:p>
        </p:txBody>
      </p:sp>
      <p:pic>
        <p:nvPicPr>
          <p:cNvPr id="15" name="图片 14"/>
          <p:cNvPicPr>
            <a:picLocks noChangeAspect="1"/>
          </p:cNvPicPr>
          <p:nvPr/>
        </p:nvPicPr>
        <p:blipFill>
          <a:blip r:embed="rId2"/>
          <a:stretch>
            <a:fillRect/>
          </a:stretch>
        </p:blipFill>
        <p:spPr>
          <a:xfrm>
            <a:off x="8182531" y="1770910"/>
            <a:ext cx="717544" cy="603169"/>
          </a:xfrm>
          <a:prstGeom prst="rect">
            <a:avLst/>
          </a:prstGeom>
        </p:spPr>
      </p:pic>
      <p:sp>
        <p:nvSpPr>
          <p:cNvPr id="16" name="文本框 15"/>
          <p:cNvSpPr txBox="1"/>
          <p:nvPr/>
        </p:nvSpPr>
        <p:spPr>
          <a:xfrm>
            <a:off x="6305551" y="2653164"/>
            <a:ext cx="4267200" cy="523220"/>
          </a:xfrm>
          <a:prstGeom prst="rect">
            <a:avLst/>
          </a:prstGeom>
          <a:noFill/>
        </p:spPr>
        <p:txBody>
          <a:bodyPr wrap="square" rtlCol="0">
            <a:spAutoFit/>
          </a:bodyPr>
          <a:lstStyle/>
          <a:p>
            <a:pPr algn="ctr"/>
            <a:r>
              <a:rPr lang="en-US" altLang="zh-CN" sz="1400" dirty="0">
                <a:solidFill>
                  <a:schemeClr val="tx1">
                    <a:lumMod val="50000"/>
                    <a:lumOff val="50000"/>
                  </a:schemeClr>
                </a:solidFill>
                <a:cs typeface="+mn-ea"/>
                <a:sym typeface="+mn-lt"/>
              </a:rPr>
              <a:t>High end atmospheric work report</a:t>
            </a:r>
            <a:r>
              <a:rPr lang="zh-CN" altLang="en-US" sz="1400" dirty="0">
                <a:solidFill>
                  <a:schemeClr val="tx1">
                    <a:lumMod val="50000"/>
                    <a:lumOff val="50000"/>
                  </a:schemeClr>
                </a:solidFill>
                <a:cs typeface="+mn-ea"/>
                <a:sym typeface="+mn-lt"/>
              </a:rPr>
              <a:t>，</a:t>
            </a:r>
            <a:r>
              <a:rPr lang="en-US" altLang="zh-CN" sz="1400" dirty="0">
                <a:solidFill>
                  <a:schemeClr val="tx1">
                    <a:lumMod val="50000"/>
                    <a:lumOff val="50000"/>
                  </a:schemeClr>
                </a:solidFill>
                <a:cs typeface="+mn-ea"/>
                <a:sym typeface="+mn-lt"/>
              </a:rPr>
              <a:t>High end atmospheric work report</a:t>
            </a:r>
            <a:endParaRPr lang="en-US" altLang="zh-CN" sz="1400" dirty="0">
              <a:solidFill>
                <a:schemeClr val="tx1">
                  <a:lumMod val="50000"/>
                  <a:lumOff val="50000"/>
                </a:schemeClr>
              </a:solidFill>
              <a:cs typeface="+mn-ea"/>
              <a:sym typeface="+mn-lt"/>
            </a:endParaRPr>
          </a:p>
        </p:txBody>
      </p:sp>
      <p:pic>
        <p:nvPicPr>
          <p:cNvPr id="17" name="图片 16"/>
          <p:cNvPicPr>
            <a:picLocks noChangeAspect="1"/>
          </p:cNvPicPr>
          <p:nvPr/>
        </p:nvPicPr>
        <p:blipFill>
          <a:blip r:embed="rId3"/>
          <a:stretch>
            <a:fillRect/>
          </a:stretch>
        </p:blipFill>
        <p:spPr>
          <a:xfrm>
            <a:off x="3292583" y="4147984"/>
            <a:ext cx="597720" cy="578137"/>
          </a:xfrm>
          <a:prstGeom prst="rect">
            <a:avLst/>
          </a:prstGeom>
        </p:spPr>
      </p:pic>
      <p:sp>
        <p:nvSpPr>
          <p:cNvPr id="19" name="文本框 18"/>
          <p:cNvSpPr txBox="1"/>
          <p:nvPr/>
        </p:nvSpPr>
        <p:spPr>
          <a:xfrm>
            <a:off x="1524000" y="5043905"/>
            <a:ext cx="4267200" cy="523220"/>
          </a:xfrm>
          <a:prstGeom prst="rect">
            <a:avLst/>
          </a:prstGeom>
          <a:noFill/>
        </p:spPr>
        <p:txBody>
          <a:bodyPr wrap="square" rtlCol="0">
            <a:spAutoFit/>
          </a:bodyPr>
          <a:lstStyle/>
          <a:p>
            <a:pPr algn="ctr"/>
            <a:r>
              <a:rPr lang="en-US" altLang="zh-CN" sz="1400" dirty="0">
                <a:solidFill>
                  <a:schemeClr val="tx1">
                    <a:lumMod val="50000"/>
                    <a:lumOff val="50000"/>
                  </a:schemeClr>
                </a:solidFill>
                <a:cs typeface="+mn-ea"/>
                <a:sym typeface="+mn-lt"/>
              </a:rPr>
              <a:t>High end atmospheric work report</a:t>
            </a:r>
            <a:r>
              <a:rPr lang="zh-CN" altLang="en-US" sz="1400" dirty="0">
                <a:solidFill>
                  <a:schemeClr val="tx1">
                    <a:lumMod val="50000"/>
                    <a:lumOff val="50000"/>
                  </a:schemeClr>
                </a:solidFill>
                <a:cs typeface="+mn-ea"/>
                <a:sym typeface="+mn-lt"/>
              </a:rPr>
              <a:t>，</a:t>
            </a:r>
            <a:r>
              <a:rPr lang="en-US" altLang="zh-CN" sz="1400" dirty="0">
                <a:solidFill>
                  <a:schemeClr val="tx1">
                    <a:lumMod val="50000"/>
                    <a:lumOff val="50000"/>
                  </a:schemeClr>
                </a:solidFill>
                <a:cs typeface="+mn-ea"/>
                <a:sym typeface="+mn-lt"/>
              </a:rPr>
              <a:t>High end atmospheric work report</a:t>
            </a:r>
            <a:endParaRPr lang="en-US" altLang="zh-CN" sz="1400" dirty="0">
              <a:solidFill>
                <a:schemeClr val="tx1">
                  <a:lumMod val="50000"/>
                  <a:lumOff val="50000"/>
                </a:schemeClr>
              </a:solidFill>
              <a:cs typeface="+mn-ea"/>
              <a:sym typeface="+mn-lt"/>
            </a:endParaRPr>
          </a:p>
        </p:txBody>
      </p:sp>
      <p:pic>
        <p:nvPicPr>
          <p:cNvPr id="20" name="图片 19"/>
          <p:cNvPicPr>
            <a:picLocks noChangeAspect="1"/>
          </p:cNvPicPr>
          <p:nvPr/>
        </p:nvPicPr>
        <p:blipFill>
          <a:blip r:embed="rId4"/>
          <a:stretch>
            <a:fillRect/>
          </a:stretch>
        </p:blipFill>
        <p:spPr>
          <a:xfrm>
            <a:off x="8182531" y="4129306"/>
            <a:ext cx="596799" cy="596814"/>
          </a:xfrm>
          <a:prstGeom prst="rect">
            <a:avLst/>
          </a:prstGeom>
        </p:spPr>
      </p:pic>
      <p:sp>
        <p:nvSpPr>
          <p:cNvPr id="21" name="文本框 20"/>
          <p:cNvSpPr txBox="1"/>
          <p:nvPr/>
        </p:nvSpPr>
        <p:spPr>
          <a:xfrm>
            <a:off x="6407703" y="5044096"/>
            <a:ext cx="4267200" cy="523220"/>
          </a:xfrm>
          <a:prstGeom prst="rect">
            <a:avLst/>
          </a:prstGeom>
          <a:noFill/>
        </p:spPr>
        <p:txBody>
          <a:bodyPr wrap="square" rtlCol="0">
            <a:spAutoFit/>
          </a:bodyPr>
          <a:lstStyle/>
          <a:p>
            <a:pPr algn="ctr"/>
            <a:r>
              <a:rPr lang="en-US" altLang="zh-CN" sz="1400" dirty="0">
                <a:solidFill>
                  <a:schemeClr val="tx1">
                    <a:lumMod val="50000"/>
                    <a:lumOff val="50000"/>
                  </a:schemeClr>
                </a:solidFill>
                <a:cs typeface="+mn-ea"/>
                <a:sym typeface="+mn-lt"/>
              </a:rPr>
              <a:t>High end atmospheric work report</a:t>
            </a:r>
            <a:r>
              <a:rPr lang="zh-CN" altLang="en-US" sz="1400" dirty="0">
                <a:solidFill>
                  <a:schemeClr val="tx1">
                    <a:lumMod val="50000"/>
                    <a:lumOff val="50000"/>
                  </a:schemeClr>
                </a:solidFill>
                <a:cs typeface="+mn-ea"/>
                <a:sym typeface="+mn-lt"/>
              </a:rPr>
              <a:t>，</a:t>
            </a:r>
            <a:r>
              <a:rPr lang="en-US" altLang="zh-CN" sz="1400" dirty="0">
                <a:solidFill>
                  <a:schemeClr val="tx1">
                    <a:lumMod val="50000"/>
                    <a:lumOff val="50000"/>
                  </a:schemeClr>
                </a:solidFill>
                <a:cs typeface="+mn-ea"/>
                <a:sym typeface="+mn-lt"/>
              </a:rPr>
              <a:t>High end atmospheric work report</a:t>
            </a:r>
            <a:endParaRPr lang="en-US" altLang="zh-CN" sz="1400" dirty="0">
              <a:solidFill>
                <a:schemeClr val="tx1">
                  <a:lumMod val="50000"/>
                  <a:lumOff val="50000"/>
                </a:schemeClr>
              </a:solidFill>
              <a:cs typeface="+mn-ea"/>
              <a:sym typeface="+mn-lt"/>
            </a:endParaRPr>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4497">
        <p15:prstTrans prst="peelOff"/>
      </p:transition>
    </mc:Choice>
    <mc:Fallback>
      <p:transition spd="slow" advTm="449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right)">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arn(outVertical)">
                                      <p:cBhvr>
                                        <p:cTn id="12" dur="500"/>
                                        <p:tgtEl>
                                          <p:spTgt spid="10"/>
                                        </p:tgtEl>
                                      </p:cBhvr>
                                    </p:animEffect>
                                  </p:childTnLst>
                                </p:cTn>
                              </p:par>
                              <p:par>
                                <p:cTn id="13" presetID="16" presetClass="entr" presetSubtype="37"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arn(outVertical)">
                                      <p:cBhvr>
                                        <p:cTn id="15" dur="500"/>
                                        <p:tgtEl>
                                          <p:spTgt spid="12"/>
                                        </p:tgtEl>
                                      </p:cBhvr>
                                    </p:animEffect>
                                  </p:childTnLst>
                                </p:cTn>
                              </p:par>
                              <p:par>
                                <p:cTn id="16" presetID="16" presetClass="entr" presetSubtype="37"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barn(outVertical)">
                                      <p:cBhvr>
                                        <p:cTn id="18" dur="500"/>
                                        <p:tgtEl>
                                          <p:spTgt spid="11"/>
                                        </p:tgtEl>
                                      </p:cBhvr>
                                    </p:animEffect>
                                  </p:childTnLst>
                                </p:cTn>
                              </p:par>
                              <p:par>
                                <p:cTn id="19" presetID="16" presetClass="entr" presetSubtype="37"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barn(outVertical)">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37" presetClass="entr" presetSubtype="0"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1000"/>
                                        <p:tgtEl>
                                          <p:spTgt spid="9"/>
                                        </p:tgtEl>
                                      </p:cBhvr>
                                    </p:animEffect>
                                    <p:anim calcmode="lin" valueType="num">
                                      <p:cBhvr>
                                        <p:cTn id="27" dur="1000" fill="hold"/>
                                        <p:tgtEl>
                                          <p:spTgt spid="9"/>
                                        </p:tgtEl>
                                        <p:attrNameLst>
                                          <p:attrName>ppt_x</p:attrName>
                                        </p:attrNameLst>
                                      </p:cBhvr>
                                      <p:tavLst>
                                        <p:tav tm="0">
                                          <p:val>
                                            <p:strVal val="#ppt_x"/>
                                          </p:val>
                                        </p:tav>
                                        <p:tav tm="100000">
                                          <p:val>
                                            <p:strVal val="#ppt_x"/>
                                          </p:val>
                                        </p:tav>
                                      </p:tavLst>
                                    </p:anim>
                                    <p:anim calcmode="lin" valueType="num">
                                      <p:cBhvr>
                                        <p:cTn id="28" dur="900" decel="100000" fill="hold"/>
                                        <p:tgtEl>
                                          <p:spTgt spid="9"/>
                                        </p:tgtEl>
                                        <p:attrNameLst>
                                          <p:attrName>ppt_y</p:attrName>
                                        </p:attrNameLst>
                                      </p:cBhvr>
                                      <p:tavLst>
                                        <p:tav tm="0">
                                          <p:val>
                                            <p:strVal val="#ppt_y+1"/>
                                          </p:val>
                                        </p:tav>
                                        <p:tav tm="100000">
                                          <p:val>
                                            <p:strVal val="#ppt_y-.03"/>
                                          </p:val>
                                        </p:tav>
                                      </p:tavLst>
                                    </p:anim>
                                    <p:anim calcmode="lin" valueType="num">
                                      <p:cBhvr>
                                        <p:cTn id="29" dur="100" accel="100000" fill="hold">
                                          <p:stCondLst>
                                            <p:cond delay="900"/>
                                          </p:stCondLst>
                                        </p:cTn>
                                        <p:tgtEl>
                                          <p:spTgt spid="9"/>
                                        </p:tgtEl>
                                        <p:attrNameLst>
                                          <p:attrName>ppt_y</p:attrName>
                                        </p:attrNameLst>
                                      </p:cBhvr>
                                      <p:tavLst>
                                        <p:tav tm="0">
                                          <p:val>
                                            <p:strVal val="#ppt_y-.03"/>
                                          </p:val>
                                        </p:tav>
                                        <p:tav tm="100000">
                                          <p:val>
                                            <p:strVal val="#ppt_y"/>
                                          </p:val>
                                        </p:tav>
                                      </p:tavLst>
                                    </p:anim>
                                  </p:childTnLst>
                                </p:cTn>
                              </p:par>
                              <p:par>
                                <p:cTn id="30" presetID="37"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1000"/>
                                        <p:tgtEl>
                                          <p:spTgt spid="15"/>
                                        </p:tgtEl>
                                      </p:cBhvr>
                                    </p:animEffect>
                                    <p:anim calcmode="lin" valueType="num">
                                      <p:cBhvr>
                                        <p:cTn id="33" dur="1000" fill="hold"/>
                                        <p:tgtEl>
                                          <p:spTgt spid="15"/>
                                        </p:tgtEl>
                                        <p:attrNameLst>
                                          <p:attrName>ppt_x</p:attrName>
                                        </p:attrNameLst>
                                      </p:cBhvr>
                                      <p:tavLst>
                                        <p:tav tm="0">
                                          <p:val>
                                            <p:strVal val="#ppt_x"/>
                                          </p:val>
                                        </p:tav>
                                        <p:tav tm="100000">
                                          <p:val>
                                            <p:strVal val="#ppt_x"/>
                                          </p:val>
                                        </p:tav>
                                      </p:tavLst>
                                    </p:anim>
                                    <p:anim calcmode="lin" valueType="num">
                                      <p:cBhvr>
                                        <p:cTn id="34" dur="900" decel="100000" fill="hold"/>
                                        <p:tgtEl>
                                          <p:spTgt spid="15"/>
                                        </p:tgtEl>
                                        <p:attrNameLst>
                                          <p:attrName>ppt_y</p:attrName>
                                        </p:attrNameLst>
                                      </p:cBhvr>
                                      <p:tavLst>
                                        <p:tav tm="0">
                                          <p:val>
                                            <p:strVal val="#ppt_y+1"/>
                                          </p:val>
                                        </p:tav>
                                        <p:tav tm="100000">
                                          <p:val>
                                            <p:strVal val="#ppt_y-.03"/>
                                          </p:val>
                                        </p:tav>
                                      </p:tavLst>
                                    </p:anim>
                                    <p:anim calcmode="lin" valueType="num">
                                      <p:cBhvr>
                                        <p:cTn id="35" dur="100" accel="100000" fill="hold">
                                          <p:stCondLst>
                                            <p:cond delay="900"/>
                                          </p:stCondLst>
                                        </p:cTn>
                                        <p:tgtEl>
                                          <p:spTgt spid="15"/>
                                        </p:tgtEl>
                                        <p:attrNameLst>
                                          <p:attrName>ppt_y</p:attrName>
                                        </p:attrNameLst>
                                      </p:cBhvr>
                                      <p:tavLst>
                                        <p:tav tm="0">
                                          <p:val>
                                            <p:strVal val="#ppt_y-.03"/>
                                          </p:val>
                                        </p:tav>
                                        <p:tav tm="100000">
                                          <p:val>
                                            <p:strVal val="#ppt_y"/>
                                          </p:val>
                                        </p:tav>
                                      </p:tavLst>
                                    </p:anim>
                                  </p:childTnLst>
                                </p:cTn>
                              </p:par>
                              <p:par>
                                <p:cTn id="36" presetID="37"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1000"/>
                                        <p:tgtEl>
                                          <p:spTgt spid="17"/>
                                        </p:tgtEl>
                                      </p:cBhvr>
                                    </p:animEffect>
                                    <p:anim calcmode="lin" valueType="num">
                                      <p:cBhvr>
                                        <p:cTn id="39" dur="1000" fill="hold"/>
                                        <p:tgtEl>
                                          <p:spTgt spid="17"/>
                                        </p:tgtEl>
                                        <p:attrNameLst>
                                          <p:attrName>ppt_x</p:attrName>
                                        </p:attrNameLst>
                                      </p:cBhvr>
                                      <p:tavLst>
                                        <p:tav tm="0">
                                          <p:val>
                                            <p:strVal val="#ppt_x"/>
                                          </p:val>
                                        </p:tav>
                                        <p:tav tm="100000">
                                          <p:val>
                                            <p:strVal val="#ppt_x"/>
                                          </p:val>
                                        </p:tav>
                                      </p:tavLst>
                                    </p:anim>
                                    <p:anim calcmode="lin" valueType="num">
                                      <p:cBhvr>
                                        <p:cTn id="40" dur="900" decel="100000" fill="hold"/>
                                        <p:tgtEl>
                                          <p:spTgt spid="17"/>
                                        </p:tgtEl>
                                        <p:attrNameLst>
                                          <p:attrName>ppt_y</p:attrName>
                                        </p:attrNameLst>
                                      </p:cBhvr>
                                      <p:tavLst>
                                        <p:tav tm="0">
                                          <p:val>
                                            <p:strVal val="#ppt_y+1"/>
                                          </p:val>
                                        </p:tav>
                                        <p:tav tm="100000">
                                          <p:val>
                                            <p:strVal val="#ppt_y-.03"/>
                                          </p:val>
                                        </p:tav>
                                      </p:tavLst>
                                    </p:anim>
                                    <p:anim calcmode="lin" valueType="num">
                                      <p:cBhvr>
                                        <p:cTn id="41" dur="100" accel="100000" fill="hold">
                                          <p:stCondLst>
                                            <p:cond delay="900"/>
                                          </p:stCondLst>
                                        </p:cTn>
                                        <p:tgtEl>
                                          <p:spTgt spid="17"/>
                                        </p:tgtEl>
                                        <p:attrNameLst>
                                          <p:attrName>ppt_y</p:attrName>
                                        </p:attrNameLst>
                                      </p:cBhvr>
                                      <p:tavLst>
                                        <p:tav tm="0">
                                          <p:val>
                                            <p:strVal val="#ppt_y-.03"/>
                                          </p:val>
                                        </p:tav>
                                        <p:tav tm="100000">
                                          <p:val>
                                            <p:strVal val="#ppt_y"/>
                                          </p:val>
                                        </p:tav>
                                      </p:tavLst>
                                    </p:anim>
                                  </p:childTnLst>
                                </p:cTn>
                              </p:par>
                              <p:par>
                                <p:cTn id="42" presetID="37" presetClass="entr" presetSubtype="0" fill="hold"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1000"/>
                                        <p:tgtEl>
                                          <p:spTgt spid="20"/>
                                        </p:tgtEl>
                                      </p:cBhvr>
                                    </p:animEffect>
                                    <p:anim calcmode="lin" valueType="num">
                                      <p:cBhvr>
                                        <p:cTn id="45" dur="1000" fill="hold"/>
                                        <p:tgtEl>
                                          <p:spTgt spid="20"/>
                                        </p:tgtEl>
                                        <p:attrNameLst>
                                          <p:attrName>ppt_x</p:attrName>
                                        </p:attrNameLst>
                                      </p:cBhvr>
                                      <p:tavLst>
                                        <p:tav tm="0">
                                          <p:val>
                                            <p:strVal val="#ppt_x"/>
                                          </p:val>
                                        </p:tav>
                                        <p:tav tm="100000">
                                          <p:val>
                                            <p:strVal val="#ppt_x"/>
                                          </p:val>
                                        </p:tav>
                                      </p:tavLst>
                                    </p:anim>
                                    <p:anim calcmode="lin" valueType="num">
                                      <p:cBhvr>
                                        <p:cTn id="46" dur="900" decel="100000" fill="hold"/>
                                        <p:tgtEl>
                                          <p:spTgt spid="20"/>
                                        </p:tgtEl>
                                        <p:attrNameLst>
                                          <p:attrName>ppt_y</p:attrName>
                                        </p:attrNameLst>
                                      </p:cBhvr>
                                      <p:tavLst>
                                        <p:tav tm="0">
                                          <p:val>
                                            <p:strVal val="#ppt_y+1"/>
                                          </p:val>
                                        </p:tav>
                                        <p:tav tm="100000">
                                          <p:val>
                                            <p:strVal val="#ppt_y-.03"/>
                                          </p:val>
                                        </p:tav>
                                      </p:tavLst>
                                    </p:anim>
                                    <p:anim calcmode="lin" valueType="num">
                                      <p:cBhvr>
                                        <p:cTn id="47" dur="100" accel="100000" fill="hold">
                                          <p:stCondLst>
                                            <p:cond delay="900"/>
                                          </p:stCondLst>
                                        </p:cTn>
                                        <p:tgtEl>
                                          <p:spTgt spid="20"/>
                                        </p:tgtEl>
                                        <p:attrNameLst>
                                          <p:attrName>ppt_y</p:attrName>
                                        </p:attrNameLst>
                                      </p:cBhvr>
                                      <p:tavLst>
                                        <p:tav tm="0">
                                          <p:val>
                                            <p:strVal val="#ppt_y-.03"/>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16" presetClass="entr" presetSubtype="37"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barn(outVertical)">
                                      <p:cBhvr>
                                        <p:cTn id="52" dur="500"/>
                                        <p:tgtEl>
                                          <p:spTgt spid="14"/>
                                        </p:tgtEl>
                                      </p:cBhvr>
                                    </p:animEffect>
                                  </p:childTnLst>
                                </p:cTn>
                              </p:par>
                              <p:par>
                                <p:cTn id="53" presetID="16" presetClass="entr" presetSubtype="37"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barn(outVertical)">
                                      <p:cBhvr>
                                        <p:cTn id="55" dur="500"/>
                                        <p:tgtEl>
                                          <p:spTgt spid="16"/>
                                        </p:tgtEl>
                                      </p:cBhvr>
                                    </p:animEffect>
                                  </p:childTnLst>
                                </p:cTn>
                              </p:par>
                              <p:par>
                                <p:cTn id="56" presetID="16" presetClass="entr" presetSubtype="37"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barn(outVertical)">
                                      <p:cBhvr>
                                        <p:cTn id="58" dur="500"/>
                                        <p:tgtEl>
                                          <p:spTgt spid="19"/>
                                        </p:tgtEl>
                                      </p:cBhvr>
                                    </p:animEffect>
                                  </p:childTnLst>
                                </p:cTn>
                              </p:par>
                              <p:par>
                                <p:cTn id="59" presetID="16" presetClass="entr" presetSubtype="37"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barn(outVertical)">
                                      <p:cBhvr>
                                        <p:cTn id="6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p:bldP spid="16" grpId="0"/>
      <p:bldP spid="19" grpId="0"/>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p:cNvGrpSpPr/>
          <p:nvPr/>
        </p:nvGrpSpPr>
        <p:grpSpPr>
          <a:xfrm>
            <a:off x="0" y="495445"/>
            <a:ext cx="12192000" cy="381000"/>
            <a:chOff x="0" y="457345"/>
            <a:chExt cx="12192000" cy="381000"/>
          </a:xfrm>
        </p:grpSpPr>
        <p:cxnSp>
          <p:nvCxnSpPr>
            <p:cNvPr id="4" name="直接连接符 3"/>
            <p:cNvCxnSpPr/>
            <p:nvPr/>
          </p:nvCxnSpPr>
          <p:spPr>
            <a:xfrm>
              <a:off x="0" y="647845"/>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rot="10800000">
              <a:off x="11060824" y="457345"/>
              <a:ext cx="656896" cy="381000"/>
              <a:chOff x="307428" y="393221"/>
              <a:chExt cx="656896" cy="381000"/>
            </a:xfrm>
          </p:grpSpPr>
          <p:sp>
            <p:nvSpPr>
              <p:cNvPr id="6" name="等腰三角形 5"/>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等腰三角形 6"/>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cxnSp>
        <p:nvCxnSpPr>
          <p:cNvPr id="9" name="直接连接符 8"/>
          <p:cNvCxnSpPr/>
          <p:nvPr/>
        </p:nvCxnSpPr>
        <p:spPr>
          <a:xfrm>
            <a:off x="1232452" y="3670852"/>
            <a:ext cx="9515061"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a:xfrm>
            <a:off x="1750602" y="1615118"/>
            <a:ext cx="2414900" cy="1846660"/>
            <a:chOff x="1750601" y="1615118"/>
            <a:chExt cx="2414900" cy="1846660"/>
          </a:xfrm>
        </p:grpSpPr>
        <p:sp>
          <p:nvSpPr>
            <p:cNvPr id="11" name="文本框 10"/>
            <p:cNvSpPr txBox="1"/>
            <p:nvPr/>
          </p:nvSpPr>
          <p:spPr>
            <a:xfrm>
              <a:off x="2227680" y="1615118"/>
              <a:ext cx="1460743" cy="461665"/>
            </a:xfrm>
            <a:prstGeom prst="rect">
              <a:avLst/>
            </a:prstGeom>
            <a:noFill/>
          </p:spPr>
          <p:txBody>
            <a:bodyPr wrap="square" rtlCol="0">
              <a:spAutoFit/>
            </a:bodyPr>
            <a:lstStyle/>
            <a:p>
              <a:r>
                <a:rPr lang="zh-CN" altLang="en-US" sz="2400" dirty="0">
                  <a:cs typeface="+mn-ea"/>
                  <a:sym typeface="+mn-lt"/>
                </a:rPr>
                <a:t>添加标题</a:t>
              </a:r>
              <a:endParaRPr lang="zh-CN" altLang="en-US" sz="2400" dirty="0">
                <a:cs typeface="+mn-ea"/>
                <a:sym typeface="+mn-lt"/>
              </a:endParaRPr>
            </a:p>
          </p:txBody>
        </p:sp>
        <p:sp>
          <p:nvSpPr>
            <p:cNvPr id="12" name="文本框 11"/>
            <p:cNvSpPr txBox="1"/>
            <p:nvPr/>
          </p:nvSpPr>
          <p:spPr>
            <a:xfrm>
              <a:off x="1750601" y="2076783"/>
              <a:ext cx="2414900" cy="1384995"/>
            </a:xfrm>
            <a:prstGeom prst="rect">
              <a:avLst/>
            </a:prstGeom>
            <a:noFill/>
          </p:spPr>
          <p:txBody>
            <a:bodyPr wrap="square" rtlCol="0">
              <a:spAutoFit/>
            </a:bodyPr>
            <a:lstStyle/>
            <a:p>
              <a:pPr algn="ctr">
                <a:lnSpc>
                  <a:spcPct val="150000"/>
                </a:lnSpc>
              </a:pPr>
              <a:r>
                <a:rPr lang="zh-CN" altLang="en-US" sz="1400" dirty="0">
                  <a:cs typeface="+mn-ea"/>
                  <a:sym typeface="+mn-lt"/>
                </a:rPr>
                <a:t>点击此处添加您的文本内容，</a:t>
              </a:r>
              <a:endParaRPr lang="en-US" altLang="zh-CN" sz="1400" dirty="0">
                <a:cs typeface="+mn-ea"/>
                <a:sym typeface="+mn-lt"/>
              </a:endParaRPr>
            </a:p>
            <a:p>
              <a:pPr algn="ctr">
                <a:lnSpc>
                  <a:spcPct val="150000"/>
                </a:lnSpc>
              </a:pPr>
              <a:r>
                <a:rPr lang="zh-CN" altLang="en-US" sz="1400" dirty="0">
                  <a:cs typeface="+mn-ea"/>
                  <a:sym typeface="+mn-lt"/>
                </a:rPr>
                <a:t>注意字体大小及文字数量，</a:t>
              </a:r>
              <a:endParaRPr lang="en-US" altLang="zh-CN" sz="1400" dirty="0">
                <a:cs typeface="+mn-ea"/>
                <a:sym typeface="+mn-lt"/>
              </a:endParaRPr>
            </a:p>
            <a:p>
              <a:pPr algn="ctr">
                <a:lnSpc>
                  <a:spcPct val="150000"/>
                </a:lnSpc>
              </a:pPr>
              <a:r>
                <a:rPr lang="zh-CN" altLang="en-US" sz="1400" dirty="0">
                  <a:cs typeface="+mn-ea"/>
                  <a:sym typeface="+mn-lt"/>
                </a:rPr>
                <a:t>注意整体文本的协调美观。</a:t>
              </a:r>
              <a:endParaRPr lang="zh-CN" altLang="en-US" sz="1400" dirty="0">
                <a:cs typeface="+mn-ea"/>
                <a:sym typeface="+mn-lt"/>
              </a:endParaRPr>
            </a:p>
          </p:txBody>
        </p:sp>
      </p:grpSp>
      <p:grpSp>
        <p:nvGrpSpPr>
          <p:cNvPr id="13" name="组合 12"/>
          <p:cNvGrpSpPr/>
          <p:nvPr/>
        </p:nvGrpSpPr>
        <p:grpSpPr>
          <a:xfrm>
            <a:off x="3632493" y="4320218"/>
            <a:ext cx="2414900" cy="1846660"/>
            <a:chOff x="3632492" y="4320218"/>
            <a:chExt cx="2414900" cy="1846660"/>
          </a:xfrm>
        </p:grpSpPr>
        <p:sp>
          <p:nvSpPr>
            <p:cNvPr id="14" name="文本框 13"/>
            <p:cNvSpPr txBox="1"/>
            <p:nvPr/>
          </p:nvSpPr>
          <p:spPr>
            <a:xfrm>
              <a:off x="4109571" y="4320218"/>
              <a:ext cx="1460743" cy="461665"/>
            </a:xfrm>
            <a:prstGeom prst="rect">
              <a:avLst/>
            </a:prstGeom>
            <a:noFill/>
          </p:spPr>
          <p:txBody>
            <a:bodyPr wrap="square" rtlCol="0">
              <a:spAutoFit/>
            </a:bodyPr>
            <a:lstStyle/>
            <a:p>
              <a:r>
                <a:rPr lang="zh-CN" altLang="en-US" sz="2400" dirty="0">
                  <a:cs typeface="+mn-ea"/>
                  <a:sym typeface="+mn-lt"/>
                </a:rPr>
                <a:t>添加标题</a:t>
              </a:r>
              <a:endParaRPr lang="zh-CN" altLang="en-US" sz="2400" dirty="0">
                <a:cs typeface="+mn-ea"/>
                <a:sym typeface="+mn-lt"/>
              </a:endParaRPr>
            </a:p>
          </p:txBody>
        </p:sp>
        <p:sp>
          <p:nvSpPr>
            <p:cNvPr id="15" name="文本框 14"/>
            <p:cNvSpPr txBox="1"/>
            <p:nvPr/>
          </p:nvSpPr>
          <p:spPr>
            <a:xfrm>
              <a:off x="3632492" y="4781883"/>
              <a:ext cx="2414900" cy="1384995"/>
            </a:xfrm>
            <a:prstGeom prst="rect">
              <a:avLst/>
            </a:prstGeom>
            <a:noFill/>
          </p:spPr>
          <p:txBody>
            <a:bodyPr wrap="square" rtlCol="0">
              <a:spAutoFit/>
            </a:bodyPr>
            <a:lstStyle/>
            <a:p>
              <a:pPr algn="ctr">
                <a:lnSpc>
                  <a:spcPct val="150000"/>
                </a:lnSpc>
              </a:pPr>
              <a:r>
                <a:rPr lang="zh-CN" altLang="en-US" sz="1400" dirty="0">
                  <a:cs typeface="+mn-ea"/>
                  <a:sym typeface="+mn-lt"/>
                </a:rPr>
                <a:t>点击此处添加您的文本内容，</a:t>
              </a:r>
              <a:endParaRPr lang="en-US" altLang="zh-CN" sz="1400" dirty="0">
                <a:cs typeface="+mn-ea"/>
                <a:sym typeface="+mn-lt"/>
              </a:endParaRPr>
            </a:p>
            <a:p>
              <a:pPr algn="ctr">
                <a:lnSpc>
                  <a:spcPct val="150000"/>
                </a:lnSpc>
              </a:pPr>
              <a:r>
                <a:rPr lang="zh-CN" altLang="en-US" sz="1400" dirty="0">
                  <a:cs typeface="+mn-ea"/>
                  <a:sym typeface="+mn-lt"/>
                </a:rPr>
                <a:t>注意字体大小及文字数量，</a:t>
              </a:r>
              <a:endParaRPr lang="en-US" altLang="zh-CN" sz="1400" dirty="0">
                <a:cs typeface="+mn-ea"/>
                <a:sym typeface="+mn-lt"/>
              </a:endParaRPr>
            </a:p>
            <a:p>
              <a:pPr algn="ctr">
                <a:lnSpc>
                  <a:spcPct val="150000"/>
                </a:lnSpc>
              </a:pPr>
              <a:r>
                <a:rPr lang="zh-CN" altLang="en-US" sz="1400" dirty="0">
                  <a:cs typeface="+mn-ea"/>
                  <a:sym typeface="+mn-lt"/>
                </a:rPr>
                <a:t>注意整体文本的协调美观。</a:t>
              </a:r>
              <a:endParaRPr lang="zh-CN" altLang="en-US" sz="1400" dirty="0">
                <a:cs typeface="+mn-ea"/>
                <a:sym typeface="+mn-lt"/>
              </a:endParaRPr>
            </a:p>
          </p:txBody>
        </p:sp>
      </p:grpSp>
      <p:grpSp>
        <p:nvGrpSpPr>
          <p:cNvPr id="16" name="组合 15"/>
          <p:cNvGrpSpPr/>
          <p:nvPr/>
        </p:nvGrpSpPr>
        <p:grpSpPr>
          <a:xfrm>
            <a:off x="5881221" y="1633307"/>
            <a:ext cx="2414900" cy="1815175"/>
            <a:chOff x="5881220" y="1633305"/>
            <a:chExt cx="2414900" cy="1815175"/>
          </a:xfrm>
        </p:grpSpPr>
        <p:sp>
          <p:nvSpPr>
            <p:cNvPr id="17" name="文本框 16"/>
            <p:cNvSpPr txBox="1"/>
            <p:nvPr/>
          </p:nvSpPr>
          <p:spPr>
            <a:xfrm>
              <a:off x="6250885" y="1633305"/>
              <a:ext cx="1460743" cy="461665"/>
            </a:xfrm>
            <a:prstGeom prst="rect">
              <a:avLst/>
            </a:prstGeom>
            <a:noFill/>
          </p:spPr>
          <p:txBody>
            <a:bodyPr wrap="square" rtlCol="0">
              <a:spAutoFit/>
            </a:bodyPr>
            <a:lstStyle/>
            <a:p>
              <a:r>
                <a:rPr lang="zh-CN" altLang="en-US" sz="2400" dirty="0">
                  <a:cs typeface="+mn-ea"/>
                  <a:sym typeface="+mn-lt"/>
                </a:rPr>
                <a:t>添加标题</a:t>
              </a:r>
              <a:endParaRPr lang="zh-CN" altLang="en-US" sz="2400" dirty="0">
                <a:cs typeface="+mn-ea"/>
                <a:sym typeface="+mn-lt"/>
              </a:endParaRPr>
            </a:p>
          </p:txBody>
        </p:sp>
        <p:sp>
          <p:nvSpPr>
            <p:cNvPr id="18" name="文本框 17"/>
            <p:cNvSpPr txBox="1"/>
            <p:nvPr/>
          </p:nvSpPr>
          <p:spPr>
            <a:xfrm>
              <a:off x="5881220" y="2063485"/>
              <a:ext cx="2414900" cy="1384995"/>
            </a:xfrm>
            <a:prstGeom prst="rect">
              <a:avLst/>
            </a:prstGeom>
            <a:noFill/>
          </p:spPr>
          <p:txBody>
            <a:bodyPr wrap="square" rtlCol="0">
              <a:spAutoFit/>
            </a:bodyPr>
            <a:lstStyle/>
            <a:p>
              <a:pPr algn="ctr">
                <a:lnSpc>
                  <a:spcPct val="150000"/>
                </a:lnSpc>
              </a:pPr>
              <a:r>
                <a:rPr lang="zh-CN" altLang="en-US" sz="1400" dirty="0">
                  <a:cs typeface="+mn-ea"/>
                  <a:sym typeface="+mn-lt"/>
                </a:rPr>
                <a:t>点击此处添加您的文本内容，</a:t>
              </a:r>
              <a:endParaRPr lang="en-US" altLang="zh-CN" sz="1400" dirty="0">
                <a:cs typeface="+mn-ea"/>
                <a:sym typeface="+mn-lt"/>
              </a:endParaRPr>
            </a:p>
            <a:p>
              <a:pPr algn="ctr">
                <a:lnSpc>
                  <a:spcPct val="150000"/>
                </a:lnSpc>
              </a:pPr>
              <a:r>
                <a:rPr lang="zh-CN" altLang="en-US" sz="1400" dirty="0">
                  <a:cs typeface="+mn-ea"/>
                  <a:sym typeface="+mn-lt"/>
                </a:rPr>
                <a:t>注意字体大小及文字数量，</a:t>
              </a:r>
              <a:endParaRPr lang="en-US" altLang="zh-CN" sz="1400" dirty="0">
                <a:cs typeface="+mn-ea"/>
                <a:sym typeface="+mn-lt"/>
              </a:endParaRPr>
            </a:p>
            <a:p>
              <a:pPr algn="ctr">
                <a:lnSpc>
                  <a:spcPct val="150000"/>
                </a:lnSpc>
              </a:pPr>
              <a:r>
                <a:rPr lang="zh-CN" altLang="en-US" sz="1400" dirty="0">
                  <a:cs typeface="+mn-ea"/>
                  <a:sym typeface="+mn-lt"/>
                </a:rPr>
                <a:t>注意整体文本的协调美观。</a:t>
              </a:r>
              <a:endParaRPr lang="zh-CN" altLang="en-US" sz="1400" dirty="0">
                <a:cs typeface="+mn-ea"/>
                <a:sym typeface="+mn-lt"/>
              </a:endParaRPr>
            </a:p>
          </p:txBody>
        </p:sp>
      </p:grpSp>
      <p:grpSp>
        <p:nvGrpSpPr>
          <p:cNvPr id="19" name="组合 18"/>
          <p:cNvGrpSpPr/>
          <p:nvPr/>
        </p:nvGrpSpPr>
        <p:grpSpPr>
          <a:xfrm>
            <a:off x="8112418" y="4346495"/>
            <a:ext cx="2414900" cy="1492009"/>
            <a:chOff x="8112417" y="4346493"/>
            <a:chExt cx="2414900" cy="1492009"/>
          </a:xfrm>
        </p:grpSpPr>
        <p:sp>
          <p:nvSpPr>
            <p:cNvPr id="20" name="文本框 19"/>
            <p:cNvSpPr txBox="1"/>
            <p:nvPr/>
          </p:nvSpPr>
          <p:spPr>
            <a:xfrm>
              <a:off x="8482082" y="4346493"/>
              <a:ext cx="1460743" cy="461665"/>
            </a:xfrm>
            <a:prstGeom prst="rect">
              <a:avLst/>
            </a:prstGeom>
            <a:noFill/>
          </p:spPr>
          <p:txBody>
            <a:bodyPr wrap="square" rtlCol="0">
              <a:spAutoFit/>
            </a:bodyPr>
            <a:lstStyle/>
            <a:p>
              <a:r>
                <a:rPr lang="zh-CN" altLang="en-US" sz="2400" dirty="0">
                  <a:cs typeface="+mn-ea"/>
                  <a:sym typeface="+mn-lt"/>
                </a:rPr>
                <a:t>添加标题</a:t>
              </a:r>
              <a:endParaRPr lang="zh-CN" altLang="en-US" sz="2400" dirty="0">
                <a:cs typeface="+mn-ea"/>
                <a:sym typeface="+mn-lt"/>
              </a:endParaRPr>
            </a:p>
          </p:txBody>
        </p:sp>
        <p:sp>
          <p:nvSpPr>
            <p:cNvPr id="21" name="文本框 20"/>
            <p:cNvSpPr txBox="1"/>
            <p:nvPr/>
          </p:nvSpPr>
          <p:spPr>
            <a:xfrm>
              <a:off x="8112417" y="4776673"/>
              <a:ext cx="2414900" cy="1061829"/>
            </a:xfrm>
            <a:prstGeom prst="rect">
              <a:avLst/>
            </a:prstGeom>
            <a:noFill/>
          </p:spPr>
          <p:txBody>
            <a:bodyPr wrap="square" rtlCol="0">
              <a:spAutoFit/>
            </a:bodyPr>
            <a:lstStyle/>
            <a:p>
              <a:pPr algn="ctr">
                <a:lnSpc>
                  <a:spcPct val="150000"/>
                </a:lnSpc>
              </a:pPr>
              <a:r>
                <a:rPr lang="zh-CN" altLang="en-US" sz="1400" dirty="0">
                  <a:cs typeface="+mn-ea"/>
                  <a:sym typeface="+mn-lt"/>
                </a:rPr>
                <a:t>点击此处添加您的文本内容，</a:t>
              </a:r>
              <a:endParaRPr lang="en-US" altLang="zh-CN" sz="1400" dirty="0">
                <a:cs typeface="+mn-ea"/>
                <a:sym typeface="+mn-lt"/>
              </a:endParaRPr>
            </a:p>
            <a:p>
              <a:pPr algn="ctr">
                <a:lnSpc>
                  <a:spcPct val="150000"/>
                </a:lnSpc>
              </a:pPr>
              <a:r>
                <a:rPr lang="zh-CN" altLang="en-US" sz="1400" dirty="0">
                  <a:cs typeface="+mn-ea"/>
                  <a:sym typeface="+mn-lt"/>
                </a:rPr>
                <a:t>注意字体大小及文字数量，</a:t>
              </a:r>
              <a:endParaRPr lang="en-US" altLang="zh-CN" sz="1400" dirty="0">
                <a:cs typeface="+mn-ea"/>
                <a:sym typeface="+mn-lt"/>
              </a:endParaRPr>
            </a:p>
            <a:p>
              <a:pPr algn="ctr">
                <a:lnSpc>
                  <a:spcPct val="150000"/>
                </a:lnSpc>
              </a:pPr>
              <a:r>
                <a:rPr lang="zh-CN" altLang="en-US" sz="1400" dirty="0">
                  <a:cs typeface="+mn-ea"/>
                  <a:sym typeface="+mn-lt"/>
                </a:rPr>
                <a:t>注意整体文本的协调美观。</a:t>
              </a:r>
              <a:endParaRPr lang="zh-CN" altLang="en-US" sz="1400" dirty="0">
                <a:cs typeface="+mn-ea"/>
                <a:sym typeface="+mn-lt"/>
              </a:endParaRPr>
            </a:p>
          </p:txBody>
        </p:sp>
      </p:grpSp>
      <p:grpSp>
        <p:nvGrpSpPr>
          <p:cNvPr id="22" name="组合 21"/>
          <p:cNvGrpSpPr/>
          <p:nvPr/>
        </p:nvGrpSpPr>
        <p:grpSpPr>
          <a:xfrm>
            <a:off x="2816502" y="3101009"/>
            <a:ext cx="65431" cy="603522"/>
            <a:chOff x="2816502" y="3101009"/>
            <a:chExt cx="65430" cy="603522"/>
          </a:xfrm>
        </p:grpSpPr>
        <p:cxnSp>
          <p:nvCxnSpPr>
            <p:cNvPr id="23" name="直接连接符 22"/>
            <p:cNvCxnSpPr/>
            <p:nvPr/>
          </p:nvCxnSpPr>
          <p:spPr>
            <a:xfrm flipV="1">
              <a:off x="2849217" y="3101009"/>
              <a:ext cx="0" cy="569843"/>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4" name="椭圆 23"/>
            <p:cNvSpPr/>
            <p:nvPr/>
          </p:nvSpPr>
          <p:spPr>
            <a:xfrm>
              <a:off x="2816502" y="3639101"/>
              <a:ext cx="65430" cy="654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5" name="组合 24"/>
          <p:cNvGrpSpPr/>
          <p:nvPr/>
        </p:nvGrpSpPr>
        <p:grpSpPr>
          <a:xfrm>
            <a:off x="4804051" y="3645145"/>
            <a:ext cx="65431" cy="595550"/>
            <a:chOff x="4804051" y="3645145"/>
            <a:chExt cx="65430" cy="595550"/>
          </a:xfrm>
        </p:grpSpPr>
        <p:cxnSp>
          <p:nvCxnSpPr>
            <p:cNvPr id="26" name="直接连接符 25"/>
            <p:cNvCxnSpPr/>
            <p:nvPr/>
          </p:nvCxnSpPr>
          <p:spPr>
            <a:xfrm flipV="1">
              <a:off x="4836767" y="3670852"/>
              <a:ext cx="0" cy="569843"/>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4804051" y="3645145"/>
              <a:ext cx="65430" cy="654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cs typeface="+mn-ea"/>
                  <a:sym typeface="+mn-lt"/>
                </a:rPr>
                <a:t> </a:t>
              </a:r>
              <a:endParaRPr lang="zh-CN" altLang="en-US" dirty="0">
                <a:cs typeface="+mn-ea"/>
                <a:sym typeface="+mn-lt"/>
              </a:endParaRPr>
            </a:p>
          </p:txBody>
        </p:sp>
      </p:grpSp>
      <p:grpSp>
        <p:nvGrpSpPr>
          <p:cNvPr id="28" name="组合 27"/>
          <p:cNvGrpSpPr/>
          <p:nvPr/>
        </p:nvGrpSpPr>
        <p:grpSpPr>
          <a:xfrm>
            <a:off x="6928265" y="3093730"/>
            <a:ext cx="65431" cy="616847"/>
            <a:chOff x="6928264" y="3093728"/>
            <a:chExt cx="65430" cy="616847"/>
          </a:xfrm>
        </p:grpSpPr>
        <p:cxnSp>
          <p:nvCxnSpPr>
            <p:cNvPr id="29" name="直接连接符 28"/>
            <p:cNvCxnSpPr/>
            <p:nvPr/>
          </p:nvCxnSpPr>
          <p:spPr>
            <a:xfrm flipV="1">
              <a:off x="6960979" y="3093728"/>
              <a:ext cx="0" cy="569843"/>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30" name="椭圆 29"/>
            <p:cNvSpPr/>
            <p:nvPr/>
          </p:nvSpPr>
          <p:spPr>
            <a:xfrm>
              <a:off x="6928264" y="3645145"/>
              <a:ext cx="65430" cy="654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cs typeface="+mn-ea"/>
                  <a:sym typeface="+mn-lt"/>
                </a:rPr>
                <a:t> </a:t>
              </a:r>
              <a:endParaRPr lang="zh-CN" altLang="en-US" dirty="0">
                <a:cs typeface="+mn-ea"/>
                <a:sym typeface="+mn-lt"/>
              </a:endParaRPr>
            </a:p>
          </p:txBody>
        </p:sp>
      </p:grpSp>
      <p:grpSp>
        <p:nvGrpSpPr>
          <p:cNvPr id="31" name="组合 30"/>
          <p:cNvGrpSpPr/>
          <p:nvPr/>
        </p:nvGrpSpPr>
        <p:grpSpPr>
          <a:xfrm>
            <a:off x="9287153" y="3645147"/>
            <a:ext cx="65431" cy="595549"/>
            <a:chOff x="9287152" y="3645145"/>
            <a:chExt cx="65430" cy="595549"/>
          </a:xfrm>
        </p:grpSpPr>
        <p:cxnSp>
          <p:nvCxnSpPr>
            <p:cNvPr id="32" name="直接连接符 31"/>
            <p:cNvCxnSpPr/>
            <p:nvPr/>
          </p:nvCxnSpPr>
          <p:spPr>
            <a:xfrm flipV="1">
              <a:off x="9319867" y="3670851"/>
              <a:ext cx="0" cy="569843"/>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33" name="椭圆 32"/>
            <p:cNvSpPr/>
            <p:nvPr/>
          </p:nvSpPr>
          <p:spPr>
            <a:xfrm>
              <a:off x="9287152" y="3645145"/>
              <a:ext cx="65430" cy="654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cs typeface="+mn-ea"/>
                  <a:sym typeface="+mn-lt"/>
                </a:rPr>
                <a:t> </a:t>
              </a:r>
              <a:endParaRPr lang="zh-CN" altLang="en-US" dirty="0">
                <a:cs typeface="+mn-ea"/>
                <a:sym typeface="+mn-lt"/>
              </a:endParaRPr>
            </a:p>
          </p:txBody>
        </p:sp>
      </p:grpSp>
      <p:pic>
        <p:nvPicPr>
          <p:cNvPr id="35" name="图片 3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968817" y="1085519"/>
            <a:ext cx="2420455" cy="802795"/>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spd="slow" p14:dur="1200" advTm="10063">
        <p:dissolve/>
      </p:transition>
    </mc:Choice>
    <mc:Fallback>
      <p:transition spd="slow" advTm="10063">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7" presetClass="entr" presetSubtype="4" fill="hold" nodeType="clickEffect">
                                  <p:stCondLst>
                                    <p:cond delay="0"/>
                                  </p:stCondLst>
                                  <p:childTnLst>
                                    <p:set>
                                      <p:cBhvr>
                                        <p:cTn id="17" dur="1" fill="hold">
                                          <p:stCondLst>
                                            <p:cond delay="0"/>
                                          </p:stCondLst>
                                        </p:cTn>
                                        <p:tgtEl>
                                          <p:spTgt spid="22"/>
                                        </p:tgtEl>
                                        <p:attrNameLst>
                                          <p:attrName>style.visibility</p:attrName>
                                        </p:attrNameLst>
                                      </p:cBhvr>
                                      <p:to>
                                        <p:strVal val="visible"/>
                                      </p:to>
                                    </p:set>
                                    <p:anim calcmode="lin" valueType="num">
                                      <p:cBhvr>
                                        <p:cTn id="18" dur="500" fill="hold"/>
                                        <p:tgtEl>
                                          <p:spTgt spid="22"/>
                                        </p:tgtEl>
                                        <p:attrNameLst>
                                          <p:attrName>ppt_x</p:attrName>
                                        </p:attrNameLst>
                                      </p:cBhvr>
                                      <p:tavLst>
                                        <p:tav tm="0">
                                          <p:val>
                                            <p:strVal val="#ppt_x"/>
                                          </p:val>
                                        </p:tav>
                                        <p:tav tm="100000">
                                          <p:val>
                                            <p:strVal val="#ppt_x"/>
                                          </p:val>
                                        </p:tav>
                                      </p:tavLst>
                                    </p:anim>
                                    <p:anim calcmode="lin" valueType="num">
                                      <p:cBhvr>
                                        <p:cTn id="19" dur="500" fill="hold"/>
                                        <p:tgtEl>
                                          <p:spTgt spid="22"/>
                                        </p:tgtEl>
                                        <p:attrNameLst>
                                          <p:attrName>ppt_y</p:attrName>
                                        </p:attrNameLst>
                                      </p:cBhvr>
                                      <p:tavLst>
                                        <p:tav tm="0">
                                          <p:val>
                                            <p:strVal val="#ppt_y+#ppt_h/2"/>
                                          </p:val>
                                        </p:tav>
                                        <p:tav tm="100000">
                                          <p:val>
                                            <p:strVal val="#ppt_y"/>
                                          </p:val>
                                        </p:tav>
                                      </p:tavLst>
                                    </p:anim>
                                    <p:anim calcmode="lin" valueType="num">
                                      <p:cBhvr>
                                        <p:cTn id="20" dur="500" fill="hold"/>
                                        <p:tgtEl>
                                          <p:spTgt spid="22"/>
                                        </p:tgtEl>
                                        <p:attrNameLst>
                                          <p:attrName>ppt_w</p:attrName>
                                        </p:attrNameLst>
                                      </p:cBhvr>
                                      <p:tavLst>
                                        <p:tav tm="0">
                                          <p:val>
                                            <p:strVal val="#ppt_w"/>
                                          </p:val>
                                        </p:tav>
                                        <p:tav tm="100000">
                                          <p:val>
                                            <p:strVal val="#ppt_w"/>
                                          </p:val>
                                        </p:tav>
                                      </p:tavLst>
                                    </p:anim>
                                    <p:anim calcmode="lin" valueType="num">
                                      <p:cBhvr>
                                        <p:cTn id="21" dur="500" fill="hold"/>
                                        <p:tgtEl>
                                          <p:spTgt spid="22"/>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1"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500" fill="hold"/>
                                        <p:tgtEl>
                                          <p:spTgt spid="10"/>
                                        </p:tgtEl>
                                        <p:attrNameLst>
                                          <p:attrName>ppt_x</p:attrName>
                                        </p:attrNameLst>
                                      </p:cBhvr>
                                      <p:tavLst>
                                        <p:tav tm="0">
                                          <p:val>
                                            <p:strVal val="#ppt_x"/>
                                          </p:val>
                                        </p:tav>
                                        <p:tav tm="100000">
                                          <p:val>
                                            <p:strVal val="#ppt_x"/>
                                          </p:val>
                                        </p:tav>
                                      </p:tavLst>
                                    </p:anim>
                                    <p:anim calcmode="lin" valueType="num">
                                      <p:cBhvr additive="base">
                                        <p:cTn id="27"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7" presetClass="entr" presetSubtype="1"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 calcmode="lin" valueType="num">
                                      <p:cBhvr>
                                        <p:cTn id="32" dur="500" fill="hold"/>
                                        <p:tgtEl>
                                          <p:spTgt spid="25"/>
                                        </p:tgtEl>
                                        <p:attrNameLst>
                                          <p:attrName>ppt_x</p:attrName>
                                        </p:attrNameLst>
                                      </p:cBhvr>
                                      <p:tavLst>
                                        <p:tav tm="0">
                                          <p:val>
                                            <p:strVal val="#ppt_x"/>
                                          </p:val>
                                        </p:tav>
                                        <p:tav tm="100000">
                                          <p:val>
                                            <p:strVal val="#ppt_x"/>
                                          </p:val>
                                        </p:tav>
                                      </p:tavLst>
                                    </p:anim>
                                    <p:anim calcmode="lin" valueType="num">
                                      <p:cBhvr>
                                        <p:cTn id="33" dur="500" fill="hold"/>
                                        <p:tgtEl>
                                          <p:spTgt spid="25"/>
                                        </p:tgtEl>
                                        <p:attrNameLst>
                                          <p:attrName>ppt_y</p:attrName>
                                        </p:attrNameLst>
                                      </p:cBhvr>
                                      <p:tavLst>
                                        <p:tav tm="0">
                                          <p:val>
                                            <p:strVal val="#ppt_y-#ppt_h/2"/>
                                          </p:val>
                                        </p:tav>
                                        <p:tav tm="100000">
                                          <p:val>
                                            <p:strVal val="#ppt_y"/>
                                          </p:val>
                                        </p:tav>
                                      </p:tavLst>
                                    </p:anim>
                                    <p:anim calcmode="lin" valueType="num">
                                      <p:cBhvr>
                                        <p:cTn id="34" dur="500" fill="hold"/>
                                        <p:tgtEl>
                                          <p:spTgt spid="25"/>
                                        </p:tgtEl>
                                        <p:attrNameLst>
                                          <p:attrName>ppt_w</p:attrName>
                                        </p:attrNameLst>
                                      </p:cBhvr>
                                      <p:tavLst>
                                        <p:tav tm="0">
                                          <p:val>
                                            <p:strVal val="#ppt_w"/>
                                          </p:val>
                                        </p:tav>
                                        <p:tav tm="100000">
                                          <p:val>
                                            <p:strVal val="#ppt_w"/>
                                          </p:val>
                                        </p:tav>
                                      </p:tavLst>
                                    </p:anim>
                                    <p:anim calcmode="lin" valueType="num">
                                      <p:cBhvr>
                                        <p:cTn id="35" dur="500" fill="hold"/>
                                        <p:tgtEl>
                                          <p:spTgt spid="25"/>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13"/>
                                        </p:tgtEl>
                                        <p:attrNameLst>
                                          <p:attrName>style.visibility</p:attrName>
                                        </p:attrNameLst>
                                      </p:cBhvr>
                                      <p:to>
                                        <p:strVal val="visible"/>
                                      </p:to>
                                    </p:set>
                                    <p:anim calcmode="lin" valueType="num">
                                      <p:cBhvr additive="base">
                                        <p:cTn id="40" dur="500" fill="hold"/>
                                        <p:tgtEl>
                                          <p:spTgt spid="13"/>
                                        </p:tgtEl>
                                        <p:attrNameLst>
                                          <p:attrName>ppt_x</p:attrName>
                                        </p:attrNameLst>
                                      </p:cBhvr>
                                      <p:tavLst>
                                        <p:tav tm="0">
                                          <p:val>
                                            <p:strVal val="#ppt_x"/>
                                          </p:val>
                                        </p:tav>
                                        <p:tav tm="100000">
                                          <p:val>
                                            <p:strVal val="#ppt_x"/>
                                          </p:val>
                                        </p:tav>
                                      </p:tavLst>
                                    </p:anim>
                                    <p:anim calcmode="lin" valueType="num">
                                      <p:cBhvr additive="base">
                                        <p:cTn id="41"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7" presetClass="entr" presetSubtype="4" fill="hold" nodeType="clickEffect">
                                  <p:stCondLst>
                                    <p:cond delay="0"/>
                                  </p:stCondLst>
                                  <p:childTnLst>
                                    <p:set>
                                      <p:cBhvr>
                                        <p:cTn id="45" dur="1" fill="hold">
                                          <p:stCondLst>
                                            <p:cond delay="0"/>
                                          </p:stCondLst>
                                        </p:cTn>
                                        <p:tgtEl>
                                          <p:spTgt spid="28"/>
                                        </p:tgtEl>
                                        <p:attrNameLst>
                                          <p:attrName>style.visibility</p:attrName>
                                        </p:attrNameLst>
                                      </p:cBhvr>
                                      <p:to>
                                        <p:strVal val="visible"/>
                                      </p:to>
                                    </p:set>
                                    <p:anim calcmode="lin" valueType="num">
                                      <p:cBhvr>
                                        <p:cTn id="46" dur="500" fill="hold"/>
                                        <p:tgtEl>
                                          <p:spTgt spid="28"/>
                                        </p:tgtEl>
                                        <p:attrNameLst>
                                          <p:attrName>ppt_x</p:attrName>
                                        </p:attrNameLst>
                                      </p:cBhvr>
                                      <p:tavLst>
                                        <p:tav tm="0">
                                          <p:val>
                                            <p:strVal val="#ppt_x"/>
                                          </p:val>
                                        </p:tav>
                                        <p:tav tm="100000">
                                          <p:val>
                                            <p:strVal val="#ppt_x"/>
                                          </p:val>
                                        </p:tav>
                                      </p:tavLst>
                                    </p:anim>
                                    <p:anim calcmode="lin" valueType="num">
                                      <p:cBhvr>
                                        <p:cTn id="47" dur="500" fill="hold"/>
                                        <p:tgtEl>
                                          <p:spTgt spid="28"/>
                                        </p:tgtEl>
                                        <p:attrNameLst>
                                          <p:attrName>ppt_y</p:attrName>
                                        </p:attrNameLst>
                                      </p:cBhvr>
                                      <p:tavLst>
                                        <p:tav tm="0">
                                          <p:val>
                                            <p:strVal val="#ppt_y+#ppt_h/2"/>
                                          </p:val>
                                        </p:tav>
                                        <p:tav tm="100000">
                                          <p:val>
                                            <p:strVal val="#ppt_y"/>
                                          </p:val>
                                        </p:tav>
                                      </p:tavLst>
                                    </p:anim>
                                    <p:anim calcmode="lin" valueType="num">
                                      <p:cBhvr>
                                        <p:cTn id="48" dur="500" fill="hold"/>
                                        <p:tgtEl>
                                          <p:spTgt spid="28"/>
                                        </p:tgtEl>
                                        <p:attrNameLst>
                                          <p:attrName>ppt_w</p:attrName>
                                        </p:attrNameLst>
                                      </p:cBhvr>
                                      <p:tavLst>
                                        <p:tav tm="0">
                                          <p:val>
                                            <p:strVal val="#ppt_w"/>
                                          </p:val>
                                        </p:tav>
                                        <p:tav tm="100000">
                                          <p:val>
                                            <p:strVal val="#ppt_w"/>
                                          </p:val>
                                        </p:tav>
                                      </p:tavLst>
                                    </p:anim>
                                    <p:anim calcmode="lin" valueType="num">
                                      <p:cBhvr>
                                        <p:cTn id="49" dur="500" fill="hold"/>
                                        <p:tgtEl>
                                          <p:spTgt spid="28"/>
                                        </p:tgtEl>
                                        <p:attrNameLst>
                                          <p:attrName>ppt_h</p:attrName>
                                        </p:attrNameLst>
                                      </p:cBhvr>
                                      <p:tavLst>
                                        <p:tav tm="0">
                                          <p:val>
                                            <p:fltVal val="0"/>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1" fill="hold" nodeType="clickEffect">
                                  <p:stCondLst>
                                    <p:cond delay="0"/>
                                  </p:stCondLst>
                                  <p:childTnLst>
                                    <p:set>
                                      <p:cBhvr>
                                        <p:cTn id="53" dur="1" fill="hold">
                                          <p:stCondLst>
                                            <p:cond delay="0"/>
                                          </p:stCondLst>
                                        </p:cTn>
                                        <p:tgtEl>
                                          <p:spTgt spid="16"/>
                                        </p:tgtEl>
                                        <p:attrNameLst>
                                          <p:attrName>style.visibility</p:attrName>
                                        </p:attrNameLst>
                                      </p:cBhvr>
                                      <p:to>
                                        <p:strVal val="visible"/>
                                      </p:to>
                                    </p:set>
                                    <p:anim calcmode="lin" valueType="num">
                                      <p:cBhvr additive="base">
                                        <p:cTn id="54" dur="500" fill="hold"/>
                                        <p:tgtEl>
                                          <p:spTgt spid="16"/>
                                        </p:tgtEl>
                                        <p:attrNameLst>
                                          <p:attrName>ppt_x</p:attrName>
                                        </p:attrNameLst>
                                      </p:cBhvr>
                                      <p:tavLst>
                                        <p:tav tm="0">
                                          <p:val>
                                            <p:strVal val="#ppt_x"/>
                                          </p:val>
                                        </p:tav>
                                        <p:tav tm="100000">
                                          <p:val>
                                            <p:strVal val="#ppt_x"/>
                                          </p:val>
                                        </p:tav>
                                      </p:tavLst>
                                    </p:anim>
                                    <p:anim calcmode="lin" valueType="num">
                                      <p:cBhvr additive="base">
                                        <p:cTn id="55"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17" presetClass="entr" presetSubtype="1" fill="hold" nodeType="clickEffect">
                                  <p:stCondLst>
                                    <p:cond delay="0"/>
                                  </p:stCondLst>
                                  <p:childTnLst>
                                    <p:set>
                                      <p:cBhvr>
                                        <p:cTn id="59" dur="1" fill="hold">
                                          <p:stCondLst>
                                            <p:cond delay="0"/>
                                          </p:stCondLst>
                                        </p:cTn>
                                        <p:tgtEl>
                                          <p:spTgt spid="31"/>
                                        </p:tgtEl>
                                        <p:attrNameLst>
                                          <p:attrName>style.visibility</p:attrName>
                                        </p:attrNameLst>
                                      </p:cBhvr>
                                      <p:to>
                                        <p:strVal val="visible"/>
                                      </p:to>
                                    </p:set>
                                    <p:anim calcmode="lin" valueType="num">
                                      <p:cBhvr>
                                        <p:cTn id="60" dur="500" fill="hold"/>
                                        <p:tgtEl>
                                          <p:spTgt spid="31"/>
                                        </p:tgtEl>
                                        <p:attrNameLst>
                                          <p:attrName>ppt_x</p:attrName>
                                        </p:attrNameLst>
                                      </p:cBhvr>
                                      <p:tavLst>
                                        <p:tav tm="0">
                                          <p:val>
                                            <p:strVal val="#ppt_x"/>
                                          </p:val>
                                        </p:tav>
                                        <p:tav tm="100000">
                                          <p:val>
                                            <p:strVal val="#ppt_x"/>
                                          </p:val>
                                        </p:tav>
                                      </p:tavLst>
                                    </p:anim>
                                    <p:anim calcmode="lin" valueType="num">
                                      <p:cBhvr>
                                        <p:cTn id="61" dur="500" fill="hold"/>
                                        <p:tgtEl>
                                          <p:spTgt spid="31"/>
                                        </p:tgtEl>
                                        <p:attrNameLst>
                                          <p:attrName>ppt_y</p:attrName>
                                        </p:attrNameLst>
                                      </p:cBhvr>
                                      <p:tavLst>
                                        <p:tav tm="0">
                                          <p:val>
                                            <p:strVal val="#ppt_y-#ppt_h/2"/>
                                          </p:val>
                                        </p:tav>
                                        <p:tav tm="100000">
                                          <p:val>
                                            <p:strVal val="#ppt_y"/>
                                          </p:val>
                                        </p:tav>
                                      </p:tavLst>
                                    </p:anim>
                                    <p:anim calcmode="lin" valueType="num">
                                      <p:cBhvr>
                                        <p:cTn id="62" dur="500" fill="hold"/>
                                        <p:tgtEl>
                                          <p:spTgt spid="31"/>
                                        </p:tgtEl>
                                        <p:attrNameLst>
                                          <p:attrName>ppt_w</p:attrName>
                                        </p:attrNameLst>
                                      </p:cBhvr>
                                      <p:tavLst>
                                        <p:tav tm="0">
                                          <p:val>
                                            <p:strVal val="#ppt_w"/>
                                          </p:val>
                                        </p:tav>
                                        <p:tav tm="100000">
                                          <p:val>
                                            <p:strVal val="#ppt_w"/>
                                          </p:val>
                                        </p:tav>
                                      </p:tavLst>
                                    </p:anim>
                                    <p:anim calcmode="lin" valueType="num">
                                      <p:cBhvr>
                                        <p:cTn id="63" dur="500" fill="hold"/>
                                        <p:tgtEl>
                                          <p:spTgt spid="31"/>
                                        </p:tgtEl>
                                        <p:attrNameLst>
                                          <p:attrName>ppt_h</p:attrName>
                                        </p:attrNameLst>
                                      </p:cBhvr>
                                      <p:tavLst>
                                        <p:tav tm="0">
                                          <p:val>
                                            <p:fltVal val="0"/>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nodeType="clickEffect">
                                  <p:stCondLst>
                                    <p:cond delay="0"/>
                                  </p:stCondLst>
                                  <p:childTnLst>
                                    <p:set>
                                      <p:cBhvr>
                                        <p:cTn id="67" dur="1" fill="hold">
                                          <p:stCondLst>
                                            <p:cond delay="0"/>
                                          </p:stCondLst>
                                        </p:cTn>
                                        <p:tgtEl>
                                          <p:spTgt spid="19"/>
                                        </p:tgtEl>
                                        <p:attrNameLst>
                                          <p:attrName>style.visibility</p:attrName>
                                        </p:attrNameLst>
                                      </p:cBhvr>
                                      <p:to>
                                        <p:strVal val="visible"/>
                                      </p:to>
                                    </p:set>
                                    <p:anim calcmode="lin" valueType="num">
                                      <p:cBhvr additive="base">
                                        <p:cTn id="68" dur="500" fill="hold"/>
                                        <p:tgtEl>
                                          <p:spTgt spid="19"/>
                                        </p:tgtEl>
                                        <p:attrNameLst>
                                          <p:attrName>ppt_x</p:attrName>
                                        </p:attrNameLst>
                                      </p:cBhvr>
                                      <p:tavLst>
                                        <p:tav tm="0">
                                          <p:val>
                                            <p:strVal val="#ppt_x"/>
                                          </p:val>
                                        </p:tav>
                                        <p:tav tm="100000">
                                          <p:val>
                                            <p:strVal val="#ppt_x"/>
                                          </p:val>
                                        </p:tav>
                                      </p:tavLst>
                                    </p:anim>
                                    <p:anim calcmode="lin" valueType="num">
                                      <p:cBhvr additive="base">
                                        <p:cTn id="69"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0" y="391286"/>
            <a:ext cx="12192000" cy="381000"/>
            <a:chOff x="0" y="391286"/>
            <a:chExt cx="12192000" cy="381000"/>
          </a:xfrm>
        </p:grpSpPr>
        <p:cxnSp>
          <p:nvCxnSpPr>
            <p:cNvPr id="4" name="直接连接符 3"/>
            <p:cNvCxnSpPr/>
            <p:nvPr/>
          </p:nvCxnSpPr>
          <p:spPr>
            <a:xfrm>
              <a:off x="0" y="581786"/>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rot="10800000">
              <a:off x="11060824" y="391286"/>
              <a:ext cx="656896" cy="381000"/>
              <a:chOff x="307428" y="393221"/>
              <a:chExt cx="656896" cy="381000"/>
            </a:xfrm>
          </p:grpSpPr>
          <p:sp>
            <p:nvSpPr>
              <p:cNvPr id="6" name="等腰三角形 5"/>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等腰三角形 6"/>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10" name="矩形 9"/>
          <p:cNvSpPr/>
          <p:nvPr/>
        </p:nvSpPr>
        <p:spPr>
          <a:xfrm>
            <a:off x="4912545" y="1892901"/>
            <a:ext cx="1999505" cy="3631295"/>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矩形 12"/>
          <p:cNvSpPr/>
          <p:nvPr/>
        </p:nvSpPr>
        <p:spPr>
          <a:xfrm>
            <a:off x="7133232" y="2644921"/>
            <a:ext cx="1999505" cy="3631295"/>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矩形 15"/>
          <p:cNvSpPr/>
          <p:nvPr/>
        </p:nvSpPr>
        <p:spPr>
          <a:xfrm>
            <a:off x="9353917" y="1177709"/>
            <a:ext cx="1999505" cy="3631295"/>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文本框 17"/>
          <p:cNvSpPr txBox="1"/>
          <p:nvPr/>
        </p:nvSpPr>
        <p:spPr>
          <a:xfrm>
            <a:off x="5054240" y="4282316"/>
            <a:ext cx="1451429" cy="369332"/>
          </a:xfrm>
          <a:prstGeom prst="rect">
            <a:avLst/>
          </a:prstGeom>
          <a:noFill/>
        </p:spPr>
        <p:txBody>
          <a:bodyPr wrap="square" rtlCol="0">
            <a:spAutoFit/>
          </a:bodyPr>
          <a:lstStyle/>
          <a:p>
            <a:r>
              <a:rPr lang="zh-CN" altLang="en-US" dirty="0">
                <a:solidFill>
                  <a:schemeClr val="bg1"/>
                </a:solidFill>
                <a:cs typeface="+mn-ea"/>
                <a:sym typeface="+mn-lt"/>
              </a:rPr>
              <a:t>添加标题</a:t>
            </a:r>
            <a:endParaRPr lang="zh-CN" altLang="en-US" dirty="0">
              <a:solidFill>
                <a:schemeClr val="bg1"/>
              </a:solidFill>
              <a:cs typeface="+mn-ea"/>
              <a:sym typeface="+mn-lt"/>
            </a:endParaRPr>
          </a:p>
        </p:txBody>
      </p:sp>
      <p:sp>
        <p:nvSpPr>
          <p:cNvPr id="19" name="文本框 18"/>
          <p:cNvSpPr txBox="1"/>
          <p:nvPr/>
        </p:nvSpPr>
        <p:spPr>
          <a:xfrm>
            <a:off x="5054241" y="4651648"/>
            <a:ext cx="1763649" cy="923330"/>
          </a:xfrm>
          <a:prstGeom prst="rect">
            <a:avLst/>
          </a:prstGeom>
          <a:noFill/>
        </p:spPr>
        <p:txBody>
          <a:bodyPr wrap="square" rtlCol="0">
            <a:spAutoFit/>
          </a:bodyPr>
          <a:lstStyle/>
          <a:p>
            <a:pPr>
              <a:lnSpc>
                <a:spcPct val="150000"/>
              </a:lnSpc>
            </a:pPr>
            <a:r>
              <a:rPr lang="zh-CN" altLang="en-US" sz="1200" dirty="0">
                <a:solidFill>
                  <a:schemeClr val="bg1"/>
                </a:solidFill>
                <a:cs typeface="+mn-ea"/>
                <a:sym typeface="+mn-lt"/>
              </a:rPr>
              <a:t>点击此处添加您的文本内容注意字体大小</a:t>
            </a:r>
            <a:endParaRPr lang="en-US" altLang="zh-CN" sz="1200" dirty="0">
              <a:solidFill>
                <a:schemeClr val="bg1"/>
              </a:solidFill>
              <a:cs typeface="+mn-ea"/>
              <a:sym typeface="+mn-lt"/>
            </a:endParaRPr>
          </a:p>
          <a:p>
            <a:pPr>
              <a:lnSpc>
                <a:spcPct val="150000"/>
              </a:lnSpc>
            </a:pPr>
            <a:endParaRPr lang="zh-CN" altLang="en-US" sz="1200" dirty="0">
              <a:solidFill>
                <a:schemeClr val="bg1"/>
              </a:solidFill>
              <a:cs typeface="+mn-ea"/>
              <a:sym typeface="+mn-lt"/>
            </a:endParaRPr>
          </a:p>
        </p:txBody>
      </p:sp>
      <p:sp>
        <p:nvSpPr>
          <p:cNvPr id="20" name="文本框 19"/>
          <p:cNvSpPr txBox="1"/>
          <p:nvPr/>
        </p:nvSpPr>
        <p:spPr>
          <a:xfrm>
            <a:off x="7340222" y="4967760"/>
            <a:ext cx="1451429" cy="369332"/>
          </a:xfrm>
          <a:prstGeom prst="rect">
            <a:avLst/>
          </a:prstGeom>
          <a:noFill/>
        </p:spPr>
        <p:txBody>
          <a:bodyPr wrap="square" rtlCol="0">
            <a:spAutoFit/>
          </a:bodyPr>
          <a:lstStyle/>
          <a:p>
            <a:r>
              <a:rPr lang="zh-CN" altLang="en-US" dirty="0">
                <a:solidFill>
                  <a:schemeClr val="bg1"/>
                </a:solidFill>
                <a:cs typeface="+mn-ea"/>
                <a:sym typeface="+mn-lt"/>
              </a:rPr>
              <a:t>添加标题</a:t>
            </a:r>
            <a:endParaRPr lang="zh-CN" altLang="en-US" dirty="0">
              <a:solidFill>
                <a:schemeClr val="bg1"/>
              </a:solidFill>
              <a:cs typeface="+mn-ea"/>
              <a:sym typeface="+mn-lt"/>
            </a:endParaRPr>
          </a:p>
        </p:txBody>
      </p:sp>
      <p:sp>
        <p:nvSpPr>
          <p:cNvPr id="21" name="文本框 20"/>
          <p:cNvSpPr txBox="1"/>
          <p:nvPr/>
        </p:nvSpPr>
        <p:spPr>
          <a:xfrm>
            <a:off x="7276560" y="5337092"/>
            <a:ext cx="1763649" cy="923330"/>
          </a:xfrm>
          <a:prstGeom prst="rect">
            <a:avLst/>
          </a:prstGeom>
          <a:noFill/>
        </p:spPr>
        <p:txBody>
          <a:bodyPr wrap="square" rtlCol="0">
            <a:spAutoFit/>
          </a:bodyPr>
          <a:lstStyle/>
          <a:p>
            <a:pPr>
              <a:lnSpc>
                <a:spcPct val="150000"/>
              </a:lnSpc>
            </a:pPr>
            <a:r>
              <a:rPr lang="zh-CN" altLang="en-US" sz="1200" dirty="0">
                <a:solidFill>
                  <a:schemeClr val="bg1"/>
                </a:solidFill>
                <a:cs typeface="+mn-ea"/>
                <a:sym typeface="+mn-lt"/>
              </a:rPr>
              <a:t>点击此处添加您的文本内容注意字体大小</a:t>
            </a:r>
            <a:endParaRPr lang="en-US" altLang="zh-CN" sz="1200" dirty="0">
              <a:solidFill>
                <a:schemeClr val="bg1"/>
              </a:solidFill>
              <a:cs typeface="+mn-ea"/>
              <a:sym typeface="+mn-lt"/>
            </a:endParaRPr>
          </a:p>
          <a:p>
            <a:pPr>
              <a:lnSpc>
                <a:spcPct val="150000"/>
              </a:lnSpc>
            </a:pPr>
            <a:endParaRPr lang="zh-CN" altLang="en-US" sz="1200" dirty="0">
              <a:solidFill>
                <a:schemeClr val="bg1"/>
              </a:solidFill>
              <a:cs typeface="+mn-ea"/>
              <a:sym typeface="+mn-lt"/>
            </a:endParaRPr>
          </a:p>
        </p:txBody>
      </p:sp>
      <p:sp>
        <p:nvSpPr>
          <p:cNvPr id="22" name="文本框 21"/>
          <p:cNvSpPr txBox="1"/>
          <p:nvPr/>
        </p:nvSpPr>
        <p:spPr>
          <a:xfrm>
            <a:off x="9562722" y="3554813"/>
            <a:ext cx="1451429" cy="369332"/>
          </a:xfrm>
          <a:prstGeom prst="rect">
            <a:avLst/>
          </a:prstGeom>
          <a:noFill/>
        </p:spPr>
        <p:txBody>
          <a:bodyPr wrap="square" rtlCol="0">
            <a:spAutoFit/>
          </a:bodyPr>
          <a:lstStyle/>
          <a:p>
            <a:r>
              <a:rPr lang="zh-CN" altLang="en-US" dirty="0">
                <a:solidFill>
                  <a:schemeClr val="bg1"/>
                </a:solidFill>
                <a:cs typeface="+mn-ea"/>
                <a:sym typeface="+mn-lt"/>
              </a:rPr>
              <a:t>添加标题</a:t>
            </a:r>
            <a:endParaRPr lang="zh-CN" altLang="en-US" dirty="0">
              <a:solidFill>
                <a:schemeClr val="bg1"/>
              </a:solidFill>
              <a:cs typeface="+mn-ea"/>
              <a:sym typeface="+mn-lt"/>
            </a:endParaRPr>
          </a:p>
        </p:txBody>
      </p:sp>
      <p:sp>
        <p:nvSpPr>
          <p:cNvPr id="23" name="文本框 22"/>
          <p:cNvSpPr txBox="1"/>
          <p:nvPr/>
        </p:nvSpPr>
        <p:spPr>
          <a:xfrm>
            <a:off x="9499060" y="3924144"/>
            <a:ext cx="1763649" cy="923330"/>
          </a:xfrm>
          <a:prstGeom prst="rect">
            <a:avLst/>
          </a:prstGeom>
          <a:noFill/>
        </p:spPr>
        <p:txBody>
          <a:bodyPr wrap="square" rtlCol="0">
            <a:spAutoFit/>
          </a:bodyPr>
          <a:lstStyle/>
          <a:p>
            <a:pPr>
              <a:lnSpc>
                <a:spcPct val="150000"/>
              </a:lnSpc>
            </a:pPr>
            <a:r>
              <a:rPr lang="zh-CN" altLang="en-US" sz="1200" dirty="0">
                <a:solidFill>
                  <a:schemeClr val="bg1"/>
                </a:solidFill>
                <a:cs typeface="+mn-ea"/>
                <a:sym typeface="+mn-lt"/>
              </a:rPr>
              <a:t>点击此处添加您的文本内容注意字体大小</a:t>
            </a:r>
            <a:endParaRPr lang="en-US" altLang="zh-CN" sz="1200" dirty="0">
              <a:solidFill>
                <a:schemeClr val="bg1"/>
              </a:solidFill>
              <a:cs typeface="+mn-ea"/>
              <a:sym typeface="+mn-lt"/>
            </a:endParaRPr>
          </a:p>
          <a:p>
            <a:pPr>
              <a:lnSpc>
                <a:spcPct val="150000"/>
              </a:lnSpc>
            </a:pPr>
            <a:endParaRPr lang="zh-CN" altLang="en-US" sz="1200" dirty="0">
              <a:solidFill>
                <a:schemeClr val="bg1"/>
              </a:solidFill>
              <a:cs typeface="+mn-ea"/>
              <a:sym typeface="+mn-lt"/>
            </a:endParaRPr>
          </a:p>
        </p:txBody>
      </p:sp>
      <p:sp>
        <p:nvSpPr>
          <p:cNvPr id="24" name="文本框 23"/>
          <p:cNvSpPr txBox="1"/>
          <p:nvPr/>
        </p:nvSpPr>
        <p:spPr>
          <a:xfrm>
            <a:off x="613885" y="2338757"/>
            <a:ext cx="4104368" cy="1077218"/>
          </a:xfrm>
          <a:prstGeom prst="rect">
            <a:avLst/>
          </a:prstGeom>
          <a:noFill/>
        </p:spPr>
        <p:txBody>
          <a:bodyPr wrap="square" rtlCol="0">
            <a:spAutoFit/>
          </a:bodyPr>
          <a:lstStyle/>
          <a:p>
            <a:r>
              <a:rPr lang="zh-CN" altLang="en-US" sz="3200" dirty="0">
                <a:cs typeface="+mn-ea"/>
                <a:sym typeface="+mn-lt"/>
              </a:rPr>
              <a:t>请在此处添加您的标题内容</a:t>
            </a:r>
            <a:endParaRPr lang="zh-CN" altLang="en-US" sz="3200" dirty="0">
              <a:cs typeface="+mn-ea"/>
              <a:sym typeface="+mn-lt"/>
            </a:endParaRPr>
          </a:p>
        </p:txBody>
      </p:sp>
      <p:sp>
        <p:nvSpPr>
          <p:cNvPr id="25" name="文本框 24"/>
          <p:cNvSpPr txBox="1"/>
          <p:nvPr/>
        </p:nvSpPr>
        <p:spPr>
          <a:xfrm>
            <a:off x="572247" y="3866817"/>
            <a:ext cx="3796864" cy="830997"/>
          </a:xfrm>
          <a:prstGeom prst="rect">
            <a:avLst/>
          </a:prstGeom>
          <a:noFill/>
        </p:spPr>
        <p:txBody>
          <a:bodyPr wrap="square" rtlCol="0">
            <a:spAutoFit/>
          </a:bodyPr>
          <a:lstStyle/>
          <a:p>
            <a:r>
              <a:rPr lang="zh-CN" altLang="en-US" sz="1600" dirty="0">
                <a:cs typeface="+mn-ea"/>
                <a:sym typeface="+mn-lt"/>
              </a:rPr>
              <a:t>请在此处编辑您的文字内容，注意您的文本内容，字体大小及文本数量的控制，注意整体的协调和美观。</a:t>
            </a:r>
            <a:endParaRPr lang="zh-CN" altLang="en-US" sz="1600" dirty="0">
              <a:cs typeface="+mn-ea"/>
              <a:sym typeface="+mn-lt"/>
            </a:endParaRPr>
          </a:p>
        </p:txBody>
      </p:sp>
      <p:sp>
        <p:nvSpPr>
          <p:cNvPr id="26" name="矩形 25"/>
          <p:cNvSpPr/>
          <p:nvPr/>
        </p:nvSpPr>
        <p:spPr>
          <a:xfrm>
            <a:off x="702738" y="4909881"/>
            <a:ext cx="1944953" cy="24301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912545" y="1884233"/>
            <a:ext cx="1999505" cy="2398084"/>
          </a:xfrm>
          <a:prstGeom prst="rect">
            <a:avLst/>
          </a:prstGeom>
        </p:spPr>
      </p:pic>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06342" y="2644920"/>
            <a:ext cx="2026395" cy="2202554"/>
          </a:xfrm>
          <a:prstGeom prst="rect">
            <a:avLst/>
          </a:prstGeom>
        </p:spPr>
      </p:pic>
      <p:pic>
        <p:nvPicPr>
          <p:cNvPr id="28" name="图片 2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53917" y="1188842"/>
            <a:ext cx="1999505" cy="2203646"/>
          </a:xfrm>
          <a:prstGeom prst="rect">
            <a:avLst/>
          </a:prstGeom>
        </p:spPr>
      </p:pic>
      <p:pic>
        <p:nvPicPr>
          <p:cNvPr id="29" name="图片 2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2073" y="505586"/>
            <a:ext cx="2941552" cy="2122820"/>
          </a:xfrm>
          <a:prstGeom prst="rect">
            <a:avLst/>
          </a:prstGeom>
        </p:spPr>
      </p:pic>
    </p:spTree>
    <p:custDataLst>
      <p:tags r:id="rId5"/>
    </p:custDataLst>
  </p:cSld>
  <p:clrMapOvr>
    <a:masterClrMapping/>
  </p:clrMapOvr>
  <mc:AlternateContent xmlns:mc="http://schemas.openxmlformats.org/markup-compatibility/2006">
    <mc:Choice xmlns:p14="http://schemas.microsoft.com/office/powerpoint/2010/main" Requires="p14">
      <p:transition spd="slow" p14:dur="1600" advTm="5224">
        <p:blinds dir="vert"/>
      </p:transition>
    </mc:Choice>
    <mc:Fallback>
      <p:transition spd="slow" advTm="5224">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right)">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1000"/>
                                        <p:tgtEl>
                                          <p:spTgt spid="18"/>
                                        </p:tgtEl>
                                      </p:cBhvr>
                                    </p:animEffect>
                                    <p:anim calcmode="lin" valueType="num">
                                      <p:cBhvr>
                                        <p:cTn id="13" dur="1000" fill="hold"/>
                                        <p:tgtEl>
                                          <p:spTgt spid="18"/>
                                        </p:tgtEl>
                                        <p:attrNameLst>
                                          <p:attrName>ppt_x</p:attrName>
                                        </p:attrNameLst>
                                      </p:cBhvr>
                                      <p:tavLst>
                                        <p:tav tm="0">
                                          <p:val>
                                            <p:strVal val="#ppt_x"/>
                                          </p:val>
                                        </p:tav>
                                        <p:tav tm="100000">
                                          <p:val>
                                            <p:strVal val="#ppt_x"/>
                                          </p:val>
                                        </p:tav>
                                      </p:tavLst>
                                    </p:anim>
                                    <p:anim calcmode="lin" valueType="num">
                                      <p:cBhvr>
                                        <p:cTn id="14" dur="1000" fill="hold"/>
                                        <p:tgtEl>
                                          <p:spTgt spid="1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1000"/>
                                        <p:tgtEl>
                                          <p:spTgt spid="19"/>
                                        </p:tgtEl>
                                      </p:cBhvr>
                                    </p:animEffect>
                                    <p:anim calcmode="lin" valueType="num">
                                      <p:cBhvr>
                                        <p:cTn id="18" dur="1000" fill="hold"/>
                                        <p:tgtEl>
                                          <p:spTgt spid="19"/>
                                        </p:tgtEl>
                                        <p:attrNameLst>
                                          <p:attrName>ppt_x</p:attrName>
                                        </p:attrNameLst>
                                      </p:cBhvr>
                                      <p:tavLst>
                                        <p:tav tm="0">
                                          <p:val>
                                            <p:strVal val="#ppt_x"/>
                                          </p:val>
                                        </p:tav>
                                        <p:tav tm="100000">
                                          <p:val>
                                            <p:strVal val="#ppt_x"/>
                                          </p:val>
                                        </p:tav>
                                      </p:tavLst>
                                    </p:anim>
                                    <p:anim calcmode="lin" valueType="num">
                                      <p:cBhvr>
                                        <p:cTn id="19" dur="1000" fill="hold"/>
                                        <p:tgtEl>
                                          <p:spTgt spid="1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1000"/>
                                        <p:tgtEl>
                                          <p:spTgt spid="20"/>
                                        </p:tgtEl>
                                      </p:cBhvr>
                                    </p:animEffect>
                                    <p:anim calcmode="lin" valueType="num">
                                      <p:cBhvr>
                                        <p:cTn id="23" dur="1000" fill="hold"/>
                                        <p:tgtEl>
                                          <p:spTgt spid="20"/>
                                        </p:tgtEl>
                                        <p:attrNameLst>
                                          <p:attrName>ppt_x</p:attrName>
                                        </p:attrNameLst>
                                      </p:cBhvr>
                                      <p:tavLst>
                                        <p:tav tm="0">
                                          <p:val>
                                            <p:strVal val="#ppt_x"/>
                                          </p:val>
                                        </p:tav>
                                        <p:tav tm="100000">
                                          <p:val>
                                            <p:strVal val="#ppt_x"/>
                                          </p:val>
                                        </p:tav>
                                      </p:tavLst>
                                    </p:anim>
                                    <p:anim calcmode="lin" valueType="num">
                                      <p:cBhvr>
                                        <p:cTn id="24" dur="1000" fill="hold"/>
                                        <p:tgtEl>
                                          <p:spTgt spid="20"/>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1000"/>
                                        <p:tgtEl>
                                          <p:spTgt spid="21"/>
                                        </p:tgtEl>
                                      </p:cBhvr>
                                    </p:animEffect>
                                    <p:anim calcmode="lin" valueType="num">
                                      <p:cBhvr>
                                        <p:cTn id="28" dur="1000" fill="hold"/>
                                        <p:tgtEl>
                                          <p:spTgt spid="21"/>
                                        </p:tgtEl>
                                        <p:attrNameLst>
                                          <p:attrName>ppt_x</p:attrName>
                                        </p:attrNameLst>
                                      </p:cBhvr>
                                      <p:tavLst>
                                        <p:tav tm="0">
                                          <p:val>
                                            <p:strVal val="#ppt_x"/>
                                          </p:val>
                                        </p:tav>
                                        <p:tav tm="100000">
                                          <p:val>
                                            <p:strVal val="#ppt_x"/>
                                          </p:val>
                                        </p:tav>
                                      </p:tavLst>
                                    </p:anim>
                                    <p:anim calcmode="lin" valueType="num">
                                      <p:cBhvr>
                                        <p:cTn id="29" dur="1000" fill="hold"/>
                                        <p:tgtEl>
                                          <p:spTgt spid="21"/>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1000"/>
                                        <p:tgtEl>
                                          <p:spTgt spid="22"/>
                                        </p:tgtEl>
                                      </p:cBhvr>
                                    </p:animEffect>
                                    <p:anim calcmode="lin" valueType="num">
                                      <p:cBhvr>
                                        <p:cTn id="33" dur="1000" fill="hold"/>
                                        <p:tgtEl>
                                          <p:spTgt spid="22"/>
                                        </p:tgtEl>
                                        <p:attrNameLst>
                                          <p:attrName>ppt_x</p:attrName>
                                        </p:attrNameLst>
                                      </p:cBhvr>
                                      <p:tavLst>
                                        <p:tav tm="0">
                                          <p:val>
                                            <p:strVal val="#ppt_x"/>
                                          </p:val>
                                        </p:tav>
                                        <p:tav tm="100000">
                                          <p:val>
                                            <p:strVal val="#ppt_x"/>
                                          </p:val>
                                        </p:tav>
                                      </p:tavLst>
                                    </p:anim>
                                    <p:anim calcmode="lin" valueType="num">
                                      <p:cBhvr>
                                        <p:cTn id="34" dur="1000" fill="hold"/>
                                        <p:tgtEl>
                                          <p:spTgt spid="22"/>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1000"/>
                                        <p:tgtEl>
                                          <p:spTgt spid="23"/>
                                        </p:tgtEl>
                                      </p:cBhvr>
                                    </p:animEffect>
                                    <p:anim calcmode="lin" valueType="num">
                                      <p:cBhvr>
                                        <p:cTn id="38" dur="1000" fill="hold"/>
                                        <p:tgtEl>
                                          <p:spTgt spid="23"/>
                                        </p:tgtEl>
                                        <p:attrNameLst>
                                          <p:attrName>ppt_x</p:attrName>
                                        </p:attrNameLst>
                                      </p:cBhvr>
                                      <p:tavLst>
                                        <p:tav tm="0">
                                          <p:val>
                                            <p:strVal val="#ppt_x"/>
                                          </p:val>
                                        </p:tav>
                                        <p:tav tm="100000">
                                          <p:val>
                                            <p:strVal val="#ppt_x"/>
                                          </p:val>
                                        </p:tav>
                                      </p:tavLst>
                                    </p:anim>
                                    <p:anim calcmode="lin" valueType="num">
                                      <p:cBhvr>
                                        <p:cTn id="39"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wipe(left)">
                                      <p:cBhvr>
                                        <p:cTn id="44" dur="500"/>
                                        <p:tgtEl>
                                          <p:spTgt spid="24"/>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wipe(left)">
                                      <p:cBhvr>
                                        <p:cTn id="47" dur="500"/>
                                        <p:tgtEl>
                                          <p:spTgt spid="25"/>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26"/>
                                        </p:tgtEl>
                                        <p:attrNameLst>
                                          <p:attrName>style.visibility</p:attrName>
                                        </p:attrNameLst>
                                      </p:cBhvr>
                                      <p:to>
                                        <p:strVal val="visible"/>
                                      </p:to>
                                    </p:set>
                                    <p:animEffect transition="in" filter="wipe(left)">
                                      <p:cBhvr>
                                        <p:cTn id="5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2" grpId="0"/>
      <p:bldP spid="23" grpId="0"/>
      <p:bldP spid="24" grpId="0"/>
      <p:bldP spid="25" grpId="0"/>
      <p:bldP spid="2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0" y="391286"/>
            <a:ext cx="12192000" cy="381000"/>
            <a:chOff x="0" y="391286"/>
            <a:chExt cx="12192000" cy="381000"/>
          </a:xfrm>
        </p:grpSpPr>
        <p:cxnSp>
          <p:nvCxnSpPr>
            <p:cNvPr id="4" name="直接连接符 3"/>
            <p:cNvCxnSpPr/>
            <p:nvPr/>
          </p:nvCxnSpPr>
          <p:spPr>
            <a:xfrm>
              <a:off x="0" y="581786"/>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rot="10800000">
              <a:off x="11060824" y="391286"/>
              <a:ext cx="656896" cy="381000"/>
              <a:chOff x="307428" y="393221"/>
              <a:chExt cx="656896" cy="381000"/>
            </a:xfrm>
          </p:grpSpPr>
          <p:sp>
            <p:nvSpPr>
              <p:cNvPr id="6" name="等腰三角形 5"/>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等腰三角形 6"/>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9" name="组合 8"/>
          <p:cNvGrpSpPr/>
          <p:nvPr/>
        </p:nvGrpSpPr>
        <p:grpSpPr>
          <a:xfrm>
            <a:off x="1427739" y="2571457"/>
            <a:ext cx="2461847" cy="3108960"/>
            <a:chOff x="1427738" y="2571457"/>
            <a:chExt cx="2461847" cy="3108960"/>
          </a:xfrm>
        </p:grpSpPr>
        <p:sp>
          <p:nvSpPr>
            <p:cNvPr id="10" name="矩形 9"/>
            <p:cNvSpPr/>
            <p:nvPr/>
          </p:nvSpPr>
          <p:spPr>
            <a:xfrm>
              <a:off x="1427738" y="2571457"/>
              <a:ext cx="2461847" cy="31089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等腰三角形 10"/>
            <p:cNvSpPr/>
            <p:nvPr/>
          </p:nvSpPr>
          <p:spPr>
            <a:xfrm rot="10800000">
              <a:off x="2312477" y="2571457"/>
              <a:ext cx="688927" cy="40011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12" name="组合 11"/>
          <p:cNvGrpSpPr/>
          <p:nvPr/>
        </p:nvGrpSpPr>
        <p:grpSpPr>
          <a:xfrm>
            <a:off x="4847615" y="2571456"/>
            <a:ext cx="2461847" cy="3108960"/>
            <a:chOff x="4847614" y="2571456"/>
            <a:chExt cx="2461847" cy="3108960"/>
          </a:xfrm>
        </p:grpSpPr>
        <p:sp>
          <p:nvSpPr>
            <p:cNvPr id="13" name="矩形 12"/>
            <p:cNvSpPr/>
            <p:nvPr/>
          </p:nvSpPr>
          <p:spPr>
            <a:xfrm>
              <a:off x="4847614" y="2571456"/>
              <a:ext cx="2461847" cy="31089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等腰三角形 13"/>
            <p:cNvSpPr/>
            <p:nvPr/>
          </p:nvSpPr>
          <p:spPr>
            <a:xfrm rot="10800000">
              <a:off x="5734073" y="2571456"/>
              <a:ext cx="688927" cy="40011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15" name="组合 14"/>
          <p:cNvGrpSpPr/>
          <p:nvPr/>
        </p:nvGrpSpPr>
        <p:grpSpPr>
          <a:xfrm>
            <a:off x="8340517" y="2571456"/>
            <a:ext cx="2461847" cy="3108960"/>
            <a:chOff x="8340515" y="2571456"/>
            <a:chExt cx="2461847" cy="3108960"/>
          </a:xfrm>
        </p:grpSpPr>
        <p:sp>
          <p:nvSpPr>
            <p:cNvPr id="16" name="矩形 15"/>
            <p:cNvSpPr/>
            <p:nvPr/>
          </p:nvSpPr>
          <p:spPr>
            <a:xfrm>
              <a:off x="8340515" y="2571456"/>
              <a:ext cx="2461847" cy="31089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等腰三角形 16"/>
            <p:cNvSpPr/>
            <p:nvPr/>
          </p:nvSpPr>
          <p:spPr>
            <a:xfrm rot="10800000">
              <a:off x="9226974" y="2571456"/>
              <a:ext cx="688927" cy="40011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8" name="文本框 17"/>
          <p:cNvSpPr txBox="1"/>
          <p:nvPr/>
        </p:nvSpPr>
        <p:spPr>
          <a:xfrm>
            <a:off x="1936555" y="3181225"/>
            <a:ext cx="1460743" cy="461665"/>
          </a:xfrm>
          <a:prstGeom prst="rect">
            <a:avLst/>
          </a:prstGeom>
          <a:noFill/>
        </p:spPr>
        <p:txBody>
          <a:bodyPr wrap="square" rtlCol="0">
            <a:spAutoFit/>
          </a:bodyPr>
          <a:lstStyle/>
          <a:p>
            <a:pPr algn="just"/>
            <a:r>
              <a:rPr lang="zh-CN" altLang="en-US" sz="2400" dirty="0">
                <a:cs typeface="+mn-ea"/>
                <a:sym typeface="+mn-lt"/>
              </a:rPr>
              <a:t>添加标题</a:t>
            </a:r>
            <a:endParaRPr lang="zh-CN" altLang="en-US" sz="2400" dirty="0">
              <a:cs typeface="+mn-ea"/>
              <a:sym typeface="+mn-lt"/>
            </a:endParaRPr>
          </a:p>
        </p:txBody>
      </p:sp>
      <p:sp>
        <p:nvSpPr>
          <p:cNvPr id="19" name="文本框 18"/>
          <p:cNvSpPr txBox="1"/>
          <p:nvPr/>
        </p:nvSpPr>
        <p:spPr>
          <a:xfrm>
            <a:off x="1655049" y="3814444"/>
            <a:ext cx="2003785" cy="1384995"/>
          </a:xfrm>
          <a:prstGeom prst="rect">
            <a:avLst/>
          </a:prstGeom>
          <a:noFill/>
        </p:spPr>
        <p:txBody>
          <a:bodyPr wrap="square" rtlCol="0">
            <a:spAutoFit/>
          </a:bodyPr>
          <a:lstStyle/>
          <a:p>
            <a:pPr algn="ctr">
              <a:lnSpc>
                <a:spcPct val="150000"/>
              </a:lnSpc>
            </a:pPr>
            <a:r>
              <a:rPr lang="zh-CN" altLang="en-US" sz="1400" dirty="0">
                <a:cs typeface="+mn-ea"/>
                <a:sym typeface="+mn-lt"/>
              </a:rPr>
              <a:t>点击此处添加您的文本内容注意字体大小及文字数量注意整体文本的协调美观</a:t>
            </a:r>
            <a:endParaRPr lang="zh-CN" altLang="en-US" sz="1400" dirty="0">
              <a:cs typeface="+mn-ea"/>
              <a:sym typeface="+mn-lt"/>
            </a:endParaRPr>
          </a:p>
        </p:txBody>
      </p:sp>
      <p:sp>
        <p:nvSpPr>
          <p:cNvPr id="20" name="文本框 19"/>
          <p:cNvSpPr txBox="1"/>
          <p:nvPr/>
        </p:nvSpPr>
        <p:spPr>
          <a:xfrm>
            <a:off x="5358154" y="3181224"/>
            <a:ext cx="1460743" cy="461665"/>
          </a:xfrm>
          <a:prstGeom prst="rect">
            <a:avLst/>
          </a:prstGeom>
          <a:noFill/>
        </p:spPr>
        <p:txBody>
          <a:bodyPr wrap="square" rtlCol="0">
            <a:spAutoFit/>
          </a:bodyPr>
          <a:lstStyle/>
          <a:p>
            <a:pPr algn="just"/>
            <a:r>
              <a:rPr lang="zh-CN" altLang="en-US" sz="2400" dirty="0">
                <a:cs typeface="+mn-ea"/>
                <a:sym typeface="+mn-lt"/>
              </a:rPr>
              <a:t>添加标题</a:t>
            </a:r>
            <a:endParaRPr lang="zh-CN" altLang="en-US" sz="2400" dirty="0">
              <a:cs typeface="+mn-ea"/>
              <a:sym typeface="+mn-lt"/>
            </a:endParaRPr>
          </a:p>
        </p:txBody>
      </p:sp>
      <p:sp>
        <p:nvSpPr>
          <p:cNvPr id="21" name="文本框 20"/>
          <p:cNvSpPr txBox="1"/>
          <p:nvPr/>
        </p:nvSpPr>
        <p:spPr>
          <a:xfrm>
            <a:off x="5076646" y="3814443"/>
            <a:ext cx="2003785" cy="1384995"/>
          </a:xfrm>
          <a:prstGeom prst="rect">
            <a:avLst/>
          </a:prstGeom>
          <a:noFill/>
        </p:spPr>
        <p:txBody>
          <a:bodyPr wrap="square" rtlCol="0">
            <a:spAutoFit/>
          </a:bodyPr>
          <a:lstStyle/>
          <a:p>
            <a:pPr algn="ctr">
              <a:lnSpc>
                <a:spcPct val="150000"/>
              </a:lnSpc>
            </a:pPr>
            <a:r>
              <a:rPr lang="zh-CN" altLang="en-US" sz="1400" dirty="0">
                <a:cs typeface="+mn-ea"/>
                <a:sym typeface="+mn-lt"/>
              </a:rPr>
              <a:t>点击此处添加您的文本内容注意字体大小及文字数量注意整体文本的协调美观</a:t>
            </a:r>
            <a:endParaRPr lang="zh-CN" altLang="en-US" sz="1400" dirty="0">
              <a:cs typeface="+mn-ea"/>
              <a:sym typeface="+mn-lt"/>
            </a:endParaRPr>
          </a:p>
        </p:txBody>
      </p:sp>
      <p:sp>
        <p:nvSpPr>
          <p:cNvPr id="22" name="文本框 21"/>
          <p:cNvSpPr txBox="1"/>
          <p:nvPr/>
        </p:nvSpPr>
        <p:spPr>
          <a:xfrm>
            <a:off x="8832406" y="3181224"/>
            <a:ext cx="1460743" cy="461665"/>
          </a:xfrm>
          <a:prstGeom prst="rect">
            <a:avLst/>
          </a:prstGeom>
          <a:noFill/>
        </p:spPr>
        <p:txBody>
          <a:bodyPr wrap="square" rtlCol="0">
            <a:spAutoFit/>
          </a:bodyPr>
          <a:lstStyle/>
          <a:p>
            <a:pPr algn="just"/>
            <a:r>
              <a:rPr lang="zh-CN" altLang="en-US" sz="2400" dirty="0">
                <a:cs typeface="+mn-ea"/>
                <a:sym typeface="+mn-lt"/>
              </a:rPr>
              <a:t>添加标题</a:t>
            </a:r>
            <a:endParaRPr lang="zh-CN" altLang="en-US" sz="2400" dirty="0">
              <a:cs typeface="+mn-ea"/>
              <a:sym typeface="+mn-lt"/>
            </a:endParaRPr>
          </a:p>
        </p:txBody>
      </p:sp>
      <p:sp>
        <p:nvSpPr>
          <p:cNvPr id="23" name="文本框 22"/>
          <p:cNvSpPr txBox="1"/>
          <p:nvPr/>
        </p:nvSpPr>
        <p:spPr>
          <a:xfrm>
            <a:off x="8550900" y="3814443"/>
            <a:ext cx="2003785" cy="1384995"/>
          </a:xfrm>
          <a:prstGeom prst="rect">
            <a:avLst/>
          </a:prstGeom>
          <a:noFill/>
        </p:spPr>
        <p:txBody>
          <a:bodyPr wrap="square" rtlCol="0">
            <a:spAutoFit/>
          </a:bodyPr>
          <a:lstStyle/>
          <a:p>
            <a:pPr algn="ctr">
              <a:lnSpc>
                <a:spcPct val="150000"/>
              </a:lnSpc>
            </a:pPr>
            <a:r>
              <a:rPr lang="zh-CN" altLang="en-US" sz="1400" dirty="0">
                <a:cs typeface="+mn-ea"/>
                <a:sym typeface="+mn-lt"/>
              </a:rPr>
              <a:t>点击此处添加您的文本内容注意字体大小及文字数量注意整体文本的协调美观</a:t>
            </a:r>
            <a:endParaRPr lang="zh-CN" altLang="en-US" sz="1400" dirty="0">
              <a:cs typeface="+mn-ea"/>
              <a:sym typeface="+mn-lt"/>
            </a:endParaRPr>
          </a:p>
        </p:txBody>
      </p:sp>
      <p:sp>
        <p:nvSpPr>
          <p:cNvPr id="24" name="文本框 23"/>
          <p:cNvSpPr txBox="1"/>
          <p:nvPr/>
        </p:nvSpPr>
        <p:spPr>
          <a:xfrm>
            <a:off x="4152902" y="944134"/>
            <a:ext cx="4187615" cy="461665"/>
          </a:xfrm>
          <a:prstGeom prst="rect">
            <a:avLst/>
          </a:prstGeom>
          <a:noFill/>
        </p:spPr>
        <p:txBody>
          <a:bodyPr wrap="square" rtlCol="0">
            <a:spAutoFit/>
          </a:bodyPr>
          <a:lstStyle/>
          <a:p>
            <a:r>
              <a:rPr lang="zh-CN" altLang="en-US" sz="2400" dirty="0">
                <a:cs typeface="+mn-ea"/>
                <a:sym typeface="+mn-lt"/>
              </a:rPr>
              <a:t>请在此处添加您的标题内容</a:t>
            </a:r>
            <a:endParaRPr lang="zh-CN" altLang="en-US" sz="2400" dirty="0">
              <a:cs typeface="+mn-ea"/>
              <a:sym typeface="+mn-lt"/>
            </a:endParaRPr>
          </a:p>
        </p:txBody>
      </p:sp>
      <p:sp>
        <p:nvSpPr>
          <p:cNvPr id="25" name="文本框 24"/>
          <p:cNvSpPr txBox="1"/>
          <p:nvPr/>
        </p:nvSpPr>
        <p:spPr>
          <a:xfrm>
            <a:off x="4021617" y="1491577"/>
            <a:ext cx="4006640" cy="369332"/>
          </a:xfrm>
          <a:prstGeom prst="rect">
            <a:avLst/>
          </a:prstGeom>
          <a:noFill/>
        </p:spPr>
        <p:txBody>
          <a:bodyPr wrap="square" rtlCol="0">
            <a:spAutoFit/>
          </a:bodyPr>
          <a:lstStyle/>
          <a:p>
            <a:pPr algn="ctr"/>
            <a:r>
              <a:rPr lang="en-US" altLang="zh-CN" dirty="0">
                <a:cs typeface="+mn-ea"/>
                <a:sym typeface="+mn-lt"/>
              </a:rPr>
              <a:t>PLEASE ADD YOUR TITLE HERE</a:t>
            </a:r>
            <a:endParaRPr lang="zh-CN" altLang="en-US" dirty="0">
              <a:cs typeface="+mn-ea"/>
              <a:sym typeface="+mn-lt"/>
            </a:endParaRPr>
          </a:p>
        </p:txBody>
      </p:sp>
      <p:pic>
        <p:nvPicPr>
          <p:cNvPr id="27" name="图片 2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32073" y="505586"/>
            <a:ext cx="2941552" cy="2122820"/>
          </a:xfrm>
          <a:prstGeom prst="rect">
            <a:avLst/>
          </a:prstGeom>
        </p:spPr>
      </p:pic>
    </p:spTree>
    <p:custDataLst>
      <p:tags r:id="rId2"/>
    </p:custDataLst>
  </p:cSld>
  <p:clrMapOvr>
    <a:masterClrMapping/>
  </p:clrMapOvr>
  <p:transition spd="slow" advTm="5442">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right)">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anim calcmode="lin" valueType="num">
                                      <p:cBhvr>
                                        <p:cTn id="13" dur="500" fill="hold"/>
                                        <p:tgtEl>
                                          <p:spTgt spid="24"/>
                                        </p:tgtEl>
                                        <p:attrNameLst>
                                          <p:attrName>ppt_x</p:attrName>
                                        </p:attrNameLst>
                                      </p:cBhvr>
                                      <p:tavLst>
                                        <p:tav tm="0">
                                          <p:val>
                                            <p:strVal val="#ppt_x"/>
                                          </p:val>
                                        </p:tav>
                                        <p:tav tm="100000">
                                          <p:val>
                                            <p:strVal val="#ppt_x"/>
                                          </p:val>
                                        </p:tav>
                                      </p:tavLst>
                                    </p:anim>
                                    <p:anim calcmode="lin" valueType="num">
                                      <p:cBhvr>
                                        <p:cTn id="14" dur="500" fill="hold"/>
                                        <p:tgtEl>
                                          <p:spTgt spid="2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500"/>
                                        <p:tgtEl>
                                          <p:spTgt spid="25"/>
                                        </p:tgtEl>
                                      </p:cBhvr>
                                    </p:animEffect>
                                    <p:anim calcmode="lin" valueType="num">
                                      <p:cBhvr>
                                        <p:cTn id="18" dur="500" fill="hold"/>
                                        <p:tgtEl>
                                          <p:spTgt spid="25"/>
                                        </p:tgtEl>
                                        <p:attrNameLst>
                                          <p:attrName>ppt_x</p:attrName>
                                        </p:attrNameLst>
                                      </p:cBhvr>
                                      <p:tavLst>
                                        <p:tav tm="0">
                                          <p:val>
                                            <p:strVal val="#ppt_x"/>
                                          </p:val>
                                        </p:tav>
                                        <p:tav tm="100000">
                                          <p:val>
                                            <p:strVal val="#ppt_x"/>
                                          </p:val>
                                        </p:tav>
                                      </p:tavLst>
                                    </p:anim>
                                    <p:anim calcmode="lin" valueType="num">
                                      <p:cBhvr>
                                        <p:cTn id="19" dur="5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37"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outVertical)">
                                      <p:cBhvr>
                                        <p:cTn id="24" dur="500"/>
                                        <p:tgtEl>
                                          <p:spTgt spid="12"/>
                                        </p:tgtEl>
                                      </p:cBhvr>
                                    </p:animEffect>
                                  </p:childTnLst>
                                </p:cTn>
                              </p:par>
                              <p:par>
                                <p:cTn id="25" presetID="16" presetClass="entr" presetSubtype="37"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arn(outVertical)">
                                      <p:cBhvr>
                                        <p:cTn id="27" dur="500"/>
                                        <p:tgtEl>
                                          <p:spTgt spid="9"/>
                                        </p:tgtEl>
                                      </p:cBhvr>
                                    </p:animEffect>
                                  </p:childTnLst>
                                </p:cTn>
                              </p:par>
                              <p:par>
                                <p:cTn id="28" presetID="16" presetClass="entr" presetSubtype="37"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barn(outVertical)">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1000"/>
                                        <p:tgtEl>
                                          <p:spTgt spid="18"/>
                                        </p:tgtEl>
                                      </p:cBhvr>
                                    </p:animEffect>
                                    <p:anim calcmode="lin" valueType="num">
                                      <p:cBhvr>
                                        <p:cTn id="36" dur="1000" fill="hold"/>
                                        <p:tgtEl>
                                          <p:spTgt spid="18"/>
                                        </p:tgtEl>
                                        <p:attrNameLst>
                                          <p:attrName>ppt_x</p:attrName>
                                        </p:attrNameLst>
                                      </p:cBhvr>
                                      <p:tavLst>
                                        <p:tav tm="0">
                                          <p:val>
                                            <p:strVal val="#ppt_x"/>
                                          </p:val>
                                        </p:tav>
                                        <p:tav tm="100000">
                                          <p:val>
                                            <p:strVal val="#ppt_x"/>
                                          </p:val>
                                        </p:tav>
                                      </p:tavLst>
                                    </p:anim>
                                    <p:anim calcmode="lin" valueType="num">
                                      <p:cBhvr>
                                        <p:cTn id="37" dur="1000" fill="hold"/>
                                        <p:tgtEl>
                                          <p:spTgt spid="18"/>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1000"/>
                                        <p:tgtEl>
                                          <p:spTgt spid="19"/>
                                        </p:tgtEl>
                                      </p:cBhvr>
                                    </p:animEffect>
                                    <p:anim calcmode="lin" valueType="num">
                                      <p:cBhvr>
                                        <p:cTn id="41" dur="1000" fill="hold"/>
                                        <p:tgtEl>
                                          <p:spTgt spid="19"/>
                                        </p:tgtEl>
                                        <p:attrNameLst>
                                          <p:attrName>ppt_x</p:attrName>
                                        </p:attrNameLst>
                                      </p:cBhvr>
                                      <p:tavLst>
                                        <p:tav tm="0">
                                          <p:val>
                                            <p:strVal val="#ppt_x"/>
                                          </p:val>
                                        </p:tav>
                                        <p:tav tm="100000">
                                          <p:val>
                                            <p:strVal val="#ppt_x"/>
                                          </p:val>
                                        </p:tav>
                                      </p:tavLst>
                                    </p:anim>
                                    <p:anim calcmode="lin" valueType="num">
                                      <p:cBhvr>
                                        <p:cTn id="42" dur="1000" fill="hold"/>
                                        <p:tgtEl>
                                          <p:spTgt spid="19"/>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1000"/>
                                        <p:tgtEl>
                                          <p:spTgt spid="20"/>
                                        </p:tgtEl>
                                      </p:cBhvr>
                                    </p:animEffect>
                                    <p:anim calcmode="lin" valueType="num">
                                      <p:cBhvr>
                                        <p:cTn id="46" dur="1000" fill="hold"/>
                                        <p:tgtEl>
                                          <p:spTgt spid="20"/>
                                        </p:tgtEl>
                                        <p:attrNameLst>
                                          <p:attrName>ppt_x</p:attrName>
                                        </p:attrNameLst>
                                      </p:cBhvr>
                                      <p:tavLst>
                                        <p:tav tm="0">
                                          <p:val>
                                            <p:strVal val="#ppt_x"/>
                                          </p:val>
                                        </p:tav>
                                        <p:tav tm="100000">
                                          <p:val>
                                            <p:strVal val="#ppt_x"/>
                                          </p:val>
                                        </p:tav>
                                      </p:tavLst>
                                    </p:anim>
                                    <p:anim calcmode="lin" valueType="num">
                                      <p:cBhvr>
                                        <p:cTn id="47" dur="1000" fill="hold"/>
                                        <p:tgtEl>
                                          <p:spTgt spid="20"/>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1000"/>
                                        <p:tgtEl>
                                          <p:spTgt spid="21"/>
                                        </p:tgtEl>
                                      </p:cBhvr>
                                    </p:animEffect>
                                    <p:anim calcmode="lin" valueType="num">
                                      <p:cBhvr>
                                        <p:cTn id="51" dur="1000" fill="hold"/>
                                        <p:tgtEl>
                                          <p:spTgt spid="21"/>
                                        </p:tgtEl>
                                        <p:attrNameLst>
                                          <p:attrName>ppt_x</p:attrName>
                                        </p:attrNameLst>
                                      </p:cBhvr>
                                      <p:tavLst>
                                        <p:tav tm="0">
                                          <p:val>
                                            <p:strVal val="#ppt_x"/>
                                          </p:val>
                                        </p:tav>
                                        <p:tav tm="100000">
                                          <p:val>
                                            <p:strVal val="#ppt_x"/>
                                          </p:val>
                                        </p:tav>
                                      </p:tavLst>
                                    </p:anim>
                                    <p:anim calcmode="lin" valueType="num">
                                      <p:cBhvr>
                                        <p:cTn id="52" dur="1000" fill="hold"/>
                                        <p:tgtEl>
                                          <p:spTgt spid="21"/>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1000"/>
                                        <p:tgtEl>
                                          <p:spTgt spid="22"/>
                                        </p:tgtEl>
                                      </p:cBhvr>
                                    </p:animEffect>
                                    <p:anim calcmode="lin" valueType="num">
                                      <p:cBhvr>
                                        <p:cTn id="56" dur="1000" fill="hold"/>
                                        <p:tgtEl>
                                          <p:spTgt spid="22"/>
                                        </p:tgtEl>
                                        <p:attrNameLst>
                                          <p:attrName>ppt_x</p:attrName>
                                        </p:attrNameLst>
                                      </p:cBhvr>
                                      <p:tavLst>
                                        <p:tav tm="0">
                                          <p:val>
                                            <p:strVal val="#ppt_x"/>
                                          </p:val>
                                        </p:tav>
                                        <p:tav tm="100000">
                                          <p:val>
                                            <p:strVal val="#ppt_x"/>
                                          </p:val>
                                        </p:tav>
                                      </p:tavLst>
                                    </p:anim>
                                    <p:anim calcmode="lin" valueType="num">
                                      <p:cBhvr>
                                        <p:cTn id="57" dur="1000" fill="hold"/>
                                        <p:tgtEl>
                                          <p:spTgt spid="22"/>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1000"/>
                                        <p:tgtEl>
                                          <p:spTgt spid="23"/>
                                        </p:tgtEl>
                                      </p:cBhvr>
                                    </p:animEffect>
                                    <p:anim calcmode="lin" valueType="num">
                                      <p:cBhvr>
                                        <p:cTn id="61" dur="1000" fill="hold"/>
                                        <p:tgtEl>
                                          <p:spTgt spid="23"/>
                                        </p:tgtEl>
                                        <p:attrNameLst>
                                          <p:attrName>ppt_x</p:attrName>
                                        </p:attrNameLst>
                                      </p:cBhvr>
                                      <p:tavLst>
                                        <p:tav tm="0">
                                          <p:val>
                                            <p:strVal val="#ppt_x"/>
                                          </p:val>
                                        </p:tav>
                                        <p:tav tm="100000">
                                          <p:val>
                                            <p:strVal val="#ppt_x"/>
                                          </p:val>
                                        </p:tav>
                                      </p:tavLst>
                                    </p:anim>
                                    <p:anim calcmode="lin" valueType="num">
                                      <p:cBhvr>
                                        <p:cTn id="62"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2" grpId="0"/>
      <p:bldP spid="23" grpId="0"/>
      <p:bldP spid="24" grpId="0"/>
      <p:bldP spid="2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0" y="505586"/>
            <a:ext cx="12192000" cy="381000"/>
            <a:chOff x="0" y="391286"/>
            <a:chExt cx="12192000" cy="381000"/>
          </a:xfrm>
        </p:grpSpPr>
        <p:cxnSp>
          <p:nvCxnSpPr>
            <p:cNvPr id="18" name="直接连接符 17"/>
            <p:cNvCxnSpPr/>
            <p:nvPr/>
          </p:nvCxnSpPr>
          <p:spPr>
            <a:xfrm>
              <a:off x="0" y="581786"/>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rot="10800000">
              <a:off x="11060824" y="391286"/>
              <a:ext cx="656896" cy="381000"/>
              <a:chOff x="307428" y="393221"/>
              <a:chExt cx="656896" cy="381000"/>
            </a:xfrm>
          </p:grpSpPr>
          <p:sp>
            <p:nvSpPr>
              <p:cNvPr id="20" name="等腰三角形 19"/>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等腰三角形 20"/>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3" name="组合 22"/>
          <p:cNvGrpSpPr/>
          <p:nvPr/>
        </p:nvGrpSpPr>
        <p:grpSpPr>
          <a:xfrm>
            <a:off x="918119" y="2074291"/>
            <a:ext cx="3253831" cy="3088254"/>
            <a:chOff x="918118" y="2074291"/>
            <a:chExt cx="3253831" cy="3088254"/>
          </a:xfrm>
        </p:grpSpPr>
        <p:sp>
          <p:nvSpPr>
            <p:cNvPr id="24" name="矩形 23"/>
            <p:cNvSpPr/>
            <p:nvPr/>
          </p:nvSpPr>
          <p:spPr>
            <a:xfrm>
              <a:off x="918118" y="2074291"/>
              <a:ext cx="3253831" cy="308825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文本框 24"/>
            <p:cNvSpPr txBox="1"/>
            <p:nvPr/>
          </p:nvSpPr>
          <p:spPr>
            <a:xfrm>
              <a:off x="1604891" y="2708685"/>
              <a:ext cx="2175306" cy="1862048"/>
            </a:xfrm>
            <a:prstGeom prst="rect">
              <a:avLst/>
            </a:prstGeom>
            <a:noFill/>
          </p:spPr>
          <p:txBody>
            <a:bodyPr wrap="square" rtlCol="0">
              <a:spAutoFit/>
            </a:bodyPr>
            <a:lstStyle/>
            <a:p>
              <a:r>
                <a:rPr lang="en-US" altLang="zh-CN" sz="11500" i="1" dirty="0">
                  <a:cs typeface="+mn-ea"/>
                  <a:sym typeface="+mn-lt"/>
                </a:rPr>
                <a:t>02</a:t>
              </a:r>
              <a:endParaRPr lang="zh-CN" altLang="en-US" sz="11500" i="1" dirty="0">
                <a:cs typeface="+mn-ea"/>
                <a:sym typeface="+mn-lt"/>
              </a:endParaRPr>
            </a:p>
          </p:txBody>
        </p:sp>
      </p:grpSp>
      <p:sp>
        <p:nvSpPr>
          <p:cNvPr id="27" name="文本框 26"/>
          <p:cNvSpPr txBox="1"/>
          <p:nvPr/>
        </p:nvSpPr>
        <p:spPr>
          <a:xfrm>
            <a:off x="4858721" y="4109069"/>
            <a:ext cx="5589547" cy="923330"/>
          </a:xfrm>
          <a:prstGeom prst="rect">
            <a:avLst/>
          </a:prstGeom>
          <a:noFill/>
        </p:spPr>
        <p:txBody>
          <a:bodyPr wrap="square" rtlCol="0">
            <a:spAutoFit/>
          </a:bodyPr>
          <a:lstStyle/>
          <a:p>
            <a:r>
              <a:rPr lang="en-US" altLang="zh-CN" dirty="0">
                <a:solidFill>
                  <a:schemeClr val="tx1">
                    <a:lumMod val="50000"/>
                    <a:lumOff val="50000"/>
                  </a:schemeClr>
                </a:solidFill>
                <a:cs typeface="+mn-ea"/>
                <a:sym typeface="+mn-lt"/>
              </a:rPr>
              <a:t>High end atmospheric work report</a:t>
            </a:r>
            <a:r>
              <a:rPr lang="zh-CN" altLang="en-US" dirty="0">
                <a:solidFill>
                  <a:schemeClr val="tx1">
                    <a:lumMod val="50000"/>
                    <a:lumOff val="50000"/>
                  </a:schemeClr>
                </a:solidFill>
                <a:cs typeface="+mn-ea"/>
                <a:sym typeface="+mn-lt"/>
              </a:rPr>
              <a:t>，</a:t>
            </a:r>
            <a:r>
              <a:rPr lang="en-US" altLang="zh-CN" dirty="0">
                <a:solidFill>
                  <a:schemeClr val="tx1">
                    <a:lumMod val="50000"/>
                    <a:lumOff val="50000"/>
                  </a:schemeClr>
                </a:solidFill>
                <a:cs typeface="+mn-ea"/>
                <a:sym typeface="+mn-lt"/>
              </a:rPr>
              <a:t>High end atmospheric work report, High end atmospheric work report</a:t>
            </a:r>
            <a:endParaRPr lang="zh-CN" altLang="en-US" dirty="0">
              <a:solidFill>
                <a:schemeClr val="tx1">
                  <a:lumMod val="50000"/>
                  <a:lumOff val="50000"/>
                </a:schemeClr>
              </a:solidFill>
              <a:cs typeface="+mn-ea"/>
              <a:sym typeface="+mn-lt"/>
            </a:endParaRPr>
          </a:p>
        </p:txBody>
      </p:sp>
      <p:grpSp>
        <p:nvGrpSpPr>
          <p:cNvPr id="28" name="组合 27"/>
          <p:cNvGrpSpPr/>
          <p:nvPr/>
        </p:nvGrpSpPr>
        <p:grpSpPr>
          <a:xfrm>
            <a:off x="10657819" y="2644915"/>
            <a:ext cx="555708" cy="1855199"/>
            <a:chOff x="9448800" y="2089837"/>
            <a:chExt cx="1428750" cy="2731515"/>
          </a:xfrm>
        </p:grpSpPr>
        <p:cxnSp>
          <p:nvCxnSpPr>
            <p:cNvPr id="29" name="直接连接符 28"/>
            <p:cNvCxnSpPr/>
            <p:nvPr/>
          </p:nvCxnSpPr>
          <p:spPr>
            <a:xfrm>
              <a:off x="9448800" y="2089837"/>
              <a:ext cx="1428750" cy="1249448"/>
            </a:xfrm>
            <a:prstGeom prst="line">
              <a:avLst/>
            </a:prstGeom>
            <a:ln w="130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9467850" y="3237868"/>
              <a:ext cx="1409700" cy="1583484"/>
            </a:xfrm>
            <a:prstGeom prst="line">
              <a:avLst/>
            </a:prstGeom>
            <a:ln w="130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1" name="直接连接符 30"/>
          <p:cNvCxnSpPr/>
          <p:nvPr/>
        </p:nvCxnSpPr>
        <p:spPr>
          <a:xfrm>
            <a:off x="5087323" y="3689557"/>
            <a:ext cx="78377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668475" y="2085629"/>
            <a:ext cx="4494186" cy="1490591"/>
          </a:xfrm>
          <a:prstGeom prst="rect">
            <a:avLst/>
          </a:prstGeom>
        </p:spPr>
      </p:pic>
    </p:spTree>
    <p:custDataLst>
      <p:tags r:id="rId2"/>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4105">
        <p15:prstTrans prst="fracture"/>
      </p:transition>
    </mc:Choice>
    <mc:Fallback>
      <p:transition spd="slow" advTm="4105">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righ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500"/>
                                        <p:tgtEl>
                                          <p:spTgt spid="2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wipe(left)">
                                      <p:cBhvr>
                                        <p:cTn id="20" dur="500"/>
                                        <p:tgtEl>
                                          <p:spTgt spid="3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9"/>
          <p:cNvGrpSpPr/>
          <p:nvPr/>
        </p:nvGrpSpPr>
        <p:grpSpPr>
          <a:xfrm>
            <a:off x="0" y="509455"/>
            <a:ext cx="12192000" cy="381000"/>
            <a:chOff x="0" y="391286"/>
            <a:chExt cx="12192000" cy="381000"/>
          </a:xfrm>
        </p:grpSpPr>
        <p:cxnSp>
          <p:nvCxnSpPr>
            <p:cNvPr id="4" name="直接连接符 3"/>
            <p:cNvCxnSpPr/>
            <p:nvPr/>
          </p:nvCxnSpPr>
          <p:spPr>
            <a:xfrm>
              <a:off x="0" y="581786"/>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rot="10800000">
              <a:off x="11060824" y="391286"/>
              <a:ext cx="656896" cy="381000"/>
              <a:chOff x="307428" y="393221"/>
              <a:chExt cx="656896" cy="381000"/>
            </a:xfrm>
          </p:grpSpPr>
          <p:sp>
            <p:nvSpPr>
              <p:cNvPr id="6" name="等腰三角形 5"/>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等腰三角形 6"/>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9" name="组合 8"/>
          <p:cNvGrpSpPr/>
          <p:nvPr/>
        </p:nvGrpSpPr>
        <p:grpSpPr>
          <a:xfrm>
            <a:off x="3829053" y="2079111"/>
            <a:ext cx="1884131" cy="1871354"/>
            <a:chOff x="4440238" y="2057400"/>
            <a:chExt cx="1884131" cy="1871354"/>
          </a:xfrm>
        </p:grpSpPr>
        <p:sp>
          <p:nvSpPr>
            <p:cNvPr id="10" name="椭圆 9"/>
            <p:cNvSpPr/>
            <p:nvPr/>
          </p:nvSpPr>
          <p:spPr>
            <a:xfrm>
              <a:off x="4440238" y="2057400"/>
              <a:ext cx="1865312" cy="1865312"/>
            </a:xfrm>
            <a:prstGeom prst="ellipse">
              <a:avLst/>
            </a:prstGeom>
            <a:noFill/>
            <a:ln w="444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弧形 10"/>
            <p:cNvSpPr/>
            <p:nvPr/>
          </p:nvSpPr>
          <p:spPr>
            <a:xfrm rot="11219382">
              <a:off x="4457242" y="2061627"/>
              <a:ext cx="1867127" cy="1867127"/>
            </a:xfrm>
            <a:prstGeom prst="arc">
              <a:avLst>
                <a:gd name="adj1" fmla="val 5426787"/>
                <a:gd name="adj2" fmla="val 564740"/>
              </a:avLst>
            </a:prstGeom>
            <a:ln w="444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grpSp>
        <p:nvGrpSpPr>
          <p:cNvPr id="12" name="组合 11"/>
          <p:cNvGrpSpPr/>
          <p:nvPr/>
        </p:nvGrpSpPr>
        <p:grpSpPr>
          <a:xfrm>
            <a:off x="6541966" y="2056883"/>
            <a:ext cx="1914423" cy="1871354"/>
            <a:chOff x="6773285" y="2057400"/>
            <a:chExt cx="1914422" cy="1871354"/>
          </a:xfrm>
        </p:grpSpPr>
        <p:sp>
          <p:nvSpPr>
            <p:cNvPr id="13" name="椭圆 12"/>
            <p:cNvSpPr/>
            <p:nvPr/>
          </p:nvSpPr>
          <p:spPr>
            <a:xfrm>
              <a:off x="6773285" y="2057400"/>
              <a:ext cx="1865312" cy="1865312"/>
            </a:xfrm>
            <a:prstGeom prst="ellipse">
              <a:avLst/>
            </a:prstGeom>
            <a:noFill/>
            <a:ln w="444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弧形 13"/>
            <p:cNvSpPr/>
            <p:nvPr/>
          </p:nvSpPr>
          <p:spPr>
            <a:xfrm rot="11219382">
              <a:off x="6820580" y="2061627"/>
              <a:ext cx="1867127" cy="1867127"/>
            </a:xfrm>
            <a:prstGeom prst="arc">
              <a:avLst>
                <a:gd name="adj1" fmla="val 5426787"/>
                <a:gd name="adj2" fmla="val 18041059"/>
              </a:avLst>
            </a:prstGeom>
            <a:ln w="444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grpSp>
        <p:nvGrpSpPr>
          <p:cNvPr id="15" name="组合 14"/>
          <p:cNvGrpSpPr/>
          <p:nvPr/>
        </p:nvGrpSpPr>
        <p:grpSpPr>
          <a:xfrm>
            <a:off x="9279647" y="1968433"/>
            <a:ext cx="1867127" cy="1871354"/>
            <a:chOff x="9201829" y="2057400"/>
            <a:chExt cx="1867127" cy="1871354"/>
          </a:xfrm>
        </p:grpSpPr>
        <p:sp>
          <p:nvSpPr>
            <p:cNvPr id="16" name="椭圆 15"/>
            <p:cNvSpPr/>
            <p:nvPr/>
          </p:nvSpPr>
          <p:spPr>
            <a:xfrm>
              <a:off x="9202738" y="2057400"/>
              <a:ext cx="1865312" cy="1865312"/>
            </a:xfrm>
            <a:prstGeom prst="ellipse">
              <a:avLst/>
            </a:prstGeom>
            <a:noFill/>
            <a:ln w="444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弧形 16"/>
            <p:cNvSpPr/>
            <p:nvPr/>
          </p:nvSpPr>
          <p:spPr>
            <a:xfrm rot="11219382">
              <a:off x="9201829" y="2061627"/>
              <a:ext cx="1867127" cy="1867127"/>
            </a:xfrm>
            <a:prstGeom prst="arc">
              <a:avLst>
                <a:gd name="adj1" fmla="val 5426787"/>
                <a:gd name="adj2" fmla="val 13784096"/>
              </a:avLst>
            </a:prstGeom>
            <a:ln w="444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sp>
        <p:nvSpPr>
          <p:cNvPr id="18" name="文本框 17"/>
          <p:cNvSpPr txBox="1"/>
          <p:nvPr/>
        </p:nvSpPr>
        <p:spPr>
          <a:xfrm>
            <a:off x="4191003" y="2657826"/>
            <a:ext cx="1257300" cy="1323439"/>
          </a:xfrm>
          <a:prstGeom prst="rect">
            <a:avLst/>
          </a:prstGeom>
          <a:noFill/>
        </p:spPr>
        <p:txBody>
          <a:bodyPr wrap="square" rtlCol="0">
            <a:spAutoFit/>
          </a:bodyPr>
          <a:lstStyle/>
          <a:p>
            <a:r>
              <a:rPr lang="en-US" altLang="zh-CN" sz="4000" dirty="0">
                <a:cs typeface="+mn-ea"/>
                <a:sym typeface="+mn-lt"/>
              </a:rPr>
              <a:t>80</a:t>
            </a:r>
            <a:r>
              <a:rPr lang="zh-CN" altLang="en-US" sz="4000" dirty="0">
                <a:cs typeface="+mn-ea"/>
                <a:sym typeface="+mn-lt"/>
              </a:rPr>
              <a:t>％</a:t>
            </a:r>
            <a:endParaRPr lang="zh-CN" altLang="en-US" sz="4000" dirty="0">
              <a:cs typeface="+mn-ea"/>
              <a:sym typeface="+mn-lt"/>
            </a:endParaRPr>
          </a:p>
        </p:txBody>
      </p:sp>
      <p:sp>
        <p:nvSpPr>
          <p:cNvPr id="19" name="文本框 18"/>
          <p:cNvSpPr txBox="1"/>
          <p:nvPr/>
        </p:nvSpPr>
        <p:spPr>
          <a:xfrm>
            <a:off x="6891501" y="2635597"/>
            <a:ext cx="1378977" cy="707886"/>
          </a:xfrm>
          <a:prstGeom prst="rect">
            <a:avLst/>
          </a:prstGeom>
          <a:noFill/>
        </p:spPr>
        <p:txBody>
          <a:bodyPr wrap="square" rtlCol="0">
            <a:spAutoFit/>
          </a:bodyPr>
          <a:lstStyle/>
          <a:p>
            <a:r>
              <a:rPr lang="en-US" altLang="zh-CN" sz="4000" dirty="0">
                <a:cs typeface="+mn-ea"/>
                <a:sym typeface="+mn-lt"/>
              </a:rPr>
              <a:t>60</a:t>
            </a:r>
            <a:r>
              <a:rPr lang="zh-CN" altLang="en-US" sz="4000" dirty="0">
                <a:cs typeface="+mn-ea"/>
                <a:sym typeface="+mn-lt"/>
              </a:rPr>
              <a:t>％</a:t>
            </a:r>
            <a:endParaRPr lang="zh-CN" altLang="en-US" sz="4000" dirty="0">
              <a:cs typeface="+mn-ea"/>
              <a:sym typeface="+mn-lt"/>
            </a:endParaRPr>
          </a:p>
        </p:txBody>
      </p:sp>
      <p:sp>
        <p:nvSpPr>
          <p:cNvPr id="20" name="文本框 19"/>
          <p:cNvSpPr txBox="1"/>
          <p:nvPr/>
        </p:nvSpPr>
        <p:spPr>
          <a:xfrm>
            <a:off x="9523721" y="2547147"/>
            <a:ext cx="1378977" cy="707886"/>
          </a:xfrm>
          <a:prstGeom prst="rect">
            <a:avLst/>
          </a:prstGeom>
          <a:noFill/>
        </p:spPr>
        <p:txBody>
          <a:bodyPr wrap="square" rtlCol="0">
            <a:spAutoFit/>
          </a:bodyPr>
          <a:lstStyle/>
          <a:p>
            <a:r>
              <a:rPr lang="en-US" altLang="zh-CN" sz="4000" dirty="0">
                <a:cs typeface="+mn-ea"/>
                <a:sym typeface="+mn-lt"/>
              </a:rPr>
              <a:t>30</a:t>
            </a:r>
            <a:r>
              <a:rPr lang="zh-CN" altLang="en-US" sz="4000" dirty="0">
                <a:cs typeface="+mn-ea"/>
                <a:sym typeface="+mn-lt"/>
              </a:rPr>
              <a:t>％</a:t>
            </a:r>
            <a:endParaRPr lang="zh-CN" altLang="en-US" sz="4000" dirty="0">
              <a:cs typeface="+mn-ea"/>
              <a:sym typeface="+mn-lt"/>
            </a:endParaRPr>
          </a:p>
        </p:txBody>
      </p:sp>
      <p:sp>
        <p:nvSpPr>
          <p:cNvPr id="21" name="文本框 20"/>
          <p:cNvSpPr txBox="1"/>
          <p:nvPr/>
        </p:nvSpPr>
        <p:spPr>
          <a:xfrm>
            <a:off x="4031338" y="4079361"/>
            <a:ext cx="1460743" cy="461665"/>
          </a:xfrm>
          <a:prstGeom prst="rect">
            <a:avLst/>
          </a:prstGeom>
          <a:noFill/>
        </p:spPr>
        <p:txBody>
          <a:bodyPr wrap="square" rtlCol="0">
            <a:spAutoFit/>
          </a:bodyPr>
          <a:lstStyle/>
          <a:p>
            <a:pPr algn="just"/>
            <a:r>
              <a:rPr lang="zh-CN" altLang="en-US" sz="2400" dirty="0">
                <a:cs typeface="+mn-ea"/>
                <a:sym typeface="+mn-lt"/>
              </a:rPr>
              <a:t>添加标题</a:t>
            </a:r>
            <a:endParaRPr lang="zh-CN" altLang="en-US" sz="2400" dirty="0">
              <a:cs typeface="+mn-ea"/>
              <a:sym typeface="+mn-lt"/>
            </a:endParaRPr>
          </a:p>
        </p:txBody>
      </p:sp>
      <p:sp>
        <p:nvSpPr>
          <p:cNvPr id="22" name="文本框 21"/>
          <p:cNvSpPr txBox="1"/>
          <p:nvPr/>
        </p:nvSpPr>
        <p:spPr>
          <a:xfrm>
            <a:off x="3595958" y="4599551"/>
            <a:ext cx="2367323" cy="1061829"/>
          </a:xfrm>
          <a:prstGeom prst="rect">
            <a:avLst/>
          </a:prstGeom>
          <a:noFill/>
        </p:spPr>
        <p:txBody>
          <a:bodyPr wrap="square" rtlCol="0">
            <a:spAutoFit/>
          </a:bodyPr>
          <a:lstStyle/>
          <a:p>
            <a:pPr>
              <a:lnSpc>
                <a:spcPct val="150000"/>
              </a:lnSpc>
            </a:pPr>
            <a:r>
              <a:rPr lang="zh-CN" altLang="en-US" sz="1400" dirty="0">
                <a:cs typeface="+mn-ea"/>
                <a:sym typeface="+mn-lt"/>
              </a:rPr>
              <a:t>点击此处添加您的文本内容注意字体大小及文字数量注意整体文本的协调美观</a:t>
            </a:r>
            <a:endParaRPr lang="zh-CN" altLang="en-US" sz="1400" dirty="0">
              <a:cs typeface="+mn-ea"/>
              <a:sym typeface="+mn-lt"/>
            </a:endParaRPr>
          </a:p>
        </p:txBody>
      </p:sp>
      <p:sp>
        <p:nvSpPr>
          <p:cNvPr id="23" name="文本框 22"/>
          <p:cNvSpPr txBox="1"/>
          <p:nvPr/>
        </p:nvSpPr>
        <p:spPr>
          <a:xfrm>
            <a:off x="6891502" y="4057133"/>
            <a:ext cx="1460743" cy="461665"/>
          </a:xfrm>
          <a:prstGeom prst="rect">
            <a:avLst/>
          </a:prstGeom>
          <a:noFill/>
        </p:spPr>
        <p:txBody>
          <a:bodyPr wrap="square" rtlCol="0">
            <a:spAutoFit/>
          </a:bodyPr>
          <a:lstStyle/>
          <a:p>
            <a:pPr algn="just"/>
            <a:r>
              <a:rPr lang="zh-CN" altLang="en-US" sz="2400" dirty="0">
                <a:cs typeface="+mn-ea"/>
                <a:sym typeface="+mn-lt"/>
              </a:rPr>
              <a:t>添加标题</a:t>
            </a:r>
            <a:endParaRPr lang="zh-CN" altLang="en-US" sz="2400" dirty="0">
              <a:cs typeface="+mn-ea"/>
              <a:sym typeface="+mn-lt"/>
            </a:endParaRPr>
          </a:p>
        </p:txBody>
      </p:sp>
      <p:sp>
        <p:nvSpPr>
          <p:cNvPr id="24" name="文本框 23"/>
          <p:cNvSpPr txBox="1"/>
          <p:nvPr/>
        </p:nvSpPr>
        <p:spPr>
          <a:xfrm>
            <a:off x="6456121" y="4577323"/>
            <a:ext cx="2367323" cy="1061829"/>
          </a:xfrm>
          <a:prstGeom prst="rect">
            <a:avLst/>
          </a:prstGeom>
          <a:noFill/>
        </p:spPr>
        <p:txBody>
          <a:bodyPr wrap="square" rtlCol="0">
            <a:spAutoFit/>
          </a:bodyPr>
          <a:lstStyle/>
          <a:p>
            <a:pPr>
              <a:lnSpc>
                <a:spcPct val="150000"/>
              </a:lnSpc>
            </a:pPr>
            <a:r>
              <a:rPr lang="zh-CN" altLang="en-US" sz="1400" dirty="0">
                <a:cs typeface="+mn-ea"/>
                <a:sym typeface="+mn-lt"/>
              </a:rPr>
              <a:t>点击此处添加您的文本内容注意字体大小及文字数量注意整体文本的协调美观</a:t>
            </a:r>
            <a:endParaRPr lang="zh-CN" altLang="en-US" sz="1400" dirty="0">
              <a:cs typeface="+mn-ea"/>
              <a:sym typeface="+mn-lt"/>
            </a:endParaRPr>
          </a:p>
        </p:txBody>
      </p:sp>
      <p:sp>
        <p:nvSpPr>
          <p:cNvPr id="25" name="文本框 24"/>
          <p:cNvSpPr txBox="1"/>
          <p:nvPr/>
        </p:nvSpPr>
        <p:spPr>
          <a:xfrm>
            <a:off x="9608358" y="4004981"/>
            <a:ext cx="1460743" cy="461665"/>
          </a:xfrm>
          <a:prstGeom prst="rect">
            <a:avLst/>
          </a:prstGeom>
          <a:noFill/>
        </p:spPr>
        <p:txBody>
          <a:bodyPr wrap="square" rtlCol="0">
            <a:spAutoFit/>
          </a:bodyPr>
          <a:lstStyle/>
          <a:p>
            <a:pPr algn="just"/>
            <a:r>
              <a:rPr lang="zh-CN" altLang="en-US" sz="2400" dirty="0">
                <a:cs typeface="+mn-ea"/>
                <a:sym typeface="+mn-lt"/>
              </a:rPr>
              <a:t>添加标题</a:t>
            </a:r>
            <a:endParaRPr lang="zh-CN" altLang="en-US" sz="2400" dirty="0">
              <a:cs typeface="+mn-ea"/>
              <a:sym typeface="+mn-lt"/>
            </a:endParaRPr>
          </a:p>
        </p:txBody>
      </p:sp>
      <p:sp>
        <p:nvSpPr>
          <p:cNvPr id="26" name="文本框 25"/>
          <p:cNvSpPr txBox="1"/>
          <p:nvPr/>
        </p:nvSpPr>
        <p:spPr>
          <a:xfrm>
            <a:off x="9172979" y="4525169"/>
            <a:ext cx="2367323" cy="1061829"/>
          </a:xfrm>
          <a:prstGeom prst="rect">
            <a:avLst/>
          </a:prstGeom>
          <a:noFill/>
        </p:spPr>
        <p:txBody>
          <a:bodyPr wrap="square" rtlCol="0">
            <a:spAutoFit/>
          </a:bodyPr>
          <a:lstStyle/>
          <a:p>
            <a:pPr>
              <a:lnSpc>
                <a:spcPct val="150000"/>
              </a:lnSpc>
            </a:pPr>
            <a:r>
              <a:rPr lang="zh-CN" altLang="en-US" sz="1400" dirty="0">
                <a:cs typeface="+mn-ea"/>
                <a:sym typeface="+mn-lt"/>
              </a:rPr>
              <a:t>点击此处添加您的文本内容注意字体大小及文字数量注意整体文本的协调美观</a:t>
            </a:r>
            <a:endParaRPr lang="zh-CN" altLang="en-US" sz="1400" dirty="0">
              <a:cs typeface="+mn-ea"/>
              <a:sym typeface="+mn-lt"/>
            </a:endParaRPr>
          </a:p>
        </p:txBody>
      </p:sp>
      <p:sp>
        <p:nvSpPr>
          <p:cNvPr id="27" name="文本框 26"/>
          <p:cNvSpPr txBox="1"/>
          <p:nvPr/>
        </p:nvSpPr>
        <p:spPr>
          <a:xfrm>
            <a:off x="633032" y="1351686"/>
            <a:ext cx="3770141" cy="369332"/>
          </a:xfrm>
          <a:prstGeom prst="rect">
            <a:avLst/>
          </a:prstGeom>
          <a:noFill/>
        </p:spPr>
        <p:txBody>
          <a:bodyPr wrap="square" rtlCol="0">
            <a:spAutoFit/>
          </a:bodyPr>
          <a:lstStyle/>
          <a:p>
            <a:r>
              <a:rPr lang="zh-CN" altLang="en-US" dirty="0">
                <a:solidFill>
                  <a:schemeClr val="tx1">
                    <a:lumMod val="50000"/>
                    <a:lumOff val="50000"/>
                  </a:schemeClr>
                </a:solidFill>
                <a:cs typeface="+mn-ea"/>
                <a:sym typeface="+mn-lt"/>
              </a:rPr>
              <a:t>请添加您的文字内容</a:t>
            </a:r>
            <a:endParaRPr lang="zh-CN" altLang="en-US" dirty="0">
              <a:solidFill>
                <a:schemeClr val="tx1">
                  <a:lumMod val="50000"/>
                  <a:lumOff val="50000"/>
                </a:schemeClr>
              </a:solidFill>
              <a:cs typeface="+mn-ea"/>
              <a:sym typeface="+mn-lt"/>
            </a:endParaRPr>
          </a:p>
        </p:txBody>
      </p:sp>
      <p:cxnSp>
        <p:nvCxnSpPr>
          <p:cNvPr id="28" name="直接连接符 27"/>
          <p:cNvCxnSpPr/>
          <p:nvPr/>
        </p:nvCxnSpPr>
        <p:spPr>
          <a:xfrm>
            <a:off x="374610" y="1886259"/>
            <a:ext cx="3465857"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524514" y="2096340"/>
            <a:ext cx="2847559" cy="830997"/>
          </a:xfrm>
          <a:prstGeom prst="rect">
            <a:avLst/>
          </a:prstGeom>
          <a:noFill/>
        </p:spPr>
        <p:txBody>
          <a:bodyPr wrap="square" rtlCol="0">
            <a:spAutoFit/>
          </a:bodyPr>
          <a:lstStyle/>
          <a:p>
            <a:r>
              <a:rPr lang="zh-CN" altLang="en-US" sz="2400" dirty="0">
                <a:cs typeface="+mn-ea"/>
                <a:sym typeface="+mn-lt"/>
              </a:rPr>
              <a:t>请在此处添加您的标题内容</a:t>
            </a:r>
            <a:endParaRPr lang="zh-CN" altLang="en-US" sz="2400" dirty="0">
              <a:cs typeface="+mn-ea"/>
              <a:sym typeface="+mn-lt"/>
            </a:endParaRPr>
          </a:p>
        </p:txBody>
      </p:sp>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48302" y="3405236"/>
            <a:ext cx="2941552" cy="2122820"/>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spd="slow" p14:dur="1600" advTm="6674">
        <p14:gallery dir="l"/>
      </p:transition>
    </mc:Choice>
    <mc:Fallback>
      <p:transition spd="slow" advTm="6674">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right)">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left)">
                                      <p:cBhvr>
                                        <p:cTn id="12" dur="500"/>
                                        <p:tgtEl>
                                          <p:spTgt spid="27"/>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wipe(left)">
                                      <p:cBhvr>
                                        <p:cTn id="15" dur="500"/>
                                        <p:tgtEl>
                                          <p:spTgt spid="29"/>
                                        </p:tgtEl>
                                      </p:cBhvr>
                                    </p:animEffect>
                                  </p:childTnLst>
                                </p:cTn>
                              </p:par>
                              <p:par>
                                <p:cTn id="16" presetID="22" presetClass="entr" presetSubtype="8" fill="hold" nodeType="with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wipe(left)">
                                      <p:cBhvr>
                                        <p:cTn id="18" dur="500"/>
                                        <p:tgtEl>
                                          <p:spTgt spid="28"/>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heel(1)">
                                      <p:cBhvr>
                                        <p:cTn id="23" dur="2000"/>
                                        <p:tgtEl>
                                          <p:spTgt spid="12"/>
                                        </p:tgtEl>
                                      </p:cBhvr>
                                    </p:animEffect>
                                  </p:childTnLst>
                                </p:cTn>
                              </p:par>
                              <p:par>
                                <p:cTn id="24" presetID="21" presetClass="entr" presetSubtype="1"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heel(1)">
                                      <p:cBhvr>
                                        <p:cTn id="26" dur="2000"/>
                                        <p:tgtEl>
                                          <p:spTgt spid="9"/>
                                        </p:tgtEl>
                                      </p:cBhvr>
                                    </p:animEffect>
                                  </p:childTnLst>
                                </p:cTn>
                              </p:par>
                              <p:par>
                                <p:cTn id="27" presetID="21" presetClass="entr" presetSubtype="1"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heel(1)">
                                      <p:cBhvr>
                                        <p:cTn id="29" dur="20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anim calcmode="lin" valueType="num">
                                      <p:cBhvr>
                                        <p:cTn id="46" dur="500" fill="hold"/>
                                        <p:tgtEl>
                                          <p:spTgt spid="21"/>
                                        </p:tgtEl>
                                        <p:attrNameLst>
                                          <p:attrName>ppt_x</p:attrName>
                                        </p:attrNameLst>
                                      </p:cBhvr>
                                      <p:tavLst>
                                        <p:tav tm="0">
                                          <p:val>
                                            <p:strVal val="#ppt_x"/>
                                          </p:val>
                                        </p:tav>
                                        <p:tav tm="100000">
                                          <p:val>
                                            <p:strVal val="#ppt_x"/>
                                          </p:val>
                                        </p:tav>
                                      </p:tavLst>
                                    </p:anim>
                                    <p:anim calcmode="lin" valueType="num">
                                      <p:cBhvr>
                                        <p:cTn id="47" dur="500" fill="hold"/>
                                        <p:tgtEl>
                                          <p:spTgt spid="21"/>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500"/>
                                        <p:tgtEl>
                                          <p:spTgt spid="22"/>
                                        </p:tgtEl>
                                      </p:cBhvr>
                                    </p:animEffect>
                                    <p:anim calcmode="lin" valueType="num">
                                      <p:cBhvr>
                                        <p:cTn id="51" dur="500" fill="hold"/>
                                        <p:tgtEl>
                                          <p:spTgt spid="22"/>
                                        </p:tgtEl>
                                        <p:attrNameLst>
                                          <p:attrName>ppt_x</p:attrName>
                                        </p:attrNameLst>
                                      </p:cBhvr>
                                      <p:tavLst>
                                        <p:tav tm="0">
                                          <p:val>
                                            <p:strVal val="#ppt_x"/>
                                          </p:val>
                                        </p:tav>
                                        <p:tav tm="100000">
                                          <p:val>
                                            <p:strVal val="#ppt_x"/>
                                          </p:val>
                                        </p:tav>
                                      </p:tavLst>
                                    </p:anim>
                                    <p:anim calcmode="lin" valueType="num">
                                      <p:cBhvr>
                                        <p:cTn id="52" dur="500" fill="hold"/>
                                        <p:tgtEl>
                                          <p:spTgt spid="22"/>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500"/>
                                        <p:tgtEl>
                                          <p:spTgt spid="23"/>
                                        </p:tgtEl>
                                      </p:cBhvr>
                                    </p:animEffect>
                                    <p:anim calcmode="lin" valueType="num">
                                      <p:cBhvr>
                                        <p:cTn id="56" dur="500" fill="hold"/>
                                        <p:tgtEl>
                                          <p:spTgt spid="23"/>
                                        </p:tgtEl>
                                        <p:attrNameLst>
                                          <p:attrName>ppt_x</p:attrName>
                                        </p:attrNameLst>
                                      </p:cBhvr>
                                      <p:tavLst>
                                        <p:tav tm="0">
                                          <p:val>
                                            <p:strVal val="#ppt_x"/>
                                          </p:val>
                                        </p:tav>
                                        <p:tav tm="100000">
                                          <p:val>
                                            <p:strVal val="#ppt_x"/>
                                          </p:val>
                                        </p:tav>
                                      </p:tavLst>
                                    </p:anim>
                                    <p:anim calcmode="lin" valueType="num">
                                      <p:cBhvr>
                                        <p:cTn id="57" dur="500" fill="hold"/>
                                        <p:tgtEl>
                                          <p:spTgt spid="23"/>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500"/>
                                        <p:tgtEl>
                                          <p:spTgt spid="24"/>
                                        </p:tgtEl>
                                      </p:cBhvr>
                                    </p:animEffect>
                                    <p:anim calcmode="lin" valueType="num">
                                      <p:cBhvr>
                                        <p:cTn id="61" dur="500" fill="hold"/>
                                        <p:tgtEl>
                                          <p:spTgt spid="24"/>
                                        </p:tgtEl>
                                        <p:attrNameLst>
                                          <p:attrName>ppt_x</p:attrName>
                                        </p:attrNameLst>
                                      </p:cBhvr>
                                      <p:tavLst>
                                        <p:tav tm="0">
                                          <p:val>
                                            <p:strVal val="#ppt_x"/>
                                          </p:val>
                                        </p:tav>
                                        <p:tav tm="100000">
                                          <p:val>
                                            <p:strVal val="#ppt_x"/>
                                          </p:val>
                                        </p:tav>
                                      </p:tavLst>
                                    </p:anim>
                                    <p:anim calcmode="lin" valueType="num">
                                      <p:cBhvr>
                                        <p:cTn id="62" dur="500" fill="hold"/>
                                        <p:tgtEl>
                                          <p:spTgt spid="24"/>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500"/>
                                        <p:tgtEl>
                                          <p:spTgt spid="25"/>
                                        </p:tgtEl>
                                      </p:cBhvr>
                                    </p:animEffect>
                                    <p:anim calcmode="lin" valueType="num">
                                      <p:cBhvr>
                                        <p:cTn id="66" dur="500" fill="hold"/>
                                        <p:tgtEl>
                                          <p:spTgt spid="25"/>
                                        </p:tgtEl>
                                        <p:attrNameLst>
                                          <p:attrName>ppt_x</p:attrName>
                                        </p:attrNameLst>
                                      </p:cBhvr>
                                      <p:tavLst>
                                        <p:tav tm="0">
                                          <p:val>
                                            <p:strVal val="#ppt_x"/>
                                          </p:val>
                                        </p:tav>
                                        <p:tav tm="100000">
                                          <p:val>
                                            <p:strVal val="#ppt_x"/>
                                          </p:val>
                                        </p:tav>
                                      </p:tavLst>
                                    </p:anim>
                                    <p:anim calcmode="lin" valueType="num">
                                      <p:cBhvr>
                                        <p:cTn id="67" dur="500" fill="hold"/>
                                        <p:tgtEl>
                                          <p:spTgt spid="25"/>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anim calcmode="lin" valueType="num">
                                      <p:cBhvr>
                                        <p:cTn id="71" dur="500" fill="hold"/>
                                        <p:tgtEl>
                                          <p:spTgt spid="26"/>
                                        </p:tgtEl>
                                        <p:attrNameLst>
                                          <p:attrName>ppt_x</p:attrName>
                                        </p:attrNameLst>
                                      </p:cBhvr>
                                      <p:tavLst>
                                        <p:tav tm="0">
                                          <p:val>
                                            <p:strVal val="#ppt_x"/>
                                          </p:val>
                                        </p:tav>
                                        <p:tav tm="100000">
                                          <p:val>
                                            <p:strVal val="#ppt_x"/>
                                          </p:val>
                                        </p:tav>
                                      </p:tavLst>
                                    </p:anim>
                                    <p:anim calcmode="lin" valueType="num">
                                      <p:cBhvr>
                                        <p:cTn id="72" dur="5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2" grpId="0"/>
      <p:bldP spid="23" grpId="0"/>
      <p:bldP spid="24" grpId="0"/>
      <p:bldP spid="25" grpId="0"/>
      <p:bldP spid="26" grpId="0"/>
      <p:bldP spid="27" grpId="0"/>
      <p:bldP spid="2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0" y="542592"/>
            <a:ext cx="12192000" cy="381000"/>
            <a:chOff x="0" y="391286"/>
            <a:chExt cx="12192000" cy="381000"/>
          </a:xfrm>
        </p:grpSpPr>
        <p:cxnSp>
          <p:nvCxnSpPr>
            <p:cNvPr id="4" name="直接连接符 3"/>
            <p:cNvCxnSpPr/>
            <p:nvPr/>
          </p:nvCxnSpPr>
          <p:spPr>
            <a:xfrm>
              <a:off x="0" y="581786"/>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rot="10800000">
              <a:off x="11060824" y="391286"/>
              <a:ext cx="656896" cy="381000"/>
              <a:chOff x="307428" y="393221"/>
              <a:chExt cx="656896" cy="381000"/>
            </a:xfrm>
          </p:grpSpPr>
          <p:sp>
            <p:nvSpPr>
              <p:cNvPr id="6" name="等腰三角形 5"/>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等腰三角形 6"/>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10" name="矩形 9"/>
          <p:cNvSpPr/>
          <p:nvPr/>
        </p:nvSpPr>
        <p:spPr>
          <a:xfrm>
            <a:off x="754743" y="1389937"/>
            <a:ext cx="1857829" cy="46445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cs typeface="+mn-ea"/>
                <a:sym typeface="+mn-lt"/>
              </a:rPr>
              <a:t>点击添加标题</a:t>
            </a:r>
            <a:endParaRPr lang="zh-CN" altLang="en-US" dirty="0">
              <a:solidFill>
                <a:schemeClr val="bg1"/>
              </a:solidFill>
              <a:cs typeface="+mn-ea"/>
              <a:sym typeface="+mn-lt"/>
            </a:endParaRPr>
          </a:p>
        </p:txBody>
      </p:sp>
      <p:cxnSp>
        <p:nvCxnSpPr>
          <p:cNvPr id="12" name="直接连接符 11"/>
          <p:cNvCxnSpPr>
            <a:stCxn id="14" idx="4"/>
            <a:endCxn id="20" idx="0"/>
          </p:cNvCxnSpPr>
          <p:nvPr/>
        </p:nvCxnSpPr>
        <p:spPr>
          <a:xfrm>
            <a:off x="6291947" y="2593744"/>
            <a:ext cx="0" cy="2626063"/>
          </a:xfrm>
          <a:prstGeom prst="line">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5950860" y="1911572"/>
            <a:ext cx="682173" cy="682173"/>
            <a:chOff x="5950860" y="1911571"/>
            <a:chExt cx="682173" cy="682173"/>
          </a:xfrm>
          <a:solidFill>
            <a:schemeClr val="tx1"/>
          </a:solidFill>
        </p:grpSpPr>
        <p:sp>
          <p:nvSpPr>
            <p:cNvPr id="14" name="椭圆 13"/>
            <p:cNvSpPr/>
            <p:nvPr/>
          </p:nvSpPr>
          <p:spPr>
            <a:xfrm>
              <a:off x="5950860" y="1911571"/>
              <a:ext cx="682173" cy="6821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5" name="图片 14"/>
            <p:cNvPicPr>
              <a:picLocks noChangeAspect="1"/>
            </p:cNvPicPr>
            <p:nvPr/>
          </p:nvPicPr>
          <p:blipFill>
            <a:blip r:embed="rId1"/>
            <a:stretch>
              <a:fillRect/>
            </a:stretch>
          </p:blipFill>
          <p:spPr>
            <a:xfrm>
              <a:off x="6142553" y="2132215"/>
              <a:ext cx="294384" cy="294392"/>
            </a:xfrm>
            <a:prstGeom prst="rect">
              <a:avLst/>
            </a:prstGeom>
            <a:grpFill/>
          </p:spPr>
        </p:pic>
      </p:grpSp>
      <p:grpSp>
        <p:nvGrpSpPr>
          <p:cNvPr id="16" name="组合 15"/>
          <p:cNvGrpSpPr/>
          <p:nvPr/>
        </p:nvGrpSpPr>
        <p:grpSpPr>
          <a:xfrm>
            <a:off x="5950860" y="3565689"/>
            <a:ext cx="682173" cy="682173"/>
            <a:chOff x="5950860" y="3565689"/>
            <a:chExt cx="682173" cy="682173"/>
          </a:xfrm>
          <a:solidFill>
            <a:schemeClr val="tx1"/>
          </a:solidFill>
        </p:grpSpPr>
        <p:sp>
          <p:nvSpPr>
            <p:cNvPr id="17" name="椭圆 16"/>
            <p:cNvSpPr/>
            <p:nvPr/>
          </p:nvSpPr>
          <p:spPr>
            <a:xfrm>
              <a:off x="5950860" y="3565689"/>
              <a:ext cx="682173" cy="6821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8" name="图片 17"/>
            <p:cNvPicPr>
              <a:picLocks noChangeAspect="1"/>
            </p:cNvPicPr>
            <p:nvPr/>
          </p:nvPicPr>
          <p:blipFill>
            <a:blip r:embed="rId1"/>
            <a:stretch>
              <a:fillRect/>
            </a:stretch>
          </p:blipFill>
          <p:spPr>
            <a:xfrm>
              <a:off x="6150265" y="3779361"/>
              <a:ext cx="294384" cy="294392"/>
            </a:xfrm>
            <a:prstGeom prst="rect">
              <a:avLst/>
            </a:prstGeom>
            <a:grpFill/>
          </p:spPr>
        </p:pic>
      </p:grpSp>
      <p:grpSp>
        <p:nvGrpSpPr>
          <p:cNvPr id="19" name="组合 18"/>
          <p:cNvGrpSpPr/>
          <p:nvPr/>
        </p:nvGrpSpPr>
        <p:grpSpPr>
          <a:xfrm>
            <a:off x="5950860" y="5219809"/>
            <a:ext cx="682173" cy="682173"/>
            <a:chOff x="5950860" y="5219807"/>
            <a:chExt cx="682173" cy="682173"/>
          </a:xfrm>
          <a:solidFill>
            <a:schemeClr val="tx1"/>
          </a:solidFill>
        </p:grpSpPr>
        <p:sp>
          <p:nvSpPr>
            <p:cNvPr id="20" name="椭圆 19"/>
            <p:cNvSpPr/>
            <p:nvPr/>
          </p:nvSpPr>
          <p:spPr>
            <a:xfrm>
              <a:off x="5950860" y="5219807"/>
              <a:ext cx="682173" cy="6821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21" name="图片 20"/>
            <p:cNvPicPr>
              <a:picLocks noChangeAspect="1"/>
            </p:cNvPicPr>
            <p:nvPr/>
          </p:nvPicPr>
          <p:blipFill>
            <a:blip r:embed="rId1"/>
            <a:stretch>
              <a:fillRect/>
            </a:stretch>
          </p:blipFill>
          <p:spPr>
            <a:xfrm>
              <a:off x="6150265" y="5433479"/>
              <a:ext cx="294384" cy="294392"/>
            </a:xfrm>
            <a:prstGeom prst="rect">
              <a:avLst/>
            </a:prstGeom>
            <a:grpFill/>
          </p:spPr>
        </p:pic>
      </p:grpSp>
      <p:sp>
        <p:nvSpPr>
          <p:cNvPr id="22" name="文本框 21"/>
          <p:cNvSpPr txBox="1"/>
          <p:nvPr/>
        </p:nvSpPr>
        <p:spPr>
          <a:xfrm>
            <a:off x="6774716" y="1854395"/>
            <a:ext cx="4362949" cy="1384995"/>
          </a:xfrm>
          <a:prstGeom prst="rect">
            <a:avLst/>
          </a:prstGeom>
          <a:noFill/>
        </p:spPr>
        <p:txBody>
          <a:bodyPr wrap="square" rtlCol="0">
            <a:spAutoFit/>
          </a:bodyPr>
          <a:lstStyle/>
          <a:p>
            <a:pPr>
              <a:lnSpc>
                <a:spcPct val="150000"/>
              </a:lnSpc>
            </a:pPr>
            <a:r>
              <a:rPr lang="zh-CN" altLang="en-US" sz="1400" dirty="0">
                <a:cs typeface="+mn-ea"/>
                <a:sym typeface="+mn-lt"/>
              </a:rPr>
              <a:t>点击此处添加您的文本内容注意字体大小及文字数量注意整体文本的协调美观</a:t>
            </a:r>
            <a:r>
              <a:rPr lang="en-US" altLang="zh-CN" sz="1400" dirty="0">
                <a:cs typeface="+mn-ea"/>
                <a:sym typeface="+mn-lt"/>
              </a:rPr>
              <a:t>,</a:t>
            </a:r>
            <a:r>
              <a:rPr lang="zh-CN" altLang="en-US" sz="1400" dirty="0">
                <a:cs typeface="+mn-ea"/>
                <a:sym typeface="+mn-lt"/>
              </a:rPr>
              <a:t>点击此处添加您的文本内容注意字体大小及文字数量</a:t>
            </a:r>
            <a:endParaRPr lang="zh-CN" altLang="en-US" sz="1400" dirty="0">
              <a:cs typeface="+mn-ea"/>
              <a:sym typeface="+mn-lt"/>
            </a:endParaRPr>
          </a:p>
          <a:p>
            <a:pPr>
              <a:lnSpc>
                <a:spcPct val="150000"/>
              </a:lnSpc>
            </a:pPr>
            <a:endParaRPr lang="zh-CN" altLang="en-US" sz="1400" dirty="0">
              <a:cs typeface="+mn-ea"/>
              <a:sym typeface="+mn-lt"/>
            </a:endParaRPr>
          </a:p>
        </p:txBody>
      </p:sp>
      <p:sp>
        <p:nvSpPr>
          <p:cNvPr id="23" name="文本框 22"/>
          <p:cNvSpPr txBox="1"/>
          <p:nvPr/>
        </p:nvSpPr>
        <p:spPr>
          <a:xfrm>
            <a:off x="6774716" y="3403698"/>
            <a:ext cx="4362949" cy="1384995"/>
          </a:xfrm>
          <a:prstGeom prst="rect">
            <a:avLst/>
          </a:prstGeom>
          <a:noFill/>
        </p:spPr>
        <p:txBody>
          <a:bodyPr wrap="square" rtlCol="0">
            <a:spAutoFit/>
          </a:bodyPr>
          <a:lstStyle/>
          <a:p>
            <a:pPr>
              <a:lnSpc>
                <a:spcPct val="150000"/>
              </a:lnSpc>
            </a:pPr>
            <a:r>
              <a:rPr lang="zh-CN" altLang="en-US" sz="1400" dirty="0">
                <a:cs typeface="+mn-ea"/>
                <a:sym typeface="+mn-lt"/>
              </a:rPr>
              <a:t>点击此处添加您的文本内容注意字体大小及文字数量注意整体文本的协调美观</a:t>
            </a:r>
            <a:r>
              <a:rPr lang="en-US" altLang="zh-CN" sz="1400" dirty="0">
                <a:cs typeface="+mn-ea"/>
                <a:sym typeface="+mn-lt"/>
              </a:rPr>
              <a:t>,</a:t>
            </a:r>
            <a:r>
              <a:rPr lang="zh-CN" altLang="en-US" sz="1400" dirty="0">
                <a:cs typeface="+mn-ea"/>
                <a:sym typeface="+mn-lt"/>
              </a:rPr>
              <a:t>点击此处添加您的文本内容注意字体大小及文字数量</a:t>
            </a:r>
            <a:endParaRPr lang="zh-CN" altLang="en-US" sz="1400" dirty="0">
              <a:cs typeface="+mn-ea"/>
              <a:sym typeface="+mn-lt"/>
            </a:endParaRPr>
          </a:p>
          <a:p>
            <a:pPr>
              <a:lnSpc>
                <a:spcPct val="150000"/>
              </a:lnSpc>
            </a:pPr>
            <a:endParaRPr lang="zh-CN" altLang="en-US" sz="1400" dirty="0">
              <a:cs typeface="+mn-ea"/>
              <a:sym typeface="+mn-lt"/>
            </a:endParaRPr>
          </a:p>
        </p:txBody>
      </p:sp>
      <p:sp>
        <p:nvSpPr>
          <p:cNvPr id="24" name="文本框 23"/>
          <p:cNvSpPr txBox="1"/>
          <p:nvPr/>
        </p:nvSpPr>
        <p:spPr>
          <a:xfrm>
            <a:off x="6774716" y="5057817"/>
            <a:ext cx="4362949" cy="1384995"/>
          </a:xfrm>
          <a:prstGeom prst="rect">
            <a:avLst/>
          </a:prstGeom>
          <a:noFill/>
        </p:spPr>
        <p:txBody>
          <a:bodyPr wrap="square" rtlCol="0">
            <a:spAutoFit/>
          </a:bodyPr>
          <a:lstStyle/>
          <a:p>
            <a:pPr>
              <a:lnSpc>
                <a:spcPct val="150000"/>
              </a:lnSpc>
            </a:pPr>
            <a:r>
              <a:rPr lang="zh-CN" altLang="en-US" sz="1400" dirty="0">
                <a:cs typeface="+mn-ea"/>
                <a:sym typeface="+mn-lt"/>
              </a:rPr>
              <a:t>点击此处添加您的文本内容注意字体大小及文字数量注意整体文本的协调美观</a:t>
            </a:r>
            <a:r>
              <a:rPr lang="en-US" altLang="zh-CN" sz="1400" dirty="0">
                <a:cs typeface="+mn-ea"/>
                <a:sym typeface="+mn-lt"/>
              </a:rPr>
              <a:t>,</a:t>
            </a:r>
            <a:r>
              <a:rPr lang="zh-CN" altLang="en-US" sz="1400" dirty="0">
                <a:cs typeface="+mn-ea"/>
                <a:sym typeface="+mn-lt"/>
              </a:rPr>
              <a:t>点击此处添加您的文本内容注意字体大小及文字数量</a:t>
            </a:r>
            <a:endParaRPr lang="zh-CN" altLang="en-US" sz="1400" dirty="0">
              <a:cs typeface="+mn-ea"/>
              <a:sym typeface="+mn-lt"/>
            </a:endParaRPr>
          </a:p>
          <a:p>
            <a:pPr>
              <a:lnSpc>
                <a:spcPct val="150000"/>
              </a:lnSpc>
            </a:pPr>
            <a:endParaRPr lang="zh-CN" altLang="en-US" sz="1400" dirty="0">
              <a:cs typeface="+mn-ea"/>
              <a:sym typeface="+mn-lt"/>
            </a:endParaRPr>
          </a:p>
        </p:txBody>
      </p:sp>
      <p:pic>
        <p:nvPicPr>
          <p:cNvPr id="27" name="图片 2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4633" y="4840572"/>
            <a:ext cx="2941552" cy="2122820"/>
          </a:xfrm>
          <a:prstGeom prst="rect">
            <a:avLst/>
          </a:prstGeom>
        </p:spPr>
      </p:pic>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4743" y="2252658"/>
            <a:ext cx="4311780" cy="3114899"/>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1200" advTm="6379">
        <p14:prism/>
      </p:transition>
    </mc:Choice>
    <mc:Fallback>
      <p:transition spd="slow" advTm="6379">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right)">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 calcmode="lin" valueType="num">
                                      <p:cBhvr>
                                        <p:cTn id="17" dur="500" fill="hold"/>
                                        <p:tgtEl>
                                          <p:spTgt spid="19"/>
                                        </p:tgtEl>
                                        <p:attrNameLst>
                                          <p:attrName>ppt_w</p:attrName>
                                        </p:attrNameLst>
                                      </p:cBhvr>
                                      <p:tavLst>
                                        <p:tav tm="0">
                                          <p:val>
                                            <p:fltVal val="0"/>
                                          </p:val>
                                        </p:tav>
                                        <p:tav tm="100000">
                                          <p:val>
                                            <p:strVal val="#ppt_w"/>
                                          </p:val>
                                        </p:tav>
                                      </p:tavLst>
                                    </p:anim>
                                    <p:anim calcmode="lin" valueType="num">
                                      <p:cBhvr>
                                        <p:cTn id="18" dur="500" fill="hold"/>
                                        <p:tgtEl>
                                          <p:spTgt spid="19"/>
                                        </p:tgtEl>
                                        <p:attrNameLst>
                                          <p:attrName>ppt_h</p:attrName>
                                        </p:attrNameLst>
                                      </p:cBhvr>
                                      <p:tavLst>
                                        <p:tav tm="0">
                                          <p:val>
                                            <p:fltVal val="0"/>
                                          </p:val>
                                        </p:tav>
                                        <p:tav tm="100000">
                                          <p:val>
                                            <p:strVal val="#ppt_h"/>
                                          </p:val>
                                        </p:tav>
                                      </p:tavLst>
                                    </p:anim>
                                  </p:childTnLst>
                                </p:cTn>
                              </p:par>
                              <p:par>
                                <p:cTn id="19" presetID="23" presetClass="entr" presetSubtype="16"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p:cTn id="21" dur="500" fill="hold"/>
                                        <p:tgtEl>
                                          <p:spTgt spid="16"/>
                                        </p:tgtEl>
                                        <p:attrNameLst>
                                          <p:attrName>ppt_w</p:attrName>
                                        </p:attrNameLst>
                                      </p:cBhvr>
                                      <p:tavLst>
                                        <p:tav tm="0">
                                          <p:val>
                                            <p:fltVal val="0"/>
                                          </p:val>
                                        </p:tav>
                                        <p:tav tm="100000">
                                          <p:val>
                                            <p:strVal val="#ppt_w"/>
                                          </p:val>
                                        </p:tav>
                                      </p:tavLst>
                                    </p:anim>
                                    <p:anim calcmode="lin" valueType="num">
                                      <p:cBhvr>
                                        <p:cTn id="22" dur="500" fill="hold"/>
                                        <p:tgtEl>
                                          <p:spTgt spid="16"/>
                                        </p:tgtEl>
                                        <p:attrNameLst>
                                          <p:attrName>ppt_h</p:attrName>
                                        </p:attrNameLst>
                                      </p:cBhvr>
                                      <p:tavLst>
                                        <p:tav tm="0">
                                          <p:val>
                                            <p:fltVal val="0"/>
                                          </p:val>
                                        </p:tav>
                                        <p:tav tm="100000">
                                          <p:val>
                                            <p:strVal val="#ppt_h"/>
                                          </p:val>
                                        </p:tav>
                                      </p:tavLst>
                                    </p:anim>
                                  </p:childTnLst>
                                </p:cTn>
                              </p:par>
                              <p:par>
                                <p:cTn id="23" presetID="23" presetClass="entr" presetSubtype="16"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p:cTn id="25" dur="500" fill="hold"/>
                                        <p:tgtEl>
                                          <p:spTgt spid="13"/>
                                        </p:tgtEl>
                                        <p:attrNameLst>
                                          <p:attrName>ppt_w</p:attrName>
                                        </p:attrNameLst>
                                      </p:cBhvr>
                                      <p:tavLst>
                                        <p:tav tm="0">
                                          <p:val>
                                            <p:fltVal val="0"/>
                                          </p:val>
                                        </p:tav>
                                        <p:tav tm="100000">
                                          <p:val>
                                            <p:strVal val="#ppt_w"/>
                                          </p:val>
                                        </p:tav>
                                      </p:tavLst>
                                    </p:anim>
                                    <p:anim calcmode="lin" valueType="num">
                                      <p:cBhvr>
                                        <p:cTn id="26" dur="500" fill="hold"/>
                                        <p:tgtEl>
                                          <p:spTgt spid="13"/>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4"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p:cTn id="31" dur="500" fill="hold"/>
                                        <p:tgtEl>
                                          <p:spTgt spid="12"/>
                                        </p:tgtEl>
                                        <p:attrNameLst>
                                          <p:attrName>ppt_x</p:attrName>
                                        </p:attrNameLst>
                                      </p:cBhvr>
                                      <p:tavLst>
                                        <p:tav tm="0">
                                          <p:val>
                                            <p:strVal val="#ppt_x"/>
                                          </p:val>
                                        </p:tav>
                                        <p:tav tm="100000">
                                          <p:val>
                                            <p:strVal val="#ppt_x"/>
                                          </p:val>
                                        </p:tav>
                                      </p:tavLst>
                                    </p:anim>
                                    <p:anim calcmode="lin" valueType="num">
                                      <p:cBhvr>
                                        <p:cTn id="32" dur="500" fill="hold"/>
                                        <p:tgtEl>
                                          <p:spTgt spid="12"/>
                                        </p:tgtEl>
                                        <p:attrNameLst>
                                          <p:attrName>ppt_y</p:attrName>
                                        </p:attrNameLst>
                                      </p:cBhvr>
                                      <p:tavLst>
                                        <p:tav tm="0">
                                          <p:val>
                                            <p:strVal val="#ppt_y+#ppt_h/2"/>
                                          </p:val>
                                        </p:tav>
                                        <p:tav tm="100000">
                                          <p:val>
                                            <p:strVal val="#ppt_y"/>
                                          </p:val>
                                        </p:tav>
                                      </p:tavLst>
                                    </p:anim>
                                    <p:anim calcmode="lin" valueType="num">
                                      <p:cBhvr>
                                        <p:cTn id="33" dur="500" fill="hold"/>
                                        <p:tgtEl>
                                          <p:spTgt spid="12"/>
                                        </p:tgtEl>
                                        <p:attrNameLst>
                                          <p:attrName>ppt_w</p:attrName>
                                        </p:attrNameLst>
                                      </p:cBhvr>
                                      <p:tavLst>
                                        <p:tav tm="0">
                                          <p:val>
                                            <p:strVal val="#ppt_w"/>
                                          </p:val>
                                        </p:tav>
                                        <p:tav tm="100000">
                                          <p:val>
                                            <p:strVal val="#ppt_w"/>
                                          </p:val>
                                        </p:tav>
                                      </p:tavLst>
                                    </p:anim>
                                    <p:anim calcmode="lin" valueType="num">
                                      <p:cBhvr>
                                        <p:cTn id="34" dur="500" fill="hold"/>
                                        <p:tgtEl>
                                          <p:spTgt spid="12"/>
                                        </p:tgtEl>
                                        <p:attrNameLst>
                                          <p:attrName>ppt_h</p:attrName>
                                        </p:attrNameLst>
                                      </p:cBhvr>
                                      <p:tavLst>
                                        <p:tav tm="0">
                                          <p:val>
                                            <p:fltVal val="0"/>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wipe(left)">
                                      <p:cBhvr>
                                        <p:cTn id="39" dur="500"/>
                                        <p:tgtEl>
                                          <p:spTgt spid="22"/>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wipe(left)">
                                      <p:cBhvr>
                                        <p:cTn id="42" dur="500"/>
                                        <p:tgtEl>
                                          <p:spTgt spid="23"/>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wipe(left)">
                                      <p:cBhvr>
                                        <p:cTn id="4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2" grpId="0"/>
      <p:bldP spid="23" grpId="0"/>
      <p:bldP spid="2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图表 3"/>
          <p:cNvGraphicFramePr/>
          <p:nvPr/>
        </p:nvGraphicFramePr>
        <p:xfrm>
          <a:off x="922143" y="1527061"/>
          <a:ext cx="5965888" cy="3977258"/>
        </p:xfrm>
        <a:graphic>
          <a:graphicData uri="http://schemas.openxmlformats.org/drawingml/2006/chart">
            <c:chart xmlns:c="http://schemas.openxmlformats.org/drawingml/2006/chart" xmlns:r="http://schemas.openxmlformats.org/officeDocument/2006/relationships" r:id="rId1"/>
          </a:graphicData>
        </a:graphic>
      </p:graphicFrame>
      <p:sp>
        <p:nvSpPr>
          <p:cNvPr id="5" name="文本框 4"/>
          <p:cNvSpPr txBox="1"/>
          <p:nvPr/>
        </p:nvSpPr>
        <p:spPr>
          <a:xfrm>
            <a:off x="7129015" y="3257551"/>
            <a:ext cx="4141360" cy="2246769"/>
          </a:xfrm>
          <a:prstGeom prst="rect">
            <a:avLst/>
          </a:prstGeom>
          <a:noFill/>
        </p:spPr>
        <p:txBody>
          <a:bodyPr wrap="square" rtlCol="0">
            <a:spAutoFit/>
          </a:bodyPr>
          <a:lstStyle/>
          <a:p>
            <a:r>
              <a:rPr lang="zh-CN" altLang="en-US" sz="1400" dirty="0">
                <a:solidFill>
                  <a:schemeClr val="bg2">
                    <a:lumMod val="25000"/>
                  </a:schemeClr>
                </a:solidFill>
                <a:cs typeface="+mn-ea"/>
                <a:sym typeface="+mn-lt"/>
              </a:rPr>
              <a:t>点击此处添加内容，请注意字体大小及内容点击此处添加内容，请注意字体大小及内容</a:t>
            </a:r>
            <a:r>
              <a:rPr lang="en-US" altLang="zh-CN" sz="1400" dirty="0">
                <a:solidFill>
                  <a:schemeClr val="bg2">
                    <a:lumMod val="25000"/>
                  </a:schemeClr>
                </a:solidFill>
                <a:cs typeface="+mn-ea"/>
                <a:sym typeface="+mn-lt"/>
              </a:rPr>
              <a:t>,</a:t>
            </a:r>
            <a:r>
              <a:rPr lang="zh-CN" altLang="en-US" sz="1400" dirty="0">
                <a:solidFill>
                  <a:schemeClr val="bg2">
                    <a:lumMod val="25000"/>
                  </a:schemeClr>
                </a:solidFill>
                <a:cs typeface="+mn-ea"/>
                <a:sym typeface="+mn-lt"/>
              </a:rPr>
              <a:t>点击此处添加内容，点击此处添加内容，</a:t>
            </a:r>
            <a:endParaRPr lang="en-US" altLang="zh-CN" sz="1400" dirty="0">
              <a:solidFill>
                <a:schemeClr val="bg2">
                  <a:lumMod val="25000"/>
                </a:schemeClr>
              </a:solidFill>
              <a:cs typeface="+mn-ea"/>
              <a:sym typeface="+mn-lt"/>
            </a:endParaRPr>
          </a:p>
          <a:p>
            <a:r>
              <a:rPr lang="zh-CN" altLang="en-US" sz="1400" dirty="0">
                <a:solidFill>
                  <a:schemeClr val="bg2">
                    <a:lumMod val="25000"/>
                  </a:schemeClr>
                </a:solidFill>
                <a:cs typeface="+mn-ea"/>
                <a:sym typeface="+mn-lt"/>
              </a:rPr>
              <a:t>请注意字体大小及内容点击此处添加内容，请注意字体大小及内容</a:t>
            </a:r>
            <a:r>
              <a:rPr lang="en-US" altLang="zh-CN" sz="1400" dirty="0">
                <a:solidFill>
                  <a:schemeClr val="bg2">
                    <a:lumMod val="25000"/>
                  </a:schemeClr>
                </a:solidFill>
                <a:cs typeface="+mn-ea"/>
                <a:sym typeface="+mn-lt"/>
              </a:rPr>
              <a:t>,</a:t>
            </a:r>
            <a:r>
              <a:rPr lang="zh-CN" altLang="en-US" sz="1400" dirty="0">
                <a:solidFill>
                  <a:schemeClr val="bg2">
                    <a:lumMod val="25000"/>
                  </a:schemeClr>
                </a:solidFill>
                <a:cs typeface="+mn-ea"/>
                <a:sym typeface="+mn-lt"/>
              </a:rPr>
              <a:t>点击此处添加内容，点击此处添加内容，</a:t>
            </a:r>
            <a:endParaRPr lang="en-US" altLang="zh-CN" sz="1400" dirty="0">
              <a:solidFill>
                <a:schemeClr val="bg2">
                  <a:lumMod val="25000"/>
                </a:schemeClr>
              </a:solidFill>
              <a:cs typeface="+mn-ea"/>
              <a:sym typeface="+mn-lt"/>
            </a:endParaRPr>
          </a:p>
          <a:p>
            <a:r>
              <a:rPr lang="zh-CN" altLang="en-US" sz="1400" dirty="0">
                <a:solidFill>
                  <a:schemeClr val="bg2">
                    <a:lumMod val="25000"/>
                  </a:schemeClr>
                </a:solidFill>
                <a:cs typeface="+mn-ea"/>
                <a:sym typeface="+mn-lt"/>
              </a:rPr>
              <a:t>请注意字体大小及内容点击此处添加内容，请注意字体大小及内容</a:t>
            </a:r>
            <a:r>
              <a:rPr lang="en-US" altLang="zh-CN" sz="1400" dirty="0">
                <a:solidFill>
                  <a:schemeClr val="bg2">
                    <a:lumMod val="25000"/>
                  </a:schemeClr>
                </a:solidFill>
                <a:cs typeface="+mn-ea"/>
                <a:sym typeface="+mn-lt"/>
              </a:rPr>
              <a:t>,</a:t>
            </a:r>
            <a:r>
              <a:rPr lang="zh-CN" altLang="en-US" sz="1400" dirty="0">
                <a:solidFill>
                  <a:schemeClr val="bg2">
                    <a:lumMod val="25000"/>
                  </a:schemeClr>
                </a:solidFill>
                <a:cs typeface="+mn-ea"/>
                <a:sym typeface="+mn-lt"/>
              </a:rPr>
              <a:t>点击此处添加内容</a:t>
            </a:r>
            <a:endParaRPr lang="zh-CN" altLang="en-US" sz="1400" dirty="0">
              <a:solidFill>
                <a:schemeClr val="bg2">
                  <a:lumMod val="25000"/>
                </a:schemeClr>
              </a:solidFill>
              <a:cs typeface="+mn-ea"/>
              <a:sym typeface="+mn-lt"/>
            </a:endParaRPr>
          </a:p>
          <a:p>
            <a:endParaRPr lang="zh-CN" altLang="en-US" sz="1400" dirty="0">
              <a:solidFill>
                <a:schemeClr val="bg2">
                  <a:lumMod val="25000"/>
                </a:schemeClr>
              </a:solidFill>
              <a:cs typeface="+mn-ea"/>
              <a:sym typeface="+mn-lt"/>
            </a:endParaRPr>
          </a:p>
          <a:p>
            <a:pPr algn="ctr"/>
            <a:endParaRPr lang="zh-CN" altLang="en-US" sz="1400" dirty="0">
              <a:solidFill>
                <a:schemeClr val="bg2">
                  <a:lumMod val="25000"/>
                </a:schemeClr>
              </a:solidFill>
              <a:cs typeface="+mn-ea"/>
              <a:sym typeface="+mn-lt"/>
            </a:endParaRPr>
          </a:p>
        </p:txBody>
      </p:sp>
      <p:sp>
        <p:nvSpPr>
          <p:cNvPr id="6" name="文本框 5"/>
          <p:cNvSpPr txBox="1"/>
          <p:nvPr/>
        </p:nvSpPr>
        <p:spPr>
          <a:xfrm>
            <a:off x="7129016" y="2210869"/>
            <a:ext cx="2339102" cy="523220"/>
          </a:xfrm>
          <a:prstGeom prst="rect">
            <a:avLst/>
          </a:prstGeom>
          <a:noFill/>
        </p:spPr>
        <p:txBody>
          <a:bodyPr wrap="none" rtlCol="0">
            <a:spAutoFit/>
          </a:bodyPr>
          <a:lstStyle/>
          <a:p>
            <a:pPr algn="ctr"/>
            <a:r>
              <a:rPr lang="zh-CN" altLang="en-US" sz="2800" dirty="0">
                <a:solidFill>
                  <a:schemeClr val="bg2">
                    <a:lumMod val="10000"/>
                  </a:schemeClr>
                </a:solidFill>
                <a:cs typeface="+mn-ea"/>
                <a:sym typeface="+mn-lt"/>
              </a:rPr>
              <a:t>点击添加标题</a:t>
            </a:r>
            <a:endParaRPr lang="zh-CN" altLang="en-US" sz="2800" dirty="0">
              <a:solidFill>
                <a:schemeClr val="bg2">
                  <a:lumMod val="10000"/>
                </a:schemeClr>
              </a:solidFill>
              <a:cs typeface="+mn-ea"/>
              <a:sym typeface="+mn-lt"/>
            </a:endParaRPr>
          </a:p>
        </p:txBody>
      </p:sp>
      <p:cxnSp>
        <p:nvCxnSpPr>
          <p:cNvPr id="7" name="直接连接符 6"/>
          <p:cNvCxnSpPr/>
          <p:nvPr/>
        </p:nvCxnSpPr>
        <p:spPr>
          <a:xfrm>
            <a:off x="7238956" y="2983590"/>
            <a:ext cx="3077029" cy="0"/>
          </a:xfrm>
          <a:prstGeom prst="line">
            <a:avLst/>
          </a:prstGeom>
          <a:ln w="793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0" y="550926"/>
            <a:ext cx="12192000" cy="381000"/>
            <a:chOff x="0" y="391286"/>
            <a:chExt cx="12192000" cy="381000"/>
          </a:xfrm>
        </p:grpSpPr>
        <p:cxnSp>
          <p:nvCxnSpPr>
            <p:cNvPr id="8" name="直接连接符 7"/>
            <p:cNvCxnSpPr/>
            <p:nvPr/>
          </p:nvCxnSpPr>
          <p:spPr>
            <a:xfrm>
              <a:off x="0" y="581786"/>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rot="10800000">
              <a:off x="11060824" y="391286"/>
              <a:ext cx="656896" cy="381000"/>
              <a:chOff x="307428" y="393221"/>
              <a:chExt cx="656896" cy="381000"/>
            </a:xfrm>
          </p:grpSpPr>
          <p:sp>
            <p:nvSpPr>
              <p:cNvPr id="10" name="等腰三角形 9"/>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等腰三角形 10"/>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pic>
        <p:nvPicPr>
          <p:cNvPr id="14" name="图片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45209" y="4859233"/>
            <a:ext cx="2941552" cy="2122820"/>
          </a:xfrm>
          <a:prstGeom prst="rect">
            <a:avLst/>
          </a:prstGeom>
        </p:spPr>
      </p:pic>
    </p:spTree>
    <p:custDataLst>
      <p:tags r:id="rId3"/>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4222">
        <p15:prstTrans prst="crush"/>
      </p:transition>
    </mc:Choice>
    <mc:Fallback>
      <p:transition spd="slow" advTm="4222">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righ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heel(1)">
                                      <p:cBhvr>
                                        <p:cTn id="12" dur="1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7" presetClass="entr" presetSubtype="8"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500" fill="hold"/>
                                        <p:tgtEl>
                                          <p:spTgt spid="7"/>
                                        </p:tgtEl>
                                        <p:attrNameLst>
                                          <p:attrName>ppt_x</p:attrName>
                                        </p:attrNameLst>
                                      </p:cBhvr>
                                      <p:tavLst>
                                        <p:tav tm="0">
                                          <p:val>
                                            <p:strVal val="#ppt_x-#ppt_w/2"/>
                                          </p:val>
                                        </p:tav>
                                        <p:tav tm="100000">
                                          <p:val>
                                            <p:strVal val="#ppt_x"/>
                                          </p:val>
                                        </p:tav>
                                      </p:tavLst>
                                    </p:anim>
                                    <p:anim calcmode="lin" valueType="num">
                                      <p:cBhvr>
                                        <p:cTn id="26" dur="500" fill="hold"/>
                                        <p:tgtEl>
                                          <p:spTgt spid="7"/>
                                        </p:tgtEl>
                                        <p:attrNameLst>
                                          <p:attrName>ppt_y</p:attrName>
                                        </p:attrNameLst>
                                      </p:cBhvr>
                                      <p:tavLst>
                                        <p:tav tm="0">
                                          <p:val>
                                            <p:strVal val="#ppt_y"/>
                                          </p:val>
                                        </p:tav>
                                        <p:tav tm="100000">
                                          <p:val>
                                            <p:strVal val="#ppt_y"/>
                                          </p:val>
                                        </p:tav>
                                      </p:tavLst>
                                    </p:anim>
                                    <p:anim calcmode="lin" valueType="num">
                                      <p:cBhvr>
                                        <p:cTn id="27" dur="500" fill="hold"/>
                                        <p:tgtEl>
                                          <p:spTgt spid="7"/>
                                        </p:tgtEl>
                                        <p:attrNameLst>
                                          <p:attrName>ppt_w</p:attrName>
                                        </p:attrNameLst>
                                      </p:cBhvr>
                                      <p:tavLst>
                                        <p:tav tm="0">
                                          <p:val>
                                            <p:fltVal val="0"/>
                                          </p:val>
                                        </p:tav>
                                        <p:tav tm="100000">
                                          <p:val>
                                            <p:strVal val="#ppt_w"/>
                                          </p:val>
                                        </p:tav>
                                      </p:tavLst>
                                    </p:anim>
                                    <p:anim calcmode="lin" valueType="num">
                                      <p:cBhvr>
                                        <p:cTn id="28" dur="5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5"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泪滴形 3"/>
          <p:cNvSpPr/>
          <p:nvPr/>
        </p:nvSpPr>
        <p:spPr>
          <a:xfrm rot="5400000">
            <a:off x="1507025" y="2430774"/>
            <a:ext cx="1199620" cy="1199620"/>
          </a:xfrm>
          <a:prstGeom prst="teardrop">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泪滴形 4"/>
          <p:cNvSpPr/>
          <p:nvPr/>
        </p:nvSpPr>
        <p:spPr>
          <a:xfrm>
            <a:off x="1093960" y="3755204"/>
            <a:ext cx="1612685" cy="1612685"/>
          </a:xfrm>
          <a:prstGeom prst="teardrop">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泪滴形 5"/>
          <p:cNvSpPr/>
          <p:nvPr/>
        </p:nvSpPr>
        <p:spPr>
          <a:xfrm rot="10800000">
            <a:off x="2793511" y="2017710"/>
            <a:ext cx="1612685" cy="1612685"/>
          </a:xfrm>
          <a:prstGeom prst="teardrop">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泪滴形 6"/>
          <p:cNvSpPr/>
          <p:nvPr/>
        </p:nvSpPr>
        <p:spPr>
          <a:xfrm rot="16200000">
            <a:off x="2793511" y="3755204"/>
            <a:ext cx="2098559" cy="2098559"/>
          </a:xfrm>
          <a:prstGeom prst="teardrop">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矩形 11"/>
          <p:cNvSpPr/>
          <p:nvPr/>
        </p:nvSpPr>
        <p:spPr>
          <a:xfrm>
            <a:off x="5402036" y="2102582"/>
            <a:ext cx="2002971" cy="51252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矩形 12"/>
          <p:cNvSpPr/>
          <p:nvPr/>
        </p:nvSpPr>
        <p:spPr>
          <a:xfrm>
            <a:off x="8663705" y="2062418"/>
            <a:ext cx="2002971" cy="51252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文本框 13"/>
          <p:cNvSpPr txBox="1"/>
          <p:nvPr/>
        </p:nvSpPr>
        <p:spPr>
          <a:xfrm>
            <a:off x="5392764" y="2781758"/>
            <a:ext cx="2284373" cy="1015663"/>
          </a:xfrm>
          <a:prstGeom prst="rect">
            <a:avLst/>
          </a:prstGeom>
          <a:noFill/>
        </p:spPr>
        <p:txBody>
          <a:bodyPr wrap="square" rtlCol="0">
            <a:spAutoFit/>
          </a:bodyPr>
          <a:lstStyle/>
          <a:p>
            <a:r>
              <a:rPr lang="zh-CN" altLang="en-US" sz="1200" dirty="0">
                <a:solidFill>
                  <a:schemeClr val="bg2">
                    <a:lumMod val="25000"/>
                  </a:schemeClr>
                </a:solidFill>
                <a:cs typeface="+mn-ea"/>
                <a:sym typeface="+mn-lt"/>
              </a:rPr>
              <a:t>点击此处添加内容，请注意字体大小及内容点击此处添加内容，请注意字体大小及内容</a:t>
            </a:r>
            <a:r>
              <a:rPr lang="en-US" altLang="zh-CN" sz="1200" dirty="0">
                <a:solidFill>
                  <a:schemeClr val="bg2">
                    <a:lumMod val="25000"/>
                  </a:schemeClr>
                </a:solidFill>
                <a:cs typeface="+mn-ea"/>
                <a:sym typeface="+mn-lt"/>
              </a:rPr>
              <a:t>,</a:t>
            </a:r>
            <a:r>
              <a:rPr lang="zh-CN" altLang="en-US" sz="1200" dirty="0">
                <a:solidFill>
                  <a:schemeClr val="bg2">
                    <a:lumMod val="25000"/>
                  </a:schemeClr>
                </a:solidFill>
                <a:cs typeface="+mn-ea"/>
                <a:sym typeface="+mn-lt"/>
              </a:rPr>
              <a:t>点击此处添加内容，点击此处添加内容，</a:t>
            </a:r>
            <a:endParaRPr lang="zh-CN" altLang="en-US" sz="1200" dirty="0">
              <a:solidFill>
                <a:schemeClr val="bg2">
                  <a:lumMod val="25000"/>
                </a:schemeClr>
              </a:solidFill>
              <a:cs typeface="+mn-ea"/>
              <a:sym typeface="+mn-lt"/>
            </a:endParaRPr>
          </a:p>
        </p:txBody>
      </p:sp>
      <p:sp>
        <p:nvSpPr>
          <p:cNvPr id="15" name="文本框 14"/>
          <p:cNvSpPr txBox="1"/>
          <p:nvPr/>
        </p:nvSpPr>
        <p:spPr>
          <a:xfrm>
            <a:off x="5618691" y="2205612"/>
            <a:ext cx="1569660" cy="369332"/>
          </a:xfrm>
          <a:prstGeom prst="rect">
            <a:avLst/>
          </a:prstGeom>
          <a:noFill/>
        </p:spPr>
        <p:txBody>
          <a:bodyPr wrap="none" rtlCol="0">
            <a:spAutoFit/>
          </a:bodyPr>
          <a:lstStyle/>
          <a:p>
            <a:pPr algn="ctr"/>
            <a:r>
              <a:rPr lang="zh-CN" altLang="en-US" dirty="0">
                <a:solidFill>
                  <a:schemeClr val="bg1"/>
                </a:solidFill>
                <a:cs typeface="+mn-ea"/>
                <a:sym typeface="+mn-lt"/>
              </a:rPr>
              <a:t>点击添加文字</a:t>
            </a:r>
            <a:endParaRPr lang="zh-CN" altLang="en-US" dirty="0">
              <a:solidFill>
                <a:schemeClr val="bg1"/>
              </a:solidFill>
              <a:cs typeface="+mn-ea"/>
              <a:sym typeface="+mn-lt"/>
            </a:endParaRPr>
          </a:p>
        </p:txBody>
      </p:sp>
      <p:sp>
        <p:nvSpPr>
          <p:cNvPr id="16" name="文本框 15"/>
          <p:cNvSpPr txBox="1"/>
          <p:nvPr/>
        </p:nvSpPr>
        <p:spPr>
          <a:xfrm>
            <a:off x="8663704" y="2781758"/>
            <a:ext cx="2284373" cy="1015663"/>
          </a:xfrm>
          <a:prstGeom prst="rect">
            <a:avLst/>
          </a:prstGeom>
          <a:noFill/>
        </p:spPr>
        <p:txBody>
          <a:bodyPr wrap="square" rtlCol="0">
            <a:spAutoFit/>
          </a:bodyPr>
          <a:lstStyle/>
          <a:p>
            <a:r>
              <a:rPr lang="zh-CN" altLang="en-US" sz="1200" dirty="0">
                <a:solidFill>
                  <a:schemeClr val="bg2">
                    <a:lumMod val="25000"/>
                  </a:schemeClr>
                </a:solidFill>
                <a:cs typeface="+mn-ea"/>
                <a:sym typeface="+mn-lt"/>
              </a:rPr>
              <a:t>点击此处添加内容，请注意字体大小及内容点击此处添加内容，请注意字体大小及内容</a:t>
            </a:r>
            <a:r>
              <a:rPr lang="en-US" altLang="zh-CN" sz="1200" dirty="0">
                <a:solidFill>
                  <a:schemeClr val="bg2">
                    <a:lumMod val="25000"/>
                  </a:schemeClr>
                </a:solidFill>
                <a:cs typeface="+mn-ea"/>
                <a:sym typeface="+mn-lt"/>
              </a:rPr>
              <a:t>,</a:t>
            </a:r>
            <a:r>
              <a:rPr lang="zh-CN" altLang="en-US" sz="1200" dirty="0">
                <a:solidFill>
                  <a:schemeClr val="bg2">
                    <a:lumMod val="25000"/>
                  </a:schemeClr>
                </a:solidFill>
                <a:cs typeface="+mn-ea"/>
                <a:sym typeface="+mn-lt"/>
              </a:rPr>
              <a:t>点击此处添加内容，点击此处添加内容，</a:t>
            </a:r>
            <a:endParaRPr lang="zh-CN" altLang="en-US" sz="1200" dirty="0">
              <a:solidFill>
                <a:schemeClr val="bg2">
                  <a:lumMod val="25000"/>
                </a:schemeClr>
              </a:solidFill>
              <a:cs typeface="+mn-ea"/>
              <a:sym typeface="+mn-lt"/>
            </a:endParaRPr>
          </a:p>
        </p:txBody>
      </p:sp>
      <p:sp>
        <p:nvSpPr>
          <p:cNvPr id="17" name="文本框 16"/>
          <p:cNvSpPr txBox="1"/>
          <p:nvPr/>
        </p:nvSpPr>
        <p:spPr>
          <a:xfrm>
            <a:off x="8889631" y="2162070"/>
            <a:ext cx="1569660" cy="369332"/>
          </a:xfrm>
          <a:prstGeom prst="rect">
            <a:avLst/>
          </a:prstGeom>
          <a:noFill/>
        </p:spPr>
        <p:txBody>
          <a:bodyPr wrap="none" rtlCol="0">
            <a:spAutoFit/>
          </a:bodyPr>
          <a:lstStyle/>
          <a:p>
            <a:pPr algn="ctr"/>
            <a:r>
              <a:rPr lang="zh-CN" altLang="en-US" dirty="0">
                <a:solidFill>
                  <a:schemeClr val="bg1"/>
                </a:solidFill>
                <a:cs typeface="+mn-ea"/>
                <a:sym typeface="+mn-lt"/>
              </a:rPr>
              <a:t>点击添加文字</a:t>
            </a:r>
            <a:endParaRPr lang="zh-CN" altLang="en-US" dirty="0">
              <a:solidFill>
                <a:schemeClr val="bg1"/>
              </a:solidFill>
              <a:cs typeface="+mn-ea"/>
              <a:sym typeface="+mn-lt"/>
            </a:endParaRPr>
          </a:p>
        </p:txBody>
      </p:sp>
      <p:sp>
        <p:nvSpPr>
          <p:cNvPr id="18" name="矩形 17"/>
          <p:cNvSpPr/>
          <p:nvPr/>
        </p:nvSpPr>
        <p:spPr>
          <a:xfrm>
            <a:off x="5402036" y="4039978"/>
            <a:ext cx="2002971" cy="51252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矩形 18"/>
          <p:cNvSpPr/>
          <p:nvPr/>
        </p:nvSpPr>
        <p:spPr>
          <a:xfrm>
            <a:off x="8663705" y="3999814"/>
            <a:ext cx="2002971" cy="51252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文本框 19"/>
          <p:cNvSpPr txBox="1"/>
          <p:nvPr/>
        </p:nvSpPr>
        <p:spPr>
          <a:xfrm>
            <a:off x="5392764" y="4719154"/>
            <a:ext cx="2284373" cy="1015663"/>
          </a:xfrm>
          <a:prstGeom prst="rect">
            <a:avLst/>
          </a:prstGeom>
          <a:noFill/>
        </p:spPr>
        <p:txBody>
          <a:bodyPr wrap="square" rtlCol="0">
            <a:spAutoFit/>
          </a:bodyPr>
          <a:lstStyle/>
          <a:p>
            <a:r>
              <a:rPr lang="zh-CN" altLang="en-US" sz="1200" dirty="0">
                <a:solidFill>
                  <a:schemeClr val="bg2">
                    <a:lumMod val="25000"/>
                  </a:schemeClr>
                </a:solidFill>
                <a:cs typeface="+mn-ea"/>
                <a:sym typeface="+mn-lt"/>
              </a:rPr>
              <a:t>点击此处添加内容，请注意字体大小及内容点击此处添加内容，请注意字体大小及内容</a:t>
            </a:r>
            <a:r>
              <a:rPr lang="en-US" altLang="zh-CN" sz="1200" dirty="0">
                <a:solidFill>
                  <a:schemeClr val="bg2">
                    <a:lumMod val="25000"/>
                  </a:schemeClr>
                </a:solidFill>
                <a:cs typeface="+mn-ea"/>
                <a:sym typeface="+mn-lt"/>
              </a:rPr>
              <a:t>,</a:t>
            </a:r>
            <a:r>
              <a:rPr lang="zh-CN" altLang="en-US" sz="1200" dirty="0">
                <a:solidFill>
                  <a:schemeClr val="bg2">
                    <a:lumMod val="25000"/>
                  </a:schemeClr>
                </a:solidFill>
                <a:cs typeface="+mn-ea"/>
                <a:sym typeface="+mn-lt"/>
              </a:rPr>
              <a:t>点击此处添加内容，点击此处添加内容，</a:t>
            </a:r>
            <a:endParaRPr lang="zh-CN" altLang="en-US" sz="1200" dirty="0">
              <a:solidFill>
                <a:schemeClr val="bg2">
                  <a:lumMod val="25000"/>
                </a:schemeClr>
              </a:solidFill>
              <a:cs typeface="+mn-ea"/>
              <a:sym typeface="+mn-lt"/>
            </a:endParaRPr>
          </a:p>
        </p:txBody>
      </p:sp>
      <p:sp>
        <p:nvSpPr>
          <p:cNvPr id="21" name="文本框 20"/>
          <p:cNvSpPr txBox="1"/>
          <p:nvPr/>
        </p:nvSpPr>
        <p:spPr>
          <a:xfrm>
            <a:off x="5618691" y="4121237"/>
            <a:ext cx="1569660" cy="369332"/>
          </a:xfrm>
          <a:prstGeom prst="rect">
            <a:avLst/>
          </a:prstGeom>
          <a:noFill/>
        </p:spPr>
        <p:txBody>
          <a:bodyPr wrap="none" rtlCol="0">
            <a:spAutoFit/>
          </a:bodyPr>
          <a:lstStyle/>
          <a:p>
            <a:pPr algn="ctr"/>
            <a:r>
              <a:rPr lang="zh-CN" altLang="en-US" dirty="0">
                <a:solidFill>
                  <a:schemeClr val="bg1"/>
                </a:solidFill>
                <a:cs typeface="+mn-ea"/>
                <a:sym typeface="+mn-lt"/>
              </a:rPr>
              <a:t>点击添加文字</a:t>
            </a:r>
            <a:endParaRPr lang="zh-CN" altLang="en-US" dirty="0">
              <a:solidFill>
                <a:schemeClr val="bg1"/>
              </a:solidFill>
              <a:cs typeface="+mn-ea"/>
              <a:sym typeface="+mn-lt"/>
            </a:endParaRPr>
          </a:p>
        </p:txBody>
      </p:sp>
      <p:sp>
        <p:nvSpPr>
          <p:cNvPr id="22" name="文本框 21"/>
          <p:cNvSpPr txBox="1"/>
          <p:nvPr/>
        </p:nvSpPr>
        <p:spPr>
          <a:xfrm>
            <a:off x="8663704" y="4719154"/>
            <a:ext cx="2284373" cy="1015663"/>
          </a:xfrm>
          <a:prstGeom prst="rect">
            <a:avLst/>
          </a:prstGeom>
          <a:noFill/>
        </p:spPr>
        <p:txBody>
          <a:bodyPr wrap="square" rtlCol="0">
            <a:spAutoFit/>
          </a:bodyPr>
          <a:lstStyle/>
          <a:p>
            <a:r>
              <a:rPr lang="zh-CN" altLang="en-US" sz="1200" dirty="0">
                <a:solidFill>
                  <a:schemeClr val="bg2">
                    <a:lumMod val="25000"/>
                  </a:schemeClr>
                </a:solidFill>
                <a:cs typeface="+mn-ea"/>
                <a:sym typeface="+mn-lt"/>
              </a:rPr>
              <a:t>点击此处添加内容，请注意字体大小及内容点击此处添加内容，请注意字体大小及内容</a:t>
            </a:r>
            <a:r>
              <a:rPr lang="en-US" altLang="zh-CN" sz="1200" dirty="0">
                <a:solidFill>
                  <a:schemeClr val="bg2">
                    <a:lumMod val="25000"/>
                  </a:schemeClr>
                </a:solidFill>
                <a:cs typeface="+mn-ea"/>
                <a:sym typeface="+mn-lt"/>
              </a:rPr>
              <a:t>,</a:t>
            </a:r>
            <a:r>
              <a:rPr lang="zh-CN" altLang="en-US" sz="1200" dirty="0">
                <a:solidFill>
                  <a:schemeClr val="bg2">
                    <a:lumMod val="25000"/>
                  </a:schemeClr>
                </a:solidFill>
                <a:cs typeface="+mn-ea"/>
                <a:sym typeface="+mn-lt"/>
              </a:rPr>
              <a:t>点击此处添加内容，点击此处添加内容，</a:t>
            </a:r>
            <a:endParaRPr lang="zh-CN" altLang="en-US" sz="1200" dirty="0">
              <a:solidFill>
                <a:schemeClr val="bg2">
                  <a:lumMod val="25000"/>
                </a:schemeClr>
              </a:solidFill>
              <a:cs typeface="+mn-ea"/>
              <a:sym typeface="+mn-lt"/>
            </a:endParaRPr>
          </a:p>
        </p:txBody>
      </p:sp>
      <p:sp>
        <p:nvSpPr>
          <p:cNvPr id="23" name="文本框 22"/>
          <p:cNvSpPr txBox="1"/>
          <p:nvPr/>
        </p:nvSpPr>
        <p:spPr>
          <a:xfrm>
            <a:off x="8889631" y="4092209"/>
            <a:ext cx="1569660" cy="369332"/>
          </a:xfrm>
          <a:prstGeom prst="rect">
            <a:avLst/>
          </a:prstGeom>
          <a:noFill/>
        </p:spPr>
        <p:txBody>
          <a:bodyPr wrap="none" rtlCol="0">
            <a:spAutoFit/>
          </a:bodyPr>
          <a:lstStyle/>
          <a:p>
            <a:pPr algn="ctr"/>
            <a:r>
              <a:rPr lang="zh-CN" altLang="en-US" dirty="0">
                <a:solidFill>
                  <a:schemeClr val="bg1"/>
                </a:solidFill>
                <a:cs typeface="+mn-ea"/>
                <a:sym typeface="+mn-lt"/>
              </a:rPr>
              <a:t>点击添加文字</a:t>
            </a:r>
            <a:endParaRPr lang="zh-CN" altLang="en-US" dirty="0">
              <a:solidFill>
                <a:schemeClr val="bg1"/>
              </a:solidFill>
              <a:cs typeface="+mn-ea"/>
              <a:sym typeface="+mn-lt"/>
            </a:endParaRPr>
          </a:p>
        </p:txBody>
      </p:sp>
      <p:grpSp>
        <p:nvGrpSpPr>
          <p:cNvPr id="33" name="组合 32"/>
          <p:cNvGrpSpPr/>
          <p:nvPr/>
        </p:nvGrpSpPr>
        <p:grpSpPr>
          <a:xfrm>
            <a:off x="0" y="547039"/>
            <a:ext cx="12192000" cy="381000"/>
            <a:chOff x="0" y="547039"/>
            <a:chExt cx="12192000" cy="381000"/>
          </a:xfrm>
        </p:grpSpPr>
        <p:cxnSp>
          <p:nvCxnSpPr>
            <p:cNvPr id="24" name="直接连接符 23"/>
            <p:cNvCxnSpPr/>
            <p:nvPr/>
          </p:nvCxnSpPr>
          <p:spPr>
            <a:xfrm>
              <a:off x="0" y="737539"/>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5" name="组合 24"/>
            <p:cNvGrpSpPr/>
            <p:nvPr/>
          </p:nvGrpSpPr>
          <p:grpSpPr>
            <a:xfrm rot="10800000">
              <a:off x="11060824" y="547039"/>
              <a:ext cx="656896" cy="381000"/>
              <a:chOff x="307428" y="393221"/>
              <a:chExt cx="656896" cy="381000"/>
            </a:xfrm>
          </p:grpSpPr>
          <p:sp>
            <p:nvSpPr>
              <p:cNvPr id="26" name="等腰三角形 25"/>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等腰三角形 26"/>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pic>
        <p:nvPicPr>
          <p:cNvPr id="29" name="图片 28"/>
          <p:cNvPicPr>
            <a:picLocks noChangeAspect="1"/>
          </p:cNvPicPr>
          <p:nvPr/>
        </p:nvPicPr>
        <p:blipFill>
          <a:blip r:embed="rId1"/>
          <a:stretch>
            <a:fillRect/>
          </a:stretch>
        </p:blipFill>
        <p:spPr>
          <a:xfrm>
            <a:off x="3429949" y="4354663"/>
            <a:ext cx="825681" cy="762188"/>
          </a:xfrm>
          <a:prstGeom prst="rect">
            <a:avLst/>
          </a:prstGeom>
        </p:spPr>
      </p:pic>
      <p:pic>
        <p:nvPicPr>
          <p:cNvPr id="30" name="图片 29"/>
          <p:cNvPicPr>
            <a:picLocks noChangeAspect="1"/>
          </p:cNvPicPr>
          <p:nvPr/>
        </p:nvPicPr>
        <p:blipFill>
          <a:blip r:embed="rId2"/>
          <a:stretch>
            <a:fillRect/>
          </a:stretch>
        </p:blipFill>
        <p:spPr>
          <a:xfrm>
            <a:off x="3287089" y="2615108"/>
            <a:ext cx="642632" cy="621578"/>
          </a:xfrm>
          <a:prstGeom prst="rect">
            <a:avLst/>
          </a:prstGeom>
        </p:spPr>
      </p:pic>
      <p:pic>
        <p:nvPicPr>
          <p:cNvPr id="31" name="图片 30"/>
          <p:cNvPicPr>
            <a:picLocks noChangeAspect="1"/>
          </p:cNvPicPr>
          <p:nvPr/>
        </p:nvPicPr>
        <p:blipFill>
          <a:blip r:embed="rId3"/>
          <a:stretch>
            <a:fillRect/>
          </a:stretch>
        </p:blipFill>
        <p:spPr>
          <a:xfrm>
            <a:off x="1958450" y="2851607"/>
            <a:ext cx="424327" cy="473844"/>
          </a:xfrm>
          <a:prstGeom prst="rect">
            <a:avLst/>
          </a:prstGeom>
        </p:spPr>
      </p:pic>
      <p:pic>
        <p:nvPicPr>
          <p:cNvPr id="32" name="图片 31"/>
          <p:cNvPicPr>
            <a:picLocks noChangeAspect="1"/>
          </p:cNvPicPr>
          <p:nvPr/>
        </p:nvPicPr>
        <p:blipFill>
          <a:blip r:embed="rId4"/>
          <a:stretch>
            <a:fillRect/>
          </a:stretch>
        </p:blipFill>
        <p:spPr>
          <a:xfrm>
            <a:off x="1684559" y="4150585"/>
            <a:ext cx="545400" cy="723510"/>
          </a:xfrm>
          <a:prstGeom prst="rect">
            <a:avLst/>
          </a:prstGeom>
        </p:spPr>
      </p:pic>
      <p:pic>
        <p:nvPicPr>
          <p:cNvPr id="34" name="图片 3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48455" y="281365"/>
            <a:ext cx="2941552" cy="2122820"/>
          </a:xfrm>
          <a:prstGeom prst="rect">
            <a:avLst/>
          </a:prstGeom>
        </p:spPr>
      </p:pic>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5870">
        <p15:prstTrans prst="airplane"/>
      </p:transition>
    </mc:Choice>
    <mc:Fallback>
      <p:transition spd="slow" advTm="587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right)">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9"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0-#ppt_h/2"/>
                                          </p:val>
                                        </p:tav>
                                        <p:tav tm="100000">
                                          <p:val>
                                            <p:strVal val="#ppt_y"/>
                                          </p:val>
                                        </p:tav>
                                      </p:tavLst>
                                    </p:anim>
                                  </p:childTnLst>
                                </p:cTn>
                              </p:par>
                              <p:par>
                                <p:cTn id="14" presetID="2" presetClass="entr" presetSubtype="3"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1+#ppt_w/2"/>
                                          </p:val>
                                        </p:tav>
                                        <p:tav tm="100000">
                                          <p:val>
                                            <p:strVal val="#ppt_x"/>
                                          </p:val>
                                        </p:tav>
                                      </p:tavLst>
                                    </p:anim>
                                    <p:anim calcmode="lin" valueType="num">
                                      <p:cBhvr additive="base">
                                        <p:cTn id="17" dur="500" fill="hold"/>
                                        <p:tgtEl>
                                          <p:spTgt spid="6"/>
                                        </p:tgtEl>
                                        <p:attrNameLst>
                                          <p:attrName>ppt_y</p:attrName>
                                        </p:attrNameLst>
                                      </p:cBhvr>
                                      <p:tavLst>
                                        <p:tav tm="0">
                                          <p:val>
                                            <p:strVal val="0-#ppt_h/2"/>
                                          </p:val>
                                        </p:tav>
                                        <p:tav tm="100000">
                                          <p:val>
                                            <p:strVal val="#ppt_y"/>
                                          </p:val>
                                        </p:tav>
                                      </p:tavLst>
                                    </p:anim>
                                  </p:childTnLst>
                                </p:cTn>
                              </p:par>
                              <p:par>
                                <p:cTn id="18" presetID="2" presetClass="entr" presetSubtype="6"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1+#ppt_w/2"/>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par>
                                <p:cTn id="22" presetID="2" presetClass="entr" presetSubtype="12"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additive="base">
                                        <p:cTn id="24" dur="500" fill="hold"/>
                                        <p:tgtEl>
                                          <p:spTgt spid="5"/>
                                        </p:tgtEl>
                                        <p:attrNameLst>
                                          <p:attrName>ppt_x</p:attrName>
                                        </p:attrNameLst>
                                      </p:cBhvr>
                                      <p:tavLst>
                                        <p:tav tm="0">
                                          <p:val>
                                            <p:strVal val="0-#ppt_w/2"/>
                                          </p:val>
                                        </p:tav>
                                        <p:tav tm="100000">
                                          <p:val>
                                            <p:strVal val="#ppt_x"/>
                                          </p:val>
                                        </p:tav>
                                      </p:tavLst>
                                    </p:anim>
                                    <p:anim calcmode="lin" valueType="num">
                                      <p:cBhvr additive="base">
                                        <p:cTn id="2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7" presetClass="entr" presetSubtype="8"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p:cTn id="30" dur="500" fill="hold"/>
                                        <p:tgtEl>
                                          <p:spTgt spid="12"/>
                                        </p:tgtEl>
                                        <p:attrNameLst>
                                          <p:attrName>ppt_x</p:attrName>
                                        </p:attrNameLst>
                                      </p:cBhvr>
                                      <p:tavLst>
                                        <p:tav tm="0">
                                          <p:val>
                                            <p:strVal val="#ppt_x-#ppt_w/2"/>
                                          </p:val>
                                        </p:tav>
                                        <p:tav tm="100000">
                                          <p:val>
                                            <p:strVal val="#ppt_x"/>
                                          </p:val>
                                        </p:tav>
                                      </p:tavLst>
                                    </p:anim>
                                    <p:anim calcmode="lin" valueType="num">
                                      <p:cBhvr>
                                        <p:cTn id="31" dur="500" fill="hold"/>
                                        <p:tgtEl>
                                          <p:spTgt spid="12"/>
                                        </p:tgtEl>
                                        <p:attrNameLst>
                                          <p:attrName>ppt_y</p:attrName>
                                        </p:attrNameLst>
                                      </p:cBhvr>
                                      <p:tavLst>
                                        <p:tav tm="0">
                                          <p:val>
                                            <p:strVal val="#ppt_y"/>
                                          </p:val>
                                        </p:tav>
                                        <p:tav tm="100000">
                                          <p:val>
                                            <p:strVal val="#ppt_y"/>
                                          </p:val>
                                        </p:tav>
                                      </p:tavLst>
                                    </p:anim>
                                    <p:anim calcmode="lin" valueType="num">
                                      <p:cBhvr>
                                        <p:cTn id="32" dur="500" fill="hold"/>
                                        <p:tgtEl>
                                          <p:spTgt spid="12"/>
                                        </p:tgtEl>
                                        <p:attrNameLst>
                                          <p:attrName>ppt_w</p:attrName>
                                        </p:attrNameLst>
                                      </p:cBhvr>
                                      <p:tavLst>
                                        <p:tav tm="0">
                                          <p:val>
                                            <p:fltVal val="0"/>
                                          </p:val>
                                        </p:tav>
                                        <p:tav tm="100000">
                                          <p:val>
                                            <p:strVal val="#ppt_w"/>
                                          </p:val>
                                        </p:tav>
                                      </p:tavLst>
                                    </p:anim>
                                    <p:anim calcmode="lin" valueType="num">
                                      <p:cBhvr>
                                        <p:cTn id="33" dur="500" fill="hold"/>
                                        <p:tgtEl>
                                          <p:spTgt spid="12"/>
                                        </p:tgtEl>
                                        <p:attrNameLst>
                                          <p:attrName>ppt_h</p:attrName>
                                        </p:attrNameLst>
                                      </p:cBhvr>
                                      <p:tavLst>
                                        <p:tav tm="0">
                                          <p:val>
                                            <p:strVal val="#ppt_h"/>
                                          </p:val>
                                        </p:tav>
                                        <p:tav tm="100000">
                                          <p:val>
                                            <p:strVal val="#ppt_h"/>
                                          </p:val>
                                        </p:tav>
                                      </p:tavLst>
                                    </p:anim>
                                  </p:childTnLst>
                                </p:cTn>
                              </p:par>
                              <p:par>
                                <p:cTn id="34" presetID="17" presetClass="entr" presetSubtype="8"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 calcmode="lin" valueType="num">
                                      <p:cBhvr>
                                        <p:cTn id="36" dur="500" fill="hold"/>
                                        <p:tgtEl>
                                          <p:spTgt spid="13"/>
                                        </p:tgtEl>
                                        <p:attrNameLst>
                                          <p:attrName>ppt_x</p:attrName>
                                        </p:attrNameLst>
                                      </p:cBhvr>
                                      <p:tavLst>
                                        <p:tav tm="0">
                                          <p:val>
                                            <p:strVal val="#ppt_x-#ppt_w/2"/>
                                          </p:val>
                                        </p:tav>
                                        <p:tav tm="100000">
                                          <p:val>
                                            <p:strVal val="#ppt_x"/>
                                          </p:val>
                                        </p:tav>
                                      </p:tavLst>
                                    </p:anim>
                                    <p:anim calcmode="lin" valueType="num">
                                      <p:cBhvr>
                                        <p:cTn id="37" dur="500" fill="hold"/>
                                        <p:tgtEl>
                                          <p:spTgt spid="13"/>
                                        </p:tgtEl>
                                        <p:attrNameLst>
                                          <p:attrName>ppt_y</p:attrName>
                                        </p:attrNameLst>
                                      </p:cBhvr>
                                      <p:tavLst>
                                        <p:tav tm="0">
                                          <p:val>
                                            <p:strVal val="#ppt_y"/>
                                          </p:val>
                                        </p:tav>
                                        <p:tav tm="100000">
                                          <p:val>
                                            <p:strVal val="#ppt_y"/>
                                          </p:val>
                                        </p:tav>
                                      </p:tavLst>
                                    </p:anim>
                                    <p:anim calcmode="lin" valueType="num">
                                      <p:cBhvr>
                                        <p:cTn id="38" dur="500" fill="hold"/>
                                        <p:tgtEl>
                                          <p:spTgt spid="13"/>
                                        </p:tgtEl>
                                        <p:attrNameLst>
                                          <p:attrName>ppt_w</p:attrName>
                                        </p:attrNameLst>
                                      </p:cBhvr>
                                      <p:tavLst>
                                        <p:tav tm="0">
                                          <p:val>
                                            <p:fltVal val="0"/>
                                          </p:val>
                                        </p:tav>
                                        <p:tav tm="100000">
                                          <p:val>
                                            <p:strVal val="#ppt_w"/>
                                          </p:val>
                                        </p:tav>
                                      </p:tavLst>
                                    </p:anim>
                                    <p:anim calcmode="lin" valueType="num">
                                      <p:cBhvr>
                                        <p:cTn id="39" dur="500" fill="hold"/>
                                        <p:tgtEl>
                                          <p:spTgt spid="13"/>
                                        </p:tgtEl>
                                        <p:attrNameLst>
                                          <p:attrName>ppt_h</p:attrName>
                                        </p:attrNameLst>
                                      </p:cBhvr>
                                      <p:tavLst>
                                        <p:tav tm="0">
                                          <p:val>
                                            <p:strVal val="#ppt_h"/>
                                          </p:val>
                                        </p:tav>
                                        <p:tav tm="100000">
                                          <p:val>
                                            <p:strVal val="#ppt_h"/>
                                          </p:val>
                                        </p:tav>
                                      </p:tavLst>
                                    </p:anim>
                                  </p:childTnLst>
                                </p:cTn>
                              </p:par>
                              <p:par>
                                <p:cTn id="40" presetID="17" presetClass="entr" presetSubtype="8"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 calcmode="lin" valueType="num">
                                      <p:cBhvr>
                                        <p:cTn id="42" dur="500" fill="hold"/>
                                        <p:tgtEl>
                                          <p:spTgt spid="18"/>
                                        </p:tgtEl>
                                        <p:attrNameLst>
                                          <p:attrName>ppt_x</p:attrName>
                                        </p:attrNameLst>
                                      </p:cBhvr>
                                      <p:tavLst>
                                        <p:tav tm="0">
                                          <p:val>
                                            <p:strVal val="#ppt_x-#ppt_w/2"/>
                                          </p:val>
                                        </p:tav>
                                        <p:tav tm="100000">
                                          <p:val>
                                            <p:strVal val="#ppt_x"/>
                                          </p:val>
                                        </p:tav>
                                      </p:tavLst>
                                    </p:anim>
                                    <p:anim calcmode="lin" valueType="num">
                                      <p:cBhvr>
                                        <p:cTn id="43" dur="500" fill="hold"/>
                                        <p:tgtEl>
                                          <p:spTgt spid="18"/>
                                        </p:tgtEl>
                                        <p:attrNameLst>
                                          <p:attrName>ppt_y</p:attrName>
                                        </p:attrNameLst>
                                      </p:cBhvr>
                                      <p:tavLst>
                                        <p:tav tm="0">
                                          <p:val>
                                            <p:strVal val="#ppt_y"/>
                                          </p:val>
                                        </p:tav>
                                        <p:tav tm="100000">
                                          <p:val>
                                            <p:strVal val="#ppt_y"/>
                                          </p:val>
                                        </p:tav>
                                      </p:tavLst>
                                    </p:anim>
                                    <p:anim calcmode="lin" valueType="num">
                                      <p:cBhvr>
                                        <p:cTn id="44" dur="500" fill="hold"/>
                                        <p:tgtEl>
                                          <p:spTgt spid="18"/>
                                        </p:tgtEl>
                                        <p:attrNameLst>
                                          <p:attrName>ppt_w</p:attrName>
                                        </p:attrNameLst>
                                      </p:cBhvr>
                                      <p:tavLst>
                                        <p:tav tm="0">
                                          <p:val>
                                            <p:fltVal val="0"/>
                                          </p:val>
                                        </p:tav>
                                        <p:tav tm="100000">
                                          <p:val>
                                            <p:strVal val="#ppt_w"/>
                                          </p:val>
                                        </p:tav>
                                      </p:tavLst>
                                    </p:anim>
                                    <p:anim calcmode="lin" valueType="num">
                                      <p:cBhvr>
                                        <p:cTn id="45" dur="500" fill="hold"/>
                                        <p:tgtEl>
                                          <p:spTgt spid="18"/>
                                        </p:tgtEl>
                                        <p:attrNameLst>
                                          <p:attrName>ppt_h</p:attrName>
                                        </p:attrNameLst>
                                      </p:cBhvr>
                                      <p:tavLst>
                                        <p:tav tm="0">
                                          <p:val>
                                            <p:strVal val="#ppt_h"/>
                                          </p:val>
                                        </p:tav>
                                        <p:tav tm="100000">
                                          <p:val>
                                            <p:strVal val="#ppt_h"/>
                                          </p:val>
                                        </p:tav>
                                      </p:tavLst>
                                    </p:anim>
                                  </p:childTnLst>
                                </p:cTn>
                              </p:par>
                              <p:par>
                                <p:cTn id="46" presetID="17" presetClass="entr" presetSubtype="8"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 calcmode="lin" valueType="num">
                                      <p:cBhvr>
                                        <p:cTn id="48" dur="500" fill="hold"/>
                                        <p:tgtEl>
                                          <p:spTgt spid="19"/>
                                        </p:tgtEl>
                                        <p:attrNameLst>
                                          <p:attrName>ppt_x</p:attrName>
                                        </p:attrNameLst>
                                      </p:cBhvr>
                                      <p:tavLst>
                                        <p:tav tm="0">
                                          <p:val>
                                            <p:strVal val="#ppt_x-#ppt_w/2"/>
                                          </p:val>
                                        </p:tav>
                                        <p:tav tm="100000">
                                          <p:val>
                                            <p:strVal val="#ppt_x"/>
                                          </p:val>
                                        </p:tav>
                                      </p:tavLst>
                                    </p:anim>
                                    <p:anim calcmode="lin" valueType="num">
                                      <p:cBhvr>
                                        <p:cTn id="49" dur="500" fill="hold"/>
                                        <p:tgtEl>
                                          <p:spTgt spid="19"/>
                                        </p:tgtEl>
                                        <p:attrNameLst>
                                          <p:attrName>ppt_y</p:attrName>
                                        </p:attrNameLst>
                                      </p:cBhvr>
                                      <p:tavLst>
                                        <p:tav tm="0">
                                          <p:val>
                                            <p:strVal val="#ppt_y"/>
                                          </p:val>
                                        </p:tav>
                                        <p:tav tm="100000">
                                          <p:val>
                                            <p:strVal val="#ppt_y"/>
                                          </p:val>
                                        </p:tav>
                                      </p:tavLst>
                                    </p:anim>
                                    <p:anim calcmode="lin" valueType="num">
                                      <p:cBhvr>
                                        <p:cTn id="50" dur="500" fill="hold"/>
                                        <p:tgtEl>
                                          <p:spTgt spid="19"/>
                                        </p:tgtEl>
                                        <p:attrNameLst>
                                          <p:attrName>ppt_w</p:attrName>
                                        </p:attrNameLst>
                                      </p:cBhvr>
                                      <p:tavLst>
                                        <p:tav tm="0">
                                          <p:val>
                                            <p:fltVal val="0"/>
                                          </p:val>
                                        </p:tav>
                                        <p:tav tm="100000">
                                          <p:val>
                                            <p:strVal val="#ppt_w"/>
                                          </p:val>
                                        </p:tav>
                                      </p:tavLst>
                                    </p:anim>
                                    <p:anim calcmode="lin" valueType="num">
                                      <p:cBhvr>
                                        <p:cTn id="51" dur="500" fill="hold"/>
                                        <p:tgtEl>
                                          <p:spTgt spid="19"/>
                                        </p:tgtEl>
                                        <p:attrNameLst>
                                          <p:attrName>ppt_h</p:attrName>
                                        </p:attrNameLst>
                                      </p:cBhvr>
                                      <p:tavLst>
                                        <p:tav tm="0">
                                          <p:val>
                                            <p:strVal val="#ppt_h"/>
                                          </p:val>
                                        </p:tav>
                                        <p:tav tm="100000">
                                          <p:val>
                                            <p:strVal val="#ppt_h"/>
                                          </p:val>
                                        </p:tav>
                                      </p:tavLst>
                                    </p:anim>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500"/>
                                        <p:tgtEl>
                                          <p:spTgt spid="1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fade">
                                      <p:cBhvr>
                                        <p:cTn id="59" dur="500"/>
                                        <p:tgtEl>
                                          <p:spTgt spid="1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500"/>
                                        <p:tgtEl>
                                          <p:spTgt spid="21"/>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500"/>
                                        <p:tgtEl>
                                          <p:spTgt spid="23"/>
                                        </p:tgtEl>
                                      </p:cBhvr>
                                    </p:animEffect>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fade">
                                      <p:cBhvr>
                                        <p:cTn id="70" dur="500"/>
                                        <p:tgtEl>
                                          <p:spTgt spid="14"/>
                                        </p:tgtEl>
                                      </p:cBhvr>
                                    </p:animEffect>
                                    <p:anim calcmode="lin" valueType="num">
                                      <p:cBhvr>
                                        <p:cTn id="71" dur="500" fill="hold"/>
                                        <p:tgtEl>
                                          <p:spTgt spid="14"/>
                                        </p:tgtEl>
                                        <p:attrNameLst>
                                          <p:attrName>ppt_x</p:attrName>
                                        </p:attrNameLst>
                                      </p:cBhvr>
                                      <p:tavLst>
                                        <p:tav tm="0">
                                          <p:val>
                                            <p:strVal val="#ppt_x"/>
                                          </p:val>
                                        </p:tav>
                                        <p:tav tm="100000">
                                          <p:val>
                                            <p:strVal val="#ppt_x"/>
                                          </p:val>
                                        </p:tav>
                                      </p:tavLst>
                                    </p:anim>
                                    <p:anim calcmode="lin" valueType="num">
                                      <p:cBhvr>
                                        <p:cTn id="72" dur="500" fill="hold"/>
                                        <p:tgtEl>
                                          <p:spTgt spid="14"/>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16"/>
                                        </p:tgtEl>
                                        <p:attrNameLst>
                                          <p:attrName>style.visibility</p:attrName>
                                        </p:attrNameLst>
                                      </p:cBhvr>
                                      <p:to>
                                        <p:strVal val="visible"/>
                                      </p:to>
                                    </p:set>
                                    <p:animEffect transition="in" filter="fade">
                                      <p:cBhvr>
                                        <p:cTn id="75" dur="500"/>
                                        <p:tgtEl>
                                          <p:spTgt spid="16"/>
                                        </p:tgtEl>
                                      </p:cBhvr>
                                    </p:animEffect>
                                    <p:anim calcmode="lin" valueType="num">
                                      <p:cBhvr>
                                        <p:cTn id="76" dur="500" fill="hold"/>
                                        <p:tgtEl>
                                          <p:spTgt spid="16"/>
                                        </p:tgtEl>
                                        <p:attrNameLst>
                                          <p:attrName>ppt_x</p:attrName>
                                        </p:attrNameLst>
                                      </p:cBhvr>
                                      <p:tavLst>
                                        <p:tav tm="0">
                                          <p:val>
                                            <p:strVal val="#ppt_x"/>
                                          </p:val>
                                        </p:tav>
                                        <p:tav tm="100000">
                                          <p:val>
                                            <p:strVal val="#ppt_x"/>
                                          </p:val>
                                        </p:tav>
                                      </p:tavLst>
                                    </p:anim>
                                    <p:anim calcmode="lin" valueType="num">
                                      <p:cBhvr>
                                        <p:cTn id="77" dur="500" fill="hold"/>
                                        <p:tgtEl>
                                          <p:spTgt spid="16"/>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20"/>
                                        </p:tgtEl>
                                        <p:attrNameLst>
                                          <p:attrName>style.visibility</p:attrName>
                                        </p:attrNameLst>
                                      </p:cBhvr>
                                      <p:to>
                                        <p:strVal val="visible"/>
                                      </p:to>
                                    </p:set>
                                    <p:animEffect transition="in" filter="fade">
                                      <p:cBhvr>
                                        <p:cTn id="80" dur="500"/>
                                        <p:tgtEl>
                                          <p:spTgt spid="20"/>
                                        </p:tgtEl>
                                      </p:cBhvr>
                                    </p:animEffect>
                                    <p:anim calcmode="lin" valueType="num">
                                      <p:cBhvr>
                                        <p:cTn id="81" dur="500" fill="hold"/>
                                        <p:tgtEl>
                                          <p:spTgt spid="20"/>
                                        </p:tgtEl>
                                        <p:attrNameLst>
                                          <p:attrName>ppt_x</p:attrName>
                                        </p:attrNameLst>
                                      </p:cBhvr>
                                      <p:tavLst>
                                        <p:tav tm="0">
                                          <p:val>
                                            <p:strVal val="#ppt_x"/>
                                          </p:val>
                                        </p:tav>
                                        <p:tav tm="100000">
                                          <p:val>
                                            <p:strVal val="#ppt_x"/>
                                          </p:val>
                                        </p:tav>
                                      </p:tavLst>
                                    </p:anim>
                                    <p:anim calcmode="lin" valueType="num">
                                      <p:cBhvr>
                                        <p:cTn id="82" dur="500" fill="hold"/>
                                        <p:tgtEl>
                                          <p:spTgt spid="20"/>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22"/>
                                        </p:tgtEl>
                                        <p:attrNameLst>
                                          <p:attrName>style.visibility</p:attrName>
                                        </p:attrNameLst>
                                      </p:cBhvr>
                                      <p:to>
                                        <p:strVal val="visible"/>
                                      </p:to>
                                    </p:set>
                                    <p:animEffect transition="in" filter="fade">
                                      <p:cBhvr>
                                        <p:cTn id="85" dur="500"/>
                                        <p:tgtEl>
                                          <p:spTgt spid="22"/>
                                        </p:tgtEl>
                                      </p:cBhvr>
                                    </p:animEffect>
                                    <p:anim calcmode="lin" valueType="num">
                                      <p:cBhvr>
                                        <p:cTn id="86" dur="500" fill="hold"/>
                                        <p:tgtEl>
                                          <p:spTgt spid="22"/>
                                        </p:tgtEl>
                                        <p:attrNameLst>
                                          <p:attrName>ppt_x</p:attrName>
                                        </p:attrNameLst>
                                      </p:cBhvr>
                                      <p:tavLst>
                                        <p:tav tm="0">
                                          <p:val>
                                            <p:strVal val="#ppt_x"/>
                                          </p:val>
                                        </p:tav>
                                        <p:tav tm="100000">
                                          <p:val>
                                            <p:strVal val="#ppt_x"/>
                                          </p:val>
                                        </p:tav>
                                      </p:tavLst>
                                    </p:anim>
                                    <p:anim calcmode="lin" valueType="num">
                                      <p:cBhvr>
                                        <p:cTn id="87" dur="5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53" presetClass="entr" presetSubtype="16" fill="hold" nodeType="clickEffect">
                                  <p:stCondLst>
                                    <p:cond delay="0"/>
                                  </p:stCondLst>
                                  <p:childTnLst>
                                    <p:set>
                                      <p:cBhvr>
                                        <p:cTn id="91" dur="1" fill="hold">
                                          <p:stCondLst>
                                            <p:cond delay="0"/>
                                          </p:stCondLst>
                                        </p:cTn>
                                        <p:tgtEl>
                                          <p:spTgt spid="31"/>
                                        </p:tgtEl>
                                        <p:attrNameLst>
                                          <p:attrName>style.visibility</p:attrName>
                                        </p:attrNameLst>
                                      </p:cBhvr>
                                      <p:to>
                                        <p:strVal val="visible"/>
                                      </p:to>
                                    </p:set>
                                    <p:anim calcmode="lin" valueType="num">
                                      <p:cBhvr>
                                        <p:cTn id="92" dur="500" fill="hold"/>
                                        <p:tgtEl>
                                          <p:spTgt spid="31"/>
                                        </p:tgtEl>
                                        <p:attrNameLst>
                                          <p:attrName>ppt_w</p:attrName>
                                        </p:attrNameLst>
                                      </p:cBhvr>
                                      <p:tavLst>
                                        <p:tav tm="0">
                                          <p:val>
                                            <p:fltVal val="0"/>
                                          </p:val>
                                        </p:tav>
                                        <p:tav tm="100000">
                                          <p:val>
                                            <p:strVal val="#ppt_w"/>
                                          </p:val>
                                        </p:tav>
                                      </p:tavLst>
                                    </p:anim>
                                    <p:anim calcmode="lin" valueType="num">
                                      <p:cBhvr>
                                        <p:cTn id="93" dur="500" fill="hold"/>
                                        <p:tgtEl>
                                          <p:spTgt spid="31"/>
                                        </p:tgtEl>
                                        <p:attrNameLst>
                                          <p:attrName>ppt_h</p:attrName>
                                        </p:attrNameLst>
                                      </p:cBhvr>
                                      <p:tavLst>
                                        <p:tav tm="0">
                                          <p:val>
                                            <p:fltVal val="0"/>
                                          </p:val>
                                        </p:tav>
                                        <p:tav tm="100000">
                                          <p:val>
                                            <p:strVal val="#ppt_h"/>
                                          </p:val>
                                        </p:tav>
                                      </p:tavLst>
                                    </p:anim>
                                    <p:animEffect transition="in" filter="fade">
                                      <p:cBhvr>
                                        <p:cTn id="94" dur="500"/>
                                        <p:tgtEl>
                                          <p:spTgt spid="31"/>
                                        </p:tgtEl>
                                      </p:cBhvr>
                                    </p:animEffect>
                                  </p:childTnLst>
                                </p:cTn>
                              </p:par>
                              <p:par>
                                <p:cTn id="95" presetID="53" presetClass="entr" presetSubtype="16" fill="hold" nodeType="withEffect">
                                  <p:stCondLst>
                                    <p:cond delay="0"/>
                                  </p:stCondLst>
                                  <p:childTnLst>
                                    <p:set>
                                      <p:cBhvr>
                                        <p:cTn id="96" dur="1" fill="hold">
                                          <p:stCondLst>
                                            <p:cond delay="0"/>
                                          </p:stCondLst>
                                        </p:cTn>
                                        <p:tgtEl>
                                          <p:spTgt spid="30"/>
                                        </p:tgtEl>
                                        <p:attrNameLst>
                                          <p:attrName>style.visibility</p:attrName>
                                        </p:attrNameLst>
                                      </p:cBhvr>
                                      <p:to>
                                        <p:strVal val="visible"/>
                                      </p:to>
                                    </p:set>
                                    <p:anim calcmode="lin" valueType="num">
                                      <p:cBhvr>
                                        <p:cTn id="97" dur="500" fill="hold"/>
                                        <p:tgtEl>
                                          <p:spTgt spid="30"/>
                                        </p:tgtEl>
                                        <p:attrNameLst>
                                          <p:attrName>ppt_w</p:attrName>
                                        </p:attrNameLst>
                                      </p:cBhvr>
                                      <p:tavLst>
                                        <p:tav tm="0">
                                          <p:val>
                                            <p:fltVal val="0"/>
                                          </p:val>
                                        </p:tav>
                                        <p:tav tm="100000">
                                          <p:val>
                                            <p:strVal val="#ppt_w"/>
                                          </p:val>
                                        </p:tav>
                                      </p:tavLst>
                                    </p:anim>
                                    <p:anim calcmode="lin" valueType="num">
                                      <p:cBhvr>
                                        <p:cTn id="98" dur="500" fill="hold"/>
                                        <p:tgtEl>
                                          <p:spTgt spid="30"/>
                                        </p:tgtEl>
                                        <p:attrNameLst>
                                          <p:attrName>ppt_h</p:attrName>
                                        </p:attrNameLst>
                                      </p:cBhvr>
                                      <p:tavLst>
                                        <p:tav tm="0">
                                          <p:val>
                                            <p:fltVal val="0"/>
                                          </p:val>
                                        </p:tav>
                                        <p:tav tm="100000">
                                          <p:val>
                                            <p:strVal val="#ppt_h"/>
                                          </p:val>
                                        </p:tav>
                                      </p:tavLst>
                                    </p:anim>
                                    <p:animEffect transition="in" filter="fade">
                                      <p:cBhvr>
                                        <p:cTn id="99" dur="500"/>
                                        <p:tgtEl>
                                          <p:spTgt spid="30"/>
                                        </p:tgtEl>
                                      </p:cBhvr>
                                    </p:animEffect>
                                  </p:childTnLst>
                                </p:cTn>
                              </p:par>
                              <p:par>
                                <p:cTn id="100" presetID="53" presetClass="entr" presetSubtype="16" fill="hold" nodeType="withEffect">
                                  <p:stCondLst>
                                    <p:cond delay="0"/>
                                  </p:stCondLst>
                                  <p:childTnLst>
                                    <p:set>
                                      <p:cBhvr>
                                        <p:cTn id="101" dur="1" fill="hold">
                                          <p:stCondLst>
                                            <p:cond delay="0"/>
                                          </p:stCondLst>
                                        </p:cTn>
                                        <p:tgtEl>
                                          <p:spTgt spid="29"/>
                                        </p:tgtEl>
                                        <p:attrNameLst>
                                          <p:attrName>style.visibility</p:attrName>
                                        </p:attrNameLst>
                                      </p:cBhvr>
                                      <p:to>
                                        <p:strVal val="visible"/>
                                      </p:to>
                                    </p:set>
                                    <p:anim calcmode="lin" valueType="num">
                                      <p:cBhvr>
                                        <p:cTn id="102" dur="500" fill="hold"/>
                                        <p:tgtEl>
                                          <p:spTgt spid="29"/>
                                        </p:tgtEl>
                                        <p:attrNameLst>
                                          <p:attrName>ppt_w</p:attrName>
                                        </p:attrNameLst>
                                      </p:cBhvr>
                                      <p:tavLst>
                                        <p:tav tm="0">
                                          <p:val>
                                            <p:fltVal val="0"/>
                                          </p:val>
                                        </p:tav>
                                        <p:tav tm="100000">
                                          <p:val>
                                            <p:strVal val="#ppt_w"/>
                                          </p:val>
                                        </p:tav>
                                      </p:tavLst>
                                    </p:anim>
                                    <p:anim calcmode="lin" valueType="num">
                                      <p:cBhvr>
                                        <p:cTn id="103" dur="500" fill="hold"/>
                                        <p:tgtEl>
                                          <p:spTgt spid="29"/>
                                        </p:tgtEl>
                                        <p:attrNameLst>
                                          <p:attrName>ppt_h</p:attrName>
                                        </p:attrNameLst>
                                      </p:cBhvr>
                                      <p:tavLst>
                                        <p:tav tm="0">
                                          <p:val>
                                            <p:fltVal val="0"/>
                                          </p:val>
                                        </p:tav>
                                        <p:tav tm="100000">
                                          <p:val>
                                            <p:strVal val="#ppt_h"/>
                                          </p:val>
                                        </p:tav>
                                      </p:tavLst>
                                    </p:anim>
                                    <p:animEffect transition="in" filter="fade">
                                      <p:cBhvr>
                                        <p:cTn id="104" dur="500"/>
                                        <p:tgtEl>
                                          <p:spTgt spid="29"/>
                                        </p:tgtEl>
                                      </p:cBhvr>
                                    </p:animEffect>
                                  </p:childTnLst>
                                </p:cTn>
                              </p:par>
                              <p:par>
                                <p:cTn id="105" presetID="53" presetClass="entr" presetSubtype="16" fill="hold" nodeType="withEffect">
                                  <p:stCondLst>
                                    <p:cond delay="0"/>
                                  </p:stCondLst>
                                  <p:childTnLst>
                                    <p:set>
                                      <p:cBhvr>
                                        <p:cTn id="106" dur="1" fill="hold">
                                          <p:stCondLst>
                                            <p:cond delay="0"/>
                                          </p:stCondLst>
                                        </p:cTn>
                                        <p:tgtEl>
                                          <p:spTgt spid="32"/>
                                        </p:tgtEl>
                                        <p:attrNameLst>
                                          <p:attrName>style.visibility</p:attrName>
                                        </p:attrNameLst>
                                      </p:cBhvr>
                                      <p:to>
                                        <p:strVal val="visible"/>
                                      </p:to>
                                    </p:set>
                                    <p:anim calcmode="lin" valueType="num">
                                      <p:cBhvr>
                                        <p:cTn id="107" dur="500" fill="hold"/>
                                        <p:tgtEl>
                                          <p:spTgt spid="32"/>
                                        </p:tgtEl>
                                        <p:attrNameLst>
                                          <p:attrName>ppt_w</p:attrName>
                                        </p:attrNameLst>
                                      </p:cBhvr>
                                      <p:tavLst>
                                        <p:tav tm="0">
                                          <p:val>
                                            <p:fltVal val="0"/>
                                          </p:val>
                                        </p:tav>
                                        <p:tav tm="100000">
                                          <p:val>
                                            <p:strVal val="#ppt_w"/>
                                          </p:val>
                                        </p:tav>
                                      </p:tavLst>
                                    </p:anim>
                                    <p:anim calcmode="lin" valueType="num">
                                      <p:cBhvr>
                                        <p:cTn id="108" dur="500" fill="hold"/>
                                        <p:tgtEl>
                                          <p:spTgt spid="32"/>
                                        </p:tgtEl>
                                        <p:attrNameLst>
                                          <p:attrName>ppt_h</p:attrName>
                                        </p:attrNameLst>
                                      </p:cBhvr>
                                      <p:tavLst>
                                        <p:tav tm="0">
                                          <p:val>
                                            <p:fltVal val="0"/>
                                          </p:val>
                                        </p:tav>
                                        <p:tav tm="100000">
                                          <p:val>
                                            <p:strVal val="#ppt_h"/>
                                          </p:val>
                                        </p:tav>
                                      </p:tavLst>
                                    </p:anim>
                                    <p:animEffect transition="in" filter="fade">
                                      <p:cBhvr>
                                        <p:cTn id="10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2" grpId="0" animBg="1"/>
      <p:bldP spid="13" grpId="0" animBg="1"/>
      <p:bldP spid="14" grpId="0"/>
      <p:bldP spid="15" grpId="0"/>
      <p:bldP spid="16" grpId="0"/>
      <p:bldP spid="17" grpId="0"/>
      <p:bldP spid="18" grpId="0" animBg="1"/>
      <p:bldP spid="19" grpId="0" animBg="1"/>
      <p:bldP spid="20" grpId="0"/>
      <p:bldP spid="21" grpId="0"/>
      <p:bldP spid="22" grpId="0"/>
      <p:bldP spid="2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0" y="505586"/>
            <a:ext cx="12192000" cy="381000"/>
            <a:chOff x="0" y="391286"/>
            <a:chExt cx="12192000" cy="381000"/>
          </a:xfrm>
        </p:grpSpPr>
        <p:cxnSp>
          <p:nvCxnSpPr>
            <p:cNvPr id="18" name="直接连接符 17"/>
            <p:cNvCxnSpPr/>
            <p:nvPr/>
          </p:nvCxnSpPr>
          <p:spPr>
            <a:xfrm>
              <a:off x="0" y="581786"/>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rot="10800000">
              <a:off x="11060824" y="391286"/>
              <a:ext cx="656896" cy="381000"/>
              <a:chOff x="307428" y="393221"/>
              <a:chExt cx="656896" cy="381000"/>
            </a:xfrm>
          </p:grpSpPr>
          <p:sp>
            <p:nvSpPr>
              <p:cNvPr id="20" name="等腰三角形 19"/>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等腰三角形 20"/>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3" name="组合 22"/>
          <p:cNvGrpSpPr/>
          <p:nvPr/>
        </p:nvGrpSpPr>
        <p:grpSpPr>
          <a:xfrm>
            <a:off x="918119" y="2074291"/>
            <a:ext cx="3253831" cy="3088254"/>
            <a:chOff x="918118" y="2074291"/>
            <a:chExt cx="3253831" cy="3088254"/>
          </a:xfrm>
        </p:grpSpPr>
        <p:sp>
          <p:nvSpPr>
            <p:cNvPr id="24" name="矩形 23"/>
            <p:cNvSpPr/>
            <p:nvPr/>
          </p:nvSpPr>
          <p:spPr>
            <a:xfrm>
              <a:off x="918118" y="2074291"/>
              <a:ext cx="3253831" cy="308825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文本框 24"/>
            <p:cNvSpPr txBox="1"/>
            <p:nvPr/>
          </p:nvSpPr>
          <p:spPr>
            <a:xfrm>
              <a:off x="1487283" y="2708685"/>
              <a:ext cx="2175306" cy="1862048"/>
            </a:xfrm>
            <a:prstGeom prst="rect">
              <a:avLst/>
            </a:prstGeom>
            <a:noFill/>
          </p:spPr>
          <p:txBody>
            <a:bodyPr wrap="square" rtlCol="0">
              <a:spAutoFit/>
            </a:bodyPr>
            <a:lstStyle/>
            <a:p>
              <a:r>
                <a:rPr lang="en-US" altLang="zh-CN" sz="11500" i="1" dirty="0">
                  <a:cs typeface="+mn-ea"/>
                  <a:sym typeface="+mn-lt"/>
                </a:rPr>
                <a:t>03</a:t>
              </a:r>
              <a:endParaRPr lang="zh-CN" altLang="en-US" sz="11500" i="1" dirty="0">
                <a:cs typeface="+mn-ea"/>
                <a:sym typeface="+mn-lt"/>
              </a:endParaRPr>
            </a:p>
          </p:txBody>
        </p:sp>
      </p:grpSp>
      <p:sp>
        <p:nvSpPr>
          <p:cNvPr id="27" name="文本框 26"/>
          <p:cNvSpPr txBox="1"/>
          <p:nvPr/>
        </p:nvSpPr>
        <p:spPr>
          <a:xfrm>
            <a:off x="4858721" y="4109069"/>
            <a:ext cx="5589547" cy="923330"/>
          </a:xfrm>
          <a:prstGeom prst="rect">
            <a:avLst/>
          </a:prstGeom>
          <a:noFill/>
        </p:spPr>
        <p:txBody>
          <a:bodyPr wrap="square" rtlCol="0">
            <a:spAutoFit/>
          </a:bodyPr>
          <a:lstStyle/>
          <a:p>
            <a:r>
              <a:rPr lang="en-US" altLang="zh-CN" dirty="0">
                <a:solidFill>
                  <a:schemeClr val="tx1">
                    <a:lumMod val="50000"/>
                    <a:lumOff val="50000"/>
                  </a:schemeClr>
                </a:solidFill>
                <a:cs typeface="+mn-ea"/>
                <a:sym typeface="+mn-lt"/>
              </a:rPr>
              <a:t>High end atmospheric work report</a:t>
            </a:r>
            <a:r>
              <a:rPr lang="zh-CN" altLang="en-US" dirty="0">
                <a:solidFill>
                  <a:schemeClr val="tx1">
                    <a:lumMod val="50000"/>
                    <a:lumOff val="50000"/>
                  </a:schemeClr>
                </a:solidFill>
                <a:cs typeface="+mn-ea"/>
                <a:sym typeface="+mn-lt"/>
              </a:rPr>
              <a:t>，</a:t>
            </a:r>
            <a:r>
              <a:rPr lang="en-US" altLang="zh-CN" dirty="0">
                <a:solidFill>
                  <a:schemeClr val="tx1">
                    <a:lumMod val="50000"/>
                    <a:lumOff val="50000"/>
                  </a:schemeClr>
                </a:solidFill>
                <a:cs typeface="+mn-ea"/>
                <a:sym typeface="+mn-lt"/>
              </a:rPr>
              <a:t>High end atmospheric work report, High end atmospheric work report</a:t>
            </a:r>
            <a:endParaRPr lang="zh-CN" altLang="en-US" dirty="0">
              <a:solidFill>
                <a:schemeClr val="tx1">
                  <a:lumMod val="50000"/>
                  <a:lumOff val="50000"/>
                </a:schemeClr>
              </a:solidFill>
              <a:cs typeface="+mn-ea"/>
              <a:sym typeface="+mn-lt"/>
            </a:endParaRPr>
          </a:p>
        </p:txBody>
      </p:sp>
      <p:grpSp>
        <p:nvGrpSpPr>
          <p:cNvPr id="28" name="组合 27"/>
          <p:cNvGrpSpPr/>
          <p:nvPr/>
        </p:nvGrpSpPr>
        <p:grpSpPr>
          <a:xfrm>
            <a:off x="10657819" y="2644915"/>
            <a:ext cx="555708" cy="1855199"/>
            <a:chOff x="9448800" y="2089837"/>
            <a:chExt cx="1428750" cy="2731515"/>
          </a:xfrm>
        </p:grpSpPr>
        <p:cxnSp>
          <p:nvCxnSpPr>
            <p:cNvPr id="29" name="直接连接符 28"/>
            <p:cNvCxnSpPr/>
            <p:nvPr/>
          </p:nvCxnSpPr>
          <p:spPr>
            <a:xfrm>
              <a:off x="9448800" y="2089837"/>
              <a:ext cx="1428750" cy="1249448"/>
            </a:xfrm>
            <a:prstGeom prst="line">
              <a:avLst/>
            </a:prstGeom>
            <a:ln w="130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9467850" y="3237868"/>
              <a:ext cx="1409700" cy="1583484"/>
            </a:xfrm>
            <a:prstGeom prst="line">
              <a:avLst/>
            </a:prstGeom>
            <a:ln w="130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1" name="直接连接符 30"/>
          <p:cNvCxnSpPr/>
          <p:nvPr/>
        </p:nvCxnSpPr>
        <p:spPr>
          <a:xfrm>
            <a:off x="5087323" y="3689557"/>
            <a:ext cx="78377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668475" y="2085629"/>
            <a:ext cx="4494186" cy="1490591"/>
          </a:xfrm>
          <a:prstGeom prst="rect">
            <a:avLst/>
          </a:prstGeom>
        </p:spPr>
      </p:pic>
    </p:spTree>
    <p:custDataLst>
      <p:tags r:id="rId2"/>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854">
        <p15:prstTrans prst="peelOff"/>
      </p:transition>
    </mc:Choice>
    <mc:Fallback>
      <p:transition spd="slow" advTm="3854">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righ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500"/>
                                        <p:tgtEl>
                                          <p:spTgt spid="2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wipe(left)">
                                      <p:cBhvr>
                                        <p:cTn id="20" dur="500"/>
                                        <p:tgtEl>
                                          <p:spTgt spid="3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94191" y="1767115"/>
            <a:ext cx="2948429" cy="1814285"/>
          </a:xfrm>
          <a:prstGeom prst="rect">
            <a:avLst/>
          </a:prstGeom>
          <a:noFill/>
          <a:ln w="254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矩形 4"/>
          <p:cNvSpPr/>
          <p:nvPr/>
        </p:nvSpPr>
        <p:spPr>
          <a:xfrm>
            <a:off x="4672510" y="1767115"/>
            <a:ext cx="2948429" cy="1814285"/>
          </a:xfrm>
          <a:prstGeom prst="rect">
            <a:avLst/>
          </a:prstGeom>
          <a:noFill/>
          <a:ln w="254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矩形 5"/>
          <p:cNvSpPr/>
          <p:nvPr/>
        </p:nvSpPr>
        <p:spPr>
          <a:xfrm>
            <a:off x="8112396" y="1767115"/>
            <a:ext cx="2948429" cy="1814285"/>
          </a:xfrm>
          <a:prstGeom prst="rect">
            <a:avLst/>
          </a:prstGeom>
          <a:noFill/>
          <a:ln w="254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矩形 6"/>
          <p:cNvSpPr/>
          <p:nvPr/>
        </p:nvSpPr>
        <p:spPr>
          <a:xfrm>
            <a:off x="2907412" y="3886201"/>
            <a:ext cx="2948429" cy="1814285"/>
          </a:xfrm>
          <a:prstGeom prst="rect">
            <a:avLst/>
          </a:prstGeom>
          <a:noFill/>
          <a:ln w="254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矩形 7"/>
          <p:cNvSpPr/>
          <p:nvPr/>
        </p:nvSpPr>
        <p:spPr>
          <a:xfrm>
            <a:off x="6553723" y="3886201"/>
            <a:ext cx="2948429" cy="1814285"/>
          </a:xfrm>
          <a:prstGeom prst="rect">
            <a:avLst/>
          </a:prstGeom>
          <a:noFill/>
          <a:ln w="254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9" name="组合 8"/>
          <p:cNvGrpSpPr/>
          <p:nvPr/>
        </p:nvGrpSpPr>
        <p:grpSpPr>
          <a:xfrm>
            <a:off x="2107338" y="1437695"/>
            <a:ext cx="619340" cy="620960"/>
            <a:chOff x="1998556" y="1818695"/>
            <a:chExt cx="619340" cy="620960"/>
          </a:xfrm>
        </p:grpSpPr>
        <p:sp>
          <p:nvSpPr>
            <p:cNvPr id="10" name="矩形 9"/>
            <p:cNvSpPr/>
            <p:nvPr/>
          </p:nvSpPr>
          <p:spPr>
            <a:xfrm rot="18900000">
              <a:off x="1998556" y="1818695"/>
              <a:ext cx="619340" cy="610362"/>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10"/>
            <p:cNvSpPr/>
            <p:nvPr/>
          </p:nvSpPr>
          <p:spPr>
            <a:xfrm rot="18900000">
              <a:off x="2014934" y="1859084"/>
              <a:ext cx="580571" cy="58057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2" name="矩形 11"/>
          <p:cNvSpPr/>
          <p:nvPr/>
        </p:nvSpPr>
        <p:spPr>
          <a:xfrm rot="18900000">
            <a:off x="5852912" y="1476830"/>
            <a:ext cx="580571" cy="580571"/>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3" name="组合 12"/>
          <p:cNvGrpSpPr/>
          <p:nvPr/>
        </p:nvGrpSpPr>
        <p:grpSpPr>
          <a:xfrm>
            <a:off x="9267201" y="1437697"/>
            <a:ext cx="619340" cy="620960"/>
            <a:chOff x="9158419" y="1818697"/>
            <a:chExt cx="619340" cy="620960"/>
          </a:xfrm>
        </p:grpSpPr>
        <p:sp>
          <p:nvSpPr>
            <p:cNvPr id="14" name="矩形 13"/>
            <p:cNvSpPr/>
            <p:nvPr/>
          </p:nvSpPr>
          <p:spPr>
            <a:xfrm rot="18900000">
              <a:off x="9158419" y="1818697"/>
              <a:ext cx="619340" cy="610362"/>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矩形 14"/>
            <p:cNvSpPr/>
            <p:nvPr/>
          </p:nvSpPr>
          <p:spPr>
            <a:xfrm rot="18900000">
              <a:off x="9174797" y="1859086"/>
              <a:ext cx="580571" cy="58057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6" name="矩形 15"/>
          <p:cNvSpPr/>
          <p:nvPr/>
        </p:nvSpPr>
        <p:spPr>
          <a:xfrm rot="18900000">
            <a:off x="4091341" y="5410201"/>
            <a:ext cx="580571" cy="580571"/>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7" name="组合 16"/>
          <p:cNvGrpSpPr/>
          <p:nvPr/>
        </p:nvGrpSpPr>
        <p:grpSpPr>
          <a:xfrm>
            <a:off x="7718266" y="5385985"/>
            <a:ext cx="619340" cy="619706"/>
            <a:chOff x="7609484" y="5766985"/>
            <a:chExt cx="619340" cy="619706"/>
          </a:xfrm>
        </p:grpSpPr>
        <p:sp>
          <p:nvSpPr>
            <p:cNvPr id="18" name="矩形 17"/>
            <p:cNvSpPr/>
            <p:nvPr/>
          </p:nvSpPr>
          <p:spPr>
            <a:xfrm rot="18900000">
              <a:off x="7609484" y="5766985"/>
              <a:ext cx="619340" cy="610362"/>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矩形 18"/>
            <p:cNvSpPr/>
            <p:nvPr/>
          </p:nvSpPr>
          <p:spPr>
            <a:xfrm rot="18900000">
              <a:off x="7632396" y="5806120"/>
              <a:ext cx="580571" cy="58057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pic>
        <p:nvPicPr>
          <p:cNvPr id="20" name="图片 19"/>
          <p:cNvPicPr>
            <a:picLocks noChangeAspect="1"/>
          </p:cNvPicPr>
          <p:nvPr/>
        </p:nvPicPr>
        <p:blipFill>
          <a:blip r:embed="rId1"/>
          <a:stretch>
            <a:fillRect/>
          </a:stretch>
        </p:blipFill>
        <p:spPr>
          <a:xfrm>
            <a:off x="2262235" y="1611748"/>
            <a:ext cx="288123" cy="310730"/>
          </a:xfrm>
          <a:prstGeom prst="rect">
            <a:avLst/>
          </a:prstGeom>
        </p:spPr>
      </p:pic>
      <p:pic>
        <p:nvPicPr>
          <p:cNvPr id="21" name="图片 20"/>
          <p:cNvPicPr>
            <a:picLocks noChangeAspect="1"/>
          </p:cNvPicPr>
          <p:nvPr/>
        </p:nvPicPr>
        <p:blipFill>
          <a:blip r:embed="rId2"/>
          <a:stretch>
            <a:fillRect/>
          </a:stretch>
        </p:blipFill>
        <p:spPr>
          <a:xfrm>
            <a:off x="9407523" y="1613274"/>
            <a:ext cx="323709" cy="323718"/>
          </a:xfrm>
          <a:prstGeom prst="rect">
            <a:avLst/>
          </a:prstGeom>
        </p:spPr>
      </p:pic>
      <p:pic>
        <p:nvPicPr>
          <p:cNvPr id="22" name="图片 21"/>
          <p:cNvPicPr>
            <a:picLocks noChangeAspect="1"/>
          </p:cNvPicPr>
          <p:nvPr/>
        </p:nvPicPr>
        <p:blipFill>
          <a:blip r:embed="rId3"/>
          <a:stretch>
            <a:fillRect/>
          </a:stretch>
        </p:blipFill>
        <p:spPr>
          <a:xfrm>
            <a:off x="7921253" y="5560608"/>
            <a:ext cx="290847" cy="308307"/>
          </a:xfrm>
          <a:prstGeom prst="rect">
            <a:avLst/>
          </a:prstGeom>
        </p:spPr>
      </p:pic>
      <p:pic>
        <p:nvPicPr>
          <p:cNvPr id="23" name="图片 22"/>
          <p:cNvPicPr>
            <a:picLocks noChangeAspect="1"/>
          </p:cNvPicPr>
          <p:nvPr/>
        </p:nvPicPr>
        <p:blipFill>
          <a:blip r:embed="rId4"/>
          <a:stretch>
            <a:fillRect/>
          </a:stretch>
        </p:blipFill>
        <p:spPr>
          <a:xfrm>
            <a:off x="5979557" y="1573218"/>
            <a:ext cx="340584" cy="326401"/>
          </a:xfrm>
          <a:prstGeom prst="rect">
            <a:avLst/>
          </a:prstGeom>
        </p:spPr>
      </p:pic>
      <p:pic>
        <p:nvPicPr>
          <p:cNvPr id="24" name="图片 23"/>
          <p:cNvPicPr>
            <a:picLocks noChangeAspect="1"/>
          </p:cNvPicPr>
          <p:nvPr/>
        </p:nvPicPr>
        <p:blipFill>
          <a:blip r:embed="rId5"/>
          <a:stretch>
            <a:fillRect/>
          </a:stretch>
        </p:blipFill>
        <p:spPr>
          <a:xfrm>
            <a:off x="4244393" y="5503458"/>
            <a:ext cx="322503" cy="328713"/>
          </a:xfrm>
          <a:prstGeom prst="rect">
            <a:avLst/>
          </a:prstGeom>
        </p:spPr>
      </p:pic>
      <p:sp>
        <p:nvSpPr>
          <p:cNvPr id="25" name="文本框 24"/>
          <p:cNvSpPr txBox="1"/>
          <p:nvPr/>
        </p:nvSpPr>
        <p:spPr>
          <a:xfrm>
            <a:off x="1167870" y="2297448"/>
            <a:ext cx="2529847" cy="954107"/>
          </a:xfrm>
          <a:prstGeom prst="rect">
            <a:avLst/>
          </a:prstGeom>
          <a:noFill/>
        </p:spPr>
        <p:txBody>
          <a:bodyPr wrap="square" rtlCol="0">
            <a:spAutoFit/>
          </a:bodyPr>
          <a:lstStyle/>
          <a:p>
            <a:pPr algn="ctr"/>
            <a:r>
              <a:rPr lang="zh-CN" altLang="en-US" sz="1400" dirty="0">
                <a:solidFill>
                  <a:schemeClr val="bg2">
                    <a:lumMod val="25000"/>
                  </a:schemeClr>
                </a:solidFill>
                <a:cs typeface="+mn-ea"/>
                <a:sym typeface="+mn-lt"/>
              </a:rPr>
              <a:t>点击此处添加内容，请注意字体大小及内容点击此处添加内容，请注意字体大小及内容</a:t>
            </a:r>
            <a:r>
              <a:rPr lang="en-US" altLang="zh-CN" sz="1400" dirty="0">
                <a:solidFill>
                  <a:schemeClr val="bg2">
                    <a:lumMod val="25000"/>
                  </a:schemeClr>
                </a:solidFill>
                <a:cs typeface="+mn-ea"/>
                <a:sym typeface="+mn-lt"/>
              </a:rPr>
              <a:t>,</a:t>
            </a:r>
            <a:r>
              <a:rPr lang="zh-CN" altLang="en-US" sz="1400" dirty="0">
                <a:solidFill>
                  <a:schemeClr val="bg2">
                    <a:lumMod val="25000"/>
                  </a:schemeClr>
                </a:solidFill>
                <a:cs typeface="+mn-ea"/>
                <a:sym typeface="+mn-lt"/>
              </a:rPr>
              <a:t>点击此处添加内容</a:t>
            </a:r>
            <a:endParaRPr lang="zh-CN" altLang="en-US" sz="1400" dirty="0">
              <a:solidFill>
                <a:schemeClr val="bg2">
                  <a:lumMod val="25000"/>
                </a:schemeClr>
              </a:solidFill>
              <a:cs typeface="+mn-ea"/>
              <a:sym typeface="+mn-lt"/>
            </a:endParaRPr>
          </a:p>
        </p:txBody>
      </p:sp>
      <p:sp>
        <p:nvSpPr>
          <p:cNvPr id="26" name="文本框 25"/>
          <p:cNvSpPr txBox="1"/>
          <p:nvPr/>
        </p:nvSpPr>
        <p:spPr>
          <a:xfrm>
            <a:off x="4871278" y="2297448"/>
            <a:ext cx="2529847" cy="954107"/>
          </a:xfrm>
          <a:prstGeom prst="rect">
            <a:avLst/>
          </a:prstGeom>
          <a:noFill/>
        </p:spPr>
        <p:txBody>
          <a:bodyPr wrap="square" rtlCol="0">
            <a:spAutoFit/>
          </a:bodyPr>
          <a:lstStyle/>
          <a:p>
            <a:pPr algn="ctr"/>
            <a:r>
              <a:rPr lang="zh-CN" altLang="en-US" sz="1400" dirty="0">
                <a:solidFill>
                  <a:schemeClr val="bg2">
                    <a:lumMod val="25000"/>
                  </a:schemeClr>
                </a:solidFill>
                <a:cs typeface="+mn-ea"/>
                <a:sym typeface="+mn-lt"/>
              </a:rPr>
              <a:t>点击此处添加内容，请注意字体大小及内容点击此处添加内容，请注意字体大小及内容</a:t>
            </a:r>
            <a:r>
              <a:rPr lang="en-US" altLang="zh-CN" sz="1400" dirty="0">
                <a:solidFill>
                  <a:schemeClr val="bg2">
                    <a:lumMod val="25000"/>
                  </a:schemeClr>
                </a:solidFill>
                <a:cs typeface="+mn-ea"/>
                <a:sym typeface="+mn-lt"/>
              </a:rPr>
              <a:t>,</a:t>
            </a:r>
            <a:r>
              <a:rPr lang="zh-CN" altLang="en-US" sz="1400" dirty="0">
                <a:solidFill>
                  <a:schemeClr val="bg2">
                    <a:lumMod val="25000"/>
                  </a:schemeClr>
                </a:solidFill>
                <a:cs typeface="+mn-ea"/>
                <a:sym typeface="+mn-lt"/>
              </a:rPr>
              <a:t>点击此处添加内容</a:t>
            </a:r>
            <a:endParaRPr lang="zh-CN" altLang="en-US" sz="1400" dirty="0">
              <a:solidFill>
                <a:schemeClr val="bg2">
                  <a:lumMod val="25000"/>
                </a:schemeClr>
              </a:solidFill>
              <a:cs typeface="+mn-ea"/>
              <a:sym typeface="+mn-lt"/>
            </a:endParaRPr>
          </a:p>
        </p:txBody>
      </p:sp>
      <p:sp>
        <p:nvSpPr>
          <p:cNvPr id="27" name="文本框 26"/>
          <p:cNvSpPr txBox="1"/>
          <p:nvPr/>
        </p:nvSpPr>
        <p:spPr>
          <a:xfrm>
            <a:off x="8321686" y="2297448"/>
            <a:ext cx="2529847" cy="954107"/>
          </a:xfrm>
          <a:prstGeom prst="rect">
            <a:avLst/>
          </a:prstGeom>
          <a:noFill/>
        </p:spPr>
        <p:txBody>
          <a:bodyPr wrap="square" rtlCol="0">
            <a:spAutoFit/>
          </a:bodyPr>
          <a:lstStyle/>
          <a:p>
            <a:pPr algn="ctr"/>
            <a:r>
              <a:rPr lang="zh-CN" altLang="en-US" sz="1400" dirty="0">
                <a:solidFill>
                  <a:schemeClr val="bg2">
                    <a:lumMod val="25000"/>
                  </a:schemeClr>
                </a:solidFill>
                <a:cs typeface="+mn-ea"/>
                <a:sym typeface="+mn-lt"/>
              </a:rPr>
              <a:t>点击此处添加内容，请注意字体大小及内容点击此处添加内容，请注意字体大小及内容</a:t>
            </a:r>
            <a:r>
              <a:rPr lang="en-US" altLang="zh-CN" sz="1400" dirty="0">
                <a:solidFill>
                  <a:schemeClr val="bg2">
                    <a:lumMod val="25000"/>
                  </a:schemeClr>
                </a:solidFill>
                <a:cs typeface="+mn-ea"/>
                <a:sym typeface="+mn-lt"/>
              </a:rPr>
              <a:t>,</a:t>
            </a:r>
            <a:r>
              <a:rPr lang="zh-CN" altLang="en-US" sz="1400" dirty="0">
                <a:solidFill>
                  <a:schemeClr val="bg2">
                    <a:lumMod val="25000"/>
                  </a:schemeClr>
                </a:solidFill>
                <a:cs typeface="+mn-ea"/>
                <a:sym typeface="+mn-lt"/>
              </a:rPr>
              <a:t>点击此处添加内容</a:t>
            </a:r>
            <a:endParaRPr lang="zh-CN" altLang="en-US" sz="1400" dirty="0">
              <a:solidFill>
                <a:schemeClr val="bg2">
                  <a:lumMod val="25000"/>
                </a:schemeClr>
              </a:solidFill>
              <a:cs typeface="+mn-ea"/>
              <a:sym typeface="+mn-lt"/>
            </a:endParaRPr>
          </a:p>
        </p:txBody>
      </p:sp>
      <p:sp>
        <p:nvSpPr>
          <p:cNvPr id="28" name="文本框 27"/>
          <p:cNvSpPr txBox="1"/>
          <p:nvPr/>
        </p:nvSpPr>
        <p:spPr>
          <a:xfrm>
            <a:off x="6763013" y="4174429"/>
            <a:ext cx="2529847" cy="954107"/>
          </a:xfrm>
          <a:prstGeom prst="rect">
            <a:avLst/>
          </a:prstGeom>
          <a:noFill/>
        </p:spPr>
        <p:txBody>
          <a:bodyPr wrap="square" rtlCol="0">
            <a:spAutoFit/>
          </a:bodyPr>
          <a:lstStyle/>
          <a:p>
            <a:pPr algn="ctr"/>
            <a:r>
              <a:rPr lang="zh-CN" altLang="en-US" sz="1400" dirty="0">
                <a:solidFill>
                  <a:schemeClr val="bg2">
                    <a:lumMod val="25000"/>
                  </a:schemeClr>
                </a:solidFill>
                <a:cs typeface="+mn-ea"/>
                <a:sym typeface="+mn-lt"/>
              </a:rPr>
              <a:t>点击此处添加内容，请注意字体大小及内容点击此处添加内容，请注意字体大小及内容</a:t>
            </a:r>
            <a:r>
              <a:rPr lang="en-US" altLang="zh-CN" sz="1400" dirty="0">
                <a:solidFill>
                  <a:schemeClr val="bg2">
                    <a:lumMod val="25000"/>
                  </a:schemeClr>
                </a:solidFill>
                <a:cs typeface="+mn-ea"/>
                <a:sym typeface="+mn-lt"/>
              </a:rPr>
              <a:t>,</a:t>
            </a:r>
            <a:r>
              <a:rPr lang="zh-CN" altLang="en-US" sz="1400" dirty="0">
                <a:solidFill>
                  <a:schemeClr val="bg2">
                    <a:lumMod val="25000"/>
                  </a:schemeClr>
                </a:solidFill>
                <a:cs typeface="+mn-ea"/>
                <a:sym typeface="+mn-lt"/>
              </a:rPr>
              <a:t>点击此处添加内容</a:t>
            </a:r>
            <a:endParaRPr lang="zh-CN" altLang="en-US" sz="1400" dirty="0">
              <a:solidFill>
                <a:schemeClr val="bg2">
                  <a:lumMod val="25000"/>
                </a:schemeClr>
              </a:solidFill>
              <a:cs typeface="+mn-ea"/>
              <a:sym typeface="+mn-lt"/>
            </a:endParaRPr>
          </a:p>
        </p:txBody>
      </p:sp>
      <p:sp>
        <p:nvSpPr>
          <p:cNvPr id="29" name="文本框 28"/>
          <p:cNvSpPr txBox="1"/>
          <p:nvPr/>
        </p:nvSpPr>
        <p:spPr>
          <a:xfrm>
            <a:off x="3140721" y="4174429"/>
            <a:ext cx="2529847" cy="954107"/>
          </a:xfrm>
          <a:prstGeom prst="rect">
            <a:avLst/>
          </a:prstGeom>
          <a:noFill/>
        </p:spPr>
        <p:txBody>
          <a:bodyPr wrap="square" rtlCol="0">
            <a:spAutoFit/>
          </a:bodyPr>
          <a:lstStyle/>
          <a:p>
            <a:pPr algn="ctr"/>
            <a:r>
              <a:rPr lang="zh-CN" altLang="en-US" sz="1400" dirty="0">
                <a:solidFill>
                  <a:schemeClr val="bg2">
                    <a:lumMod val="25000"/>
                  </a:schemeClr>
                </a:solidFill>
                <a:cs typeface="+mn-ea"/>
                <a:sym typeface="+mn-lt"/>
              </a:rPr>
              <a:t>点击此处添加内容，请注意字体大小及内容点击此处添加内容，请注意字体大小及内容</a:t>
            </a:r>
            <a:r>
              <a:rPr lang="en-US" altLang="zh-CN" sz="1400" dirty="0">
                <a:solidFill>
                  <a:schemeClr val="bg2">
                    <a:lumMod val="25000"/>
                  </a:schemeClr>
                </a:solidFill>
                <a:cs typeface="+mn-ea"/>
                <a:sym typeface="+mn-lt"/>
              </a:rPr>
              <a:t>,</a:t>
            </a:r>
            <a:r>
              <a:rPr lang="zh-CN" altLang="en-US" sz="1400" dirty="0">
                <a:solidFill>
                  <a:schemeClr val="bg2">
                    <a:lumMod val="25000"/>
                  </a:schemeClr>
                </a:solidFill>
                <a:cs typeface="+mn-ea"/>
                <a:sym typeface="+mn-lt"/>
              </a:rPr>
              <a:t>点击此处添加内容</a:t>
            </a:r>
            <a:endParaRPr lang="zh-CN" altLang="en-US" sz="1400" dirty="0">
              <a:solidFill>
                <a:schemeClr val="bg2">
                  <a:lumMod val="25000"/>
                </a:schemeClr>
              </a:solidFill>
              <a:cs typeface="+mn-ea"/>
              <a:sym typeface="+mn-lt"/>
            </a:endParaRPr>
          </a:p>
        </p:txBody>
      </p:sp>
      <p:grpSp>
        <p:nvGrpSpPr>
          <p:cNvPr id="35" name="组合 34"/>
          <p:cNvGrpSpPr/>
          <p:nvPr/>
        </p:nvGrpSpPr>
        <p:grpSpPr>
          <a:xfrm>
            <a:off x="0" y="529773"/>
            <a:ext cx="12192000" cy="381000"/>
            <a:chOff x="0" y="529773"/>
            <a:chExt cx="12192000" cy="381000"/>
          </a:xfrm>
        </p:grpSpPr>
        <p:cxnSp>
          <p:nvCxnSpPr>
            <p:cNvPr id="30" name="直接连接符 29"/>
            <p:cNvCxnSpPr/>
            <p:nvPr/>
          </p:nvCxnSpPr>
          <p:spPr>
            <a:xfrm>
              <a:off x="0" y="720273"/>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1" name="组合 30"/>
            <p:cNvGrpSpPr/>
            <p:nvPr/>
          </p:nvGrpSpPr>
          <p:grpSpPr>
            <a:xfrm rot="10800000">
              <a:off x="11060824" y="529773"/>
              <a:ext cx="656896" cy="381000"/>
              <a:chOff x="307428" y="393221"/>
              <a:chExt cx="656896" cy="381000"/>
            </a:xfrm>
          </p:grpSpPr>
          <p:sp>
            <p:nvSpPr>
              <p:cNvPr id="32" name="等腰三角形 31"/>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等腰三角形 32"/>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Tree>
    <p:custDataLst>
      <p:tags r:id="rId6"/>
    </p:custDataLst>
  </p:cSld>
  <p:clrMapOvr>
    <a:masterClrMapping/>
  </p:clrMapOvr>
  <p:transition spd="slow" advTm="5709">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right)">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anim calcmode="lin" valueType="num">
                                      <p:cBhvr>
                                        <p:cTn id="13" dur="500" fill="hold"/>
                                        <p:tgtEl>
                                          <p:spTgt spid="12"/>
                                        </p:tgtEl>
                                        <p:attrNameLst>
                                          <p:attrName>ppt_x</p:attrName>
                                        </p:attrNameLst>
                                      </p:cBhvr>
                                      <p:tavLst>
                                        <p:tav tm="0">
                                          <p:val>
                                            <p:strVal val="#ppt_x"/>
                                          </p:val>
                                        </p:tav>
                                        <p:tav tm="100000">
                                          <p:val>
                                            <p:strVal val="#ppt_x"/>
                                          </p:val>
                                        </p:tav>
                                      </p:tavLst>
                                    </p:anim>
                                    <p:anim calcmode="lin" valueType="num">
                                      <p:cBhvr>
                                        <p:cTn id="14" dur="50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anim calcmode="lin" valueType="num">
                                      <p:cBhvr>
                                        <p:cTn id="18" dur="500" fill="hold"/>
                                        <p:tgtEl>
                                          <p:spTgt spid="9"/>
                                        </p:tgtEl>
                                        <p:attrNameLst>
                                          <p:attrName>ppt_x</p:attrName>
                                        </p:attrNameLst>
                                      </p:cBhvr>
                                      <p:tavLst>
                                        <p:tav tm="0">
                                          <p:val>
                                            <p:strVal val="#ppt_x"/>
                                          </p:val>
                                        </p:tav>
                                        <p:tav tm="100000">
                                          <p:val>
                                            <p:strVal val="#ppt_x"/>
                                          </p:val>
                                        </p:tav>
                                      </p:tavLst>
                                    </p:anim>
                                    <p:anim calcmode="lin" valueType="num">
                                      <p:cBhvr>
                                        <p:cTn id="19" dur="500" fill="hold"/>
                                        <p:tgtEl>
                                          <p:spTgt spid="9"/>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anim calcmode="lin" valueType="num">
                                      <p:cBhvr>
                                        <p:cTn id="23" dur="500" fill="hold"/>
                                        <p:tgtEl>
                                          <p:spTgt spid="13"/>
                                        </p:tgtEl>
                                        <p:attrNameLst>
                                          <p:attrName>ppt_x</p:attrName>
                                        </p:attrNameLst>
                                      </p:cBhvr>
                                      <p:tavLst>
                                        <p:tav tm="0">
                                          <p:val>
                                            <p:strVal val="#ppt_x"/>
                                          </p:val>
                                        </p:tav>
                                        <p:tav tm="100000">
                                          <p:val>
                                            <p:strVal val="#ppt_x"/>
                                          </p:val>
                                        </p:tav>
                                      </p:tavLst>
                                    </p:anim>
                                    <p:anim calcmode="lin" valueType="num">
                                      <p:cBhvr>
                                        <p:cTn id="24" dur="500" fill="hold"/>
                                        <p:tgtEl>
                                          <p:spTgt spid="13"/>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anim calcmode="lin" valueType="num">
                                      <p:cBhvr>
                                        <p:cTn id="28" dur="500" fill="hold"/>
                                        <p:tgtEl>
                                          <p:spTgt spid="16"/>
                                        </p:tgtEl>
                                        <p:attrNameLst>
                                          <p:attrName>ppt_x</p:attrName>
                                        </p:attrNameLst>
                                      </p:cBhvr>
                                      <p:tavLst>
                                        <p:tav tm="0">
                                          <p:val>
                                            <p:strVal val="#ppt_x"/>
                                          </p:val>
                                        </p:tav>
                                        <p:tav tm="100000">
                                          <p:val>
                                            <p:strVal val="#ppt_x"/>
                                          </p:val>
                                        </p:tav>
                                      </p:tavLst>
                                    </p:anim>
                                    <p:anim calcmode="lin" valueType="num">
                                      <p:cBhvr>
                                        <p:cTn id="29" dur="500" fill="hold"/>
                                        <p:tgtEl>
                                          <p:spTgt spid="1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anim calcmode="lin" valueType="num">
                                      <p:cBhvr>
                                        <p:cTn id="33" dur="500" fill="hold"/>
                                        <p:tgtEl>
                                          <p:spTgt spid="17"/>
                                        </p:tgtEl>
                                        <p:attrNameLst>
                                          <p:attrName>ppt_x</p:attrName>
                                        </p:attrNameLst>
                                      </p:cBhvr>
                                      <p:tavLst>
                                        <p:tav tm="0">
                                          <p:val>
                                            <p:strVal val="#ppt_x"/>
                                          </p:val>
                                        </p:tav>
                                        <p:tav tm="100000">
                                          <p:val>
                                            <p:strVal val="#ppt_x"/>
                                          </p:val>
                                        </p:tav>
                                      </p:tavLst>
                                    </p:anim>
                                    <p:anim calcmode="lin" valueType="num">
                                      <p:cBhvr>
                                        <p:cTn id="34"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3" presetClass="entr" presetSubtype="16" fill="hold" nodeType="click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p:cTn id="39" dur="500" fill="hold"/>
                                        <p:tgtEl>
                                          <p:spTgt spid="20"/>
                                        </p:tgtEl>
                                        <p:attrNameLst>
                                          <p:attrName>ppt_w</p:attrName>
                                        </p:attrNameLst>
                                      </p:cBhvr>
                                      <p:tavLst>
                                        <p:tav tm="0">
                                          <p:val>
                                            <p:fltVal val="0"/>
                                          </p:val>
                                        </p:tav>
                                        <p:tav tm="100000">
                                          <p:val>
                                            <p:strVal val="#ppt_w"/>
                                          </p:val>
                                        </p:tav>
                                      </p:tavLst>
                                    </p:anim>
                                    <p:anim calcmode="lin" valueType="num">
                                      <p:cBhvr>
                                        <p:cTn id="40" dur="500" fill="hold"/>
                                        <p:tgtEl>
                                          <p:spTgt spid="20"/>
                                        </p:tgtEl>
                                        <p:attrNameLst>
                                          <p:attrName>ppt_h</p:attrName>
                                        </p:attrNameLst>
                                      </p:cBhvr>
                                      <p:tavLst>
                                        <p:tav tm="0">
                                          <p:val>
                                            <p:fltVal val="0"/>
                                          </p:val>
                                        </p:tav>
                                        <p:tav tm="100000">
                                          <p:val>
                                            <p:strVal val="#ppt_h"/>
                                          </p:val>
                                        </p:tav>
                                      </p:tavLst>
                                    </p:anim>
                                  </p:childTnLst>
                                </p:cTn>
                              </p:par>
                              <p:par>
                                <p:cTn id="41" presetID="23" presetClass="entr" presetSubtype="16" fill="hold" nodeType="withEffect">
                                  <p:stCondLst>
                                    <p:cond delay="0"/>
                                  </p:stCondLst>
                                  <p:childTnLst>
                                    <p:set>
                                      <p:cBhvr>
                                        <p:cTn id="42" dur="1" fill="hold">
                                          <p:stCondLst>
                                            <p:cond delay="0"/>
                                          </p:stCondLst>
                                        </p:cTn>
                                        <p:tgtEl>
                                          <p:spTgt spid="23"/>
                                        </p:tgtEl>
                                        <p:attrNameLst>
                                          <p:attrName>style.visibility</p:attrName>
                                        </p:attrNameLst>
                                      </p:cBhvr>
                                      <p:to>
                                        <p:strVal val="visible"/>
                                      </p:to>
                                    </p:set>
                                    <p:anim calcmode="lin" valueType="num">
                                      <p:cBhvr>
                                        <p:cTn id="43" dur="500" fill="hold"/>
                                        <p:tgtEl>
                                          <p:spTgt spid="23"/>
                                        </p:tgtEl>
                                        <p:attrNameLst>
                                          <p:attrName>ppt_w</p:attrName>
                                        </p:attrNameLst>
                                      </p:cBhvr>
                                      <p:tavLst>
                                        <p:tav tm="0">
                                          <p:val>
                                            <p:fltVal val="0"/>
                                          </p:val>
                                        </p:tav>
                                        <p:tav tm="100000">
                                          <p:val>
                                            <p:strVal val="#ppt_w"/>
                                          </p:val>
                                        </p:tav>
                                      </p:tavLst>
                                    </p:anim>
                                    <p:anim calcmode="lin" valueType="num">
                                      <p:cBhvr>
                                        <p:cTn id="44" dur="500" fill="hold"/>
                                        <p:tgtEl>
                                          <p:spTgt spid="23"/>
                                        </p:tgtEl>
                                        <p:attrNameLst>
                                          <p:attrName>ppt_h</p:attrName>
                                        </p:attrNameLst>
                                      </p:cBhvr>
                                      <p:tavLst>
                                        <p:tav tm="0">
                                          <p:val>
                                            <p:fltVal val="0"/>
                                          </p:val>
                                        </p:tav>
                                        <p:tav tm="100000">
                                          <p:val>
                                            <p:strVal val="#ppt_h"/>
                                          </p:val>
                                        </p:tav>
                                      </p:tavLst>
                                    </p:anim>
                                  </p:childTnLst>
                                </p:cTn>
                              </p:par>
                              <p:par>
                                <p:cTn id="45" presetID="23" presetClass="entr" presetSubtype="16" fill="hold" nodeType="withEffect">
                                  <p:stCondLst>
                                    <p:cond delay="0"/>
                                  </p:stCondLst>
                                  <p:childTnLst>
                                    <p:set>
                                      <p:cBhvr>
                                        <p:cTn id="46" dur="1" fill="hold">
                                          <p:stCondLst>
                                            <p:cond delay="0"/>
                                          </p:stCondLst>
                                        </p:cTn>
                                        <p:tgtEl>
                                          <p:spTgt spid="21"/>
                                        </p:tgtEl>
                                        <p:attrNameLst>
                                          <p:attrName>style.visibility</p:attrName>
                                        </p:attrNameLst>
                                      </p:cBhvr>
                                      <p:to>
                                        <p:strVal val="visible"/>
                                      </p:to>
                                    </p:set>
                                    <p:anim calcmode="lin" valueType="num">
                                      <p:cBhvr>
                                        <p:cTn id="47" dur="500" fill="hold"/>
                                        <p:tgtEl>
                                          <p:spTgt spid="21"/>
                                        </p:tgtEl>
                                        <p:attrNameLst>
                                          <p:attrName>ppt_w</p:attrName>
                                        </p:attrNameLst>
                                      </p:cBhvr>
                                      <p:tavLst>
                                        <p:tav tm="0">
                                          <p:val>
                                            <p:fltVal val="0"/>
                                          </p:val>
                                        </p:tav>
                                        <p:tav tm="100000">
                                          <p:val>
                                            <p:strVal val="#ppt_w"/>
                                          </p:val>
                                        </p:tav>
                                      </p:tavLst>
                                    </p:anim>
                                    <p:anim calcmode="lin" valueType="num">
                                      <p:cBhvr>
                                        <p:cTn id="48" dur="500" fill="hold"/>
                                        <p:tgtEl>
                                          <p:spTgt spid="21"/>
                                        </p:tgtEl>
                                        <p:attrNameLst>
                                          <p:attrName>ppt_h</p:attrName>
                                        </p:attrNameLst>
                                      </p:cBhvr>
                                      <p:tavLst>
                                        <p:tav tm="0">
                                          <p:val>
                                            <p:fltVal val="0"/>
                                          </p:val>
                                        </p:tav>
                                        <p:tav tm="100000">
                                          <p:val>
                                            <p:strVal val="#ppt_h"/>
                                          </p:val>
                                        </p:tav>
                                      </p:tavLst>
                                    </p:anim>
                                  </p:childTnLst>
                                </p:cTn>
                              </p:par>
                              <p:par>
                                <p:cTn id="49" presetID="23" presetClass="entr" presetSubtype="16"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 calcmode="lin" valueType="num">
                                      <p:cBhvr>
                                        <p:cTn id="51" dur="500" fill="hold"/>
                                        <p:tgtEl>
                                          <p:spTgt spid="22"/>
                                        </p:tgtEl>
                                        <p:attrNameLst>
                                          <p:attrName>ppt_w</p:attrName>
                                        </p:attrNameLst>
                                      </p:cBhvr>
                                      <p:tavLst>
                                        <p:tav tm="0">
                                          <p:val>
                                            <p:fltVal val="0"/>
                                          </p:val>
                                        </p:tav>
                                        <p:tav tm="100000">
                                          <p:val>
                                            <p:strVal val="#ppt_w"/>
                                          </p:val>
                                        </p:tav>
                                      </p:tavLst>
                                    </p:anim>
                                    <p:anim calcmode="lin" valueType="num">
                                      <p:cBhvr>
                                        <p:cTn id="52" dur="500" fill="hold"/>
                                        <p:tgtEl>
                                          <p:spTgt spid="22"/>
                                        </p:tgtEl>
                                        <p:attrNameLst>
                                          <p:attrName>ppt_h</p:attrName>
                                        </p:attrNameLst>
                                      </p:cBhvr>
                                      <p:tavLst>
                                        <p:tav tm="0">
                                          <p:val>
                                            <p:fltVal val="0"/>
                                          </p:val>
                                        </p:tav>
                                        <p:tav tm="100000">
                                          <p:val>
                                            <p:strVal val="#ppt_h"/>
                                          </p:val>
                                        </p:tav>
                                      </p:tavLst>
                                    </p:anim>
                                  </p:childTnLst>
                                </p:cTn>
                              </p:par>
                              <p:par>
                                <p:cTn id="53" presetID="23" presetClass="entr" presetSubtype="16" fill="hold" nodeType="withEffect">
                                  <p:stCondLst>
                                    <p:cond delay="0"/>
                                  </p:stCondLst>
                                  <p:childTnLst>
                                    <p:set>
                                      <p:cBhvr>
                                        <p:cTn id="54" dur="1" fill="hold">
                                          <p:stCondLst>
                                            <p:cond delay="0"/>
                                          </p:stCondLst>
                                        </p:cTn>
                                        <p:tgtEl>
                                          <p:spTgt spid="24"/>
                                        </p:tgtEl>
                                        <p:attrNameLst>
                                          <p:attrName>style.visibility</p:attrName>
                                        </p:attrNameLst>
                                      </p:cBhvr>
                                      <p:to>
                                        <p:strVal val="visible"/>
                                      </p:to>
                                    </p:set>
                                    <p:anim calcmode="lin" valueType="num">
                                      <p:cBhvr>
                                        <p:cTn id="55" dur="500" fill="hold"/>
                                        <p:tgtEl>
                                          <p:spTgt spid="24"/>
                                        </p:tgtEl>
                                        <p:attrNameLst>
                                          <p:attrName>ppt_w</p:attrName>
                                        </p:attrNameLst>
                                      </p:cBhvr>
                                      <p:tavLst>
                                        <p:tav tm="0">
                                          <p:val>
                                            <p:fltVal val="0"/>
                                          </p:val>
                                        </p:tav>
                                        <p:tav tm="100000">
                                          <p:val>
                                            <p:strVal val="#ppt_w"/>
                                          </p:val>
                                        </p:tav>
                                      </p:tavLst>
                                    </p:anim>
                                    <p:anim calcmode="lin" valueType="num">
                                      <p:cBhvr>
                                        <p:cTn id="56" dur="500" fill="hold"/>
                                        <p:tgtEl>
                                          <p:spTgt spid="24"/>
                                        </p:tgtEl>
                                        <p:attrNameLst>
                                          <p:attrName>ppt_h</p:attrName>
                                        </p:attrNameLst>
                                      </p:cBhvr>
                                      <p:tavLst>
                                        <p:tav tm="0">
                                          <p:val>
                                            <p:flt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16" presetClass="entr" presetSubtype="37" fill="hold" grpId="0" nodeType="clickEffect">
                                  <p:stCondLst>
                                    <p:cond delay="0"/>
                                  </p:stCondLst>
                                  <p:childTnLst>
                                    <p:set>
                                      <p:cBhvr>
                                        <p:cTn id="60" dur="1" fill="hold">
                                          <p:stCondLst>
                                            <p:cond delay="0"/>
                                          </p:stCondLst>
                                        </p:cTn>
                                        <p:tgtEl>
                                          <p:spTgt spid="4"/>
                                        </p:tgtEl>
                                        <p:attrNameLst>
                                          <p:attrName>style.visibility</p:attrName>
                                        </p:attrNameLst>
                                      </p:cBhvr>
                                      <p:to>
                                        <p:strVal val="visible"/>
                                      </p:to>
                                    </p:set>
                                    <p:animEffect transition="in" filter="barn(outVertical)">
                                      <p:cBhvr>
                                        <p:cTn id="61" dur="500"/>
                                        <p:tgtEl>
                                          <p:spTgt spid="4"/>
                                        </p:tgtEl>
                                      </p:cBhvr>
                                    </p:animEffect>
                                  </p:childTnLst>
                                </p:cTn>
                              </p:par>
                              <p:par>
                                <p:cTn id="62" presetID="16" presetClass="entr" presetSubtype="37" fill="hold" grpId="0" nodeType="withEffect">
                                  <p:stCondLst>
                                    <p:cond delay="0"/>
                                  </p:stCondLst>
                                  <p:childTnLst>
                                    <p:set>
                                      <p:cBhvr>
                                        <p:cTn id="63" dur="1" fill="hold">
                                          <p:stCondLst>
                                            <p:cond delay="0"/>
                                          </p:stCondLst>
                                        </p:cTn>
                                        <p:tgtEl>
                                          <p:spTgt spid="5"/>
                                        </p:tgtEl>
                                        <p:attrNameLst>
                                          <p:attrName>style.visibility</p:attrName>
                                        </p:attrNameLst>
                                      </p:cBhvr>
                                      <p:to>
                                        <p:strVal val="visible"/>
                                      </p:to>
                                    </p:set>
                                    <p:animEffect transition="in" filter="barn(outVertical)">
                                      <p:cBhvr>
                                        <p:cTn id="64" dur="500"/>
                                        <p:tgtEl>
                                          <p:spTgt spid="5"/>
                                        </p:tgtEl>
                                      </p:cBhvr>
                                    </p:animEffect>
                                  </p:childTnLst>
                                </p:cTn>
                              </p:par>
                              <p:par>
                                <p:cTn id="65" presetID="16" presetClass="entr" presetSubtype="37" fill="hold" grpId="0" nodeType="withEffect">
                                  <p:stCondLst>
                                    <p:cond delay="0"/>
                                  </p:stCondLst>
                                  <p:childTnLst>
                                    <p:set>
                                      <p:cBhvr>
                                        <p:cTn id="66" dur="1" fill="hold">
                                          <p:stCondLst>
                                            <p:cond delay="0"/>
                                          </p:stCondLst>
                                        </p:cTn>
                                        <p:tgtEl>
                                          <p:spTgt spid="6"/>
                                        </p:tgtEl>
                                        <p:attrNameLst>
                                          <p:attrName>style.visibility</p:attrName>
                                        </p:attrNameLst>
                                      </p:cBhvr>
                                      <p:to>
                                        <p:strVal val="visible"/>
                                      </p:to>
                                    </p:set>
                                    <p:animEffect transition="in" filter="barn(outVertical)">
                                      <p:cBhvr>
                                        <p:cTn id="67" dur="500"/>
                                        <p:tgtEl>
                                          <p:spTgt spid="6"/>
                                        </p:tgtEl>
                                      </p:cBhvr>
                                    </p:animEffect>
                                  </p:childTnLst>
                                </p:cTn>
                              </p:par>
                              <p:par>
                                <p:cTn id="68" presetID="16" presetClass="entr" presetSubtype="37" fill="hold" grpId="0" nodeType="withEffect">
                                  <p:stCondLst>
                                    <p:cond delay="0"/>
                                  </p:stCondLst>
                                  <p:childTnLst>
                                    <p:set>
                                      <p:cBhvr>
                                        <p:cTn id="69" dur="1" fill="hold">
                                          <p:stCondLst>
                                            <p:cond delay="0"/>
                                          </p:stCondLst>
                                        </p:cTn>
                                        <p:tgtEl>
                                          <p:spTgt spid="8"/>
                                        </p:tgtEl>
                                        <p:attrNameLst>
                                          <p:attrName>style.visibility</p:attrName>
                                        </p:attrNameLst>
                                      </p:cBhvr>
                                      <p:to>
                                        <p:strVal val="visible"/>
                                      </p:to>
                                    </p:set>
                                    <p:animEffect transition="in" filter="barn(outVertical)">
                                      <p:cBhvr>
                                        <p:cTn id="70" dur="500"/>
                                        <p:tgtEl>
                                          <p:spTgt spid="8"/>
                                        </p:tgtEl>
                                      </p:cBhvr>
                                    </p:animEffect>
                                  </p:childTnLst>
                                </p:cTn>
                              </p:par>
                              <p:par>
                                <p:cTn id="71" presetID="16" presetClass="entr" presetSubtype="37" fill="hold" grpId="0" nodeType="withEffect">
                                  <p:stCondLst>
                                    <p:cond delay="0"/>
                                  </p:stCondLst>
                                  <p:childTnLst>
                                    <p:set>
                                      <p:cBhvr>
                                        <p:cTn id="72" dur="1" fill="hold">
                                          <p:stCondLst>
                                            <p:cond delay="0"/>
                                          </p:stCondLst>
                                        </p:cTn>
                                        <p:tgtEl>
                                          <p:spTgt spid="7"/>
                                        </p:tgtEl>
                                        <p:attrNameLst>
                                          <p:attrName>style.visibility</p:attrName>
                                        </p:attrNameLst>
                                      </p:cBhvr>
                                      <p:to>
                                        <p:strVal val="visible"/>
                                      </p:to>
                                    </p:set>
                                    <p:animEffect transition="in" filter="barn(outVertical)">
                                      <p:cBhvr>
                                        <p:cTn id="73" dur="500"/>
                                        <p:tgtEl>
                                          <p:spTgt spid="7"/>
                                        </p:tgtEl>
                                      </p:cBhvr>
                                    </p:animEffect>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grpId="0" nodeType="click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500"/>
                                        <p:tgtEl>
                                          <p:spTgt spid="25"/>
                                        </p:tgtEl>
                                      </p:cBhvr>
                                    </p:animEffect>
                                    <p:anim calcmode="lin" valueType="num">
                                      <p:cBhvr>
                                        <p:cTn id="79" dur="500" fill="hold"/>
                                        <p:tgtEl>
                                          <p:spTgt spid="25"/>
                                        </p:tgtEl>
                                        <p:attrNameLst>
                                          <p:attrName>ppt_x</p:attrName>
                                        </p:attrNameLst>
                                      </p:cBhvr>
                                      <p:tavLst>
                                        <p:tav tm="0">
                                          <p:val>
                                            <p:strVal val="#ppt_x"/>
                                          </p:val>
                                        </p:tav>
                                        <p:tav tm="100000">
                                          <p:val>
                                            <p:strVal val="#ppt_x"/>
                                          </p:val>
                                        </p:tav>
                                      </p:tavLst>
                                    </p:anim>
                                    <p:anim calcmode="lin" valueType="num">
                                      <p:cBhvr>
                                        <p:cTn id="80" dur="500" fill="hold"/>
                                        <p:tgtEl>
                                          <p:spTgt spid="25"/>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26"/>
                                        </p:tgtEl>
                                        <p:attrNameLst>
                                          <p:attrName>style.visibility</p:attrName>
                                        </p:attrNameLst>
                                      </p:cBhvr>
                                      <p:to>
                                        <p:strVal val="visible"/>
                                      </p:to>
                                    </p:set>
                                    <p:animEffect transition="in" filter="fade">
                                      <p:cBhvr>
                                        <p:cTn id="83" dur="500"/>
                                        <p:tgtEl>
                                          <p:spTgt spid="26"/>
                                        </p:tgtEl>
                                      </p:cBhvr>
                                    </p:animEffect>
                                    <p:anim calcmode="lin" valueType="num">
                                      <p:cBhvr>
                                        <p:cTn id="84" dur="500" fill="hold"/>
                                        <p:tgtEl>
                                          <p:spTgt spid="26"/>
                                        </p:tgtEl>
                                        <p:attrNameLst>
                                          <p:attrName>ppt_x</p:attrName>
                                        </p:attrNameLst>
                                      </p:cBhvr>
                                      <p:tavLst>
                                        <p:tav tm="0">
                                          <p:val>
                                            <p:strVal val="#ppt_x"/>
                                          </p:val>
                                        </p:tav>
                                        <p:tav tm="100000">
                                          <p:val>
                                            <p:strVal val="#ppt_x"/>
                                          </p:val>
                                        </p:tav>
                                      </p:tavLst>
                                    </p:anim>
                                    <p:anim calcmode="lin" valueType="num">
                                      <p:cBhvr>
                                        <p:cTn id="85" dur="500" fill="hold"/>
                                        <p:tgtEl>
                                          <p:spTgt spid="26"/>
                                        </p:tgtEl>
                                        <p:attrNameLst>
                                          <p:attrName>ppt_y</p:attrName>
                                        </p:attrNameLst>
                                      </p:cBhvr>
                                      <p:tavLst>
                                        <p:tav tm="0">
                                          <p:val>
                                            <p:strVal val="#ppt_y+.1"/>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27"/>
                                        </p:tgtEl>
                                        <p:attrNameLst>
                                          <p:attrName>style.visibility</p:attrName>
                                        </p:attrNameLst>
                                      </p:cBhvr>
                                      <p:to>
                                        <p:strVal val="visible"/>
                                      </p:to>
                                    </p:set>
                                    <p:animEffect transition="in" filter="fade">
                                      <p:cBhvr>
                                        <p:cTn id="88" dur="500"/>
                                        <p:tgtEl>
                                          <p:spTgt spid="27"/>
                                        </p:tgtEl>
                                      </p:cBhvr>
                                    </p:animEffect>
                                    <p:anim calcmode="lin" valueType="num">
                                      <p:cBhvr>
                                        <p:cTn id="89" dur="500" fill="hold"/>
                                        <p:tgtEl>
                                          <p:spTgt spid="27"/>
                                        </p:tgtEl>
                                        <p:attrNameLst>
                                          <p:attrName>ppt_x</p:attrName>
                                        </p:attrNameLst>
                                      </p:cBhvr>
                                      <p:tavLst>
                                        <p:tav tm="0">
                                          <p:val>
                                            <p:strVal val="#ppt_x"/>
                                          </p:val>
                                        </p:tav>
                                        <p:tav tm="100000">
                                          <p:val>
                                            <p:strVal val="#ppt_x"/>
                                          </p:val>
                                        </p:tav>
                                      </p:tavLst>
                                    </p:anim>
                                    <p:anim calcmode="lin" valueType="num">
                                      <p:cBhvr>
                                        <p:cTn id="90" dur="500" fill="hold"/>
                                        <p:tgtEl>
                                          <p:spTgt spid="27"/>
                                        </p:tgtEl>
                                        <p:attrNameLst>
                                          <p:attrName>ppt_y</p:attrName>
                                        </p:attrNameLst>
                                      </p:cBhvr>
                                      <p:tavLst>
                                        <p:tav tm="0">
                                          <p:val>
                                            <p:strVal val="#ppt_y+.1"/>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29"/>
                                        </p:tgtEl>
                                        <p:attrNameLst>
                                          <p:attrName>style.visibility</p:attrName>
                                        </p:attrNameLst>
                                      </p:cBhvr>
                                      <p:to>
                                        <p:strVal val="visible"/>
                                      </p:to>
                                    </p:set>
                                    <p:animEffect transition="in" filter="fade">
                                      <p:cBhvr>
                                        <p:cTn id="93" dur="500"/>
                                        <p:tgtEl>
                                          <p:spTgt spid="29"/>
                                        </p:tgtEl>
                                      </p:cBhvr>
                                    </p:animEffect>
                                    <p:anim calcmode="lin" valueType="num">
                                      <p:cBhvr>
                                        <p:cTn id="94" dur="500" fill="hold"/>
                                        <p:tgtEl>
                                          <p:spTgt spid="29"/>
                                        </p:tgtEl>
                                        <p:attrNameLst>
                                          <p:attrName>ppt_x</p:attrName>
                                        </p:attrNameLst>
                                      </p:cBhvr>
                                      <p:tavLst>
                                        <p:tav tm="0">
                                          <p:val>
                                            <p:strVal val="#ppt_x"/>
                                          </p:val>
                                        </p:tav>
                                        <p:tav tm="100000">
                                          <p:val>
                                            <p:strVal val="#ppt_x"/>
                                          </p:val>
                                        </p:tav>
                                      </p:tavLst>
                                    </p:anim>
                                    <p:anim calcmode="lin" valueType="num">
                                      <p:cBhvr>
                                        <p:cTn id="95" dur="500" fill="hold"/>
                                        <p:tgtEl>
                                          <p:spTgt spid="29"/>
                                        </p:tgtEl>
                                        <p:attrNameLst>
                                          <p:attrName>ppt_y</p:attrName>
                                        </p:attrNameLst>
                                      </p:cBhvr>
                                      <p:tavLst>
                                        <p:tav tm="0">
                                          <p:val>
                                            <p:strVal val="#ppt_y+.1"/>
                                          </p:val>
                                        </p:tav>
                                        <p:tav tm="100000">
                                          <p:val>
                                            <p:strVal val="#ppt_y"/>
                                          </p:val>
                                        </p:tav>
                                      </p:tavLst>
                                    </p:anim>
                                  </p:childTnLst>
                                </p:cTn>
                              </p:par>
                              <p:par>
                                <p:cTn id="96" presetID="42" presetClass="entr" presetSubtype="0" fill="hold" grpId="0" nodeType="withEffect">
                                  <p:stCondLst>
                                    <p:cond delay="0"/>
                                  </p:stCondLst>
                                  <p:childTnLst>
                                    <p:set>
                                      <p:cBhvr>
                                        <p:cTn id="97" dur="1" fill="hold">
                                          <p:stCondLst>
                                            <p:cond delay="0"/>
                                          </p:stCondLst>
                                        </p:cTn>
                                        <p:tgtEl>
                                          <p:spTgt spid="28"/>
                                        </p:tgtEl>
                                        <p:attrNameLst>
                                          <p:attrName>style.visibility</p:attrName>
                                        </p:attrNameLst>
                                      </p:cBhvr>
                                      <p:to>
                                        <p:strVal val="visible"/>
                                      </p:to>
                                    </p:set>
                                    <p:animEffect transition="in" filter="fade">
                                      <p:cBhvr>
                                        <p:cTn id="98" dur="500"/>
                                        <p:tgtEl>
                                          <p:spTgt spid="28"/>
                                        </p:tgtEl>
                                      </p:cBhvr>
                                    </p:animEffect>
                                    <p:anim calcmode="lin" valueType="num">
                                      <p:cBhvr>
                                        <p:cTn id="99" dur="500" fill="hold"/>
                                        <p:tgtEl>
                                          <p:spTgt spid="28"/>
                                        </p:tgtEl>
                                        <p:attrNameLst>
                                          <p:attrName>ppt_x</p:attrName>
                                        </p:attrNameLst>
                                      </p:cBhvr>
                                      <p:tavLst>
                                        <p:tav tm="0">
                                          <p:val>
                                            <p:strVal val="#ppt_x"/>
                                          </p:val>
                                        </p:tav>
                                        <p:tav tm="100000">
                                          <p:val>
                                            <p:strVal val="#ppt_x"/>
                                          </p:val>
                                        </p:tav>
                                      </p:tavLst>
                                    </p:anim>
                                    <p:anim calcmode="lin" valueType="num">
                                      <p:cBhvr>
                                        <p:cTn id="100" dur="5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2" grpId="0" animBg="1"/>
      <p:bldP spid="16" grpId="0" animBg="1"/>
      <p:bldP spid="25" grpId="0"/>
      <p:bldP spid="26" grpId="0"/>
      <p:bldP spid="27" grpId="0"/>
      <p:bldP spid="28" grpId="0"/>
      <p:bldP spid="2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1245344" y="1983455"/>
            <a:ext cx="3403233" cy="3403233"/>
          </a:xfrm>
          <a:prstGeom prst="ellipse">
            <a:avLst/>
          </a:prstGeom>
          <a:blipFill dpi="0" rotWithShape="1">
            <a:blip r:embed="rId1"/>
            <a:srcRect/>
            <a:stretch>
              <a:fillRect/>
            </a:stretch>
          </a:blipFill>
          <a:ln w="476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椭圆 4"/>
          <p:cNvSpPr/>
          <p:nvPr/>
        </p:nvSpPr>
        <p:spPr>
          <a:xfrm>
            <a:off x="1035793" y="4396621"/>
            <a:ext cx="1181100" cy="11811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6" name="组合 5"/>
          <p:cNvGrpSpPr/>
          <p:nvPr/>
        </p:nvGrpSpPr>
        <p:grpSpPr>
          <a:xfrm>
            <a:off x="3924675" y="2182563"/>
            <a:ext cx="1181100" cy="1181100"/>
            <a:chOff x="4053008" y="2438400"/>
            <a:chExt cx="1181100" cy="1181100"/>
          </a:xfrm>
          <a:solidFill>
            <a:schemeClr val="accent1">
              <a:lumMod val="50000"/>
            </a:schemeClr>
          </a:solidFill>
        </p:grpSpPr>
        <p:sp>
          <p:nvSpPr>
            <p:cNvPr id="7" name="椭圆 6"/>
            <p:cNvSpPr/>
            <p:nvPr/>
          </p:nvSpPr>
          <p:spPr>
            <a:xfrm>
              <a:off x="4053008" y="2438400"/>
              <a:ext cx="1181100" cy="11811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文本框 7"/>
            <p:cNvSpPr txBox="1"/>
            <p:nvPr/>
          </p:nvSpPr>
          <p:spPr>
            <a:xfrm>
              <a:off x="4192152" y="2773552"/>
              <a:ext cx="902811" cy="523220"/>
            </a:xfrm>
            <a:prstGeom prst="rect">
              <a:avLst/>
            </a:prstGeom>
            <a:noFill/>
            <a:ln>
              <a:noFill/>
            </a:ln>
          </p:spPr>
          <p:txBody>
            <a:bodyPr wrap="none" rtlCol="0">
              <a:spAutoFit/>
            </a:bodyPr>
            <a:lstStyle/>
            <a:p>
              <a:r>
                <a:rPr lang="zh-CN" altLang="en-US" sz="2800" dirty="0">
                  <a:solidFill>
                    <a:schemeClr val="bg1"/>
                  </a:solidFill>
                  <a:cs typeface="+mn-ea"/>
                  <a:sym typeface="+mn-lt"/>
                </a:rPr>
                <a:t>创新</a:t>
              </a:r>
              <a:endParaRPr lang="zh-CN" altLang="en-US" sz="2800" dirty="0">
                <a:solidFill>
                  <a:schemeClr val="bg1"/>
                </a:solidFill>
                <a:cs typeface="+mn-ea"/>
                <a:sym typeface="+mn-lt"/>
              </a:endParaRPr>
            </a:p>
          </p:txBody>
        </p:sp>
      </p:grpSp>
      <p:sp>
        <p:nvSpPr>
          <p:cNvPr id="9" name="文本框 8"/>
          <p:cNvSpPr txBox="1"/>
          <p:nvPr/>
        </p:nvSpPr>
        <p:spPr>
          <a:xfrm>
            <a:off x="1138634" y="4725561"/>
            <a:ext cx="902811" cy="523220"/>
          </a:xfrm>
          <a:prstGeom prst="rect">
            <a:avLst/>
          </a:prstGeom>
          <a:noFill/>
        </p:spPr>
        <p:txBody>
          <a:bodyPr wrap="none" rtlCol="0">
            <a:spAutoFit/>
          </a:bodyPr>
          <a:lstStyle/>
          <a:p>
            <a:r>
              <a:rPr lang="zh-CN" altLang="en-US" sz="2800" dirty="0">
                <a:solidFill>
                  <a:schemeClr val="bg1"/>
                </a:solidFill>
                <a:cs typeface="+mn-ea"/>
                <a:sym typeface="+mn-lt"/>
              </a:rPr>
              <a:t>引领</a:t>
            </a:r>
            <a:endParaRPr lang="zh-CN" altLang="en-US" sz="2800" dirty="0">
              <a:solidFill>
                <a:schemeClr val="bg1"/>
              </a:solidFill>
              <a:cs typeface="+mn-ea"/>
              <a:sym typeface="+mn-lt"/>
            </a:endParaRPr>
          </a:p>
        </p:txBody>
      </p:sp>
      <p:grpSp>
        <p:nvGrpSpPr>
          <p:cNvPr id="10" name="组合 9"/>
          <p:cNvGrpSpPr/>
          <p:nvPr/>
        </p:nvGrpSpPr>
        <p:grpSpPr>
          <a:xfrm>
            <a:off x="4401463" y="4587656"/>
            <a:ext cx="799031" cy="799030"/>
            <a:chOff x="4529793" y="4843493"/>
            <a:chExt cx="799030" cy="799030"/>
          </a:xfrm>
          <a:solidFill>
            <a:schemeClr val="accent1">
              <a:lumMod val="50000"/>
            </a:schemeClr>
          </a:solidFill>
        </p:grpSpPr>
        <p:sp>
          <p:nvSpPr>
            <p:cNvPr id="11" name="椭圆 10"/>
            <p:cNvSpPr/>
            <p:nvPr/>
          </p:nvSpPr>
          <p:spPr>
            <a:xfrm>
              <a:off x="4529793" y="4843493"/>
              <a:ext cx="799030" cy="79903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2" name="文本框 11"/>
            <p:cNvSpPr txBox="1"/>
            <p:nvPr/>
          </p:nvSpPr>
          <p:spPr>
            <a:xfrm>
              <a:off x="4607734" y="5070803"/>
              <a:ext cx="646330" cy="369332"/>
            </a:xfrm>
            <a:prstGeom prst="rect">
              <a:avLst/>
            </a:prstGeom>
            <a:noFill/>
            <a:ln>
              <a:noFill/>
            </a:ln>
          </p:spPr>
          <p:txBody>
            <a:bodyPr wrap="none" rtlCol="0">
              <a:spAutoFit/>
            </a:bodyPr>
            <a:lstStyle/>
            <a:p>
              <a:r>
                <a:rPr lang="zh-CN" altLang="en-US" dirty="0">
                  <a:solidFill>
                    <a:schemeClr val="bg1"/>
                  </a:solidFill>
                  <a:cs typeface="+mn-ea"/>
                  <a:sym typeface="+mn-lt"/>
                </a:rPr>
                <a:t>变革</a:t>
              </a:r>
              <a:endParaRPr lang="zh-CN" altLang="en-US" dirty="0">
                <a:solidFill>
                  <a:schemeClr val="bg1"/>
                </a:solidFill>
                <a:cs typeface="+mn-ea"/>
                <a:sym typeface="+mn-lt"/>
              </a:endParaRPr>
            </a:p>
          </p:txBody>
        </p:sp>
      </p:grpSp>
      <p:sp>
        <p:nvSpPr>
          <p:cNvPr id="13" name="文本框 12"/>
          <p:cNvSpPr txBox="1"/>
          <p:nvPr/>
        </p:nvSpPr>
        <p:spPr>
          <a:xfrm>
            <a:off x="5846067" y="2439521"/>
            <a:ext cx="5486852" cy="1384995"/>
          </a:xfrm>
          <a:prstGeom prst="rect">
            <a:avLst/>
          </a:prstGeom>
          <a:noFill/>
        </p:spPr>
        <p:txBody>
          <a:bodyPr wrap="square" rtlCol="0">
            <a:spAutoFit/>
          </a:bodyPr>
          <a:lstStyle/>
          <a:p>
            <a:r>
              <a:rPr lang="zh-CN" altLang="en-US" sz="1400" dirty="0">
                <a:solidFill>
                  <a:schemeClr val="bg2">
                    <a:lumMod val="25000"/>
                  </a:schemeClr>
                </a:solidFill>
                <a:cs typeface="+mn-ea"/>
                <a:sym typeface="+mn-lt"/>
              </a:rPr>
              <a:t>点击此处添加内容，请注意字体大小及内容点击此处添加内容，请注意字体大小及内容</a:t>
            </a:r>
            <a:r>
              <a:rPr lang="en-US" altLang="zh-CN" sz="1400" dirty="0">
                <a:solidFill>
                  <a:schemeClr val="bg2">
                    <a:lumMod val="25000"/>
                  </a:schemeClr>
                </a:solidFill>
                <a:cs typeface="+mn-ea"/>
                <a:sym typeface="+mn-lt"/>
              </a:rPr>
              <a:t>,</a:t>
            </a:r>
            <a:r>
              <a:rPr lang="zh-CN" altLang="en-US" sz="1400" dirty="0">
                <a:solidFill>
                  <a:schemeClr val="bg2">
                    <a:lumMod val="25000"/>
                  </a:schemeClr>
                </a:solidFill>
                <a:cs typeface="+mn-ea"/>
                <a:sym typeface="+mn-lt"/>
              </a:rPr>
              <a:t>点击此处添加内容，点击此处添加内容，请注意字体大小及内容点击此处添加内容，请注意字体大小及内容</a:t>
            </a:r>
            <a:r>
              <a:rPr lang="en-US" altLang="zh-CN" sz="1400" dirty="0">
                <a:solidFill>
                  <a:schemeClr val="bg2">
                    <a:lumMod val="25000"/>
                  </a:schemeClr>
                </a:solidFill>
                <a:cs typeface="+mn-ea"/>
                <a:sym typeface="+mn-lt"/>
              </a:rPr>
              <a:t>,</a:t>
            </a:r>
            <a:r>
              <a:rPr lang="zh-CN" altLang="en-US" sz="1400" dirty="0">
                <a:solidFill>
                  <a:schemeClr val="bg2">
                    <a:lumMod val="25000"/>
                  </a:schemeClr>
                </a:solidFill>
                <a:cs typeface="+mn-ea"/>
                <a:sym typeface="+mn-lt"/>
              </a:rPr>
              <a:t>点击此处添加内容，点击此处添加内容，请注意字体大小及内容点击此处添加内容，请注意字体大小及内容</a:t>
            </a:r>
            <a:r>
              <a:rPr lang="en-US" altLang="zh-CN" sz="1400" dirty="0">
                <a:solidFill>
                  <a:schemeClr val="bg2">
                    <a:lumMod val="25000"/>
                  </a:schemeClr>
                </a:solidFill>
                <a:cs typeface="+mn-ea"/>
                <a:sym typeface="+mn-lt"/>
              </a:rPr>
              <a:t>,</a:t>
            </a:r>
            <a:r>
              <a:rPr lang="zh-CN" altLang="en-US" sz="1400" dirty="0">
                <a:solidFill>
                  <a:schemeClr val="bg2">
                    <a:lumMod val="25000"/>
                  </a:schemeClr>
                </a:solidFill>
                <a:cs typeface="+mn-ea"/>
                <a:sym typeface="+mn-lt"/>
              </a:rPr>
              <a:t>点击此处添加内容，</a:t>
            </a:r>
            <a:endParaRPr lang="zh-CN" altLang="en-US" sz="1400" dirty="0">
              <a:solidFill>
                <a:schemeClr val="bg2">
                  <a:lumMod val="25000"/>
                </a:schemeClr>
              </a:solidFill>
              <a:cs typeface="+mn-ea"/>
              <a:sym typeface="+mn-lt"/>
            </a:endParaRPr>
          </a:p>
          <a:p>
            <a:pPr algn="ctr"/>
            <a:endParaRPr lang="zh-CN" altLang="en-US" sz="1400" dirty="0">
              <a:solidFill>
                <a:schemeClr val="bg2">
                  <a:lumMod val="25000"/>
                </a:schemeClr>
              </a:solidFill>
              <a:cs typeface="+mn-ea"/>
              <a:sym typeface="+mn-lt"/>
            </a:endParaRPr>
          </a:p>
        </p:txBody>
      </p:sp>
      <p:sp>
        <p:nvSpPr>
          <p:cNvPr id="14" name="文本框 13"/>
          <p:cNvSpPr txBox="1"/>
          <p:nvPr/>
        </p:nvSpPr>
        <p:spPr>
          <a:xfrm>
            <a:off x="5846067" y="1521790"/>
            <a:ext cx="2031325" cy="461665"/>
          </a:xfrm>
          <a:prstGeom prst="rect">
            <a:avLst/>
          </a:prstGeom>
          <a:noFill/>
        </p:spPr>
        <p:txBody>
          <a:bodyPr wrap="none" rtlCol="0">
            <a:spAutoFit/>
          </a:bodyPr>
          <a:lstStyle/>
          <a:p>
            <a:pPr algn="ctr"/>
            <a:r>
              <a:rPr lang="zh-CN" altLang="en-US" sz="2400" dirty="0">
                <a:solidFill>
                  <a:schemeClr val="bg2">
                    <a:lumMod val="10000"/>
                  </a:schemeClr>
                </a:solidFill>
                <a:cs typeface="+mn-ea"/>
                <a:sym typeface="+mn-lt"/>
              </a:rPr>
              <a:t>点击添加文字</a:t>
            </a:r>
            <a:endParaRPr lang="zh-CN" altLang="en-US" sz="2400" dirty="0">
              <a:solidFill>
                <a:schemeClr val="bg2">
                  <a:lumMod val="10000"/>
                </a:schemeClr>
              </a:solidFill>
              <a:cs typeface="+mn-ea"/>
              <a:sym typeface="+mn-lt"/>
            </a:endParaRPr>
          </a:p>
        </p:txBody>
      </p:sp>
      <p:cxnSp>
        <p:nvCxnSpPr>
          <p:cNvPr id="15" name="直接连接符 14"/>
          <p:cNvCxnSpPr/>
          <p:nvPr/>
        </p:nvCxnSpPr>
        <p:spPr>
          <a:xfrm>
            <a:off x="5944018" y="2139058"/>
            <a:ext cx="3077029" cy="0"/>
          </a:xfrm>
          <a:prstGeom prst="line">
            <a:avLst/>
          </a:prstGeom>
          <a:ln w="793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6" name="组合 15"/>
          <p:cNvGrpSpPr/>
          <p:nvPr/>
        </p:nvGrpSpPr>
        <p:grpSpPr>
          <a:xfrm>
            <a:off x="5978238" y="4232624"/>
            <a:ext cx="5026044" cy="0"/>
            <a:chOff x="5879376" y="4685436"/>
            <a:chExt cx="5026044" cy="0"/>
          </a:xfrm>
        </p:grpSpPr>
        <p:cxnSp>
          <p:nvCxnSpPr>
            <p:cNvPr id="17" name="直接连接符 16"/>
            <p:cNvCxnSpPr/>
            <p:nvPr/>
          </p:nvCxnSpPr>
          <p:spPr>
            <a:xfrm>
              <a:off x="5879376" y="4685436"/>
              <a:ext cx="5026044" cy="0"/>
            </a:xfrm>
            <a:prstGeom prst="line">
              <a:avLst/>
            </a:prstGeom>
            <a:ln w="139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879376" y="4685436"/>
              <a:ext cx="4658902" cy="0"/>
            </a:xfrm>
            <a:prstGeom prst="line">
              <a:avLst/>
            </a:prstGeom>
            <a:ln w="139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 name="直接连接符 18"/>
          <p:cNvCxnSpPr/>
          <p:nvPr/>
        </p:nvCxnSpPr>
        <p:spPr>
          <a:xfrm>
            <a:off x="5978238" y="4869635"/>
            <a:ext cx="5026044" cy="0"/>
          </a:xfrm>
          <a:prstGeom prst="line">
            <a:avLst/>
          </a:prstGeom>
          <a:ln w="139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5978238" y="4869635"/>
            <a:ext cx="3763301" cy="0"/>
          </a:xfrm>
          <a:prstGeom prst="line">
            <a:avLst/>
          </a:prstGeom>
          <a:ln w="139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5978238" y="5536813"/>
            <a:ext cx="5026044" cy="0"/>
            <a:chOff x="5879376" y="5989625"/>
            <a:chExt cx="5026044" cy="0"/>
          </a:xfrm>
        </p:grpSpPr>
        <p:cxnSp>
          <p:nvCxnSpPr>
            <p:cNvPr id="22" name="直接连接符 21"/>
            <p:cNvCxnSpPr/>
            <p:nvPr/>
          </p:nvCxnSpPr>
          <p:spPr>
            <a:xfrm>
              <a:off x="5914362" y="5989625"/>
              <a:ext cx="4991058" cy="0"/>
            </a:xfrm>
            <a:prstGeom prst="line">
              <a:avLst/>
            </a:prstGeom>
            <a:ln w="139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5879376" y="5989625"/>
              <a:ext cx="2413472" cy="0"/>
            </a:xfrm>
            <a:prstGeom prst="line">
              <a:avLst/>
            </a:prstGeom>
            <a:ln w="139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文本框 23"/>
          <p:cNvSpPr txBox="1"/>
          <p:nvPr/>
        </p:nvSpPr>
        <p:spPr>
          <a:xfrm>
            <a:off x="10523617" y="3886536"/>
            <a:ext cx="575799" cy="307777"/>
          </a:xfrm>
          <a:prstGeom prst="rect">
            <a:avLst/>
          </a:prstGeom>
          <a:noFill/>
        </p:spPr>
        <p:txBody>
          <a:bodyPr wrap="none" rtlCol="0">
            <a:spAutoFit/>
          </a:bodyPr>
          <a:lstStyle/>
          <a:p>
            <a:r>
              <a:rPr lang="en-US" altLang="zh-CN" sz="1400" dirty="0">
                <a:cs typeface="+mn-ea"/>
                <a:sym typeface="+mn-lt"/>
              </a:rPr>
              <a:t>90</a:t>
            </a:r>
            <a:r>
              <a:rPr lang="zh-CN" altLang="en-US" sz="1400" dirty="0">
                <a:cs typeface="+mn-ea"/>
                <a:sym typeface="+mn-lt"/>
              </a:rPr>
              <a:t>％</a:t>
            </a:r>
            <a:endParaRPr lang="zh-CN" altLang="en-US" sz="1400" dirty="0">
              <a:cs typeface="+mn-ea"/>
              <a:sym typeface="+mn-lt"/>
            </a:endParaRPr>
          </a:p>
        </p:txBody>
      </p:sp>
      <p:sp>
        <p:nvSpPr>
          <p:cNvPr id="25" name="文本框 24"/>
          <p:cNvSpPr txBox="1"/>
          <p:nvPr/>
        </p:nvSpPr>
        <p:spPr>
          <a:xfrm>
            <a:off x="10531633" y="4568244"/>
            <a:ext cx="575799" cy="307777"/>
          </a:xfrm>
          <a:prstGeom prst="rect">
            <a:avLst/>
          </a:prstGeom>
          <a:noFill/>
        </p:spPr>
        <p:txBody>
          <a:bodyPr wrap="none" rtlCol="0">
            <a:spAutoFit/>
          </a:bodyPr>
          <a:lstStyle/>
          <a:p>
            <a:r>
              <a:rPr lang="en-US" altLang="zh-CN" sz="1400" dirty="0">
                <a:cs typeface="+mn-ea"/>
                <a:sym typeface="+mn-lt"/>
              </a:rPr>
              <a:t>70</a:t>
            </a:r>
            <a:r>
              <a:rPr lang="zh-CN" altLang="en-US" sz="1400" dirty="0">
                <a:cs typeface="+mn-ea"/>
                <a:sym typeface="+mn-lt"/>
              </a:rPr>
              <a:t>％</a:t>
            </a:r>
            <a:endParaRPr lang="zh-CN" altLang="en-US" sz="1400" dirty="0">
              <a:cs typeface="+mn-ea"/>
              <a:sym typeface="+mn-lt"/>
            </a:endParaRPr>
          </a:p>
        </p:txBody>
      </p:sp>
      <p:sp>
        <p:nvSpPr>
          <p:cNvPr id="26" name="文本框 25"/>
          <p:cNvSpPr txBox="1"/>
          <p:nvPr/>
        </p:nvSpPr>
        <p:spPr>
          <a:xfrm>
            <a:off x="10531633" y="5235422"/>
            <a:ext cx="575799" cy="307777"/>
          </a:xfrm>
          <a:prstGeom prst="rect">
            <a:avLst/>
          </a:prstGeom>
          <a:noFill/>
        </p:spPr>
        <p:txBody>
          <a:bodyPr wrap="none" rtlCol="0">
            <a:spAutoFit/>
          </a:bodyPr>
          <a:lstStyle/>
          <a:p>
            <a:r>
              <a:rPr lang="en-US" altLang="zh-CN" sz="1400" dirty="0">
                <a:cs typeface="+mn-ea"/>
                <a:sym typeface="+mn-lt"/>
              </a:rPr>
              <a:t>40</a:t>
            </a:r>
            <a:r>
              <a:rPr lang="zh-CN" altLang="en-US" sz="1400" dirty="0">
                <a:cs typeface="+mn-ea"/>
                <a:sym typeface="+mn-lt"/>
              </a:rPr>
              <a:t>％</a:t>
            </a:r>
            <a:endParaRPr lang="zh-CN" altLang="en-US" sz="1400" dirty="0">
              <a:cs typeface="+mn-ea"/>
              <a:sym typeface="+mn-lt"/>
            </a:endParaRPr>
          </a:p>
        </p:txBody>
      </p:sp>
      <p:sp>
        <p:nvSpPr>
          <p:cNvPr id="27" name="文本框 26"/>
          <p:cNvSpPr txBox="1"/>
          <p:nvPr/>
        </p:nvSpPr>
        <p:spPr>
          <a:xfrm>
            <a:off x="5912328" y="3857961"/>
            <a:ext cx="543739" cy="307777"/>
          </a:xfrm>
          <a:prstGeom prst="rect">
            <a:avLst/>
          </a:prstGeom>
          <a:noFill/>
        </p:spPr>
        <p:txBody>
          <a:bodyPr wrap="none" rtlCol="0">
            <a:spAutoFit/>
          </a:bodyPr>
          <a:lstStyle/>
          <a:p>
            <a:r>
              <a:rPr lang="zh-CN" altLang="en-US" sz="1400" dirty="0">
                <a:solidFill>
                  <a:schemeClr val="bg2">
                    <a:lumMod val="25000"/>
                  </a:schemeClr>
                </a:solidFill>
                <a:cs typeface="+mn-ea"/>
                <a:sym typeface="+mn-lt"/>
              </a:rPr>
              <a:t>创新</a:t>
            </a:r>
            <a:endParaRPr lang="zh-CN" altLang="en-US" sz="1400" dirty="0">
              <a:solidFill>
                <a:schemeClr val="bg2">
                  <a:lumMod val="25000"/>
                </a:schemeClr>
              </a:solidFill>
              <a:cs typeface="+mn-ea"/>
              <a:sym typeface="+mn-lt"/>
            </a:endParaRPr>
          </a:p>
        </p:txBody>
      </p:sp>
      <p:sp>
        <p:nvSpPr>
          <p:cNvPr id="28" name="文本框 27"/>
          <p:cNvSpPr txBox="1"/>
          <p:nvPr/>
        </p:nvSpPr>
        <p:spPr>
          <a:xfrm>
            <a:off x="5912328" y="4511409"/>
            <a:ext cx="543739" cy="307777"/>
          </a:xfrm>
          <a:prstGeom prst="rect">
            <a:avLst/>
          </a:prstGeom>
          <a:noFill/>
        </p:spPr>
        <p:txBody>
          <a:bodyPr wrap="none" rtlCol="0">
            <a:spAutoFit/>
          </a:bodyPr>
          <a:lstStyle/>
          <a:p>
            <a:r>
              <a:rPr lang="zh-CN" altLang="en-US" sz="1400" dirty="0">
                <a:solidFill>
                  <a:schemeClr val="bg2">
                    <a:lumMod val="25000"/>
                  </a:schemeClr>
                </a:solidFill>
                <a:cs typeface="+mn-ea"/>
                <a:sym typeface="+mn-lt"/>
              </a:rPr>
              <a:t>实用</a:t>
            </a:r>
            <a:endParaRPr lang="zh-CN" altLang="en-US" sz="1400" dirty="0">
              <a:solidFill>
                <a:schemeClr val="bg2">
                  <a:lumMod val="25000"/>
                </a:schemeClr>
              </a:solidFill>
              <a:cs typeface="+mn-ea"/>
              <a:sym typeface="+mn-lt"/>
            </a:endParaRPr>
          </a:p>
        </p:txBody>
      </p:sp>
      <p:sp>
        <p:nvSpPr>
          <p:cNvPr id="29" name="文本框 28"/>
          <p:cNvSpPr txBox="1"/>
          <p:nvPr/>
        </p:nvSpPr>
        <p:spPr>
          <a:xfrm>
            <a:off x="5912328" y="5180848"/>
            <a:ext cx="543739" cy="307777"/>
          </a:xfrm>
          <a:prstGeom prst="rect">
            <a:avLst/>
          </a:prstGeom>
          <a:noFill/>
        </p:spPr>
        <p:txBody>
          <a:bodyPr wrap="none" rtlCol="0">
            <a:spAutoFit/>
          </a:bodyPr>
          <a:lstStyle/>
          <a:p>
            <a:r>
              <a:rPr lang="zh-CN" altLang="en-US" sz="1400" dirty="0">
                <a:solidFill>
                  <a:schemeClr val="bg2">
                    <a:lumMod val="25000"/>
                  </a:schemeClr>
                </a:solidFill>
                <a:cs typeface="+mn-ea"/>
                <a:sym typeface="+mn-lt"/>
              </a:rPr>
              <a:t>开拓</a:t>
            </a:r>
            <a:endParaRPr lang="zh-CN" altLang="en-US" sz="1400" dirty="0">
              <a:solidFill>
                <a:schemeClr val="bg2">
                  <a:lumMod val="25000"/>
                </a:schemeClr>
              </a:solidFill>
              <a:cs typeface="+mn-ea"/>
              <a:sym typeface="+mn-lt"/>
            </a:endParaRPr>
          </a:p>
        </p:txBody>
      </p:sp>
      <p:grpSp>
        <p:nvGrpSpPr>
          <p:cNvPr id="36" name="组合 35"/>
          <p:cNvGrpSpPr/>
          <p:nvPr/>
        </p:nvGrpSpPr>
        <p:grpSpPr>
          <a:xfrm>
            <a:off x="0" y="391286"/>
            <a:ext cx="12192000" cy="381000"/>
            <a:chOff x="0" y="391286"/>
            <a:chExt cx="12192000" cy="381000"/>
          </a:xfrm>
        </p:grpSpPr>
        <p:cxnSp>
          <p:nvCxnSpPr>
            <p:cNvPr id="30" name="直接连接符 29"/>
            <p:cNvCxnSpPr/>
            <p:nvPr/>
          </p:nvCxnSpPr>
          <p:spPr>
            <a:xfrm>
              <a:off x="0" y="581786"/>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1" name="组合 30"/>
            <p:cNvGrpSpPr/>
            <p:nvPr/>
          </p:nvGrpSpPr>
          <p:grpSpPr>
            <a:xfrm rot="10800000">
              <a:off x="11060824" y="391286"/>
              <a:ext cx="656896" cy="381000"/>
              <a:chOff x="307428" y="393221"/>
              <a:chExt cx="656896" cy="381000"/>
            </a:xfrm>
          </p:grpSpPr>
          <p:sp>
            <p:nvSpPr>
              <p:cNvPr id="32" name="等腰三角形 31"/>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等腰三角形 32"/>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pic>
        <p:nvPicPr>
          <p:cNvPr id="35" name="图片 3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2474" y="150736"/>
            <a:ext cx="2941552" cy="2122820"/>
          </a:xfrm>
          <a:prstGeom prst="rect">
            <a:avLst/>
          </a:prstGeom>
        </p:spPr>
      </p:pic>
    </p:spTree>
    <p:custDataLst>
      <p:tags r:id="rId3"/>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10201">
        <p15:prstTrans prst="drape"/>
      </p:transition>
    </mc:Choice>
    <mc:Fallback>
      <p:transition spd="slow" advTm="1020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right)">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childTnLst>
                          </p:cTn>
                        </p:par>
                      </p:childTnLst>
                    </p:cTn>
                  </p:par>
                  <p:par>
                    <p:cTn id="39" fill="hold">
                      <p:stCondLst>
                        <p:cond delay="indefinite"/>
                      </p:stCondLst>
                      <p:childTnLst>
                        <p:par>
                          <p:cTn id="40" fill="hold">
                            <p:stCondLst>
                              <p:cond delay="0"/>
                            </p:stCondLst>
                            <p:childTnLst>
                              <p:par>
                                <p:cTn id="41" presetID="17" presetClass="entr" presetSubtype="8" fill="hold" nodeType="click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p:cTn id="43" dur="500" fill="hold"/>
                                        <p:tgtEl>
                                          <p:spTgt spid="15"/>
                                        </p:tgtEl>
                                        <p:attrNameLst>
                                          <p:attrName>ppt_x</p:attrName>
                                        </p:attrNameLst>
                                      </p:cBhvr>
                                      <p:tavLst>
                                        <p:tav tm="0">
                                          <p:val>
                                            <p:strVal val="#ppt_x-#ppt_w/2"/>
                                          </p:val>
                                        </p:tav>
                                        <p:tav tm="100000">
                                          <p:val>
                                            <p:strVal val="#ppt_x"/>
                                          </p:val>
                                        </p:tav>
                                      </p:tavLst>
                                    </p:anim>
                                    <p:anim calcmode="lin" valueType="num">
                                      <p:cBhvr>
                                        <p:cTn id="44" dur="500" fill="hold"/>
                                        <p:tgtEl>
                                          <p:spTgt spid="15"/>
                                        </p:tgtEl>
                                        <p:attrNameLst>
                                          <p:attrName>ppt_y</p:attrName>
                                        </p:attrNameLst>
                                      </p:cBhvr>
                                      <p:tavLst>
                                        <p:tav tm="0">
                                          <p:val>
                                            <p:strVal val="#ppt_y"/>
                                          </p:val>
                                        </p:tav>
                                        <p:tav tm="100000">
                                          <p:val>
                                            <p:strVal val="#ppt_y"/>
                                          </p:val>
                                        </p:tav>
                                      </p:tavLst>
                                    </p:anim>
                                    <p:anim calcmode="lin" valueType="num">
                                      <p:cBhvr>
                                        <p:cTn id="45" dur="500" fill="hold"/>
                                        <p:tgtEl>
                                          <p:spTgt spid="15"/>
                                        </p:tgtEl>
                                        <p:attrNameLst>
                                          <p:attrName>ppt_w</p:attrName>
                                        </p:attrNameLst>
                                      </p:cBhvr>
                                      <p:tavLst>
                                        <p:tav tm="0">
                                          <p:val>
                                            <p:fltVal val="0"/>
                                          </p:val>
                                        </p:tav>
                                        <p:tav tm="100000">
                                          <p:val>
                                            <p:strVal val="#ppt_w"/>
                                          </p:val>
                                        </p:tav>
                                      </p:tavLst>
                                    </p:anim>
                                    <p:anim calcmode="lin" valueType="num">
                                      <p:cBhvr>
                                        <p:cTn id="46" dur="500" fill="hold"/>
                                        <p:tgtEl>
                                          <p:spTgt spid="15"/>
                                        </p:tgtEl>
                                        <p:attrNameLst>
                                          <p:attrName>ppt_h</p:attrName>
                                        </p:attrNameLst>
                                      </p:cBhvr>
                                      <p:tavLst>
                                        <p:tav tm="0">
                                          <p:val>
                                            <p:strVal val="#ppt_h"/>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17" presetClass="entr" presetSubtype="8" fill="hold" nodeType="click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p:cTn id="51" dur="500" fill="hold"/>
                                        <p:tgtEl>
                                          <p:spTgt spid="16"/>
                                        </p:tgtEl>
                                        <p:attrNameLst>
                                          <p:attrName>ppt_x</p:attrName>
                                        </p:attrNameLst>
                                      </p:cBhvr>
                                      <p:tavLst>
                                        <p:tav tm="0">
                                          <p:val>
                                            <p:strVal val="#ppt_x-#ppt_w/2"/>
                                          </p:val>
                                        </p:tav>
                                        <p:tav tm="100000">
                                          <p:val>
                                            <p:strVal val="#ppt_x"/>
                                          </p:val>
                                        </p:tav>
                                      </p:tavLst>
                                    </p:anim>
                                    <p:anim calcmode="lin" valueType="num">
                                      <p:cBhvr>
                                        <p:cTn id="52" dur="500" fill="hold"/>
                                        <p:tgtEl>
                                          <p:spTgt spid="16"/>
                                        </p:tgtEl>
                                        <p:attrNameLst>
                                          <p:attrName>ppt_y</p:attrName>
                                        </p:attrNameLst>
                                      </p:cBhvr>
                                      <p:tavLst>
                                        <p:tav tm="0">
                                          <p:val>
                                            <p:strVal val="#ppt_y"/>
                                          </p:val>
                                        </p:tav>
                                        <p:tav tm="100000">
                                          <p:val>
                                            <p:strVal val="#ppt_y"/>
                                          </p:val>
                                        </p:tav>
                                      </p:tavLst>
                                    </p:anim>
                                    <p:anim calcmode="lin" valueType="num">
                                      <p:cBhvr>
                                        <p:cTn id="53" dur="500" fill="hold"/>
                                        <p:tgtEl>
                                          <p:spTgt spid="16"/>
                                        </p:tgtEl>
                                        <p:attrNameLst>
                                          <p:attrName>ppt_w</p:attrName>
                                        </p:attrNameLst>
                                      </p:cBhvr>
                                      <p:tavLst>
                                        <p:tav tm="0">
                                          <p:val>
                                            <p:fltVal val="0"/>
                                          </p:val>
                                        </p:tav>
                                        <p:tav tm="100000">
                                          <p:val>
                                            <p:strVal val="#ppt_w"/>
                                          </p:val>
                                        </p:tav>
                                      </p:tavLst>
                                    </p:anim>
                                    <p:anim calcmode="lin" valueType="num">
                                      <p:cBhvr>
                                        <p:cTn id="54" dur="500" fill="hold"/>
                                        <p:tgtEl>
                                          <p:spTgt spid="16"/>
                                        </p:tgtEl>
                                        <p:attrNameLst>
                                          <p:attrName>ppt_h</p:attrName>
                                        </p:attrNameLst>
                                      </p:cBhvr>
                                      <p:tavLst>
                                        <p:tav tm="0">
                                          <p:val>
                                            <p:strVal val="#ppt_h"/>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7" presetID="17" presetClass="entr" presetSubtype="8" fill="hold" nodeType="clickEffect">
                                  <p:stCondLst>
                                    <p:cond delay="0"/>
                                  </p:stCondLst>
                                  <p:childTnLst>
                                    <p:set>
                                      <p:cBhvr>
                                        <p:cTn id="58" dur="1" fill="hold">
                                          <p:stCondLst>
                                            <p:cond delay="0"/>
                                          </p:stCondLst>
                                        </p:cTn>
                                        <p:tgtEl>
                                          <p:spTgt spid="19"/>
                                        </p:tgtEl>
                                        <p:attrNameLst>
                                          <p:attrName>style.visibility</p:attrName>
                                        </p:attrNameLst>
                                      </p:cBhvr>
                                      <p:to>
                                        <p:strVal val="visible"/>
                                      </p:to>
                                    </p:set>
                                    <p:anim calcmode="lin" valueType="num">
                                      <p:cBhvr>
                                        <p:cTn id="59" dur="500" fill="hold"/>
                                        <p:tgtEl>
                                          <p:spTgt spid="19"/>
                                        </p:tgtEl>
                                        <p:attrNameLst>
                                          <p:attrName>ppt_x</p:attrName>
                                        </p:attrNameLst>
                                      </p:cBhvr>
                                      <p:tavLst>
                                        <p:tav tm="0">
                                          <p:val>
                                            <p:strVal val="#ppt_x-#ppt_w/2"/>
                                          </p:val>
                                        </p:tav>
                                        <p:tav tm="100000">
                                          <p:val>
                                            <p:strVal val="#ppt_x"/>
                                          </p:val>
                                        </p:tav>
                                      </p:tavLst>
                                    </p:anim>
                                    <p:anim calcmode="lin" valueType="num">
                                      <p:cBhvr>
                                        <p:cTn id="60" dur="500" fill="hold"/>
                                        <p:tgtEl>
                                          <p:spTgt spid="19"/>
                                        </p:tgtEl>
                                        <p:attrNameLst>
                                          <p:attrName>ppt_y</p:attrName>
                                        </p:attrNameLst>
                                      </p:cBhvr>
                                      <p:tavLst>
                                        <p:tav tm="0">
                                          <p:val>
                                            <p:strVal val="#ppt_y"/>
                                          </p:val>
                                        </p:tav>
                                        <p:tav tm="100000">
                                          <p:val>
                                            <p:strVal val="#ppt_y"/>
                                          </p:val>
                                        </p:tav>
                                      </p:tavLst>
                                    </p:anim>
                                    <p:anim calcmode="lin" valueType="num">
                                      <p:cBhvr>
                                        <p:cTn id="61" dur="500" fill="hold"/>
                                        <p:tgtEl>
                                          <p:spTgt spid="19"/>
                                        </p:tgtEl>
                                        <p:attrNameLst>
                                          <p:attrName>ppt_w</p:attrName>
                                        </p:attrNameLst>
                                      </p:cBhvr>
                                      <p:tavLst>
                                        <p:tav tm="0">
                                          <p:val>
                                            <p:fltVal val="0"/>
                                          </p:val>
                                        </p:tav>
                                        <p:tav tm="100000">
                                          <p:val>
                                            <p:strVal val="#ppt_w"/>
                                          </p:val>
                                        </p:tav>
                                      </p:tavLst>
                                    </p:anim>
                                    <p:anim calcmode="lin" valueType="num">
                                      <p:cBhvr>
                                        <p:cTn id="62" dur="500" fill="hold"/>
                                        <p:tgtEl>
                                          <p:spTgt spid="19"/>
                                        </p:tgtEl>
                                        <p:attrNameLst>
                                          <p:attrName>ppt_h</p:attrName>
                                        </p:attrNameLst>
                                      </p:cBhvr>
                                      <p:tavLst>
                                        <p:tav tm="0">
                                          <p:val>
                                            <p:strVal val="#ppt_h"/>
                                          </p:val>
                                        </p:tav>
                                        <p:tav tm="100000">
                                          <p:val>
                                            <p:strVal val="#ppt_h"/>
                                          </p:val>
                                        </p:tav>
                                      </p:tavLst>
                                    </p:anim>
                                  </p:childTnLst>
                                </p:cTn>
                              </p:par>
                              <p:par>
                                <p:cTn id="63" presetID="17" presetClass="entr" presetSubtype="8" fill="hold" nodeType="withEffect">
                                  <p:stCondLst>
                                    <p:cond delay="0"/>
                                  </p:stCondLst>
                                  <p:childTnLst>
                                    <p:set>
                                      <p:cBhvr>
                                        <p:cTn id="64" dur="1" fill="hold">
                                          <p:stCondLst>
                                            <p:cond delay="0"/>
                                          </p:stCondLst>
                                        </p:cTn>
                                        <p:tgtEl>
                                          <p:spTgt spid="20"/>
                                        </p:tgtEl>
                                        <p:attrNameLst>
                                          <p:attrName>style.visibility</p:attrName>
                                        </p:attrNameLst>
                                      </p:cBhvr>
                                      <p:to>
                                        <p:strVal val="visible"/>
                                      </p:to>
                                    </p:set>
                                    <p:anim calcmode="lin" valueType="num">
                                      <p:cBhvr>
                                        <p:cTn id="65" dur="500" fill="hold"/>
                                        <p:tgtEl>
                                          <p:spTgt spid="20"/>
                                        </p:tgtEl>
                                        <p:attrNameLst>
                                          <p:attrName>ppt_x</p:attrName>
                                        </p:attrNameLst>
                                      </p:cBhvr>
                                      <p:tavLst>
                                        <p:tav tm="0">
                                          <p:val>
                                            <p:strVal val="#ppt_x-#ppt_w/2"/>
                                          </p:val>
                                        </p:tav>
                                        <p:tav tm="100000">
                                          <p:val>
                                            <p:strVal val="#ppt_x"/>
                                          </p:val>
                                        </p:tav>
                                      </p:tavLst>
                                    </p:anim>
                                    <p:anim calcmode="lin" valueType="num">
                                      <p:cBhvr>
                                        <p:cTn id="66" dur="500" fill="hold"/>
                                        <p:tgtEl>
                                          <p:spTgt spid="20"/>
                                        </p:tgtEl>
                                        <p:attrNameLst>
                                          <p:attrName>ppt_y</p:attrName>
                                        </p:attrNameLst>
                                      </p:cBhvr>
                                      <p:tavLst>
                                        <p:tav tm="0">
                                          <p:val>
                                            <p:strVal val="#ppt_y"/>
                                          </p:val>
                                        </p:tav>
                                        <p:tav tm="100000">
                                          <p:val>
                                            <p:strVal val="#ppt_y"/>
                                          </p:val>
                                        </p:tav>
                                      </p:tavLst>
                                    </p:anim>
                                    <p:anim calcmode="lin" valueType="num">
                                      <p:cBhvr>
                                        <p:cTn id="67" dur="500" fill="hold"/>
                                        <p:tgtEl>
                                          <p:spTgt spid="20"/>
                                        </p:tgtEl>
                                        <p:attrNameLst>
                                          <p:attrName>ppt_w</p:attrName>
                                        </p:attrNameLst>
                                      </p:cBhvr>
                                      <p:tavLst>
                                        <p:tav tm="0">
                                          <p:val>
                                            <p:fltVal val="0"/>
                                          </p:val>
                                        </p:tav>
                                        <p:tav tm="100000">
                                          <p:val>
                                            <p:strVal val="#ppt_w"/>
                                          </p:val>
                                        </p:tav>
                                      </p:tavLst>
                                    </p:anim>
                                    <p:anim calcmode="lin" valueType="num">
                                      <p:cBhvr>
                                        <p:cTn id="68" dur="500" fill="hold"/>
                                        <p:tgtEl>
                                          <p:spTgt spid="20"/>
                                        </p:tgtEl>
                                        <p:attrNameLst>
                                          <p:attrName>ppt_h</p:attrName>
                                        </p:attrNameLst>
                                      </p:cBhvr>
                                      <p:tavLst>
                                        <p:tav tm="0">
                                          <p:val>
                                            <p:strVal val="#ppt_h"/>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17" presetClass="entr" presetSubtype="8" fill="hold" nodeType="clickEffect">
                                  <p:stCondLst>
                                    <p:cond delay="0"/>
                                  </p:stCondLst>
                                  <p:childTnLst>
                                    <p:set>
                                      <p:cBhvr>
                                        <p:cTn id="72" dur="1" fill="hold">
                                          <p:stCondLst>
                                            <p:cond delay="0"/>
                                          </p:stCondLst>
                                        </p:cTn>
                                        <p:tgtEl>
                                          <p:spTgt spid="21"/>
                                        </p:tgtEl>
                                        <p:attrNameLst>
                                          <p:attrName>style.visibility</p:attrName>
                                        </p:attrNameLst>
                                      </p:cBhvr>
                                      <p:to>
                                        <p:strVal val="visible"/>
                                      </p:to>
                                    </p:set>
                                    <p:anim calcmode="lin" valueType="num">
                                      <p:cBhvr>
                                        <p:cTn id="73" dur="500" fill="hold"/>
                                        <p:tgtEl>
                                          <p:spTgt spid="21"/>
                                        </p:tgtEl>
                                        <p:attrNameLst>
                                          <p:attrName>ppt_x</p:attrName>
                                        </p:attrNameLst>
                                      </p:cBhvr>
                                      <p:tavLst>
                                        <p:tav tm="0">
                                          <p:val>
                                            <p:strVal val="#ppt_x-#ppt_w/2"/>
                                          </p:val>
                                        </p:tav>
                                        <p:tav tm="100000">
                                          <p:val>
                                            <p:strVal val="#ppt_x"/>
                                          </p:val>
                                        </p:tav>
                                      </p:tavLst>
                                    </p:anim>
                                    <p:anim calcmode="lin" valueType="num">
                                      <p:cBhvr>
                                        <p:cTn id="74" dur="500" fill="hold"/>
                                        <p:tgtEl>
                                          <p:spTgt spid="21"/>
                                        </p:tgtEl>
                                        <p:attrNameLst>
                                          <p:attrName>ppt_y</p:attrName>
                                        </p:attrNameLst>
                                      </p:cBhvr>
                                      <p:tavLst>
                                        <p:tav tm="0">
                                          <p:val>
                                            <p:strVal val="#ppt_y"/>
                                          </p:val>
                                        </p:tav>
                                        <p:tav tm="100000">
                                          <p:val>
                                            <p:strVal val="#ppt_y"/>
                                          </p:val>
                                        </p:tav>
                                      </p:tavLst>
                                    </p:anim>
                                    <p:anim calcmode="lin" valueType="num">
                                      <p:cBhvr>
                                        <p:cTn id="75" dur="500" fill="hold"/>
                                        <p:tgtEl>
                                          <p:spTgt spid="21"/>
                                        </p:tgtEl>
                                        <p:attrNameLst>
                                          <p:attrName>ppt_w</p:attrName>
                                        </p:attrNameLst>
                                      </p:cBhvr>
                                      <p:tavLst>
                                        <p:tav tm="0">
                                          <p:val>
                                            <p:fltVal val="0"/>
                                          </p:val>
                                        </p:tav>
                                        <p:tav tm="100000">
                                          <p:val>
                                            <p:strVal val="#ppt_w"/>
                                          </p:val>
                                        </p:tav>
                                      </p:tavLst>
                                    </p:anim>
                                    <p:anim calcmode="lin" valueType="num">
                                      <p:cBhvr>
                                        <p:cTn id="76" dur="500" fill="hold"/>
                                        <p:tgtEl>
                                          <p:spTgt spid="21"/>
                                        </p:tgtEl>
                                        <p:attrNameLst>
                                          <p:attrName>ppt_h</p:attrName>
                                        </p:attrNameLst>
                                      </p:cBhvr>
                                      <p:tavLst>
                                        <p:tav tm="0">
                                          <p:val>
                                            <p:strVal val="#ppt_h"/>
                                          </p:val>
                                        </p:tav>
                                        <p:tav tm="100000">
                                          <p:val>
                                            <p:strVal val="#ppt_h"/>
                                          </p:val>
                                        </p:tav>
                                      </p:tavLst>
                                    </p:anim>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5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4"/>
                                        </p:tgtEl>
                                        <p:attrNameLst>
                                          <p:attrName>style.visibility</p:attrName>
                                        </p:attrNameLst>
                                      </p:cBhvr>
                                      <p:to>
                                        <p:strVal val="visible"/>
                                      </p:to>
                                    </p:set>
                                    <p:animEffect transition="in" filter="fade">
                                      <p:cBhvr>
                                        <p:cTn id="84" dur="500"/>
                                        <p:tgtEl>
                                          <p:spTgt spid="24"/>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5"/>
                                        </p:tgtEl>
                                        <p:attrNameLst>
                                          <p:attrName>style.visibility</p:attrName>
                                        </p:attrNameLst>
                                      </p:cBhvr>
                                      <p:to>
                                        <p:strVal val="visible"/>
                                      </p:to>
                                    </p:set>
                                    <p:animEffect transition="in" filter="fade">
                                      <p:cBhvr>
                                        <p:cTn id="87" dur="500"/>
                                        <p:tgtEl>
                                          <p:spTgt spid="25"/>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28"/>
                                        </p:tgtEl>
                                        <p:attrNameLst>
                                          <p:attrName>style.visibility</p:attrName>
                                        </p:attrNameLst>
                                      </p:cBhvr>
                                      <p:to>
                                        <p:strVal val="visible"/>
                                      </p:to>
                                    </p:set>
                                    <p:animEffect transition="in" filter="fade">
                                      <p:cBhvr>
                                        <p:cTn id="90" dur="500"/>
                                        <p:tgtEl>
                                          <p:spTgt spid="28"/>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9"/>
                                        </p:tgtEl>
                                        <p:attrNameLst>
                                          <p:attrName>style.visibility</p:attrName>
                                        </p:attrNameLst>
                                      </p:cBhvr>
                                      <p:to>
                                        <p:strVal val="visible"/>
                                      </p:to>
                                    </p:set>
                                    <p:animEffect transition="in" filter="fade">
                                      <p:cBhvr>
                                        <p:cTn id="93" dur="500"/>
                                        <p:tgtEl>
                                          <p:spTgt spid="29"/>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6"/>
                                        </p:tgtEl>
                                        <p:attrNameLst>
                                          <p:attrName>style.visibility</p:attrName>
                                        </p:attrNameLst>
                                      </p:cBhvr>
                                      <p:to>
                                        <p:strVal val="visible"/>
                                      </p:to>
                                    </p:set>
                                    <p:animEffect transition="in" filter="fade">
                                      <p:cBhvr>
                                        <p:cTn id="9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9" grpId="0"/>
      <p:bldP spid="13" grpId="0"/>
      <p:bldP spid="14" grpId="0"/>
      <p:bldP spid="24" grpId="0"/>
      <p:bldP spid="25" grpId="0"/>
      <p:bldP spid="26" grpId="0"/>
      <p:bldP spid="27" grpId="0"/>
      <p:bldP spid="28" grpId="0"/>
      <p:bldP spid="2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4409405" y="1758426"/>
            <a:ext cx="826753" cy="8267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6" name="直接连接符 5"/>
          <p:cNvCxnSpPr>
            <a:stCxn id="5" idx="6"/>
          </p:cNvCxnSpPr>
          <p:nvPr/>
        </p:nvCxnSpPr>
        <p:spPr>
          <a:xfrm>
            <a:off x="5236156" y="2171803"/>
            <a:ext cx="1671035" cy="14631"/>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5028193" y="3672310"/>
            <a:ext cx="1995111" cy="9871"/>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V="1">
            <a:off x="4930036" y="5182686"/>
            <a:ext cx="1977155" cy="389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5959987" y="1239993"/>
            <a:ext cx="75628" cy="4883925"/>
            <a:chOff x="5921886" y="1613554"/>
            <a:chExt cx="75628" cy="4883925"/>
          </a:xfrm>
        </p:grpSpPr>
        <p:cxnSp>
          <p:nvCxnSpPr>
            <p:cNvPr id="10" name="直接连接符 9"/>
            <p:cNvCxnSpPr>
              <a:stCxn id="11" idx="4"/>
              <a:endCxn id="15" idx="0"/>
            </p:cNvCxnSpPr>
            <p:nvPr/>
          </p:nvCxnSpPr>
          <p:spPr>
            <a:xfrm>
              <a:off x="5959700" y="1689182"/>
              <a:ext cx="0" cy="4732669"/>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5921886" y="1613554"/>
              <a:ext cx="75628" cy="75628"/>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椭圆 11"/>
            <p:cNvSpPr/>
            <p:nvPr/>
          </p:nvSpPr>
          <p:spPr>
            <a:xfrm>
              <a:off x="5921886" y="2512308"/>
              <a:ext cx="75628" cy="75628"/>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椭圆 12"/>
            <p:cNvSpPr/>
            <p:nvPr/>
          </p:nvSpPr>
          <p:spPr>
            <a:xfrm>
              <a:off x="5921886" y="4011768"/>
              <a:ext cx="75628" cy="75628"/>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椭圆 13"/>
            <p:cNvSpPr/>
            <p:nvPr/>
          </p:nvSpPr>
          <p:spPr>
            <a:xfrm>
              <a:off x="5921886" y="5517386"/>
              <a:ext cx="75628" cy="75628"/>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椭圆 14"/>
            <p:cNvSpPr/>
            <p:nvPr/>
          </p:nvSpPr>
          <p:spPr>
            <a:xfrm>
              <a:off x="5921886" y="6421851"/>
              <a:ext cx="75628" cy="75628"/>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6" name="椭圆 15"/>
          <p:cNvSpPr/>
          <p:nvPr/>
        </p:nvSpPr>
        <p:spPr>
          <a:xfrm>
            <a:off x="4409405" y="3268804"/>
            <a:ext cx="826753" cy="82675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4409405" y="4760505"/>
            <a:ext cx="826753" cy="8267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6907192" y="4760505"/>
            <a:ext cx="826753" cy="8267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6907192" y="3281563"/>
            <a:ext cx="826753" cy="82675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p:cNvSpPr/>
          <p:nvPr/>
        </p:nvSpPr>
        <p:spPr>
          <a:xfrm>
            <a:off x="6907192" y="1787478"/>
            <a:ext cx="826753" cy="8267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文本框 26"/>
          <p:cNvSpPr txBox="1"/>
          <p:nvPr/>
        </p:nvSpPr>
        <p:spPr>
          <a:xfrm>
            <a:off x="1110128" y="2161549"/>
            <a:ext cx="3011080" cy="738664"/>
          </a:xfrm>
          <a:prstGeom prst="rect">
            <a:avLst/>
          </a:prstGeom>
          <a:noFill/>
        </p:spPr>
        <p:txBody>
          <a:bodyPr wrap="square" rtlCol="0">
            <a:spAutoFit/>
          </a:bodyPr>
          <a:lstStyle/>
          <a:p>
            <a:pPr algn="r"/>
            <a:r>
              <a:rPr lang="zh-CN" altLang="en-US" sz="1400" dirty="0">
                <a:solidFill>
                  <a:schemeClr val="bg2">
                    <a:lumMod val="25000"/>
                  </a:schemeClr>
                </a:solidFill>
                <a:cs typeface="+mn-ea"/>
                <a:sym typeface="+mn-lt"/>
              </a:rPr>
              <a:t>点击此处添加内容，请注意字体大小及内容点击此处添加内容，请注意字体大小</a:t>
            </a:r>
            <a:endParaRPr lang="zh-CN" altLang="en-US" sz="1400" dirty="0">
              <a:solidFill>
                <a:schemeClr val="bg2">
                  <a:lumMod val="25000"/>
                </a:schemeClr>
              </a:solidFill>
              <a:cs typeface="+mn-ea"/>
              <a:sym typeface="+mn-lt"/>
            </a:endParaRPr>
          </a:p>
        </p:txBody>
      </p:sp>
      <p:sp>
        <p:nvSpPr>
          <p:cNvPr id="28" name="文本框 27"/>
          <p:cNvSpPr txBox="1"/>
          <p:nvPr/>
        </p:nvSpPr>
        <p:spPr>
          <a:xfrm>
            <a:off x="2538465" y="1789986"/>
            <a:ext cx="1569660" cy="369332"/>
          </a:xfrm>
          <a:prstGeom prst="rect">
            <a:avLst/>
          </a:prstGeom>
          <a:noFill/>
        </p:spPr>
        <p:txBody>
          <a:bodyPr wrap="none" rtlCol="0">
            <a:spAutoFit/>
          </a:bodyPr>
          <a:lstStyle/>
          <a:p>
            <a:pPr algn="r"/>
            <a:r>
              <a:rPr lang="zh-CN" altLang="en-US" dirty="0">
                <a:solidFill>
                  <a:schemeClr val="bg2">
                    <a:lumMod val="10000"/>
                  </a:schemeClr>
                </a:solidFill>
                <a:cs typeface="+mn-ea"/>
                <a:sym typeface="+mn-lt"/>
              </a:rPr>
              <a:t>点击添加文字</a:t>
            </a:r>
            <a:endParaRPr lang="zh-CN" altLang="en-US" dirty="0">
              <a:solidFill>
                <a:schemeClr val="bg2">
                  <a:lumMod val="10000"/>
                </a:schemeClr>
              </a:solidFill>
              <a:cs typeface="+mn-ea"/>
              <a:sym typeface="+mn-lt"/>
            </a:endParaRPr>
          </a:p>
        </p:txBody>
      </p:sp>
      <p:sp>
        <p:nvSpPr>
          <p:cNvPr id="29" name="文本框 28"/>
          <p:cNvSpPr txBox="1"/>
          <p:nvPr/>
        </p:nvSpPr>
        <p:spPr>
          <a:xfrm>
            <a:off x="1110128" y="3633364"/>
            <a:ext cx="3011080" cy="738664"/>
          </a:xfrm>
          <a:prstGeom prst="rect">
            <a:avLst/>
          </a:prstGeom>
          <a:noFill/>
        </p:spPr>
        <p:txBody>
          <a:bodyPr wrap="square" rtlCol="0">
            <a:spAutoFit/>
          </a:bodyPr>
          <a:lstStyle/>
          <a:p>
            <a:pPr algn="r"/>
            <a:r>
              <a:rPr lang="zh-CN" altLang="en-US" sz="1400" dirty="0">
                <a:solidFill>
                  <a:schemeClr val="bg2">
                    <a:lumMod val="25000"/>
                  </a:schemeClr>
                </a:solidFill>
                <a:cs typeface="+mn-ea"/>
                <a:sym typeface="+mn-lt"/>
              </a:rPr>
              <a:t>点击此处添加内容，请注意字体大小及内容点击此处添加内容，请注意字体大小</a:t>
            </a:r>
            <a:endParaRPr lang="zh-CN" altLang="en-US" sz="1400" dirty="0">
              <a:solidFill>
                <a:schemeClr val="bg2">
                  <a:lumMod val="25000"/>
                </a:schemeClr>
              </a:solidFill>
              <a:cs typeface="+mn-ea"/>
              <a:sym typeface="+mn-lt"/>
            </a:endParaRPr>
          </a:p>
        </p:txBody>
      </p:sp>
      <p:sp>
        <p:nvSpPr>
          <p:cNvPr id="30" name="文本框 29"/>
          <p:cNvSpPr txBox="1"/>
          <p:nvPr/>
        </p:nvSpPr>
        <p:spPr>
          <a:xfrm>
            <a:off x="2538465" y="3261801"/>
            <a:ext cx="1569660" cy="369332"/>
          </a:xfrm>
          <a:prstGeom prst="rect">
            <a:avLst/>
          </a:prstGeom>
          <a:noFill/>
        </p:spPr>
        <p:txBody>
          <a:bodyPr wrap="none" rtlCol="0">
            <a:spAutoFit/>
          </a:bodyPr>
          <a:lstStyle/>
          <a:p>
            <a:pPr algn="r"/>
            <a:r>
              <a:rPr lang="zh-CN" altLang="en-US" dirty="0">
                <a:solidFill>
                  <a:schemeClr val="bg2">
                    <a:lumMod val="10000"/>
                  </a:schemeClr>
                </a:solidFill>
                <a:cs typeface="+mn-ea"/>
                <a:sym typeface="+mn-lt"/>
              </a:rPr>
              <a:t>点击添加文字</a:t>
            </a:r>
            <a:endParaRPr lang="zh-CN" altLang="en-US" dirty="0">
              <a:solidFill>
                <a:schemeClr val="bg2">
                  <a:lumMod val="10000"/>
                </a:schemeClr>
              </a:solidFill>
              <a:cs typeface="+mn-ea"/>
              <a:sym typeface="+mn-lt"/>
            </a:endParaRPr>
          </a:p>
        </p:txBody>
      </p:sp>
      <p:sp>
        <p:nvSpPr>
          <p:cNvPr id="31" name="文本框 30"/>
          <p:cNvSpPr txBox="1"/>
          <p:nvPr/>
        </p:nvSpPr>
        <p:spPr>
          <a:xfrm>
            <a:off x="1110128" y="5105179"/>
            <a:ext cx="3011081" cy="738664"/>
          </a:xfrm>
          <a:prstGeom prst="rect">
            <a:avLst/>
          </a:prstGeom>
          <a:noFill/>
        </p:spPr>
        <p:txBody>
          <a:bodyPr wrap="square" rtlCol="0">
            <a:spAutoFit/>
          </a:bodyPr>
          <a:lstStyle/>
          <a:p>
            <a:pPr algn="r"/>
            <a:r>
              <a:rPr lang="zh-CN" altLang="en-US" sz="1400" dirty="0">
                <a:solidFill>
                  <a:schemeClr val="bg2">
                    <a:lumMod val="25000"/>
                  </a:schemeClr>
                </a:solidFill>
                <a:cs typeface="+mn-ea"/>
                <a:sym typeface="+mn-lt"/>
              </a:rPr>
              <a:t>点击此处添加内容，请注意字体大小及内容点击此处添加内容，请注意字体大小</a:t>
            </a:r>
            <a:endParaRPr lang="zh-CN" altLang="en-US" sz="1400" dirty="0">
              <a:solidFill>
                <a:schemeClr val="bg2">
                  <a:lumMod val="25000"/>
                </a:schemeClr>
              </a:solidFill>
              <a:cs typeface="+mn-ea"/>
              <a:sym typeface="+mn-lt"/>
            </a:endParaRPr>
          </a:p>
        </p:txBody>
      </p:sp>
      <p:sp>
        <p:nvSpPr>
          <p:cNvPr id="32" name="文本框 31"/>
          <p:cNvSpPr txBox="1"/>
          <p:nvPr/>
        </p:nvSpPr>
        <p:spPr>
          <a:xfrm>
            <a:off x="2538465" y="4733616"/>
            <a:ext cx="1569660" cy="369332"/>
          </a:xfrm>
          <a:prstGeom prst="rect">
            <a:avLst/>
          </a:prstGeom>
          <a:noFill/>
        </p:spPr>
        <p:txBody>
          <a:bodyPr wrap="none" rtlCol="0">
            <a:spAutoFit/>
          </a:bodyPr>
          <a:lstStyle/>
          <a:p>
            <a:pPr algn="r"/>
            <a:r>
              <a:rPr lang="zh-CN" altLang="en-US" dirty="0">
                <a:solidFill>
                  <a:schemeClr val="bg2">
                    <a:lumMod val="10000"/>
                  </a:schemeClr>
                </a:solidFill>
                <a:cs typeface="+mn-ea"/>
                <a:sym typeface="+mn-lt"/>
              </a:rPr>
              <a:t>点击添加文字</a:t>
            </a:r>
            <a:endParaRPr lang="zh-CN" altLang="en-US" dirty="0">
              <a:solidFill>
                <a:schemeClr val="bg2">
                  <a:lumMod val="10000"/>
                </a:schemeClr>
              </a:solidFill>
              <a:cs typeface="+mn-ea"/>
              <a:sym typeface="+mn-lt"/>
            </a:endParaRPr>
          </a:p>
        </p:txBody>
      </p:sp>
      <p:sp>
        <p:nvSpPr>
          <p:cNvPr id="33" name="文本框 32"/>
          <p:cNvSpPr txBox="1"/>
          <p:nvPr/>
        </p:nvSpPr>
        <p:spPr>
          <a:xfrm>
            <a:off x="7874393" y="2161549"/>
            <a:ext cx="3011080" cy="738664"/>
          </a:xfrm>
          <a:prstGeom prst="rect">
            <a:avLst/>
          </a:prstGeom>
          <a:noFill/>
        </p:spPr>
        <p:txBody>
          <a:bodyPr wrap="square" rtlCol="0">
            <a:spAutoFit/>
          </a:bodyPr>
          <a:lstStyle/>
          <a:p>
            <a:r>
              <a:rPr lang="zh-CN" altLang="en-US" sz="1400" dirty="0">
                <a:solidFill>
                  <a:schemeClr val="bg2">
                    <a:lumMod val="25000"/>
                  </a:schemeClr>
                </a:solidFill>
                <a:cs typeface="+mn-ea"/>
                <a:sym typeface="+mn-lt"/>
              </a:rPr>
              <a:t>点击此处添加内容，请注意字体大小及内容点击此处添加内容，请注意字体大小</a:t>
            </a:r>
            <a:endParaRPr lang="zh-CN" altLang="en-US" sz="1400" dirty="0">
              <a:solidFill>
                <a:schemeClr val="bg2">
                  <a:lumMod val="25000"/>
                </a:schemeClr>
              </a:solidFill>
              <a:cs typeface="+mn-ea"/>
              <a:sym typeface="+mn-lt"/>
            </a:endParaRPr>
          </a:p>
        </p:txBody>
      </p:sp>
      <p:sp>
        <p:nvSpPr>
          <p:cNvPr id="34" name="文本框 33"/>
          <p:cNvSpPr txBox="1"/>
          <p:nvPr/>
        </p:nvSpPr>
        <p:spPr>
          <a:xfrm>
            <a:off x="7874393" y="1789986"/>
            <a:ext cx="1569660" cy="369332"/>
          </a:xfrm>
          <a:prstGeom prst="rect">
            <a:avLst/>
          </a:prstGeom>
          <a:noFill/>
        </p:spPr>
        <p:txBody>
          <a:bodyPr wrap="none" rtlCol="0">
            <a:spAutoFit/>
          </a:bodyPr>
          <a:lstStyle/>
          <a:p>
            <a:r>
              <a:rPr lang="zh-CN" altLang="en-US" dirty="0">
                <a:solidFill>
                  <a:schemeClr val="bg2">
                    <a:lumMod val="10000"/>
                  </a:schemeClr>
                </a:solidFill>
                <a:cs typeface="+mn-ea"/>
                <a:sym typeface="+mn-lt"/>
              </a:rPr>
              <a:t>点击添加文字</a:t>
            </a:r>
            <a:endParaRPr lang="zh-CN" altLang="en-US" dirty="0">
              <a:solidFill>
                <a:schemeClr val="bg2">
                  <a:lumMod val="10000"/>
                </a:schemeClr>
              </a:solidFill>
              <a:cs typeface="+mn-ea"/>
              <a:sym typeface="+mn-lt"/>
            </a:endParaRPr>
          </a:p>
        </p:txBody>
      </p:sp>
      <p:sp>
        <p:nvSpPr>
          <p:cNvPr id="35" name="文本框 34"/>
          <p:cNvSpPr txBox="1"/>
          <p:nvPr/>
        </p:nvSpPr>
        <p:spPr>
          <a:xfrm>
            <a:off x="7874393" y="3633364"/>
            <a:ext cx="3011080" cy="738664"/>
          </a:xfrm>
          <a:prstGeom prst="rect">
            <a:avLst/>
          </a:prstGeom>
          <a:noFill/>
        </p:spPr>
        <p:txBody>
          <a:bodyPr wrap="square" rtlCol="0">
            <a:spAutoFit/>
          </a:bodyPr>
          <a:lstStyle/>
          <a:p>
            <a:r>
              <a:rPr lang="zh-CN" altLang="en-US" sz="1400" dirty="0">
                <a:solidFill>
                  <a:schemeClr val="bg2">
                    <a:lumMod val="25000"/>
                  </a:schemeClr>
                </a:solidFill>
                <a:cs typeface="+mn-ea"/>
                <a:sym typeface="+mn-lt"/>
              </a:rPr>
              <a:t>点击此处添加内容，请注意字体大小及内容点击此处添加内容，请注意字体大小</a:t>
            </a:r>
            <a:endParaRPr lang="zh-CN" altLang="en-US" sz="1400" dirty="0">
              <a:solidFill>
                <a:schemeClr val="bg2">
                  <a:lumMod val="25000"/>
                </a:schemeClr>
              </a:solidFill>
              <a:cs typeface="+mn-ea"/>
              <a:sym typeface="+mn-lt"/>
            </a:endParaRPr>
          </a:p>
        </p:txBody>
      </p:sp>
      <p:sp>
        <p:nvSpPr>
          <p:cNvPr id="36" name="文本框 35"/>
          <p:cNvSpPr txBox="1"/>
          <p:nvPr/>
        </p:nvSpPr>
        <p:spPr>
          <a:xfrm>
            <a:off x="7874393" y="3261801"/>
            <a:ext cx="1569660" cy="369332"/>
          </a:xfrm>
          <a:prstGeom prst="rect">
            <a:avLst/>
          </a:prstGeom>
          <a:noFill/>
        </p:spPr>
        <p:txBody>
          <a:bodyPr wrap="none" rtlCol="0">
            <a:spAutoFit/>
          </a:bodyPr>
          <a:lstStyle/>
          <a:p>
            <a:r>
              <a:rPr lang="zh-CN" altLang="en-US" dirty="0">
                <a:solidFill>
                  <a:schemeClr val="bg2">
                    <a:lumMod val="10000"/>
                  </a:schemeClr>
                </a:solidFill>
                <a:cs typeface="+mn-ea"/>
                <a:sym typeface="+mn-lt"/>
              </a:rPr>
              <a:t>点击添加文字</a:t>
            </a:r>
            <a:endParaRPr lang="zh-CN" altLang="en-US" dirty="0">
              <a:solidFill>
                <a:schemeClr val="bg2">
                  <a:lumMod val="10000"/>
                </a:schemeClr>
              </a:solidFill>
              <a:cs typeface="+mn-ea"/>
              <a:sym typeface="+mn-lt"/>
            </a:endParaRPr>
          </a:p>
        </p:txBody>
      </p:sp>
      <p:sp>
        <p:nvSpPr>
          <p:cNvPr id="37" name="文本框 36"/>
          <p:cNvSpPr txBox="1"/>
          <p:nvPr/>
        </p:nvSpPr>
        <p:spPr>
          <a:xfrm>
            <a:off x="7874394" y="5105179"/>
            <a:ext cx="3011081" cy="738664"/>
          </a:xfrm>
          <a:prstGeom prst="rect">
            <a:avLst/>
          </a:prstGeom>
          <a:noFill/>
        </p:spPr>
        <p:txBody>
          <a:bodyPr wrap="square" rtlCol="0">
            <a:spAutoFit/>
          </a:bodyPr>
          <a:lstStyle/>
          <a:p>
            <a:r>
              <a:rPr lang="zh-CN" altLang="en-US" sz="1400" dirty="0">
                <a:solidFill>
                  <a:schemeClr val="bg2">
                    <a:lumMod val="25000"/>
                  </a:schemeClr>
                </a:solidFill>
                <a:cs typeface="+mn-ea"/>
                <a:sym typeface="+mn-lt"/>
              </a:rPr>
              <a:t>点击此处添加内容，请注意字体大小及内容点击此处添加内容，请注意字体大小</a:t>
            </a:r>
            <a:endParaRPr lang="zh-CN" altLang="en-US" sz="1400" dirty="0">
              <a:solidFill>
                <a:schemeClr val="bg2">
                  <a:lumMod val="25000"/>
                </a:schemeClr>
              </a:solidFill>
              <a:cs typeface="+mn-ea"/>
              <a:sym typeface="+mn-lt"/>
            </a:endParaRPr>
          </a:p>
        </p:txBody>
      </p:sp>
      <p:sp>
        <p:nvSpPr>
          <p:cNvPr id="38" name="文本框 37"/>
          <p:cNvSpPr txBox="1"/>
          <p:nvPr/>
        </p:nvSpPr>
        <p:spPr>
          <a:xfrm>
            <a:off x="7874393" y="4733616"/>
            <a:ext cx="1569660" cy="369332"/>
          </a:xfrm>
          <a:prstGeom prst="rect">
            <a:avLst/>
          </a:prstGeom>
          <a:noFill/>
        </p:spPr>
        <p:txBody>
          <a:bodyPr wrap="none" rtlCol="0">
            <a:spAutoFit/>
          </a:bodyPr>
          <a:lstStyle/>
          <a:p>
            <a:r>
              <a:rPr lang="zh-CN" altLang="en-US" dirty="0">
                <a:solidFill>
                  <a:schemeClr val="bg2">
                    <a:lumMod val="10000"/>
                  </a:schemeClr>
                </a:solidFill>
                <a:cs typeface="+mn-ea"/>
                <a:sym typeface="+mn-lt"/>
              </a:rPr>
              <a:t>点击添加文字</a:t>
            </a:r>
            <a:endParaRPr lang="zh-CN" altLang="en-US" dirty="0">
              <a:solidFill>
                <a:schemeClr val="bg2">
                  <a:lumMod val="10000"/>
                </a:schemeClr>
              </a:solidFill>
              <a:cs typeface="+mn-ea"/>
              <a:sym typeface="+mn-lt"/>
            </a:endParaRPr>
          </a:p>
        </p:txBody>
      </p:sp>
      <p:grpSp>
        <p:nvGrpSpPr>
          <p:cNvPr id="44" name="组合 43"/>
          <p:cNvGrpSpPr/>
          <p:nvPr/>
        </p:nvGrpSpPr>
        <p:grpSpPr>
          <a:xfrm>
            <a:off x="0" y="543582"/>
            <a:ext cx="12192000" cy="381000"/>
            <a:chOff x="0" y="543582"/>
            <a:chExt cx="12192000" cy="381000"/>
          </a:xfrm>
        </p:grpSpPr>
        <p:cxnSp>
          <p:nvCxnSpPr>
            <p:cNvPr id="39" name="直接连接符 38"/>
            <p:cNvCxnSpPr/>
            <p:nvPr/>
          </p:nvCxnSpPr>
          <p:spPr>
            <a:xfrm>
              <a:off x="0" y="734082"/>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0" name="组合 39"/>
            <p:cNvGrpSpPr/>
            <p:nvPr/>
          </p:nvGrpSpPr>
          <p:grpSpPr>
            <a:xfrm rot="10800000">
              <a:off x="11060824" y="543582"/>
              <a:ext cx="656896" cy="381000"/>
              <a:chOff x="307428" y="393221"/>
              <a:chExt cx="656896" cy="381000"/>
            </a:xfrm>
          </p:grpSpPr>
          <p:sp>
            <p:nvSpPr>
              <p:cNvPr id="41" name="等腰三角形 40"/>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2" name="等腰三角形 41"/>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03465" y="268340"/>
            <a:ext cx="2941552" cy="2122820"/>
          </a:xfrm>
          <a:prstGeom prst="rect">
            <a:avLst/>
          </a:prstGeom>
        </p:spPr>
      </p:pic>
    </p:spTree>
    <p:custDataLst>
      <p:tags r:id="rId2"/>
    </p:custDataLst>
  </p:cSld>
  <p:clrMapOvr>
    <a:masterClrMapping/>
  </p:clrMapOvr>
  <p:transition spd="slow" advTm="5769">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right)">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 calcmode="lin" valueType="num">
                                      <p:cBhvr additive="base">
                                        <p:cTn id="12" dur="500" fill="hold"/>
                                        <p:tgtEl>
                                          <p:spTgt spid="28"/>
                                        </p:tgtEl>
                                        <p:attrNameLst>
                                          <p:attrName>ppt_x</p:attrName>
                                        </p:attrNameLst>
                                      </p:cBhvr>
                                      <p:tavLst>
                                        <p:tav tm="0">
                                          <p:val>
                                            <p:strVal val="0-#ppt_w/2"/>
                                          </p:val>
                                        </p:tav>
                                        <p:tav tm="100000">
                                          <p:val>
                                            <p:strVal val="#ppt_x"/>
                                          </p:val>
                                        </p:tav>
                                      </p:tavLst>
                                    </p:anim>
                                    <p:anim calcmode="lin" valueType="num">
                                      <p:cBhvr additive="base">
                                        <p:cTn id="13" dur="500" fill="hold"/>
                                        <p:tgtEl>
                                          <p:spTgt spid="28"/>
                                        </p:tgtEl>
                                        <p:attrNameLst>
                                          <p:attrName>ppt_y</p:attrName>
                                        </p:attrNameLst>
                                      </p:cBhvr>
                                      <p:tavLst>
                                        <p:tav tm="0">
                                          <p:val>
                                            <p:strVal val="#ppt_y"/>
                                          </p:val>
                                        </p:tav>
                                        <p:tav tm="100000">
                                          <p:val>
                                            <p:strVal val="#ppt_y"/>
                                          </p:val>
                                        </p:tav>
                                      </p:tavLst>
                                    </p:anim>
                                  </p:childTnLst>
                                </p:cTn>
                              </p:par>
                              <p:par>
                                <p:cTn id="14" presetID="2" presetClass="entr" presetSubtype="8"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 calcmode="lin" valueType="num">
                                      <p:cBhvr additive="base">
                                        <p:cTn id="16" dur="500" fill="hold"/>
                                        <p:tgtEl>
                                          <p:spTgt spid="27"/>
                                        </p:tgtEl>
                                        <p:attrNameLst>
                                          <p:attrName>ppt_x</p:attrName>
                                        </p:attrNameLst>
                                      </p:cBhvr>
                                      <p:tavLst>
                                        <p:tav tm="0">
                                          <p:val>
                                            <p:strVal val="0-#ppt_w/2"/>
                                          </p:val>
                                        </p:tav>
                                        <p:tav tm="100000">
                                          <p:val>
                                            <p:strVal val="#ppt_x"/>
                                          </p:val>
                                        </p:tav>
                                      </p:tavLst>
                                    </p:anim>
                                    <p:anim calcmode="lin" valueType="num">
                                      <p:cBhvr additive="base">
                                        <p:cTn id="17" dur="500" fill="hold"/>
                                        <p:tgtEl>
                                          <p:spTgt spid="27"/>
                                        </p:tgtEl>
                                        <p:attrNameLst>
                                          <p:attrName>ppt_y</p:attrName>
                                        </p:attrNameLst>
                                      </p:cBhvr>
                                      <p:tavLst>
                                        <p:tav tm="0">
                                          <p:val>
                                            <p:strVal val="#ppt_y"/>
                                          </p:val>
                                        </p:tav>
                                        <p:tav tm="100000">
                                          <p:val>
                                            <p:strVal val="#ppt_y"/>
                                          </p:val>
                                        </p:tav>
                                      </p:tavLst>
                                    </p:anim>
                                  </p:childTnLst>
                                </p:cTn>
                              </p:par>
                              <p:par>
                                <p:cTn id="18" presetID="2" presetClass="entr" presetSubtype="8" fill="hold" grpId="0" nodeType="withEffect">
                                  <p:stCondLst>
                                    <p:cond delay="0"/>
                                  </p:stCondLst>
                                  <p:childTnLst>
                                    <p:set>
                                      <p:cBhvr>
                                        <p:cTn id="19" dur="1" fill="hold">
                                          <p:stCondLst>
                                            <p:cond delay="0"/>
                                          </p:stCondLst>
                                        </p:cTn>
                                        <p:tgtEl>
                                          <p:spTgt spid="30"/>
                                        </p:tgtEl>
                                        <p:attrNameLst>
                                          <p:attrName>style.visibility</p:attrName>
                                        </p:attrNameLst>
                                      </p:cBhvr>
                                      <p:to>
                                        <p:strVal val="visible"/>
                                      </p:to>
                                    </p:set>
                                    <p:anim calcmode="lin" valueType="num">
                                      <p:cBhvr additive="base">
                                        <p:cTn id="20" dur="500" fill="hold"/>
                                        <p:tgtEl>
                                          <p:spTgt spid="30"/>
                                        </p:tgtEl>
                                        <p:attrNameLst>
                                          <p:attrName>ppt_x</p:attrName>
                                        </p:attrNameLst>
                                      </p:cBhvr>
                                      <p:tavLst>
                                        <p:tav tm="0">
                                          <p:val>
                                            <p:strVal val="0-#ppt_w/2"/>
                                          </p:val>
                                        </p:tav>
                                        <p:tav tm="100000">
                                          <p:val>
                                            <p:strVal val="#ppt_x"/>
                                          </p:val>
                                        </p:tav>
                                      </p:tavLst>
                                    </p:anim>
                                    <p:anim calcmode="lin" valueType="num">
                                      <p:cBhvr additive="base">
                                        <p:cTn id="21" dur="500" fill="hold"/>
                                        <p:tgtEl>
                                          <p:spTgt spid="30"/>
                                        </p:tgtEl>
                                        <p:attrNameLst>
                                          <p:attrName>ppt_y</p:attrName>
                                        </p:attrNameLst>
                                      </p:cBhvr>
                                      <p:tavLst>
                                        <p:tav tm="0">
                                          <p:val>
                                            <p:strVal val="#ppt_y"/>
                                          </p:val>
                                        </p:tav>
                                        <p:tav tm="100000">
                                          <p:val>
                                            <p:strVal val="#ppt_y"/>
                                          </p:val>
                                        </p:tav>
                                      </p:tavLst>
                                    </p:anim>
                                  </p:childTnLst>
                                </p:cTn>
                              </p:par>
                              <p:par>
                                <p:cTn id="22" presetID="2" presetClass="entr" presetSubtype="8" fill="hold" grpId="0" nodeType="withEffect">
                                  <p:stCondLst>
                                    <p:cond delay="0"/>
                                  </p:stCondLst>
                                  <p:childTnLst>
                                    <p:set>
                                      <p:cBhvr>
                                        <p:cTn id="23" dur="1" fill="hold">
                                          <p:stCondLst>
                                            <p:cond delay="0"/>
                                          </p:stCondLst>
                                        </p:cTn>
                                        <p:tgtEl>
                                          <p:spTgt spid="29"/>
                                        </p:tgtEl>
                                        <p:attrNameLst>
                                          <p:attrName>style.visibility</p:attrName>
                                        </p:attrNameLst>
                                      </p:cBhvr>
                                      <p:to>
                                        <p:strVal val="visible"/>
                                      </p:to>
                                    </p:set>
                                    <p:anim calcmode="lin" valueType="num">
                                      <p:cBhvr additive="base">
                                        <p:cTn id="24" dur="500" fill="hold"/>
                                        <p:tgtEl>
                                          <p:spTgt spid="29"/>
                                        </p:tgtEl>
                                        <p:attrNameLst>
                                          <p:attrName>ppt_x</p:attrName>
                                        </p:attrNameLst>
                                      </p:cBhvr>
                                      <p:tavLst>
                                        <p:tav tm="0">
                                          <p:val>
                                            <p:strVal val="0-#ppt_w/2"/>
                                          </p:val>
                                        </p:tav>
                                        <p:tav tm="100000">
                                          <p:val>
                                            <p:strVal val="#ppt_x"/>
                                          </p:val>
                                        </p:tav>
                                      </p:tavLst>
                                    </p:anim>
                                    <p:anim calcmode="lin" valueType="num">
                                      <p:cBhvr additive="base">
                                        <p:cTn id="25" dur="500" fill="hold"/>
                                        <p:tgtEl>
                                          <p:spTgt spid="29"/>
                                        </p:tgtEl>
                                        <p:attrNameLst>
                                          <p:attrName>ppt_y</p:attrName>
                                        </p:attrNameLst>
                                      </p:cBhvr>
                                      <p:tavLst>
                                        <p:tav tm="0">
                                          <p:val>
                                            <p:strVal val="#ppt_y"/>
                                          </p:val>
                                        </p:tav>
                                        <p:tav tm="100000">
                                          <p:val>
                                            <p:strVal val="#ppt_y"/>
                                          </p:val>
                                        </p:tav>
                                      </p:tavLst>
                                    </p:anim>
                                  </p:childTnLst>
                                </p:cTn>
                              </p:par>
                              <p:par>
                                <p:cTn id="26" presetID="2" presetClass="entr" presetSubtype="8" fill="hold" grpId="0" nodeType="withEffect">
                                  <p:stCondLst>
                                    <p:cond delay="0"/>
                                  </p:stCondLst>
                                  <p:childTnLst>
                                    <p:set>
                                      <p:cBhvr>
                                        <p:cTn id="27" dur="1" fill="hold">
                                          <p:stCondLst>
                                            <p:cond delay="0"/>
                                          </p:stCondLst>
                                        </p:cTn>
                                        <p:tgtEl>
                                          <p:spTgt spid="32"/>
                                        </p:tgtEl>
                                        <p:attrNameLst>
                                          <p:attrName>style.visibility</p:attrName>
                                        </p:attrNameLst>
                                      </p:cBhvr>
                                      <p:to>
                                        <p:strVal val="visible"/>
                                      </p:to>
                                    </p:set>
                                    <p:anim calcmode="lin" valueType="num">
                                      <p:cBhvr additive="base">
                                        <p:cTn id="28" dur="500" fill="hold"/>
                                        <p:tgtEl>
                                          <p:spTgt spid="32"/>
                                        </p:tgtEl>
                                        <p:attrNameLst>
                                          <p:attrName>ppt_x</p:attrName>
                                        </p:attrNameLst>
                                      </p:cBhvr>
                                      <p:tavLst>
                                        <p:tav tm="0">
                                          <p:val>
                                            <p:strVal val="0-#ppt_w/2"/>
                                          </p:val>
                                        </p:tav>
                                        <p:tav tm="100000">
                                          <p:val>
                                            <p:strVal val="#ppt_x"/>
                                          </p:val>
                                        </p:tav>
                                      </p:tavLst>
                                    </p:anim>
                                    <p:anim calcmode="lin" valueType="num">
                                      <p:cBhvr additive="base">
                                        <p:cTn id="29" dur="500" fill="hold"/>
                                        <p:tgtEl>
                                          <p:spTgt spid="32"/>
                                        </p:tgtEl>
                                        <p:attrNameLst>
                                          <p:attrName>ppt_y</p:attrName>
                                        </p:attrNameLst>
                                      </p:cBhvr>
                                      <p:tavLst>
                                        <p:tav tm="0">
                                          <p:val>
                                            <p:strVal val="#ppt_y"/>
                                          </p:val>
                                        </p:tav>
                                        <p:tav tm="100000">
                                          <p:val>
                                            <p:strVal val="#ppt_y"/>
                                          </p:val>
                                        </p:tav>
                                      </p:tavLst>
                                    </p:anim>
                                  </p:childTnLst>
                                </p:cTn>
                              </p:par>
                              <p:par>
                                <p:cTn id="30" presetID="2" presetClass="entr" presetSubtype="8"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 calcmode="lin" valueType="num">
                                      <p:cBhvr additive="base">
                                        <p:cTn id="32" dur="500" fill="hold"/>
                                        <p:tgtEl>
                                          <p:spTgt spid="31"/>
                                        </p:tgtEl>
                                        <p:attrNameLst>
                                          <p:attrName>ppt_x</p:attrName>
                                        </p:attrNameLst>
                                      </p:cBhvr>
                                      <p:tavLst>
                                        <p:tav tm="0">
                                          <p:val>
                                            <p:strVal val="0-#ppt_w/2"/>
                                          </p:val>
                                        </p:tav>
                                        <p:tav tm="100000">
                                          <p:val>
                                            <p:strVal val="#ppt_x"/>
                                          </p:val>
                                        </p:tav>
                                      </p:tavLst>
                                    </p:anim>
                                    <p:anim calcmode="lin" valueType="num">
                                      <p:cBhvr additive="base">
                                        <p:cTn id="33"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grpId="0" nodeType="clickEffect">
                                  <p:stCondLst>
                                    <p:cond delay="0"/>
                                  </p:stCondLst>
                                  <p:childTnLst>
                                    <p:set>
                                      <p:cBhvr>
                                        <p:cTn id="37" dur="1" fill="hold">
                                          <p:stCondLst>
                                            <p:cond delay="0"/>
                                          </p:stCondLst>
                                        </p:cTn>
                                        <p:tgtEl>
                                          <p:spTgt spid="34"/>
                                        </p:tgtEl>
                                        <p:attrNameLst>
                                          <p:attrName>style.visibility</p:attrName>
                                        </p:attrNameLst>
                                      </p:cBhvr>
                                      <p:to>
                                        <p:strVal val="visible"/>
                                      </p:to>
                                    </p:set>
                                    <p:anim calcmode="lin" valueType="num">
                                      <p:cBhvr additive="base">
                                        <p:cTn id="38" dur="500" fill="hold"/>
                                        <p:tgtEl>
                                          <p:spTgt spid="34"/>
                                        </p:tgtEl>
                                        <p:attrNameLst>
                                          <p:attrName>ppt_x</p:attrName>
                                        </p:attrNameLst>
                                      </p:cBhvr>
                                      <p:tavLst>
                                        <p:tav tm="0">
                                          <p:val>
                                            <p:strVal val="1+#ppt_w/2"/>
                                          </p:val>
                                        </p:tav>
                                        <p:tav tm="100000">
                                          <p:val>
                                            <p:strVal val="#ppt_x"/>
                                          </p:val>
                                        </p:tav>
                                      </p:tavLst>
                                    </p:anim>
                                    <p:anim calcmode="lin" valueType="num">
                                      <p:cBhvr additive="base">
                                        <p:cTn id="39" dur="500" fill="hold"/>
                                        <p:tgtEl>
                                          <p:spTgt spid="34"/>
                                        </p:tgtEl>
                                        <p:attrNameLst>
                                          <p:attrName>ppt_y</p:attrName>
                                        </p:attrNameLst>
                                      </p:cBhvr>
                                      <p:tavLst>
                                        <p:tav tm="0">
                                          <p:val>
                                            <p:strVal val="#ppt_y"/>
                                          </p:val>
                                        </p:tav>
                                        <p:tav tm="100000">
                                          <p:val>
                                            <p:strVal val="#ppt_y"/>
                                          </p:val>
                                        </p:tav>
                                      </p:tavLst>
                                    </p:anim>
                                  </p:childTnLst>
                                </p:cTn>
                              </p:par>
                              <p:par>
                                <p:cTn id="40" presetID="2" presetClass="entr" presetSubtype="2" fill="hold" grpId="0" nodeType="withEffect">
                                  <p:stCondLst>
                                    <p:cond delay="0"/>
                                  </p:stCondLst>
                                  <p:childTnLst>
                                    <p:set>
                                      <p:cBhvr>
                                        <p:cTn id="41" dur="1" fill="hold">
                                          <p:stCondLst>
                                            <p:cond delay="0"/>
                                          </p:stCondLst>
                                        </p:cTn>
                                        <p:tgtEl>
                                          <p:spTgt spid="33"/>
                                        </p:tgtEl>
                                        <p:attrNameLst>
                                          <p:attrName>style.visibility</p:attrName>
                                        </p:attrNameLst>
                                      </p:cBhvr>
                                      <p:to>
                                        <p:strVal val="visible"/>
                                      </p:to>
                                    </p:set>
                                    <p:anim calcmode="lin" valueType="num">
                                      <p:cBhvr additive="base">
                                        <p:cTn id="42" dur="500" fill="hold"/>
                                        <p:tgtEl>
                                          <p:spTgt spid="33"/>
                                        </p:tgtEl>
                                        <p:attrNameLst>
                                          <p:attrName>ppt_x</p:attrName>
                                        </p:attrNameLst>
                                      </p:cBhvr>
                                      <p:tavLst>
                                        <p:tav tm="0">
                                          <p:val>
                                            <p:strVal val="1+#ppt_w/2"/>
                                          </p:val>
                                        </p:tav>
                                        <p:tav tm="100000">
                                          <p:val>
                                            <p:strVal val="#ppt_x"/>
                                          </p:val>
                                        </p:tav>
                                      </p:tavLst>
                                    </p:anim>
                                    <p:anim calcmode="lin" valueType="num">
                                      <p:cBhvr additive="base">
                                        <p:cTn id="43" dur="500" fill="hold"/>
                                        <p:tgtEl>
                                          <p:spTgt spid="33"/>
                                        </p:tgtEl>
                                        <p:attrNameLst>
                                          <p:attrName>ppt_y</p:attrName>
                                        </p:attrNameLst>
                                      </p:cBhvr>
                                      <p:tavLst>
                                        <p:tav tm="0">
                                          <p:val>
                                            <p:strVal val="#ppt_y"/>
                                          </p:val>
                                        </p:tav>
                                        <p:tav tm="100000">
                                          <p:val>
                                            <p:strVal val="#ppt_y"/>
                                          </p:val>
                                        </p:tav>
                                      </p:tavLst>
                                    </p:anim>
                                  </p:childTnLst>
                                </p:cTn>
                              </p:par>
                              <p:par>
                                <p:cTn id="44" presetID="2" presetClass="entr" presetSubtype="2" fill="hold" grpId="0" nodeType="withEffect">
                                  <p:stCondLst>
                                    <p:cond delay="0"/>
                                  </p:stCondLst>
                                  <p:childTnLst>
                                    <p:set>
                                      <p:cBhvr>
                                        <p:cTn id="45" dur="1" fill="hold">
                                          <p:stCondLst>
                                            <p:cond delay="0"/>
                                          </p:stCondLst>
                                        </p:cTn>
                                        <p:tgtEl>
                                          <p:spTgt spid="36"/>
                                        </p:tgtEl>
                                        <p:attrNameLst>
                                          <p:attrName>style.visibility</p:attrName>
                                        </p:attrNameLst>
                                      </p:cBhvr>
                                      <p:to>
                                        <p:strVal val="visible"/>
                                      </p:to>
                                    </p:set>
                                    <p:anim calcmode="lin" valueType="num">
                                      <p:cBhvr additive="base">
                                        <p:cTn id="46" dur="500" fill="hold"/>
                                        <p:tgtEl>
                                          <p:spTgt spid="36"/>
                                        </p:tgtEl>
                                        <p:attrNameLst>
                                          <p:attrName>ppt_x</p:attrName>
                                        </p:attrNameLst>
                                      </p:cBhvr>
                                      <p:tavLst>
                                        <p:tav tm="0">
                                          <p:val>
                                            <p:strVal val="1+#ppt_w/2"/>
                                          </p:val>
                                        </p:tav>
                                        <p:tav tm="100000">
                                          <p:val>
                                            <p:strVal val="#ppt_x"/>
                                          </p:val>
                                        </p:tav>
                                      </p:tavLst>
                                    </p:anim>
                                    <p:anim calcmode="lin" valueType="num">
                                      <p:cBhvr additive="base">
                                        <p:cTn id="47" dur="500" fill="hold"/>
                                        <p:tgtEl>
                                          <p:spTgt spid="36"/>
                                        </p:tgtEl>
                                        <p:attrNameLst>
                                          <p:attrName>ppt_y</p:attrName>
                                        </p:attrNameLst>
                                      </p:cBhvr>
                                      <p:tavLst>
                                        <p:tav tm="0">
                                          <p:val>
                                            <p:strVal val="#ppt_y"/>
                                          </p:val>
                                        </p:tav>
                                        <p:tav tm="100000">
                                          <p:val>
                                            <p:strVal val="#ppt_y"/>
                                          </p:val>
                                        </p:tav>
                                      </p:tavLst>
                                    </p:anim>
                                  </p:childTnLst>
                                </p:cTn>
                              </p:par>
                              <p:par>
                                <p:cTn id="48" presetID="2" presetClass="entr" presetSubtype="2" fill="hold" grpId="0" nodeType="withEffect">
                                  <p:stCondLst>
                                    <p:cond delay="0"/>
                                  </p:stCondLst>
                                  <p:childTnLst>
                                    <p:set>
                                      <p:cBhvr>
                                        <p:cTn id="49" dur="1" fill="hold">
                                          <p:stCondLst>
                                            <p:cond delay="0"/>
                                          </p:stCondLst>
                                        </p:cTn>
                                        <p:tgtEl>
                                          <p:spTgt spid="35"/>
                                        </p:tgtEl>
                                        <p:attrNameLst>
                                          <p:attrName>style.visibility</p:attrName>
                                        </p:attrNameLst>
                                      </p:cBhvr>
                                      <p:to>
                                        <p:strVal val="visible"/>
                                      </p:to>
                                    </p:set>
                                    <p:anim calcmode="lin" valueType="num">
                                      <p:cBhvr additive="base">
                                        <p:cTn id="50" dur="500" fill="hold"/>
                                        <p:tgtEl>
                                          <p:spTgt spid="35"/>
                                        </p:tgtEl>
                                        <p:attrNameLst>
                                          <p:attrName>ppt_x</p:attrName>
                                        </p:attrNameLst>
                                      </p:cBhvr>
                                      <p:tavLst>
                                        <p:tav tm="0">
                                          <p:val>
                                            <p:strVal val="1+#ppt_w/2"/>
                                          </p:val>
                                        </p:tav>
                                        <p:tav tm="100000">
                                          <p:val>
                                            <p:strVal val="#ppt_x"/>
                                          </p:val>
                                        </p:tav>
                                      </p:tavLst>
                                    </p:anim>
                                    <p:anim calcmode="lin" valueType="num">
                                      <p:cBhvr additive="base">
                                        <p:cTn id="51" dur="500" fill="hold"/>
                                        <p:tgtEl>
                                          <p:spTgt spid="35"/>
                                        </p:tgtEl>
                                        <p:attrNameLst>
                                          <p:attrName>ppt_y</p:attrName>
                                        </p:attrNameLst>
                                      </p:cBhvr>
                                      <p:tavLst>
                                        <p:tav tm="0">
                                          <p:val>
                                            <p:strVal val="#ppt_y"/>
                                          </p:val>
                                        </p:tav>
                                        <p:tav tm="100000">
                                          <p:val>
                                            <p:strVal val="#ppt_y"/>
                                          </p:val>
                                        </p:tav>
                                      </p:tavLst>
                                    </p:anim>
                                  </p:childTnLst>
                                </p:cTn>
                              </p:par>
                              <p:par>
                                <p:cTn id="52" presetID="2" presetClass="entr" presetSubtype="2" fill="hold" grpId="0" nodeType="withEffect">
                                  <p:stCondLst>
                                    <p:cond delay="0"/>
                                  </p:stCondLst>
                                  <p:childTnLst>
                                    <p:set>
                                      <p:cBhvr>
                                        <p:cTn id="53" dur="1" fill="hold">
                                          <p:stCondLst>
                                            <p:cond delay="0"/>
                                          </p:stCondLst>
                                        </p:cTn>
                                        <p:tgtEl>
                                          <p:spTgt spid="38"/>
                                        </p:tgtEl>
                                        <p:attrNameLst>
                                          <p:attrName>style.visibility</p:attrName>
                                        </p:attrNameLst>
                                      </p:cBhvr>
                                      <p:to>
                                        <p:strVal val="visible"/>
                                      </p:to>
                                    </p:set>
                                    <p:anim calcmode="lin" valueType="num">
                                      <p:cBhvr additive="base">
                                        <p:cTn id="54" dur="500" fill="hold"/>
                                        <p:tgtEl>
                                          <p:spTgt spid="38"/>
                                        </p:tgtEl>
                                        <p:attrNameLst>
                                          <p:attrName>ppt_x</p:attrName>
                                        </p:attrNameLst>
                                      </p:cBhvr>
                                      <p:tavLst>
                                        <p:tav tm="0">
                                          <p:val>
                                            <p:strVal val="1+#ppt_w/2"/>
                                          </p:val>
                                        </p:tav>
                                        <p:tav tm="100000">
                                          <p:val>
                                            <p:strVal val="#ppt_x"/>
                                          </p:val>
                                        </p:tav>
                                      </p:tavLst>
                                    </p:anim>
                                    <p:anim calcmode="lin" valueType="num">
                                      <p:cBhvr additive="base">
                                        <p:cTn id="55" dur="500" fill="hold"/>
                                        <p:tgtEl>
                                          <p:spTgt spid="38"/>
                                        </p:tgtEl>
                                        <p:attrNameLst>
                                          <p:attrName>ppt_y</p:attrName>
                                        </p:attrNameLst>
                                      </p:cBhvr>
                                      <p:tavLst>
                                        <p:tav tm="0">
                                          <p:val>
                                            <p:strVal val="#ppt_y"/>
                                          </p:val>
                                        </p:tav>
                                        <p:tav tm="100000">
                                          <p:val>
                                            <p:strVal val="#ppt_y"/>
                                          </p:val>
                                        </p:tav>
                                      </p:tavLst>
                                    </p:anim>
                                  </p:childTnLst>
                                </p:cTn>
                              </p:par>
                              <p:par>
                                <p:cTn id="56" presetID="2" presetClass="entr" presetSubtype="2" fill="hold" grpId="0" nodeType="withEffect">
                                  <p:stCondLst>
                                    <p:cond delay="0"/>
                                  </p:stCondLst>
                                  <p:childTnLst>
                                    <p:set>
                                      <p:cBhvr>
                                        <p:cTn id="57" dur="1" fill="hold">
                                          <p:stCondLst>
                                            <p:cond delay="0"/>
                                          </p:stCondLst>
                                        </p:cTn>
                                        <p:tgtEl>
                                          <p:spTgt spid="37"/>
                                        </p:tgtEl>
                                        <p:attrNameLst>
                                          <p:attrName>style.visibility</p:attrName>
                                        </p:attrNameLst>
                                      </p:cBhvr>
                                      <p:to>
                                        <p:strVal val="visible"/>
                                      </p:to>
                                    </p:set>
                                    <p:anim calcmode="lin" valueType="num">
                                      <p:cBhvr additive="base">
                                        <p:cTn id="58" dur="500" fill="hold"/>
                                        <p:tgtEl>
                                          <p:spTgt spid="37"/>
                                        </p:tgtEl>
                                        <p:attrNameLst>
                                          <p:attrName>ppt_x</p:attrName>
                                        </p:attrNameLst>
                                      </p:cBhvr>
                                      <p:tavLst>
                                        <p:tav tm="0">
                                          <p:val>
                                            <p:strVal val="1+#ppt_w/2"/>
                                          </p:val>
                                        </p:tav>
                                        <p:tav tm="100000">
                                          <p:val>
                                            <p:strVal val="#ppt_x"/>
                                          </p:val>
                                        </p:tav>
                                      </p:tavLst>
                                    </p:anim>
                                    <p:anim calcmode="lin" valueType="num">
                                      <p:cBhvr additive="base">
                                        <p:cTn id="59" dur="500" fill="hold"/>
                                        <p:tgtEl>
                                          <p:spTgt spid="37"/>
                                        </p:tgtEl>
                                        <p:attrNameLst>
                                          <p:attrName>ppt_y</p:attrName>
                                        </p:attrNameLst>
                                      </p:cBhvr>
                                      <p:tavLst>
                                        <p:tav tm="0">
                                          <p:val>
                                            <p:strVal val="#ppt_y"/>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3" presetClass="entr" presetSubtype="16" fill="hold" grpId="0" nodeType="clickEffect">
                                  <p:stCondLst>
                                    <p:cond delay="0"/>
                                  </p:stCondLst>
                                  <p:childTnLst>
                                    <p:set>
                                      <p:cBhvr>
                                        <p:cTn id="63" dur="1" fill="hold">
                                          <p:stCondLst>
                                            <p:cond delay="0"/>
                                          </p:stCondLst>
                                        </p:cTn>
                                        <p:tgtEl>
                                          <p:spTgt spid="5"/>
                                        </p:tgtEl>
                                        <p:attrNameLst>
                                          <p:attrName>style.visibility</p:attrName>
                                        </p:attrNameLst>
                                      </p:cBhvr>
                                      <p:to>
                                        <p:strVal val="visible"/>
                                      </p:to>
                                    </p:set>
                                    <p:anim calcmode="lin" valueType="num">
                                      <p:cBhvr>
                                        <p:cTn id="64" dur="500" fill="hold"/>
                                        <p:tgtEl>
                                          <p:spTgt spid="5"/>
                                        </p:tgtEl>
                                        <p:attrNameLst>
                                          <p:attrName>ppt_w</p:attrName>
                                        </p:attrNameLst>
                                      </p:cBhvr>
                                      <p:tavLst>
                                        <p:tav tm="0">
                                          <p:val>
                                            <p:fltVal val="0"/>
                                          </p:val>
                                        </p:tav>
                                        <p:tav tm="100000">
                                          <p:val>
                                            <p:strVal val="#ppt_w"/>
                                          </p:val>
                                        </p:tav>
                                      </p:tavLst>
                                    </p:anim>
                                    <p:anim calcmode="lin" valueType="num">
                                      <p:cBhvr>
                                        <p:cTn id="65" dur="500" fill="hold"/>
                                        <p:tgtEl>
                                          <p:spTgt spid="5"/>
                                        </p:tgtEl>
                                        <p:attrNameLst>
                                          <p:attrName>ppt_h</p:attrName>
                                        </p:attrNameLst>
                                      </p:cBhvr>
                                      <p:tavLst>
                                        <p:tav tm="0">
                                          <p:val>
                                            <p:fltVal val="0"/>
                                          </p:val>
                                        </p:tav>
                                        <p:tav tm="100000">
                                          <p:val>
                                            <p:strVal val="#ppt_h"/>
                                          </p:val>
                                        </p:tav>
                                      </p:tavLst>
                                    </p:anim>
                                  </p:childTnLst>
                                </p:cTn>
                              </p:par>
                              <p:par>
                                <p:cTn id="66" presetID="23" presetClass="entr" presetSubtype="16" fill="hold" grpId="0" nodeType="withEffect">
                                  <p:stCondLst>
                                    <p:cond delay="0"/>
                                  </p:stCondLst>
                                  <p:childTnLst>
                                    <p:set>
                                      <p:cBhvr>
                                        <p:cTn id="67" dur="1" fill="hold">
                                          <p:stCondLst>
                                            <p:cond delay="0"/>
                                          </p:stCondLst>
                                        </p:cTn>
                                        <p:tgtEl>
                                          <p:spTgt spid="20"/>
                                        </p:tgtEl>
                                        <p:attrNameLst>
                                          <p:attrName>style.visibility</p:attrName>
                                        </p:attrNameLst>
                                      </p:cBhvr>
                                      <p:to>
                                        <p:strVal val="visible"/>
                                      </p:to>
                                    </p:set>
                                    <p:anim calcmode="lin" valueType="num">
                                      <p:cBhvr>
                                        <p:cTn id="68" dur="500" fill="hold"/>
                                        <p:tgtEl>
                                          <p:spTgt spid="20"/>
                                        </p:tgtEl>
                                        <p:attrNameLst>
                                          <p:attrName>ppt_w</p:attrName>
                                        </p:attrNameLst>
                                      </p:cBhvr>
                                      <p:tavLst>
                                        <p:tav tm="0">
                                          <p:val>
                                            <p:fltVal val="0"/>
                                          </p:val>
                                        </p:tav>
                                        <p:tav tm="100000">
                                          <p:val>
                                            <p:strVal val="#ppt_w"/>
                                          </p:val>
                                        </p:tav>
                                      </p:tavLst>
                                    </p:anim>
                                    <p:anim calcmode="lin" valueType="num">
                                      <p:cBhvr>
                                        <p:cTn id="69" dur="500" fill="hold"/>
                                        <p:tgtEl>
                                          <p:spTgt spid="20"/>
                                        </p:tgtEl>
                                        <p:attrNameLst>
                                          <p:attrName>ppt_h</p:attrName>
                                        </p:attrNameLst>
                                      </p:cBhvr>
                                      <p:tavLst>
                                        <p:tav tm="0">
                                          <p:val>
                                            <p:fltVal val="0"/>
                                          </p:val>
                                        </p:tav>
                                        <p:tav tm="100000">
                                          <p:val>
                                            <p:strVal val="#ppt_h"/>
                                          </p:val>
                                        </p:tav>
                                      </p:tavLst>
                                    </p:anim>
                                  </p:childTnLst>
                                </p:cTn>
                              </p:par>
                              <p:par>
                                <p:cTn id="70" presetID="23" presetClass="entr" presetSubtype="16" fill="hold" grpId="0" nodeType="withEffect">
                                  <p:stCondLst>
                                    <p:cond delay="0"/>
                                  </p:stCondLst>
                                  <p:childTnLst>
                                    <p:set>
                                      <p:cBhvr>
                                        <p:cTn id="71" dur="1" fill="hold">
                                          <p:stCondLst>
                                            <p:cond delay="0"/>
                                          </p:stCondLst>
                                        </p:cTn>
                                        <p:tgtEl>
                                          <p:spTgt spid="16"/>
                                        </p:tgtEl>
                                        <p:attrNameLst>
                                          <p:attrName>style.visibility</p:attrName>
                                        </p:attrNameLst>
                                      </p:cBhvr>
                                      <p:to>
                                        <p:strVal val="visible"/>
                                      </p:to>
                                    </p:set>
                                    <p:anim calcmode="lin" valueType="num">
                                      <p:cBhvr>
                                        <p:cTn id="72" dur="500" fill="hold"/>
                                        <p:tgtEl>
                                          <p:spTgt spid="16"/>
                                        </p:tgtEl>
                                        <p:attrNameLst>
                                          <p:attrName>ppt_w</p:attrName>
                                        </p:attrNameLst>
                                      </p:cBhvr>
                                      <p:tavLst>
                                        <p:tav tm="0">
                                          <p:val>
                                            <p:fltVal val="0"/>
                                          </p:val>
                                        </p:tav>
                                        <p:tav tm="100000">
                                          <p:val>
                                            <p:strVal val="#ppt_w"/>
                                          </p:val>
                                        </p:tav>
                                      </p:tavLst>
                                    </p:anim>
                                    <p:anim calcmode="lin" valueType="num">
                                      <p:cBhvr>
                                        <p:cTn id="73" dur="500" fill="hold"/>
                                        <p:tgtEl>
                                          <p:spTgt spid="16"/>
                                        </p:tgtEl>
                                        <p:attrNameLst>
                                          <p:attrName>ppt_h</p:attrName>
                                        </p:attrNameLst>
                                      </p:cBhvr>
                                      <p:tavLst>
                                        <p:tav tm="0">
                                          <p:val>
                                            <p:fltVal val="0"/>
                                          </p:val>
                                        </p:tav>
                                        <p:tav tm="100000">
                                          <p:val>
                                            <p:strVal val="#ppt_h"/>
                                          </p:val>
                                        </p:tav>
                                      </p:tavLst>
                                    </p:anim>
                                  </p:childTnLst>
                                </p:cTn>
                              </p:par>
                              <p:par>
                                <p:cTn id="74" presetID="23" presetClass="entr" presetSubtype="16" fill="hold" grpId="0" nodeType="withEffect">
                                  <p:stCondLst>
                                    <p:cond delay="0"/>
                                  </p:stCondLst>
                                  <p:childTnLst>
                                    <p:set>
                                      <p:cBhvr>
                                        <p:cTn id="75" dur="1" fill="hold">
                                          <p:stCondLst>
                                            <p:cond delay="0"/>
                                          </p:stCondLst>
                                        </p:cTn>
                                        <p:tgtEl>
                                          <p:spTgt spid="19"/>
                                        </p:tgtEl>
                                        <p:attrNameLst>
                                          <p:attrName>style.visibility</p:attrName>
                                        </p:attrNameLst>
                                      </p:cBhvr>
                                      <p:to>
                                        <p:strVal val="visible"/>
                                      </p:to>
                                    </p:set>
                                    <p:anim calcmode="lin" valueType="num">
                                      <p:cBhvr>
                                        <p:cTn id="76" dur="500" fill="hold"/>
                                        <p:tgtEl>
                                          <p:spTgt spid="19"/>
                                        </p:tgtEl>
                                        <p:attrNameLst>
                                          <p:attrName>ppt_w</p:attrName>
                                        </p:attrNameLst>
                                      </p:cBhvr>
                                      <p:tavLst>
                                        <p:tav tm="0">
                                          <p:val>
                                            <p:fltVal val="0"/>
                                          </p:val>
                                        </p:tav>
                                        <p:tav tm="100000">
                                          <p:val>
                                            <p:strVal val="#ppt_w"/>
                                          </p:val>
                                        </p:tav>
                                      </p:tavLst>
                                    </p:anim>
                                    <p:anim calcmode="lin" valueType="num">
                                      <p:cBhvr>
                                        <p:cTn id="77" dur="500" fill="hold"/>
                                        <p:tgtEl>
                                          <p:spTgt spid="19"/>
                                        </p:tgtEl>
                                        <p:attrNameLst>
                                          <p:attrName>ppt_h</p:attrName>
                                        </p:attrNameLst>
                                      </p:cBhvr>
                                      <p:tavLst>
                                        <p:tav tm="0">
                                          <p:val>
                                            <p:fltVal val="0"/>
                                          </p:val>
                                        </p:tav>
                                        <p:tav tm="100000">
                                          <p:val>
                                            <p:strVal val="#ppt_h"/>
                                          </p:val>
                                        </p:tav>
                                      </p:tavLst>
                                    </p:anim>
                                  </p:childTnLst>
                                </p:cTn>
                              </p:par>
                              <p:par>
                                <p:cTn id="78" presetID="23" presetClass="entr" presetSubtype="16" fill="hold" grpId="0" nodeType="withEffect">
                                  <p:stCondLst>
                                    <p:cond delay="0"/>
                                  </p:stCondLst>
                                  <p:childTnLst>
                                    <p:set>
                                      <p:cBhvr>
                                        <p:cTn id="79" dur="1" fill="hold">
                                          <p:stCondLst>
                                            <p:cond delay="0"/>
                                          </p:stCondLst>
                                        </p:cTn>
                                        <p:tgtEl>
                                          <p:spTgt spid="17"/>
                                        </p:tgtEl>
                                        <p:attrNameLst>
                                          <p:attrName>style.visibility</p:attrName>
                                        </p:attrNameLst>
                                      </p:cBhvr>
                                      <p:to>
                                        <p:strVal val="visible"/>
                                      </p:to>
                                    </p:set>
                                    <p:anim calcmode="lin" valueType="num">
                                      <p:cBhvr>
                                        <p:cTn id="80" dur="500" fill="hold"/>
                                        <p:tgtEl>
                                          <p:spTgt spid="17"/>
                                        </p:tgtEl>
                                        <p:attrNameLst>
                                          <p:attrName>ppt_w</p:attrName>
                                        </p:attrNameLst>
                                      </p:cBhvr>
                                      <p:tavLst>
                                        <p:tav tm="0">
                                          <p:val>
                                            <p:fltVal val="0"/>
                                          </p:val>
                                        </p:tav>
                                        <p:tav tm="100000">
                                          <p:val>
                                            <p:strVal val="#ppt_w"/>
                                          </p:val>
                                        </p:tav>
                                      </p:tavLst>
                                    </p:anim>
                                    <p:anim calcmode="lin" valueType="num">
                                      <p:cBhvr>
                                        <p:cTn id="81" dur="500" fill="hold"/>
                                        <p:tgtEl>
                                          <p:spTgt spid="17"/>
                                        </p:tgtEl>
                                        <p:attrNameLst>
                                          <p:attrName>ppt_h</p:attrName>
                                        </p:attrNameLst>
                                      </p:cBhvr>
                                      <p:tavLst>
                                        <p:tav tm="0">
                                          <p:val>
                                            <p:fltVal val="0"/>
                                          </p:val>
                                        </p:tav>
                                        <p:tav tm="100000">
                                          <p:val>
                                            <p:strVal val="#ppt_h"/>
                                          </p:val>
                                        </p:tav>
                                      </p:tavLst>
                                    </p:anim>
                                  </p:childTnLst>
                                </p:cTn>
                              </p:par>
                              <p:par>
                                <p:cTn id="82" presetID="23" presetClass="entr" presetSubtype="16" fill="hold" grpId="0" nodeType="withEffect">
                                  <p:stCondLst>
                                    <p:cond delay="0"/>
                                  </p:stCondLst>
                                  <p:childTnLst>
                                    <p:set>
                                      <p:cBhvr>
                                        <p:cTn id="83" dur="1" fill="hold">
                                          <p:stCondLst>
                                            <p:cond delay="0"/>
                                          </p:stCondLst>
                                        </p:cTn>
                                        <p:tgtEl>
                                          <p:spTgt spid="18"/>
                                        </p:tgtEl>
                                        <p:attrNameLst>
                                          <p:attrName>style.visibility</p:attrName>
                                        </p:attrNameLst>
                                      </p:cBhvr>
                                      <p:to>
                                        <p:strVal val="visible"/>
                                      </p:to>
                                    </p:set>
                                    <p:anim calcmode="lin" valueType="num">
                                      <p:cBhvr>
                                        <p:cTn id="84" dur="500" fill="hold"/>
                                        <p:tgtEl>
                                          <p:spTgt spid="18"/>
                                        </p:tgtEl>
                                        <p:attrNameLst>
                                          <p:attrName>ppt_w</p:attrName>
                                        </p:attrNameLst>
                                      </p:cBhvr>
                                      <p:tavLst>
                                        <p:tav tm="0">
                                          <p:val>
                                            <p:fltVal val="0"/>
                                          </p:val>
                                        </p:tav>
                                        <p:tav tm="100000">
                                          <p:val>
                                            <p:strVal val="#ppt_w"/>
                                          </p:val>
                                        </p:tav>
                                      </p:tavLst>
                                    </p:anim>
                                    <p:anim calcmode="lin" valueType="num">
                                      <p:cBhvr>
                                        <p:cTn id="85" dur="500" fill="hold"/>
                                        <p:tgtEl>
                                          <p:spTgt spid="18"/>
                                        </p:tgtEl>
                                        <p:attrNameLst>
                                          <p:attrName>ppt_h</p:attrName>
                                        </p:attrNameLst>
                                      </p:cBhvr>
                                      <p:tavLst>
                                        <p:tav tm="0">
                                          <p:val>
                                            <p:fltVal val="0"/>
                                          </p:val>
                                        </p:tav>
                                        <p:tav tm="100000">
                                          <p:val>
                                            <p:strVal val="#ppt_h"/>
                                          </p:val>
                                        </p:tav>
                                      </p:tavLst>
                                    </p:anim>
                                  </p:childTnLst>
                                </p:cTn>
                              </p:par>
                            </p:childTnLst>
                          </p:cTn>
                        </p:par>
                      </p:childTnLst>
                    </p:cTn>
                  </p:par>
                  <p:par>
                    <p:cTn id="86" fill="hold">
                      <p:stCondLst>
                        <p:cond delay="indefinite"/>
                      </p:stCondLst>
                      <p:childTnLst>
                        <p:par>
                          <p:cTn id="87" fill="hold">
                            <p:stCondLst>
                              <p:cond delay="0"/>
                            </p:stCondLst>
                            <p:childTnLst>
                              <p:par>
                                <p:cTn id="88" presetID="17" presetClass="entr" presetSubtype="1" fill="hold" nodeType="clickEffect">
                                  <p:stCondLst>
                                    <p:cond delay="0"/>
                                  </p:stCondLst>
                                  <p:childTnLst>
                                    <p:set>
                                      <p:cBhvr>
                                        <p:cTn id="89" dur="1" fill="hold">
                                          <p:stCondLst>
                                            <p:cond delay="0"/>
                                          </p:stCondLst>
                                        </p:cTn>
                                        <p:tgtEl>
                                          <p:spTgt spid="9"/>
                                        </p:tgtEl>
                                        <p:attrNameLst>
                                          <p:attrName>style.visibility</p:attrName>
                                        </p:attrNameLst>
                                      </p:cBhvr>
                                      <p:to>
                                        <p:strVal val="visible"/>
                                      </p:to>
                                    </p:set>
                                    <p:anim calcmode="lin" valueType="num">
                                      <p:cBhvr>
                                        <p:cTn id="90" dur="500" fill="hold"/>
                                        <p:tgtEl>
                                          <p:spTgt spid="9"/>
                                        </p:tgtEl>
                                        <p:attrNameLst>
                                          <p:attrName>ppt_x</p:attrName>
                                        </p:attrNameLst>
                                      </p:cBhvr>
                                      <p:tavLst>
                                        <p:tav tm="0">
                                          <p:val>
                                            <p:strVal val="#ppt_x"/>
                                          </p:val>
                                        </p:tav>
                                        <p:tav tm="100000">
                                          <p:val>
                                            <p:strVal val="#ppt_x"/>
                                          </p:val>
                                        </p:tav>
                                      </p:tavLst>
                                    </p:anim>
                                    <p:anim calcmode="lin" valueType="num">
                                      <p:cBhvr>
                                        <p:cTn id="91" dur="500" fill="hold"/>
                                        <p:tgtEl>
                                          <p:spTgt spid="9"/>
                                        </p:tgtEl>
                                        <p:attrNameLst>
                                          <p:attrName>ppt_y</p:attrName>
                                        </p:attrNameLst>
                                      </p:cBhvr>
                                      <p:tavLst>
                                        <p:tav tm="0">
                                          <p:val>
                                            <p:strVal val="#ppt_y-#ppt_h/2"/>
                                          </p:val>
                                        </p:tav>
                                        <p:tav tm="100000">
                                          <p:val>
                                            <p:strVal val="#ppt_y"/>
                                          </p:val>
                                        </p:tav>
                                      </p:tavLst>
                                    </p:anim>
                                    <p:anim calcmode="lin" valueType="num">
                                      <p:cBhvr>
                                        <p:cTn id="92" dur="500" fill="hold"/>
                                        <p:tgtEl>
                                          <p:spTgt spid="9"/>
                                        </p:tgtEl>
                                        <p:attrNameLst>
                                          <p:attrName>ppt_w</p:attrName>
                                        </p:attrNameLst>
                                      </p:cBhvr>
                                      <p:tavLst>
                                        <p:tav tm="0">
                                          <p:val>
                                            <p:strVal val="#ppt_w"/>
                                          </p:val>
                                        </p:tav>
                                        <p:tav tm="100000">
                                          <p:val>
                                            <p:strVal val="#ppt_w"/>
                                          </p:val>
                                        </p:tav>
                                      </p:tavLst>
                                    </p:anim>
                                    <p:anim calcmode="lin" valueType="num">
                                      <p:cBhvr>
                                        <p:cTn id="93"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94" fill="hold">
                      <p:stCondLst>
                        <p:cond delay="indefinite"/>
                      </p:stCondLst>
                      <p:childTnLst>
                        <p:par>
                          <p:cTn id="95" fill="hold">
                            <p:stCondLst>
                              <p:cond delay="0"/>
                            </p:stCondLst>
                            <p:childTnLst>
                              <p:par>
                                <p:cTn id="96" presetID="17" presetClass="entr" presetSubtype="10" fill="hold" nodeType="clickEffect">
                                  <p:stCondLst>
                                    <p:cond delay="0"/>
                                  </p:stCondLst>
                                  <p:childTnLst>
                                    <p:set>
                                      <p:cBhvr>
                                        <p:cTn id="97" dur="1" fill="hold">
                                          <p:stCondLst>
                                            <p:cond delay="0"/>
                                          </p:stCondLst>
                                        </p:cTn>
                                        <p:tgtEl>
                                          <p:spTgt spid="6"/>
                                        </p:tgtEl>
                                        <p:attrNameLst>
                                          <p:attrName>style.visibility</p:attrName>
                                        </p:attrNameLst>
                                      </p:cBhvr>
                                      <p:to>
                                        <p:strVal val="visible"/>
                                      </p:to>
                                    </p:set>
                                    <p:anim calcmode="lin" valueType="num">
                                      <p:cBhvr>
                                        <p:cTn id="98" dur="500" fill="hold"/>
                                        <p:tgtEl>
                                          <p:spTgt spid="6"/>
                                        </p:tgtEl>
                                        <p:attrNameLst>
                                          <p:attrName>ppt_w</p:attrName>
                                        </p:attrNameLst>
                                      </p:cBhvr>
                                      <p:tavLst>
                                        <p:tav tm="0">
                                          <p:val>
                                            <p:fltVal val="0"/>
                                          </p:val>
                                        </p:tav>
                                        <p:tav tm="100000">
                                          <p:val>
                                            <p:strVal val="#ppt_w"/>
                                          </p:val>
                                        </p:tav>
                                      </p:tavLst>
                                    </p:anim>
                                    <p:anim calcmode="lin" valueType="num">
                                      <p:cBhvr>
                                        <p:cTn id="99" dur="500" fill="hold"/>
                                        <p:tgtEl>
                                          <p:spTgt spid="6"/>
                                        </p:tgtEl>
                                        <p:attrNameLst>
                                          <p:attrName>ppt_h</p:attrName>
                                        </p:attrNameLst>
                                      </p:cBhvr>
                                      <p:tavLst>
                                        <p:tav tm="0">
                                          <p:val>
                                            <p:strVal val="#ppt_h"/>
                                          </p:val>
                                        </p:tav>
                                        <p:tav tm="100000">
                                          <p:val>
                                            <p:strVal val="#ppt_h"/>
                                          </p:val>
                                        </p:tav>
                                      </p:tavLst>
                                    </p:anim>
                                  </p:childTnLst>
                                </p:cTn>
                              </p:par>
                              <p:par>
                                <p:cTn id="100" presetID="17" presetClass="entr" presetSubtype="10" fill="hold" nodeType="withEffect">
                                  <p:stCondLst>
                                    <p:cond delay="0"/>
                                  </p:stCondLst>
                                  <p:childTnLst>
                                    <p:set>
                                      <p:cBhvr>
                                        <p:cTn id="101" dur="1" fill="hold">
                                          <p:stCondLst>
                                            <p:cond delay="0"/>
                                          </p:stCondLst>
                                        </p:cTn>
                                        <p:tgtEl>
                                          <p:spTgt spid="7"/>
                                        </p:tgtEl>
                                        <p:attrNameLst>
                                          <p:attrName>style.visibility</p:attrName>
                                        </p:attrNameLst>
                                      </p:cBhvr>
                                      <p:to>
                                        <p:strVal val="visible"/>
                                      </p:to>
                                    </p:set>
                                    <p:anim calcmode="lin" valueType="num">
                                      <p:cBhvr>
                                        <p:cTn id="102" dur="500" fill="hold"/>
                                        <p:tgtEl>
                                          <p:spTgt spid="7"/>
                                        </p:tgtEl>
                                        <p:attrNameLst>
                                          <p:attrName>ppt_w</p:attrName>
                                        </p:attrNameLst>
                                      </p:cBhvr>
                                      <p:tavLst>
                                        <p:tav tm="0">
                                          <p:val>
                                            <p:fltVal val="0"/>
                                          </p:val>
                                        </p:tav>
                                        <p:tav tm="100000">
                                          <p:val>
                                            <p:strVal val="#ppt_w"/>
                                          </p:val>
                                        </p:tav>
                                      </p:tavLst>
                                    </p:anim>
                                    <p:anim calcmode="lin" valueType="num">
                                      <p:cBhvr>
                                        <p:cTn id="103" dur="500" fill="hold"/>
                                        <p:tgtEl>
                                          <p:spTgt spid="7"/>
                                        </p:tgtEl>
                                        <p:attrNameLst>
                                          <p:attrName>ppt_h</p:attrName>
                                        </p:attrNameLst>
                                      </p:cBhvr>
                                      <p:tavLst>
                                        <p:tav tm="0">
                                          <p:val>
                                            <p:strVal val="#ppt_h"/>
                                          </p:val>
                                        </p:tav>
                                        <p:tav tm="100000">
                                          <p:val>
                                            <p:strVal val="#ppt_h"/>
                                          </p:val>
                                        </p:tav>
                                      </p:tavLst>
                                    </p:anim>
                                  </p:childTnLst>
                                </p:cTn>
                              </p:par>
                              <p:par>
                                <p:cTn id="104" presetID="17" presetClass="entr" presetSubtype="10" fill="hold" nodeType="withEffect">
                                  <p:stCondLst>
                                    <p:cond delay="0"/>
                                  </p:stCondLst>
                                  <p:childTnLst>
                                    <p:set>
                                      <p:cBhvr>
                                        <p:cTn id="105" dur="1" fill="hold">
                                          <p:stCondLst>
                                            <p:cond delay="0"/>
                                          </p:stCondLst>
                                        </p:cTn>
                                        <p:tgtEl>
                                          <p:spTgt spid="8"/>
                                        </p:tgtEl>
                                        <p:attrNameLst>
                                          <p:attrName>style.visibility</p:attrName>
                                        </p:attrNameLst>
                                      </p:cBhvr>
                                      <p:to>
                                        <p:strVal val="visible"/>
                                      </p:to>
                                    </p:set>
                                    <p:anim calcmode="lin" valueType="num">
                                      <p:cBhvr>
                                        <p:cTn id="106" dur="500" fill="hold"/>
                                        <p:tgtEl>
                                          <p:spTgt spid="8"/>
                                        </p:tgtEl>
                                        <p:attrNameLst>
                                          <p:attrName>ppt_w</p:attrName>
                                        </p:attrNameLst>
                                      </p:cBhvr>
                                      <p:tavLst>
                                        <p:tav tm="0">
                                          <p:val>
                                            <p:fltVal val="0"/>
                                          </p:val>
                                        </p:tav>
                                        <p:tav tm="100000">
                                          <p:val>
                                            <p:strVal val="#ppt_w"/>
                                          </p:val>
                                        </p:tav>
                                      </p:tavLst>
                                    </p:anim>
                                    <p:anim calcmode="lin" valueType="num">
                                      <p:cBhvr>
                                        <p:cTn id="107" dur="500" fill="hold"/>
                                        <p:tgtEl>
                                          <p:spTgt spid="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6" grpId="0" animBg="1"/>
      <p:bldP spid="17" grpId="0" animBg="1"/>
      <p:bldP spid="18" grpId="0" animBg="1"/>
      <p:bldP spid="19" grpId="0" animBg="1"/>
      <p:bldP spid="20" grpId="0" animBg="1"/>
      <p:bldP spid="27" grpId="0"/>
      <p:bldP spid="28" grpId="0"/>
      <p:bldP spid="29" grpId="0"/>
      <p:bldP spid="30" grpId="0"/>
      <p:bldP spid="31" grpId="0"/>
      <p:bldP spid="32" grpId="0"/>
      <p:bldP spid="33" grpId="0"/>
      <p:bldP spid="34" grpId="0"/>
      <p:bldP spid="35" grpId="0"/>
      <p:bldP spid="36" grpId="0"/>
      <p:bldP spid="37" grpId="0"/>
      <p:bldP spid="3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p:cNvGrpSpPr/>
          <p:nvPr/>
        </p:nvGrpSpPr>
        <p:grpSpPr>
          <a:xfrm>
            <a:off x="0" y="543582"/>
            <a:ext cx="12192000" cy="381000"/>
            <a:chOff x="0" y="543582"/>
            <a:chExt cx="12192000" cy="381000"/>
          </a:xfrm>
        </p:grpSpPr>
        <p:cxnSp>
          <p:nvCxnSpPr>
            <p:cNvPr id="4" name="直接连接符 3"/>
            <p:cNvCxnSpPr/>
            <p:nvPr/>
          </p:nvCxnSpPr>
          <p:spPr>
            <a:xfrm>
              <a:off x="0" y="734082"/>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rot="10800000">
              <a:off x="11060824" y="543582"/>
              <a:ext cx="656896" cy="381000"/>
              <a:chOff x="307428" y="393221"/>
              <a:chExt cx="656896" cy="381000"/>
            </a:xfrm>
          </p:grpSpPr>
          <p:sp>
            <p:nvSpPr>
              <p:cNvPr id="6" name="等腰三角形 5"/>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等腰三角形 6"/>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cxnSp>
        <p:nvCxnSpPr>
          <p:cNvPr id="21" name="直接连接符 20"/>
          <p:cNvCxnSpPr/>
          <p:nvPr/>
        </p:nvCxnSpPr>
        <p:spPr>
          <a:xfrm>
            <a:off x="1197930" y="2855956"/>
            <a:ext cx="4615543"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1197931" y="4343435"/>
            <a:ext cx="4615543"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1197931" y="5758569"/>
            <a:ext cx="4615543"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734011" y="1637678"/>
            <a:ext cx="5137520" cy="1384995"/>
            <a:chOff x="734010" y="1654629"/>
            <a:chExt cx="5137520" cy="1384995"/>
          </a:xfrm>
        </p:grpSpPr>
        <p:sp>
          <p:nvSpPr>
            <p:cNvPr id="25" name="文本框 24"/>
            <p:cNvSpPr txBox="1"/>
            <p:nvPr/>
          </p:nvSpPr>
          <p:spPr>
            <a:xfrm>
              <a:off x="1508581" y="1654629"/>
              <a:ext cx="4362949" cy="1384995"/>
            </a:xfrm>
            <a:prstGeom prst="rect">
              <a:avLst/>
            </a:prstGeom>
            <a:noFill/>
          </p:spPr>
          <p:txBody>
            <a:bodyPr wrap="square" rtlCol="0">
              <a:spAutoFit/>
            </a:bodyPr>
            <a:lstStyle/>
            <a:p>
              <a:pPr>
                <a:lnSpc>
                  <a:spcPct val="150000"/>
                </a:lnSpc>
              </a:pPr>
              <a:r>
                <a:rPr lang="zh-CN" altLang="en-US" sz="1400" dirty="0">
                  <a:cs typeface="+mn-ea"/>
                  <a:sym typeface="+mn-lt"/>
                </a:rPr>
                <a:t>点击此处添加您的文本内容注意字体大小及文字数量注意整体文本的协调美观</a:t>
              </a:r>
              <a:r>
                <a:rPr lang="en-US" altLang="zh-CN" sz="1400" dirty="0">
                  <a:cs typeface="+mn-ea"/>
                  <a:sym typeface="+mn-lt"/>
                </a:rPr>
                <a:t>,</a:t>
              </a:r>
              <a:r>
                <a:rPr lang="zh-CN" altLang="en-US" sz="1400" dirty="0">
                  <a:cs typeface="+mn-ea"/>
                  <a:sym typeface="+mn-lt"/>
                </a:rPr>
                <a:t>点击此处添加您的文本内容注意字体大小及文字数量</a:t>
              </a:r>
              <a:endParaRPr lang="zh-CN" altLang="en-US" sz="1400" dirty="0">
                <a:cs typeface="+mn-ea"/>
                <a:sym typeface="+mn-lt"/>
              </a:endParaRPr>
            </a:p>
            <a:p>
              <a:pPr>
                <a:lnSpc>
                  <a:spcPct val="150000"/>
                </a:lnSpc>
              </a:pPr>
              <a:endParaRPr lang="zh-CN" altLang="en-US" sz="1400" dirty="0">
                <a:cs typeface="+mn-ea"/>
                <a:sym typeface="+mn-lt"/>
              </a:endParaRPr>
            </a:p>
          </p:txBody>
        </p:sp>
        <p:sp>
          <p:nvSpPr>
            <p:cNvPr id="26" name="文本框 25"/>
            <p:cNvSpPr txBox="1"/>
            <p:nvPr/>
          </p:nvSpPr>
          <p:spPr>
            <a:xfrm>
              <a:off x="734010" y="1778466"/>
              <a:ext cx="780905" cy="523220"/>
            </a:xfrm>
            <a:prstGeom prst="rect">
              <a:avLst/>
            </a:prstGeom>
            <a:noFill/>
          </p:spPr>
          <p:txBody>
            <a:bodyPr wrap="square" rtlCol="0">
              <a:spAutoFit/>
            </a:bodyPr>
            <a:lstStyle/>
            <a:p>
              <a:r>
                <a:rPr lang="en-US" altLang="zh-CN" sz="2800" dirty="0">
                  <a:solidFill>
                    <a:schemeClr val="bg2">
                      <a:lumMod val="25000"/>
                    </a:schemeClr>
                  </a:solidFill>
                  <a:cs typeface="+mn-ea"/>
                  <a:sym typeface="+mn-lt"/>
                </a:rPr>
                <a:t>01</a:t>
              </a:r>
              <a:endParaRPr lang="zh-CN" altLang="en-US" sz="2800" dirty="0">
                <a:solidFill>
                  <a:schemeClr val="bg2">
                    <a:lumMod val="25000"/>
                  </a:schemeClr>
                </a:solidFill>
                <a:cs typeface="+mn-ea"/>
                <a:sym typeface="+mn-lt"/>
              </a:endParaRPr>
            </a:p>
          </p:txBody>
        </p:sp>
      </p:grpSp>
      <p:grpSp>
        <p:nvGrpSpPr>
          <p:cNvPr id="27" name="组合 26"/>
          <p:cNvGrpSpPr/>
          <p:nvPr/>
        </p:nvGrpSpPr>
        <p:grpSpPr>
          <a:xfrm>
            <a:off x="734011" y="3114743"/>
            <a:ext cx="5137519" cy="1384995"/>
            <a:chOff x="734010" y="3027557"/>
            <a:chExt cx="5137519" cy="1384995"/>
          </a:xfrm>
        </p:grpSpPr>
        <p:sp>
          <p:nvSpPr>
            <p:cNvPr id="28" name="文本框 27"/>
            <p:cNvSpPr txBox="1"/>
            <p:nvPr/>
          </p:nvSpPr>
          <p:spPr>
            <a:xfrm>
              <a:off x="1508579" y="3027557"/>
              <a:ext cx="4362950" cy="1384995"/>
            </a:xfrm>
            <a:prstGeom prst="rect">
              <a:avLst/>
            </a:prstGeom>
            <a:noFill/>
          </p:spPr>
          <p:txBody>
            <a:bodyPr wrap="square" rtlCol="0">
              <a:spAutoFit/>
            </a:bodyPr>
            <a:lstStyle/>
            <a:p>
              <a:pPr>
                <a:lnSpc>
                  <a:spcPct val="150000"/>
                </a:lnSpc>
              </a:pPr>
              <a:r>
                <a:rPr lang="zh-CN" altLang="en-US" sz="1400" dirty="0">
                  <a:cs typeface="+mn-ea"/>
                  <a:sym typeface="+mn-lt"/>
                </a:rPr>
                <a:t>点击此处添加您的文本内容注意字体大小及文字数量注意整体文本的协调美观</a:t>
              </a:r>
              <a:r>
                <a:rPr lang="en-US" altLang="zh-CN" sz="1400" dirty="0">
                  <a:cs typeface="+mn-ea"/>
                  <a:sym typeface="+mn-lt"/>
                </a:rPr>
                <a:t>,</a:t>
              </a:r>
              <a:r>
                <a:rPr lang="zh-CN" altLang="en-US" sz="1400" dirty="0">
                  <a:cs typeface="+mn-ea"/>
                  <a:sym typeface="+mn-lt"/>
                </a:rPr>
                <a:t>点击此处添加您的文本内容注意字体大小及文字数量</a:t>
              </a:r>
              <a:endParaRPr lang="zh-CN" altLang="en-US" sz="1400" dirty="0">
                <a:cs typeface="+mn-ea"/>
                <a:sym typeface="+mn-lt"/>
              </a:endParaRPr>
            </a:p>
            <a:p>
              <a:pPr>
                <a:lnSpc>
                  <a:spcPct val="150000"/>
                </a:lnSpc>
              </a:pPr>
              <a:endParaRPr lang="zh-CN" altLang="en-US" sz="1400" dirty="0">
                <a:cs typeface="+mn-ea"/>
                <a:sym typeface="+mn-lt"/>
              </a:endParaRPr>
            </a:p>
          </p:txBody>
        </p:sp>
        <p:sp>
          <p:nvSpPr>
            <p:cNvPr id="29" name="文本框 28"/>
            <p:cNvSpPr txBox="1"/>
            <p:nvPr/>
          </p:nvSpPr>
          <p:spPr>
            <a:xfrm>
              <a:off x="734010" y="3254998"/>
              <a:ext cx="780905" cy="523220"/>
            </a:xfrm>
            <a:prstGeom prst="rect">
              <a:avLst/>
            </a:prstGeom>
            <a:noFill/>
          </p:spPr>
          <p:txBody>
            <a:bodyPr wrap="square" rtlCol="0">
              <a:spAutoFit/>
            </a:bodyPr>
            <a:lstStyle/>
            <a:p>
              <a:r>
                <a:rPr lang="en-US" altLang="zh-CN" sz="2800" dirty="0">
                  <a:solidFill>
                    <a:schemeClr val="bg2">
                      <a:lumMod val="25000"/>
                    </a:schemeClr>
                  </a:solidFill>
                  <a:cs typeface="+mn-ea"/>
                  <a:sym typeface="+mn-lt"/>
                </a:rPr>
                <a:t>02</a:t>
              </a:r>
              <a:endParaRPr lang="zh-CN" altLang="en-US" sz="2800" dirty="0">
                <a:solidFill>
                  <a:schemeClr val="bg2">
                    <a:lumMod val="25000"/>
                  </a:schemeClr>
                </a:solidFill>
                <a:cs typeface="+mn-ea"/>
                <a:sym typeface="+mn-lt"/>
              </a:endParaRPr>
            </a:p>
          </p:txBody>
        </p:sp>
      </p:grpSp>
      <p:grpSp>
        <p:nvGrpSpPr>
          <p:cNvPr id="30" name="组合 29"/>
          <p:cNvGrpSpPr/>
          <p:nvPr/>
        </p:nvGrpSpPr>
        <p:grpSpPr>
          <a:xfrm>
            <a:off x="734011" y="4570079"/>
            <a:ext cx="5137519" cy="1384995"/>
            <a:chOff x="734010" y="4541050"/>
            <a:chExt cx="5137519" cy="1384995"/>
          </a:xfrm>
        </p:grpSpPr>
        <p:sp>
          <p:nvSpPr>
            <p:cNvPr id="31" name="文本框 30"/>
            <p:cNvSpPr txBox="1"/>
            <p:nvPr/>
          </p:nvSpPr>
          <p:spPr>
            <a:xfrm>
              <a:off x="1508579" y="4541050"/>
              <a:ext cx="4362950" cy="1384995"/>
            </a:xfrm>
            <a:prstGeom prst="rect">
              <a:avLst/>
            </a:prstGeom>
            <a:noFill/>
          </p:spPr>
          <p:txBody>
            <a:bodyPr wrap="square" rtlCol="0">
              <a:spAutoFit/>
            </a:bodyPr>
            <a:lstStyle/>
            <a:p>
              <a:pPr>
                <a:lnSpc>
                  <a:spcPct val="150000"/>
                </a:lnSpc>
              </a:pPr>
              <a:r>
                <a:rPr lang="zh-CN" altLang="en-US" sz="1400" dirty="0">
                  <a:cs typeface="+mn-ea"/>
                  <a:sym typeface="+mn-lt"/>
                </a:rPr>
                <a:t>点击此处添加您的文本内容注意字体大小及文字数量注意整体文本的协调美观</a:t>
              </a:r>
              <a:r>
                <a:rPr lang="en-US" altLang="zh-CN" sz="1400" dirty="0">
                  <a:cs typeface="+mn-ea"/>
                  <a:sym typeface="+mn-lt"/>
                </a:rPr>
                <a:t>,</a:t>
              </a:r>
              <a:r>
                <a:rPr lang="zh-CN" altLang="en-US" sz="1400" dirty="0">
                  <a:cs typeface="+mn-ea"/>
                  <a:sym typeface="+mn-lt"/>
                </a:rPr>
                <a:t>点击此处添加您的文本内容注意字体大小及文字数量</a:t>
              </a:r>
              <a:endParaRPr lang="zh-CN" altLang="en-US" sz="1400" dirty="0">
                <a:cs typeface="+mn-ea"/>
                <a:sym typeface="+mn-lt"/>
              </a:endParaRPr>
            </a:p>
            <a:p>
              <a:pPr>
                <a:lnSpc>
                  <a:spcPct val="150000"/>
                </a:lnSpc>
              </a:pPr>
              <a:endParaRPr lang="zh-CN" altLang="en-US" sz="1400" dirty="0">
                <a:cs typeface="+mn-ea"/>
                <a:sym typeface="+mn-lt"/>
              </a:endParaRPr>
            </a:p>
          </p:txBody>
        </p:sp>
        <p:sp>
          <p:nvSpPr>
            <p:cNvPr id="32" name="文本框 31"/>
            <p:cNvSpPr txBox="1"/>
            <p:nvPr/>
          </p:nvSpPr>
          <p:spPr>
            <a:xfrm>
              <a:off x="734010" y="4649908"/>
              <a:ext cx="780905" cy="523220"/>
            </a:xfrm>
            <a:prstGeom prst="rect">
              <a:avLst/>
            </a:prstGeom>
            <a:noFill/>
          </p:spPr>
          <p:txBody>
            <a:bodyPr wrap="square" rtlCol="0">
              <a:spAutoFit/>
            </a:bodyPr>
            <a:lstStyle/>
            <a:p>
              <a:r>
                <a:rPr lang="en-US" altLang="zh-CN" sz="2800" dirty="0">
                  <a:solidFill>
                    <a:schemeClr val="bg2">
                      <a:lumMod val="25000"/>
                    </a:schemeClr>
                  </a:solidFill>
                  <a:cs typeface="+mn-ea"/>
                  <a:sym typeface="+mn-lt"/>
                </a:rPr>
                <a:t>03</a:t>
              </a:r>
              <a:endParaRPr lang="zh-CN" altLang="en-US" sz="2800" dirty="0">
                <a:solidFill>
                  <a:schemeClr val="bg2">
                    <a:lumMod val="25000"/>
                  </a:schemeClr>
                </a:solidFill>
                <a:cs typeface="+mn-ea"/>
                <a:sym typeface="+mn-lt"/>
              </a:endParaRPr>
            </a:p>
          </p:txBody>
        </p:sp>
      </p:grpSp>
      <p:graphicFrame>
        <p:nvGraphicFramePr>
          <p:cNvPr id="33" name="图表 32"/>
          <p:cNvGraphicFramePr/>
          <p:nvPr/>
        </p:nvGraphicFramePr>
        <p:xfrm>
          <a:off x="5525150" y="1326982"/>
          <a:ext cx="6741551" cy="4553622"/>
        </p:xfrm>
        <a:graphic>
          <a:graphicData uri="http://schemas.openxmlformats.org/drawingml/2006/chart">
            <c:chart xmlns:c="http://schemas.openxmlformats.org/drawingml/2006/chart" xmlns:r="http://schemas.openxmlformats.org/officeDocument/2006/relationships" r:id="rId1"/>
          </a:graphicData>
        </a:graphic>
      </p:graphicFrame>
    </p:spTree>
    <p:custDataLst>
      <p:tags r:id="rId2"/>
    </p:custDataLst>
  </p:cSld>
  <p:clrMapOvr>
    <a:masterClrMapping/>
  </p:clrMapOvr>
  <mc:AlternateContent xmlns:mc="http://schemas.openxmlformats.org/markup-compatibility/2006">
    <mc:Choice xmlns:p14="http://schemas.microsoft.com/office/powerpoint/2010/main" Requires="p14">
      <p:transition spd="slow" p14:dur="4400" advTm="3966">
        <p14:honeycomb/>
      </p:transition>
    </mc:Choice>
    <mc:Fallback>
      <p:transition spd="slow" advTm="3966">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wipe(left)">
                                      <p:cBhvr>
                                        <p:cTn id="17" dur="500"/>
                                        <p:tgtEl>
                                          <p:spTgt spid="27"/>
                                        </p:tgtEl>
                                      </p:cBhvr>
                                    </p:animEffect>
                                  </p:childTnLst>
                                </p:cTn>
                              </p:par>
                              <p:par>
                                <p:cTn id="18" presetID="22" presetClass="entr" presetSubtype="8" fill="hold" nodeType="with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wipe(left)">
                                      <p:cBhvr>
                                        <p:cTn id="20" dur="500"/>
                                        <p:tgtEl>
                                          <p:spTgt spid="30"/>
                                        </p:tgtEl>
                                      </p:cBhvr>
                                    </p:animEffect>
                                  </p:childTnLst>
                                </p:cTn>
                              </p:par>
                              <p:par>
                                <p:cTn id="21" presetID="22" presetClass="entr" presetSubtype="8"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wipe(left)">
                                      <p:cBhvr>
                                        <p:cTn id="23" dur="500"/>
                                        <p:tgtEl>
                                          <p:spTgt spid="24"/>
                                        </p:tgtEl>
                                      </p:cBhvr>
                                    </p:animEffect>
                                  </p:childTnLst>
                                </p:cTn>
                              </p:par>
                            </p:childTnLst>
                          </p:cTn>
                        </p:par>
                      </p:childTnLst>
                    </p:cTn>
                  </p:par>
                  <p:par>
                    <p:cTn id="24" fill="hold">
                      <p:stCondLst>
                        <p:cond delay="indefinite"/>
                      </p:stCondLst>
                      <p:childTnLst>
                        <p:par>
                          <p:cTn id="25" fill="hold">
                            <p:stCondLst>
                              <p:cond delay="0"/>
                            </p:stCondLst>
                            <p:childTnLst>
                              <p:par>
                                <p:cTn id="26" presetID="17" presetClass="entr" presetSubtype="10" fill="hold" nodeType="clickEffect">
                                  <p:stCondLst>
                                    <p:cond delay="0"/>
                                  </p:stCondLst>
                                  <p:childTnLst>
                                    <p:set>
                                      <p:cBhvr>
                                        <p:cTn id="27" dur="1" fill="hold">
                                          <p:stCondLst>
                                            <p:cond delay="0"/>
                                          </p:stCondLst>
                                        </p:cTn>
                                        <p:tgtEl>
                                          <p:spTgt spid="21"/>
                                        </p:tgtEl>
                                        <p:attrNameLst>
                                          <p:attrName>style.visibility</p:attrName>
                                        </p:attrNameLst>
                                      </p:cBhvr>
                                      <p:to>
                                        <p:strVal val="visible"/>
                                      </p:to>
                                    </p:set>
                                    <p:anim calcmode="lin" valueType="num">
                                      <p:cBhvr>
                                        <p:cTn id="28" dur="500" fill="hold"/>
                                        <p:tgtEl>
                                          <p:spTgt spid="21"/>
                                        </p:tgtEl>
                                        <p:attrNameLst>
                                          <p:attrName>ppt_w</p:attrName>
                                        </p:attrNameLst>
                                      </p:cBhvr>
                                      <p:tavLst>
                                        <p:tav tm="0">
                                          <p:val>
                                            <p:fltVal val="0"/>
                                          </p:val>
                                        </p:tav>
                                        <p:tav tm="100000">
                                          <p:val>
                                            <p:strVal val="#ppt_w"/>
                                          </p:val>
                                        </p:tav>
                                      </p:tavLst>
                                    </p:anim>
                                    <p:anim calcmode="lin" valueType="num">
                                      <p:cBhvr>
                                        <p:cTn id="29" dur="500" fill="hold"/>
                                        <p:tgtEl>
                                          <p:spTgt spid="21"/>
                                        </p:tgtEl>
                                        <p:attrNameLst>
                                          <p:attrName>ppt_h</p:attrName>
                                        </p:attrNameLst>
                                      </p:cBhvr>
                                      <p:tavLst>
                                        <p:tav tm="0">
                                          <p:val>
                                            <p:strVal val="#ppt_h"/>
                                          </p:val>
                                        </p:tav>
                                        <p:tav tm="100000">
                                          <p:val>
                                            <p:strVal val="#ppt_h"/>
                                          </p:val>
                                        </p:tav>
                                      </p:tavLst>
                                    </p:anim>
                                  </p:childTnLst>
                                </p:cTn>
                              </p:par>
                              <p:par>
                                <p:cTn id="30" presetID="17" presetClass="entr" presetSubtype="10" fill="hold" nodeType="withEffect">
                                  <p:stCondLst>
                                    <p:cond delay="0"/>
                                  </p:stCondLst>
                                  <p:childTnLst>
                                    <p:set>
                                      <p:cBhvr>
                                        <p:cTn id="31" dur="1" fill="hold">
                                          <p:stCondLst>
                                            <p:cond delay="0"/>
                                          </p:stCondLst>
                                        </p:cTn>
                                        <p:tgtEl>
                                          <p:spTgt spid="22"/>
                                        </p:tgtEl>
                                        <p:attrNameLst>
                                          <p:attrName>style.visibility</p:attrName>
                                        </p:attrNameLst>
                                      </p:cBhvr>
                                      <p:to>
                                        <p:strVal val="visible"/>
                                      </p:to>
                                    </p:set>
                                    <p:anim calcmode="lin" valueType="num">
                                      <p:cBhvr>
                                        <p:cTn id="32" dur="500" fill="hold"/>
                                        <p:tgtEl>
                                          <p:spTgt spid="22"/>
                                        </p:tgtEl>
                                        <p:attrNameLst>
                                          <p:attrName>ppt_w</p:attrName>
                                        </p:attrNameLst>
                                      </p:cBhvr>
                                      <p:tavLst>
                                        <p:tav tm="0">
                                          <p:val>
                                            <p:fltVal val="0"/>
                                          </p:val>
                                        </p:tav>
                                        <p:tav tm="100000">
                                          <p:val>
                                            <p:strVal val="#ppt_w"/>
                                          </p:val>
                                        </p:tav>
                                      </p:tavLst>
                                    </p:anim>
                                    <p:anim calcmode="lin" valueType="num">
                                      <p:cBhvr>
                                        <p:cTn id="33" dur="500" fill="hold"/>
                                        <p:tgtEl>
                                          <p:spTgt spid="22"/>
                                        </p:tgtEl>
                                        <p:attrNameLst>
                                          <p:attrName>ppt_h</p:attrName>
                                        </p:attrNameLst>
                                      </p:cBhvr>
                                      <p:tavLst>
                                        <p:tav tm="0">
                                          <p:val>
                                            <p:strVal val="#ppt_h"/>
                                          </p:val>
                                        </p:tav>
                                        <p:tav tm="100000">
                                          <p:val>
                                            <p:strVal val="#ppt_h"/>
                                          </p:val>
                                        </p:tav>
                                      </p:tavLst>
                                    </p:anim>
                                  </p:childTnLst>
                                </p:cTn>
                              </p:par>
                              <p:par>
                                <p:cTn id="34" presetID="17" presetClass="entr" presetSubtype="10" fill="hold" nodeType="withEffect">
                                  <p:stCondLst>
                                    <p:cond delay="0"/>
                                  </p:stCondLst>
                                  <p:childTnLst>
                                    <p:set>
                                      <p:cBhvr>
                                        <p:cTn id="35" dur="1" fill="hold">
                                          <p:stCondLst>
                                            <p:cond delay="0"/>
                                          </p:stCondLst>
                                        </p:cTn>
                                        <p:tgtEl>
                                          <p:spTgt spid="23"/>
                                        </p:tgtEl>
                                        <p:attrNameLst>
                                          <p:attrName>style.visibility</p:attrName>
                                        </p:attrNameLst>
                                      </p:cBhvr>
                                      <p:to>
                                        <p:strVal val="visible"/>
                                      </p:to>
                                    </p:set>
                                    <p:anim calcmode="lin" valueType="num">
                                      <p:cBhvr>
                                        <p:cTn id="36" dur="500" fill="hold"/>
                                        <p:tgtEl>
                                          <p:spTgt spid="23"/>
                                        </p:tgtEl>
                                        <p:attrNameLst>
                                          <p:attrName>ppt_w</p:attrName>
                                        </p:attrNameLst>
                                      </p:cBhvr>
                                      <p:tavLst>
                                        <p:tav tm="0">
                                          <p:val>
                                            <p:fltVal val="0"/>
                                          </p:val>
                                        </p:tav>
                                        <p:tav tm="100000">
                                          <p:val>
                                            <p:strVal val="#ppt_w"/>
                                          </p:val>
                                        </p:tav>
                                      </p:tavLst>
                                    </p:anim>
                                    <p:anim calcmode="lin" valueType="num">
                                      <p:cBhvr>
                                        <p:cTn id="37" dur="500" fill="hold"/>
                                        <p:tgtEl>
                                          <p:spTgt spid="2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3" grpId="0">
        <p:bldAsOne/>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a:off x="773094" y="4097039"/>
            <a:ext cx="1064895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a:off x="1436819" y="1868553"/>
            <a:ext cx="2002487" cy="1498766"/>
            <a:chOff x="1663850" y="1659003"/>
            <a:chExt cx="2002486" cy="1498766"/>
          </a:xfrm>
        </p:grpSpPr>
        <p:sp>
          <p:nvSpPr>
            <p:cNvPr id="6" name="文本框 5"/>
            <p:cNvSpPr txBox="1"/>
            <p:nvPr/>
          </p:nvSpPr>
          <p:spPr>
            <a:xfrm>
              <a:off x="1685718" y="2326772"/>
              <a:ext cx="1980618" cy="830997"/>
            </a:xfrm>
            <a:prstGeom prst="rect">
              <a:avLst/>
            </a:prstGeom>
            <a:noFill/>
          </p:spPr>
          <p:txBody>
            <a:bodyPr wrap="square" rtlCol="0">
              <a:spAutoFit/>
            </a:bodyPr>
            <a:lstStyle/>
            <a:p>
              <a:r>
                <a:rPr lang="zh-CN" altLang="en-US" sz="1600" dirty="0">
                  <a:cs typeface="+mn-ea"/>
                  <a:sym typeface="+mn-lt"/>
                </a:rPr>
                <a:t>单击此处添加您的文本内容，建议您的文字大小合适，</a:t>
              </a:r>
              <a:endParaRPr lang="zh-CN" altLang="en-US" sz="1600" dirty="0">
                <a:cs typeface="+mn-ea"/>
                <a:sym typeface="+mn-lt"/>
              </a:endParaRPr>
            </a:p>
          </p:txBody>
        </p:sp>
        <p:sp>
          <p:nvSpPr>
            <p:cNvPr id="7" name="文本框 6"/>
            <p:cNvSpPr txBox="1"/>
            <p:nvPr/>
          </p:nvSpPr>
          <p:spPr>
            <a:xfrm>
              <a:off x="1685718" y="1659003"/>
              <a:ext cx="1539115" cy="400110"/>
            </a:xfrm>
            <a:prstGeom prst="rect">
              <a:avLst/>
            </a:prstGeom>
            <a:noFill/>
          </p:spPr>
          <p:txBody>
            <a:bodyPr wrap="square" rtlCol="0">
              <a:spAutoFit/>
            </a:bodyPr>
            <a:lstStyle/>
            <a:p>
              <a:r>
                <a:rPr lang="en-US" altLang="zh-CN" sz="2000" b="1" dirty="0">
                  <a:solidFill>
                    <a:schemeClr val="accent4">
                      <a:lumMod val="50000"/>
                    </a:schemeClr>
                  </a:solidFill>
                  <a:cs typeface="+mn-ea"/>
                  <a:sym typeface="+mn-lt"/>
                </a:rPr>
                <a:t>CONTENT</a:t>
              </a:r>
              <a:endParaRPr lang="zh-CN" altLang="en-US" sz="2000" b="1" dirty="0">
                <a:solidFill>
                  <a:schemeClr val="accent4">
                    <a:lumMod val="50000"/>
                  </a:schemeClr>
                </a:solidFill>
                <a:cs typeface="+mn-ea"/>
                <a:sym typeface="+mn-lt"/>
              </a:endParaRPr>
            </a:p>
          </p:txBody>
        </p:sp>
        <p:sp>
          <p:nvSpPr>
            <p:cNvPr id="8" name="文本框 7"/>
            <p:cNvSpPr txBox="1"/>
            <p:nvPr/>
          </p:nvSpPr>
          <p:spPr>
            <a:xfrm>
              <a:off x="1663850" y="1966405"/>
              <a:ext cx="1210587" cy="400110"/>
            </a:xfrm>
            <a:prstGeom prst="rect">
              <a:avLst/>
            </a:prstGeom>
            <a:noFill/>
          </p:spPr>
          <p:txBody>
            <a:bodyPr wrap="none" rtlCol="0">
              <a:spAutoFit/>
            </a:bodyPr>
            <a:lstStyle/>
            <a:p>
              <a:r>
                <a:rPr lang="zh-CN" altLang="en-US" sz="2000" b="1" dirty="0">
                  <a:solidFill>
                    <a:schemeClr val="accent4">
                      <a:lumMod val="50000"/>
                    </a:schemeClr>
                  </a:solidFill>
                  <a:cs typeface="+mn-ea"/>
                  <a:sym typeface="+mn-lt"/>
                </a:rPr>
                <a:t>添加标题</a:t>
              </a:r>
              <a:endParaRPr lang="zh-CN" altLang="en-US" sz="2000" b="1" dirty="0">
                <a:solidFill>
                  <a:schemeClr val="accent4">
                    <a:lumMod val="50000"/>
                  </a:schemeClr>
                </a:solidFill>
                <a:cs typeface="+mn-ea"/>
                <a:sym typeface="+mn-lt"/>
              </a:endParaRPr>
            </a:p>
          </p:txBody>
        </p:sp>
      </p:grpSp>
      <p:grpSp>
        <p:nvGrpSpPr>
          <p:cNvPr id="9" name="组合 8"/>
          <p:cNvGrpSpPr/>
          <p:nvPr/>
        </p:nvGrpSpPr>
        <p:grpSpPr>
          <a:xfrm>
            <a:off x="3977122" y="1868553"/>
            <a:ext cx="2002487" cy="1498766"/>
            <a:chOff x="4204153" y="1659003"/>
            <a:chExt cx="2002486" cy="1498766"/>
          </a:xfrm>
        </p:grpSpPr>
        <p:sp>
          <p:nvSpPr>
            <p:cNvPr id="10" name="文本框 9"/>
            <p:cNvSpPr txBox="1"/>
            <p:nvPr/>
          </p:nvSpPr>
          <p:spPr>
            <a:xfrm>
              <a:off x="4226021" y="2326772"/>
              <a:ext cx="1980618" cy="830997"/>
            </a:xfrm>
            <a:prstGeom prst="rect">
              <a:avLst/>
            </a:prstGeom>
            <a:noFill/>
          </p:spPr>
          <p:txBody>
            <a:bodyPr wrap="square" rtlCol="0">
              <a:spAutoFit/>
            </a:bodyPr>
            <a:lstStyle/>
            <a:p>
              <a:r>
                <a:rPr lang="zh-CN" altLang="en-US" sz="1600" dirty="0">
                  <a:cs typeface="+mn-ea"/>
                  <a:sym typeface="+mn-lt"/>
                </a:rPr>
                <a:t>单击此处添加您的文本内容，建议您的文字大小合适，</a:t>
              </a:r>
              <a:endParaRPr lang="zh-CN" altLang="en-US" sz="1600" dirty="0">
                <a:cs typeface="+mn-ea"/>
                <a:sym typeface="+mn-lt"/>
              </a:endParaRPr>
            </a:p>
          </p:txBody>
        </p:sp>
        <p:sp>
          <p:nvSpPr>
            <p:cNvPr id="11" name="文本框 10"/>
            <p:cNvSpPr txBox="1"/>
            <p:nvPr/>
          </p:nvSpPr>
          <p:spPr>
            <a:xfrm>
              <a:off x="4226021" y="1659003"/>
              <a:ext cx="1539115" cy="400110"/>
            </a:xfrm>
            <a:prstGeom prst="rect">
              <a:avLst/>
            </a:prstGeom>
            <a:noFill/>
          </p:spPr>
          <p:txBody>
            <a:bodyPr wrap="square" rtlCol="0">
              <a:spAutoFit/>
            </a:bodyPr>
            <a:lstStyle/>
            <a:p>
              <a:r>
                <a:rPr lang="en-US" altLang="zh-CN" sz="2000" b="1" dirty="0">
                  <a:solidFill>
                    <a:schemeClr val="accent4">
                      <a:lumMod val="50000"/>
                    </a:schemeClr>
                  </a:solidFill>
                  <a:cs typeface="+mn-ea"/>
                  <a:sym typeface="+mn-lt"/>
                </a:rPr>
                <a:t>CONTENT</a:t>
              </a:r>
              <a:endParaRPr lang="zh-CN" altLang="en-US" sz="2000" b="1" dirty="0">
                <a:solidFill>
                  <a:schemeClr val="accent4">
                    <a:lumMod val="50000"/>
                  </a:schemeClr>
                </a:solidFill>
                <a:cs typeface="+mn-ea"/>
                <a:sym typeface="+mn-lt"/>
              </a:endParaRPr>
            </a:p>
          </p:txBody>
        </p:sp>
        <p:sp>
          <p:nvSpPr>
            <p:cNvPr id="12" name="文本框 11"/>
            <p:cNvSpPr txBox="1"/>
            <p:nvPr/>
          </p:nvSpPr>
          <p:spPr>
            <a:xfrm>
              <a:off x="4204153" y="1966405"/>
              <a:ext cx="1210587" cy="400110"/>
            </a:xfrm>
            <a:prstGeom prst="rect">
              <a:avLst/>
            </a:prstGeom>
            <a:noFill/>
          </p:spPr>
          <p:txBody>
            <a:bodyPr wrap="none" rtlCol="0">
              <a:spAutoFit/>
            </a:bodyPr>
            <a:lstStyle/>
            <a:p>
              <a:r>
                <a:rPr lang="zh-CN" altLang="en-US" sz="2000" b="1" dirty="0">
                  <a:solidFill>
                    <a:schemeClr val="accent4">
                      <a:lumMod val="50000"/>
                    </a:schemeClr>
                  </a:solidFill>
                  <a:cs typeface="+mn-ea"/>
                  <a:sym typeface="+mn-lt"/>
                </a:rPr>
                <a:t>添加标题</a:t>
              </a:r>
              <a:endParaRPr lang="zh-CN" altLang="en-US" sz="2000" b="1" dirty="0">
                <a:solidFill>
                  <a:schemeClr val="accent4">
                    <a:lumMod val="50000"/>
                  </a:schemeClr>
                </a:solidFill>
                <a:cs typeface="+mn-ea"/>
                <a:sym typeface="+mn-lt"/>
              </a:endParaRPr>
            </a:p>
          </p:txBody>
        </p:sp>
      </p:grpSp>
      <p:grpSp>
        <p:nvGrpSpPr>
          <p:cNvPr id="13" name="组合 12"/>
          <p:cNvGrpSpPr/>
          <p:nvPr/>
        </p:nvGrpSpPr>
        <p:grpSpPr>
          <a:xfrm>
            <a:off x="6330005" y="1868553"/>
            <a:ext cx="2002487" cy="1498766"/>
            <a:chOff x="6557035" y="1659003"/>
            <a:chExt cx="2002486" cy="1498766"/>
          </a:xfrm>
        </p:grpSpPr>
        <p:sp>
          <p:nvSpPr>
            <p:cNvPr id="14" name="文本框 13"/>
            <p:cNvSpPr txBox="1"/>
            <p:nvPr/>
          </p:nvSpPr>
          <p:spPr>
            <a:xfrm>
              <a:off x="6578903" y="2326772"/>
              <a:ext cx="1980618" cy="830997"/>
            </a:xfrm>
            <a:prstGeom prst="rect">
              <a:avLst/>
            </a:prstGeom>
            <a:noFill/>
          </p:spPr>
          <p:txBody>
            <a:bodyPr wrap="square" rtlCol="0">
              <a:spAutoFit/>
            </a:bodyPr>
            <a:lstStyle/>
            <a:p>
              <a:r>
                <a:rPr lang="zh-CN" altLang="en-US" sz="1600" dirty="0">
                  <a:cs typeface="+mn-ea"/>
                  <a:sym typeface="+mn-lt"/>
                </a:rPr>
                <a:t>单击此处添加您的文本内容，建议您的文字大小合适，</a:t>
              </a:r>
              <a:endParaRPr lang="zh-CN" altLang="en-US" sz="1600" dirty="0">
                <a:cs typeface="+mn-ea"/>
                <a:sym typeface="+mn-lt"/>
              </a:endParaRPr>
            </a:p>
          </p:txBody>
        </p:sp>
        <p:sp>
          <p:nvSpPr>
            <p:cNvPr id="15" name="文本框 14"/>
            <p:cNvSpPr txBox="1"/>
            <p:nvPr/>
          </p:nvSpPr>
          <p:spPr>
            <a:xfrm>
              <a:off x="6578903" y="1659003"/>
              <a:ext cx="1539115" cy="400110"/>
            </a:xfrm>
            <a:prstGeom prst="rect">
              <a:avLst/>
            </a:prstGeom>
            <a:noFill/>
          </p:spPr>
          <p:txBody>
            <a:bodyPr wrap="square" rtlCol="0">
              <a:spAutoFit/>
            </a:bodyPr>
            <a:lstStyle/>
            <a:p>
              <a:r>
                <a:rPr lang="en-US" altLang="zh-CN" sz="2000" b="1" dirty="0">
                  <a:solidFill>
                    <a:schemeClr val="accent4">
                      <a:lumMod val="50000"/>
                    </a:schemeClr>
                  </a:solidFill>
                  <a:cs typeface="+mn-ea"/>
                  <a:sym typeface="+mn-lt"/>
                </a:rPr>
                <a:t>CONTENT</a:t>
              </a:r>
              <a:endParaRPr lang="zh-CN" altLang="en-US" sz="2000" b="1" dirty="0">
                <a:solidFill>
                  <a:schemeClr val="accent4">
                    <a:lumMod val="50000"/>
                  </a:schemeClr>
                </a:solidFill>
                <a:cs typeface="+mn-ea"/>
                <a:sym typeface="+mn-lt"/>
              </a:endParaRPr>
            </a:p>
          </p:txBody>
        </p:sp>
        <p:sp>
          <p:nvSpPr>
            <p:cNvPr id="16" name="文本框 15"/>
            <p:cNvSpPr txBox="1"/>
            <p:nvPr/>
          </p:nvSpPr>
          <p:spPr>
            <a:xfrm>
              <a:off x="6557035" y="1966405"/>
              <a:ext cx="1210587" cy="400110"/>
            </a:xfrm>
            <a:prstGeom prst="rect">
              <a:avLst/>
            </a:prstGeom>
            <a:noFill/>
          </p:spPr>
          <p:txBody>
            <a:bodyPr wrap="none" rtlCol="0">
              <a:spAutoFit/>
            </a:bodyPr>
            <a:lstStyle/>
            <a:p>
              <a:r>
                <a:rPr lang="zh-CN" altLang="en-US" sz="2000" b="1" dirty="0">
                  <a:solidFill>
                    <a:schemeClr val="accent4">
                      <a:lumMod val="50000"/>
                    </a:schemeClr>
                  </a:solidFill>
                  <a:cs typeface="+mn-ea"/>
                  <a:sym typeface="+mn-lt"/>
                </a:rPr>
                <a:t>添加标题</a:t>
              </a:r>
              <a:endParaRPr lang="zh-CN" altLang="en-US" sz="2000" b="1" dirty="0">
                <a:solidFill>
                  <a:schemeClr val="accent4">
                    <a:lumMod val="50000"/>
                  </a:schemeClr>
                </a:solidFill>
                <a:cs typeface="+mn-ea"/>
                <a:sym typeface="+mn-lt"/>
              </a:endParaRPr>
            </a:p>
          </p:txBody>
        </p:sp>
      </p:grpSp>
      <p:grpSp>
        <p:nvGrpSpPr>
          <p:cNvPr id="17" name="组合 16"/>
          <p:cNvGrpSpPr/>
          <p:nvPr/>
        </p:nvGrpSpPr>
        <p:grpSpPr>
          <a:xfrm>
            <a:off x="8993146" y="1868553"/>
            <a:ext cx="2002487" cy="1498766"/>
            <a:chOff x="9220177" y="1659003"/>
            <a:chExt cx="2002486" cy="1498766"/>
          </a:xfrm>
        </p:grpSpPr>
        <p:sp>
          <p:nvSpPr>
            <p:cNvPr id="18" name="文本框 17"/>
            <p:cNvSpPr txBox="1"/>
            <p:nvPr/>
          </p:nvSpPr>
          <p:spPr>
            <a:xfrm>
              <a:off x="9242045" y="2326772"/>
              <a:ext cx="1980618" cy="830997"/>
            </a:xfrm>
            <a:prstGeom prst="rect">
              <a:avLst/>
            </a:prstGeom>
            <a:noFill/>
          </p:spPr>
          <p:txBody>
            <a:bodyPr wrap="square" rtlCol="0">
              <a:spAutoFit/>
            </a:bodyPr>
            <a:lstStyle/>
            <a:p>
              <a:r>
                <a:rPr lang="zh-CN" altLang="en-US" sz="1600" dirty="0">
                  <a:cs typeface="+mn-ea"/>
                  <a:sym typeface="+mn-lt"/>
                </a:rPr>
                <a:t>单击此处添加您的文本内容，建议您的文字大小合适，</a:t>
              </a:r>
              <a:endParaRPr lang="zh-CN" altLang="en-US" sz="1600" dirty="0">
                <a:cs typeface="+mn-ea"/>
                <a:sym typeface="+mn-lt"/>
              </a:endParaRPr>
            </a:p>
          </p:txBody>
        </p:sp>
        <p:sp>
          <p:nvSpPr>
            <p:cNvPr id="19" name="文本框 18"/>
            <p:cNvSpPr txBox="1"/>
            <p:nvPr/>
          </p:nvSpPr>
          <p:spPr>
            <a:xfrm>
              <a:off x="9242045" y="1659003"/>
              <a:ext cx="1539115" cy="400110"/>
            </a:xfrm>
            <a:prstGeom prst="rect">
              <a:avLst/>
            </a:prstGeom>
            <a:noFill/>
          </p:spPr>
          <p:txBody>
            <a:bodyPr wrap="square" rtlCol="0">
              <a:spAutoFit/>
            </a:bodyPr>
            <a:lstStyle/>
            <a:p>
              <a:r>
                <a:rPr lang="en-US" altLang="zh-CN" sz="2000" b="1" dirty="0">
                  <a:solidFill>
                    <a:schemeClr val="accent4">
                      <a:lumMod val="50000"/>
                    </a:schemeClr>
                  </a:solidFill>
                  <a:cs typeface="+mn-ea"/>
                  <a:sym typeface="+mn-lt"/>
                </a:rPr>
                <a:t>CONTENT</a:t>
              </a:r>
              <a:endParaRPr lang="zh-CN" altLang="en-US" sz="2000" b="1" dirty="0">
                <a:solidFill>
                  <a:schemeClr val="accent4">
                    <a:lumMod val="50000"/>
                  </a:schemeClr>
                </a:solidFill>
                <a:cs typeface="+mn-ea"/>
                <a:sym typeface="+mn-lt"/>
              </a:endParaRPr>
            </a:p>
          </p:txBody>
        </p:sp>
        <p:sp>
          <p:nvSpPr>
            <p:cNvPr id="20" name="文本框 19"/>
            <p:cNvSpPr txBox="1"/>
            <p:nvPr/>
          </p:nvSpPr>
          <p:spPr>
            <a:xfrm>
              <a:off x="9220177" y="1966405"/>
              <a:ext cx="1210587" cy="400110"/>
            </a:xfrm>
            <a:prstGeom prst="rect">
              <a:avLst/>
            </a:prstGeom>
            <a:noFill/>
          </p:spPr>
          <p:txBody>
            <a:bodyPr wrap="none" rtlCol="0">
              <a:spAutoFit/>
            </a:bodyPr>
            <a:lstStyle/>
            <a:p>
              <a:r>
                <a:rPr lang="zh-CN" altLang="en-US" sz="2000" b="1" dirty="0">
                  <a:solidFill>
                    <a:schemeClr val="accent4">
                      <a:lumMod val="50000"/>
                    </a:schemeClr>
                  </a:solidFill>
                  <a:cs typeface="+mn-ea"/>
                  <a:sym typeface="+mn-lt"/>
                </a:rPr>
                <a:t>添加标题</a:t>
              </a:r>
              <a:endParaRPr lang="zh-CN" altLang="en-US" sz="2000" b="1" dirty="0">
                <a:solidFill>
                  <a:schemeClr val="accent4">
                    <a:lumMod val="50000"/>
                  </a:schemeClr>
                </a:solidFill>
                <a:cs typeface="+mn-ea"/>
                <a:sym typeface="+mn-lt"/>
              </a:endParaRPr>
            </a:p>
          </p:txBody>
        </p:sp>
      </p:grpSp>
      <p:sp>
        <p:nvSpPr>
          <p:cNvPr id="21" name="文本框 20"/>
          <p:cNvSpPr txBox="1"/>
          <p:nvPr/>
        </p:nvSpPr>
        <p:spPr>
          <a:xfrm>
            <a:off x="3439306" y="4956948"/>
            <a:ext cx="6440557" cy="461665"/>
          </a:xfrm>
          <a:prstGeom prst="rect">
            <a:avLst/>
          </a:prstGeom>
          <a:noFill/>
        </p:spPr>
        <p:txBody>
          <a:bodyPr wrap="square" rtlCol="0">
            <a:spAutoFit/>
          </a:bodyPr>
          <a:lstStyle/>
          <a:p>
            <a:r>
              <a:rPr lang="en-US" altLang="zh-CN" sz="2400" dirty="0">
                <a:cs typeface="+mn-ea"/>
                <a:sym typeface="+mn-lt"/>
              </a:rPr>
              <a:t>HIGH END ATMOSPHERIC WORK REPORT</a:t>
            </a:r>
            <a:endParaRPr lang="zh-CN" altLang="en-US" sz="2400" dirty="0">
              <a:cs typeface="+mn-ea"/>
              <a:sym typeface="+mn-lt"/>
            </a:endParaRPr>
          </a:p>
        </p:txBody>
      </p:sp>
      <p:sp>
        <p:nvSpPr>
          <p:cNvPr id="22" name="文本框 21"/>
          <p:cNvSpPr txBox="1"/>
          <p:nvPr/>
        </p:nvSpPr>
        <p:spPr>
          <a:xfrm>
            <a:off x="4611391" y="5429523"/>
            <a:ext cx="3736837" cy="461665"/>
          </a:xfrm>
          <a:prstGeom prst="rect">
            <a:avLst/>
          </a:prstGeom>
          <a:noFill/>
        </p:spPr>
        <p:txBody>
          <a:bodyPr wrap="square" rtlCol="0">
            <a:spAutoFit/>
          </a:bodyPr>
          <a:lstStyle/>
          <a:p>
            <a:r>
              <a:rPr lang="en-US" altLang="zh-CN" sz="2400" dirty="0">
                <a:cs typeface="+mn-ea"/>
                <a:sym typeface="+mn-lt"/>
              </a:rPr>
              <a:t>ADD TEXT  CONTENT</a:t>
            </a:r>
            <a:endParaRPr lang="zh-CN" altLang="en-US" sz="2400" dirty="0">
              <a:cs typeface="+mn-ea"/>
              <a:sym typeface="+mn-lt"/>
            </a:endParaRPr>
          </a:p>
        </p:txBody>
      </p:sp>
      <p:grpSp>
        <p:nvGrpSpPr>
          <p:cNvPr id="23" name="组合 22"/>
          <p:cNvGrpSpPr/>
          <p:nvPr/>
        </p:nvGrpSpPr>
        <p:grpSpPr>
          <a:xfrm>
            <a:off x="1968277" y="3787915"/>
            <a:ext cx="821144" cy="707883"/>
            <a:chOff x="2195308" y="3578363"/>
            <a:chExt cx="821144" cy="707883"/>
          </a:xfrm>
        </p:grpSpPr>
        <p:sp>
          <p:nvSpPr>
            <p:cNvPr id="24" name="六边形 23"/>
            <p:cNvSpPr/>
            <p:nvPr/>
          </p:nvSpPr>
          <p:spPr>
            <a:xfrm>
              <a:off x="2195308" y="3578363"/>
              <a:ext cx="821144" cy="707883"/>
            </a:xfrm>
            <a:prstGeom prst="hexag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5" name="文本框 24"/>
            <p:cNvSpPr txBox="1"/>
            <p:nvPr/>
          </p:nvSpPr>
          <p:spPr>
            <a:xfrm>
              <a:off x="2446755" y="3603104"/>
              <a:ext cx="569697" cy="646331"/>
            </a:xfrm>
            <a:prstGeom prst="rect">
              <a:avLst/>
            </a:prstGeom>
            <a:noFill/>
          </p:spPr>
          <p:txBody>
            <a:bodyPr wrap="square" rtlCol="0">
              <a:spAutoFit/>
            </a:bodyPr>
            <a:lstStyle/>
            <a:p>
              <a:r>
                <a:rPr lang="en-US" altLang="zh-CN" sz="3600" dirty="0">
                  <a:solidFill>
                    <a:schemeClr val="bg1"/>
                  </a:solidFill>
                  <a:cs typeface="+mn-ea"/>
                  <a:sym typeface="+mn-lt"/>
                </a:rPr>
                <a:t>1</a:t>
              </a:r>
              <a:endParaRPr lang="zh-CN" altLang="en-US" sz="3600" dirty="0">
                <a:solidFill>
                  <a:schemeClr val="bg1"/>
                </a:solidFill>
                <a:cs typeface="+mn-ea"/>
                <a:sym typeface="+mn-lt"/>
              </a:endParaRPr>
            </a:p>
          </p:txBody>
        </p:sp>
      </p:grpSp>
      <p:grpSp>
        <p:nvGrpSpPr>
          <p:cNvPr id="26" name="组合 25"/>
          <p:cNvGrpSpPr/>
          <p:nvPr/>
        </p:nvGrpSpPr>
        <p:grpSpPr>
          <a:xfrm>
            <a:off x="4354287" y="3787915"/>
            <a:ext cx="821144" cy="707883"/>
            <a:chOff x="4581318" y="3578363"/>
            <a:chExt cx="821144" cy="707883"/>
          </a:xfrm>
        </p:grpSpPr>
        <p:sp>
          <p:nvSpPr>
            <p:cNvPr id="27" name="六边形 26"/>
            <p:cNvSpPr/>
            <p:nvPr/>
          </p:nvSpPr>
          <p:spPr>
            <a:xfrm>
              <a:off x="4581318" y="3578363"/>
              <a:ext cx="821144" cy="707883"/>
            </a:xfrm>
            <a:prstGeom prst="hexag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文本框 27"/>
            <p:cNvSpPr txBox="1"/>
            <p:nvPr/>
          </p:nvSpPr>
          <p:spPr>
            <a:xfrm>
              <a:off x="4809447" y="3603104"/>
              <a:ext cx="569697" cy="646331"/>
            </a:xfrm>
            <a:prstGeom prst="rect">
              <a:avLst/>
            </a:prstGeom>
            <a:noFill/>
          </p:spPr>
          <p:txBody>
            <a:bodyPr wrap="square" rtlCol="0">
              <a:spAutoFit/>
            </a:bodyPr>
            <a:lstStyle/>
            <a:p>
              <a:r>
                <a:rPr lang="en-US" altLang="zh-CN" sz="3600" dirty="0">
                  <a:solidFill>
                    <a:schemeClr val="bg1"/>
                  </a:solidFill>
                  <a:cs typeface="+mn-ea"/>
                  <a:sym typeface="+mn-lt"/>
                </a:rPr>
                <a:t>2</a:t>
              </a:r>
              <a:endParaRPr lang="zh-CN" altLang="en-US" sz="3600" dirty="0">
                <a:solidFill>
                  <a:schemeClr val="bg1"/>
                </a:solidFill>
                <a:cs typeface="+mn-ea"/>
                <a:sym typeface="+mn-lt"/>
              </a:endParaRPr>
            </a:p>
          </p:txBody>
        </p:sp>
      </p:grpSp>
      <p:grpSp>
        <p:nvGrpSpPr>
          <p:cNvPr id="29" name="组合 28"/>
          <p:cNvGrpSpPr/>
          <p:nvPr/>
        </p:nvGrpSpPr>
        <p:grpSpPr>
          <a:xfrm>
            <a:off x="6740297" y="3787915"/>
            <a:ext cx="821144" cy="707883"/>
            <a:chOff x="6967328" y="3578363"/>
            <a:chExt cx="821144" cy="707883"/>
          </a:xfrm>
        </p:grpSpPr>
        <p:sp>
          <p:nvSpPr>
            <p:cNvPr id="30" name="六边形 29"/>
            <p:cNvSpPr/>
            <p:nvPr/>
          </p:nvSpPr>
          <p:spPr>
            <a:xfrm>
              <a:off x="6967328" y="3578363"/>
              <a:ext cx="821144" cy="707883"/>
            </a:xfrm>
            <a:prstGeom prst="hexag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1" name="文本框 30"/>
            <p:cNvSpPr txBox="1"/>
            <p:nvPr/>
          </p:nvSpPr>
          <p:spPr>
            <a:xfrm>
              <a:off x="7162329" y="3603104"/>
              <a:ext cx="569697" cy="646331"/>
            </a:xfrm>
            <a:prstGeom prst="rect">
              <a:avLst/>
            </a:prstGeom>
            <a:noFill/>
          </p:spPr>
          <p:txBody>
            <a:bodyPr wrap="square" rtlCol="0">
              <a:spAutoFit/>
            </a:bodyPr>
            <a:lstStyle/>
            <a:p>
              <a:r>
                <a:rPr lang="en-US" altLang="zh-CN" sz="3600" dirty="0">
                  <a:solidFill>
                    <a:schemeClr val="bg1"/>
                  </a:solidFill>
                  <a:cs typeface="+mn-ea"/>
                  <a:sym typeface="+mn-lt"/>
                </a:rPr>
                <a:t>3</a:t>
              </a:r>
              <a:endParaRPr lang="zh-CN" altLang="en-US" sz="3600" dirty="0">
                <a:solidFill>
                  <a:schemeClr val="bg1"/>
                </a:solidFill>
                <a:cs typeface="+mn-ea"/>
                <a:sym typeface="+mn-lt"/>
              </a:endParaRPr>
            </a:p>
          </p:txBody>
        </p:sp>
      </p:grpSp>
      <p:grpSp>
        <p:nvGrpSpPr>
          <p:cNvPr id="32" name="组合 31"/>
          <p:cNvGrpSpPr/>
          <p:nvPr/>
        </p:nvGrpSpPr>
        <p:grpSpPr>
          <a:xfrm>
            <a:off x="9126307" y="3787915"/>
            <a:ext cx="821144" cy="707883"/>
            <a:chOff x="9353338" y="3578363"/>
            <a:chExt cx="821144" cy="707883"/>
          </a:xfrm>
        </p:grpSpPr>
        <p:sp>
          <p:nvSpPr>
            <p:cNvPr id="33" name="六边形 32"/>
            <p:cNvSpPr/>
            <p:nvPr/>
          </p:nvSpPr>
          <p:spPr>
            <a:xfrm>
              <a:off x="9353338" y="3578363"/>
              <a:ext cx="821144" cy="707883"/>
            </a:xfrm>
            <a:prstGeom prst="hexag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文本框 33"/>
            <p:cNvSpPr txBox="1"/>
            <p:nvPr/>
          </p:nvSpPr>
          <p:spPr>
            <a:xfrm>
              <a:off x="9540622" y="3603104"/>
              <a:ext cx="569697" cy="646331"/>
            </a:xfrm>
            <a:prstGeom prst="rect">
              <a:avLst/>
            </a:prstGeom>
            <a:noFill/>
          </p:spPr>
          <p:txBody>
            <a:bodyPr wrap="square" rtlCol="0">
              <a:spAutoFit/>
            </a:bodyPr>
            <a:lstStyle/>
            <a:p>
              <a:r>
                <a:rPr lang="en-US" altLang="zh-CN" sz="3600" dirty="0">
                  <a:solidFill>
                    <a:schemeClr val="bg1"/>
                  </a:solidFill>
                  <a:cs typeface="+mn-ea"/>
                  <a:sym typeface="+mn-lt"/>
                </a:rPr>
                <a:t>4</a:t>
              </a:r>
              <a:endParaRPr lang="zh-CN" altLang="en-US" sz="3600" dirty="0">
                <a:solidFill>
                  <a:schemeClr val="bg1"/>
                </a:solidFill>
                <a:cs typeface="+mn-ea"/>
                <a:sym typeface="+mn-lt"/>
              </a:endParaRPr>
            </a:p>
          </p:txBody>
        </p:sp>
      </p:grpSp>
      <p:grpSp>
        <p:nvGrpSpPr>
          <p:cNvPr id="40" name="组合 39"/>
          <p:cNvGrpSpPr/>
          <p:nvPr/>
        </p:nvGrpSpPr>
        <p:grpSpPr>
          <a:xfrm>
            <a:off x="0" y="585814"/>
            <a:ext cx="12192000" cy="381000"/>
            <a:chOff x="0" y="585814"/>
            <a:chExt cx="12192000" cy="381000"/>
          </a:xfrm>
        </p:grpSpPr>
        <p:cxnSp>
          <p:nvCxnSpPr>
            <p:cNvPr id="35" name="直接连接符 34"/>
            <p:cNvCxnSpPr/>
            <p:nvPr/>
          </p:nvCxnSpPr>
          <p:spPr>
            <a:xfrm>
              <a:off x="0" y="776314"/>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6" name="组合 35"/>
            <p:cNvGrpSpPr/>
            <p:nvPr/>
          </p:nvGrpSpPr>
          <p:grpSpPr>
            <a:xfrm rot="10800000">
              <a:off x="11060824" y="585814"/>
              <a:ext cx="656896" cy="381000"/>
              <a:chOff x="307428" y="393221"/>
              <a:chExt cx="656896" cy="381000"/>
            </a:xfrm>
          </p:grpSpPr>
          <p:sp>
            <p:nvSpPr>
              <p:cNvPr id="37" name="等腰三角形 36"/>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8" name="等腰三角形 37"/>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600" advTm="4952">
        <p14:conveyor dir="l"/>
      </p:transition>
    </mc:Choice>
    <mc:Fallback>
      <p:transition spd="slow" advTm="4952">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right)">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anim calcmode="lin" valueType="num">
                                      <p:cBhvr>
                                        <p:cTn id="13" dur="500" fill="hold"/>
                                        <p:tgtEl>
                                          <p:spTgt spid="17"/>
                                        </p:tgtEl>
                                        <p:attrNameLst>
                                          <p:attrName>ppt_x</p:attrName>
                                        </p:attrNameLst>
                                      </p:cBhvr>
                                      <p:tavLst>
                                        <p:tav tm="0">
                                          <p:val>
                                            <p:strVal val="#ppt_x"/>
                                          </p:val>
                                        </p:tav>
                                        <p:tav tm="100000">
                                          <p:val>
                                            <p:strVal val="#ppt_x"/>
                                          </p:val>
                                        </p:tav>
                                      </p:tavLst>
                                    </p:anim>
                                    <p:anim calcmode="lin" valueType="num">
                                      <p:cBhvr>
                                        <p:cTn id="14" dur="500" fill="hold"/>
                                        <p:tgtEl>
                                          <p:spTgt spid="1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anim calcmode="lin" valueType="num">
                                      <p:cBhvr>
                                        <p:cTn id="18" dur="500" fill="hold"/>
                                        <p:tgtEl>
                                          <p:spTgt spid="13"/>
                                        </p:tgtEl>
                                        <p:attrNameLst>
                                          <p:attrName>ppt_x</p:attrName>
                                        </p:attrNameLst>
                                      </p:cBhvr>
                                      <p:tavLst>
                                        <p:tav tm="0">
                                          <p:val>
                                            <p:strVal val="#ppt_x"/>
                                          </p:val>
                                        </p:tav>
                                        <p:tav tm="100000">
                                          <p:val>
                                            <p:strVal val="#ppt_x"/>
                                          </p:val>
                                        </p:tav>
                                      </p:tavLst>
                                    </p:anim>
                                    <p:anim calcmode="lin" valueType="num">
                                      <p:cBhvr>
                                        <p:cTn id="19" dur="500" fill="hold"/>
                                        <p:tgtEl>
                                          <p:spTgt spid="13"/>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anim calcmode="lin" valueType="num">
                                      <p:cBhvr>
                                        <p:cTn id="23" dur="500" fill="hold"/>
                                        <p:tgtEl>
                                          <p:spTgt spid="9"/>
                                        </p:tgtEl>
                                        <p:attrNameLst>
                                          <p:attrName>ppt_x</p:attrName>
                                        </p:attrNameLst>
                                      </p:cBhvr>
                                      <p:tavLst>
                                        <p:tav tm="0">
                                          <p:val>
                                            <p:strVal val="#ppt_x"/>
                                          </p:val>
                                        </p:tav>
                                        <p:tav tm="100000">
                                          <p:val>
                                            <p:strVal val="#ppt_x"/>
                                          </p:val>
                                        </p:tav>
                                      </p:tavLst>
                                    </p:anim>
                                    <p:anim calcmode="lin" valueType="num">
                                      <p:cBhvr>
                                        <p:cTn id="24" dur="500" fill="hold"/>
                                        <p:tgtEl>
                                          <p:spTgt spid="9"/>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anim calcmode="lin" valueType="num">
                                      <p:cBhvr>
                                        <p:cTn id="28" dur="500" fill="hold"/>
                                        <p:tgtEl>
                                          <p:spTgt spid="5"/>
                                        </p:tgtEl>
                                        <p:attrNameLst>
                                          <p:attrName>ppt_x</p:attrName>
                                        </p:attrNameLst>
                                      </p:cBhvr>
                                      <p:tavLst>
                                        <p:tav tm="0">
                                          <p:val>
                                            <p:strVal val="#ppt_x"/>
                                          </p:val>
                                        </p:tav>
                                        <p:tav tm="100000">
                                          <p:val>
                                            <p:strVal val="#ppt_x"/>
                                          </p:val>
                                        </p:tav>
                                      </p:tavLst>
                                    </p:anim>
                                    <p:anim calcmode="lin" valueType="num">
                                      <p:cBhvr>
                                        <p:cTn id="29"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nodeType="clickEffect">
                                  <p:stCondLst>
                                    <p:cond delay="0"/>
                                  </p:stCondLst>
                                  <p:childTnLst>
                                    <p:set>
                                      <p:cBhvr>
                                        <p:cTn id="33" dur="1" fill="hold">
                                          <p:stCondLst>
                                            <p:cond delay="0"/>
                                          </p:stCondLst>
                                        </p:cTn>
                                        <p:tgtEl>
                                          <p:spTgt spid="4"/>
                                        </p:tgtEl>
                                        <p:attrNameLst>
                                          <p:attrName>style.visibility</p:attrName>
                                        </p:attrNameLst>
                                      </p:cBhvr>
                                      <p:to>
                                        <p:strVal val="visible"/>
                                      </p:to>
                                    </p:set>
                                    <p:anim calcmode="lin" valueType="num">
                                      <p:cBhvr>
                                        <p:cTn id="34" dur="500" fill="hold"/>
                                        <p:tgtEl>
                                          <p:spTgt spid="4"/>
                                        </p:tgtEl>
                                        <p:attrNameLst>
                                          <p:attrName>ppt_w</p:attrName>
                                        </p:attrNameLst>
                                      </p:cBhvr>
                                      <p:tavLst>
                                        <p:tav tm="0">
                                          <p:val>
                                            <p:fltVal val="0"/>
                                          </p:val>
                                        </p:tav>
                                        <p:tav tm="100000">
                                          <p:val>
                                            <p:strVal val="#ppt_w"/>
                                          </p:val>
                                        </p:tav>
                                      </p:tavLst>
                                    </p:anim>
                                    <p:anim calcmode="lin" valueType="num">
                                      <p:cBhvr>
                                        <p:cTn id="35" dur="500" fill="hold"/>
                                        <p:tgtEl>
                                          <p:spTgt spid="4"/>
                                        </p:tgtEl>
                                        <p:attrNameLst>
                                          <p:attrName>ppt_h</p:attrName>
                                        </p:attrNameLst>
                                      </p:cBhvr>
                                      <p:tavLst>
                                        <p:tav tm="0">
                                          <p:val>
                                            <p:fltVal val="0"/>
                                          </p:val>
                                        </p:tav>
                                        <p:tav tm="100000">
                                          <p:val>
                                            <p:strVal val="#ppt_h"/>
                                          </p:val>
                                        </p:tav>
                                      </p:tavLst>
                                    </p:anim>
                                    <p:animEffect transition="in" filter="fade">
                                      <p:cBhvr>
                                        <p:cTn id="36" dur="500"/>
                                        <p:tgtEl>
                                          <p:spTgt spid="4"/>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nodeType="clickEffect">
                                  <p:stCondLst>
                                    <p:cond delay="0"/>
                                  </p:stCondLst>
                                  <p:childTnLst>
                                    <p:set>
                                      <p:cBhvr>
                                        <p:cTn id="40" dur="1" fill="hold">
                                          <p:stCondLst>
                                            <p:cond delay="0"/>
                                          </p:stCondLst>
                                        </p:cTn>
                                        <p:tgtEl>
                                          <p:spTgt spid="32"/>
                                        </p:tgtEl>
                                        <p:attrNameLst>
                                          <p:attrName>style.visibility</p:attrName>
                                        </p:attrNameLst>
                                      </p:cBhvr>
                                      <p:to>
                                        <p:strVal val="visible"/>
                                      </p:to>
                                    </p:set>
                                    <p:anim calcmode="lin" valueType="num">
                                      <p:cBhvr>
                                        <p:cTn id="41" dur="500" fill="hold"/>
                                        <p:tgtEl>
                                          <p:spTgt spid="32"/>
                                        </p:tgtEl>
                                        <p:attrNameLst>
                                          <p:attrName>ppt_w</p:attrName>
                                        </p:attrNameLst>
                                      </p:cBhvr>
                                      <p:tavLst>
                                        <p:tav tm="0">
                                          <p:val>
                                            <p:fltVal val="0"/>
                                          </p:val>
                                        </p:tav>
                                        <p:tav tm="100000">
                                          <p:val>
                                            <p:strVal val="#ppt_w"/>
                                          </p:val>
                                        </p:tav>
                                      </p:tavLst>
                                    </p:anim>
                                    <p:anim calcmode="lin" valueType="num">
                                      <p:cBhvr>
                                        <p:cTn id="42" dur="500" fill="hold"/>
                                        <p:tgtEl>
                                          <p:spTgt spid="32"/>
                                        </p:tgtEl>
                                        <p:attrNameLst>
                                          <p:attrName>ppt_h</p:attrName>
                                        </p:attrNameLst>
                                      </p:cBhvr>
                                      <p:tavLst>
                                        <p:tav tm="0">
                                          <p:val>
                                            <p:fltVal val="0"/>
                                          </p:val>
                                        </p:tav>
                                        <p:tav tm="100000">
                                          <p:val>
                                            <p:strVal val="#ppt_h"/>
                                          </p:val>
                                        </p:tav>
                                      </p:tavLst>
                                    </p:anim>
                                    <p:animEffect transition="in" filter="fade">
                                      <p:cBhvr>
                                        <p:cTn id="43" dur="500"/>
                                        <p:tgtEl>
                                          <p:spTgt spid="32"/>
                                        </p:tgtEl>
                                      </p:cBhvr>
                                    </p:animEffect>
                                  </p:childTnLst>
                                </p:cTn>
                              </p:par>
                              <p:par>
                                <p:cTn id="44" presetID="53" presetClass="entr" presetSubtype="16" fill="hold" nodeType="withEffect">
                                  <p:stCondLst>
                                    <p:cond delay="0"/>
                                  </p:stCondLst>
                                  <p:childTnLst>
                                    <p:set>
                                      <p:cBhvr>
                                        <p:cTn id="45" dur="1" fill="hold">
                                          <p:stCondLst>
                                            <p:cond delay="0"/>
                                          </p:stCondLst>
                                        </p:cTn>
                                        <p:tgtEl>
                                          <p:spTgt spid="29"/>
                                        </p:tgtEl>
                                        <p:attrNameLst>
                                          <p:attrName>style.visibility</p:attrName>
                                        </p:attrNameLst>
                                      </p:cBhvr>
                                      <p:to>
                                        <p:strVal val="visible"/>
                                      </p:to>
                                    </p:set>
                                    <p:anim calcmode="lin" valueType="num">
                                      <p:cBhvr>
                                        <p:cTn id="46" dur="500" fill="hold"/>
                                        <p:tgtEl>
                                          <p:spTgt spid="29"/>
                                        </p:tgtEl>
                                        <p:attrNameLst>
                                          <p:attrName>ppt_w</p:attrName>
                                        </p:attrNameLst>
                                      </p:cBhvr>
                                      <p:tavLst>
                                        <p:tav tm="0">
                                          <p:val>
                                            <p:fltVal val="0"/>
                                          </p:val>
                                        </p:tav>
                                        <p:tav tm="100000">
                                          <p:val>
                                            <p:strVal val="#ppt_w"/>
                                          </p:val>
                                        </p:tav>
                                      </p:tavLst>
                                    </p:anim>
                                    <p:anim calcmode="lin" valueType="num">
                                      <p:cBhvr>
                                        <p:cTn id="47" dur="500" fill="hold"/>
                                        <p:tgtEl>
                                          <p:spTgt spid="29"/>
                                        </p:tgtEl>
                                        <p:attrNameLst>
                                          <p:attrName>ppt_h</p:attrName>
                                        </p:attrNameLst>
                                      </p:cBhvr>
                                      <p:tavLst>
                                        <p:tav tm="0">
                                          <p:val>
                                            <p:fltVal val="0"/>
                                          </p:val>
                                        </p:tav>
                                        <p:tav tm="100000">
                                          <p:val>
                                            <p:strVal val="#ppt_h"/>
                                          </p:val>
                                        </p:tav>
                                      </p:tavLst>
                                    </p:anim>
                                    <p:animEffect transition="in" filter="fade">
                                      <p:cBhvr>
                                        <p:cTn id="48" dur="500"/>
                                        <p:tgtEl>
                                          <p:spTgt spid="29"/>
                                        </p:tgtEl>
                                      </p:cBhvr>
                                    </p:animEffect>
                                  </p:childTnLst>
                                </p:cTn>
                              </p:par>
                              <p:par>
                                <p:cTn id="49" presetID="53" presetClass="entr" presetSubtype="16" fill="hold" nodeType="withEffect">
                                  <p:stCondLst>
                                    <p:cond delay="0"/>
                                  </p:stCondLst>
                                  <p:childTnLst>
                                    <p:set>
                                      <p:cBhvr>
                                        <p:cTn id="50" dur="1" fill="hold">
                                          <p:stCondLst>
                                            <p:cond delay="0"/>
                                          </p:stCondLst>
                                        </p:cTn>
                                        <p:tgtEl>
                                          <p:spTgt spid="26"/>
                                        </p:tgtEl>
                                        <p:attrNameLst>
                                          <p:attrName>style.visibility</p:attrName>
                                        </p:attrNameLst>
                                      </p:cBhvr>
                                      <p:to>
                                        <p:strVal val="visible"/>
                                      </p:to>
                                    </p:set>
                                    <p:anim calcmode="lin" valueType="num">
                                      <p:cBhvr>
                                        <p:cTn id="51" dur="500" fill="hold"/>
                                        <p:tgtEl>
                                          <p:spTgt spid="26"/>
                                        </p:tgtEl>
                                        <p:attrNameLst>
                                          <p:attrName>ppt_w</p:attrName>
                                        </p:attrNameLst>
                                      </p:cBhvr>
                                      <p:tavLst>
                                        <p:tav tm="0">
                                          <p:val>
                                            <p:fltVal val="0"/>
                                          </p:val>
                                        </p:tav>
                                        <p:tav tm="100000">
                                          <p:val>
                                            <p:strVal val="#ppt_w"/>
                                          </p:val>
                                        </p:tav>
                                      </p:tavLst>
                                    </p:anim>
                                    <p:anim calcmode="lin" valueType="num">
                                      <p:cBhvr>
                                        <p:cTn id="52" dur="500" fill="hold"/>
                                        <p:tgtEl>
                                          <p:spTgt spid="26"/>
                                        </p:tgtEl>
                                        <p:attrNameLst>
                                          <p:attrName>ppt_h</p:attrName>
                                        </p:attrNameLst>
                                      </p:cBhvr>
                                      <p:tavLst>
                                        <p:tav tm="0">
                                          <p:val>
                                            <p:fltVal val="0"/>
                                          </p:val>
                                        </p:tav>
                                        <p:tav tm="100000">
                                          <p:val>
                                            <p:strVal val="#ppt_h"/>
                                          </p:val>
                                        </p:tav>
                                      </p:tavLst>
                                    </p:anim>
                                    <p:animEffect transition="in" filter="fade">
                                      <p:cBhvr>
                                        <p:cTn id="53" dur="500"/>
                                        <p:tgtEl>
                                          <p:spTgt spid="26"/>
                                        </p:tgtEl>
                                      </p:cBhvr>
                                    </p:animEffect>
                                  </p:childTnLst>
                                </p:cTn>
                              </p:par>
                              <p:par>
                                <p:cTn id="54" presetID="53" presetClass="entr" presetSubtype="16"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 calcmode="lin" valueType="num">
                                      <p:cBhvr>
                                        <p:cTn id="56" dur="500" fill="hold"/>
                                        <p:tgtEl>
                                          <p:spTgt spid="23"/>
                                        </p:tgtEl>
                                        <p:attrNameLst>
                                          <p:attrName>ppt_w</p:attrName>
                                        </p:attrNameLst>
                                      </p:cBhvr>
                                      <p:tavLst>
                                        <p:tav tm="0">
                                          <p:val>
                                            <p:fltVal val="0"/>
                                          </p:val>
                                        </p:tav>
                                        <p:tav tm="100000">
                                          <p:val>
                                            <p:strVal val="#ppt_w"/>
                                          </p:val>
                                        </p:tav>
                                      </p:tavLst>
                                    </p:anim>
                                    <p:anim calcmode="lin" valueType="num">
                                      <p:cBhvr>
                                        <p:cTn id="57" dur="500" fill="hold"/>
                                        <p:tgtEl>
                                          <p:spTgt spid="23"/>
                                        </p:tgtEl>
                                        <p:attrNameLst>
                                          <p:attrName>ppt_h</p:attrName>
                                        </p:attrNameLst>
                                      </p:cBhvr>
                                      <p:tavLst>
                                        <p:tav tm="0">
                                          <p:val>
                                            <p:fltVal val="0"/>
                                          </p:val>
                                        </p:tav>
                                        <p:tav tm="100000">
                                          <p:val>
                                            <p:strVal val="#ppt_h"/>
                                          </p:val>
                                        </p:tav>
                                      </p:tavLst>
                                    </p:anim>
                                    <p:animEffect transition="in" filter="fade">
                                      <p:cBhvr>
                                        <p:cTn id="58" dur="500"/>
                                        <p:tgtEl>
                                          <p:spTgt spid="23"/>
                                        </p:tgtEl>
                                      </p:cBhvr>
                                    </p:animEffect>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anim calcmode="lin" valueType="num">
                                      <p:cBhvr>
                                        <p:cTn id="64" dur="500" fill="hold"/>
                                        <p:tgtEl>
                                          <p:spTgt spid="22"/>
                                        </p:tgtEl>
                                        <p:attrNameLst>
                                          <p:attrName>ppt_x</p:attrName>
                                        </p:attrNameLst>
                                      </p:cBhvr>
                                      <p:tavLst>
                                        <p:tav tm="0">
                                          <p:val>
                                            <p:strVal val="#ppt_x"/>
                                          </p:val>
                                        </p:tav>
                                        <p:tav tm="100000">
                                          <p:val>
                                            <p:strVal val="#ppt_x"/>
                                          </p:val>
                                        </p:tav>
                                      </p:tavLst>
                                    </p:anim>
                                    <p:anim calcmode="lin" valueType="num">
                                      <p:cBhvr>
                                        <p:cTn id="65" dur="500" fill="hold"/>
                                        <p:tgtEl>
                                          <p:spTgt spid="22"/>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500"/>
                                        <p:tgtEl>
                                          <p:spTgt spid="21"/>
                                        </p:tgtEl>
                                      </p:cBhvr>
                                    </p:animEffect>
                                    <p:anim calcmode="lin" valueType="num">
                                      <p:cBhvr>
                                        <p:cTn id="69" dur="500" fill="hold"/>
                                        <p:tgtEl>
                                          <p:spTgt spid="21"/>
                                        </p:tgtEl>
                                        <p:attrNameLst>
                                          <p:attrName>ppt_x</p:attrName>
                                        </p:attrNameLst>
                                      </p:cBhvr>
                                      <p:tavLst>
                                        <p:tav tm="0">
                                          <p:val>
                                            <p:strVal val="#ppt_x"/>
                                          </p:val>
                                        </p:tav>
                                        <p:tav tm="100000">
                                          <p:val>
                                            <p:strVal val="#ppt_x"/>
                                          </p:val>
                                        </p:tav>
                                      </p:tavLst>
                                    </p:anim>
                                    <p:anim calcmode="lin" valueType="num">
                                      <p:cBhvr>
                                        <p:cTn id="70" dur="5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0" y="505586"/>
            <a:ext cx="12192000" cy="381000"/>
            <a:chOff x="0" y="391286"/>
            <a:chExt cx="12192000" cy="381000"/>
          </a:xfrm>
        </p:grpSpPr>
        <p:cxnSp>
          <p:nvCxnSpPr>
            <p:cNvPr id="18" name="直接连接符 17"/>
            <p:cNvCxnSpPr/>
            <p:nvPr/>
          </p:nvCxnSpPr>
          <p:spPr>
            <a:xfrm>
              <a:off x="0" y="581786"/>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rot="10800000">
              <a:off x="11060824" y="391286"/>
              <a:ext cx="656896" cy="381000"/>
              <a:chOff x="307428" y="393221"/>
              <a:chExt cx="656896" cy="381000"/>
            </a:xfrm>
          </p:grpSpPr>
          <p:sp>
            <p:nvSpPr>
              <p:cNvPr id="20" name="等腰三角形 19"/>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等腰三角形 20"/>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3" name="组合 22"/>
          <p:cNvGrpSpPr/>
          <p:nvPr/>
        </p:nvGrpSpPr>
        <p:grpSpPr>
          <a:xfrm>
            <a:off x="834742" y="2095582"/>
            <a:ext cx="3253831" cy="3088254"/>
            <a:chOff x="834740" y="2095582"/>
            <a:chExt cx="3253831" cy="3088254"/>
          </a:xfrm>
        </p:grpSpPr>
        <p:sp>
          <p:nvSpPr>
            <p:cNvPr id="24" name="矩形 23"/>
            <p:cNvSpPr/>
            <p:nvPr/>
          </p:nvSpPr>
          <p:spPr>
            <a:xfrm>
              <a:off x="834740" y="2095582"/>
              <a:ext cx="3253831" cy="308825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文本框 24"/>
            <p:cNvSpPr txBox="1"/>
            <p:nvPr/>
          </p:nvSpPr>
          <p:spPr>
            <a:xfrm>
              <a:off x="1372253" y="2708685"/>
              <a:ext cx="2175306" cy="1862048"/>
            </a:xfrm>
            <a:prstGeom prst="rect">
              <a:avLst/>
            </a:prstGeom>
            <a:noFill/>
          </p:spPr>
          <p:txBody>
            <a:bodyPr wrap="square" rtlCol="0">
              <a:spAutoFit/>
            </a:bodyPr>
            <a:lstStyle/>
            <a:p>
              <a:r>
                <a:rPr lang="en-US" altLang="zh-CN" sz="11500" i="1" dirty="0">
                  <a:cs typeface="+mn-ea"/>
                  <a:sym typeface="+mn-lt"/>
                </a:rPr>
                <a:t>04</a:t>
              </a:r>
              <a:endParaRPr lang="zh-CN" altLang="en-US" sz="11500" i="1" dirty="0">
                <a:cs typeface="+mn-ea"/>
                <a:sym typeface="+mn-lt"/>
              </a:endParaRPr>
            </a:p>
          </p:txBody>
        </p:sp>
      </p:grpSp>
      <p:sp>
        <p:nvSpPr>
          <p:cNvPr id="27" name="文本框 26"/>
          <p:cNvSpPr txBox="1"/>
          <p:nvPr/>
        </p:nvSpPr>
        <p:spPr>
          <a:xfrm>
            <a:off x="4858721" y="4109069"/>
            <a:ext cx="5589547" cy="923330"/>
          </a:xfrm>
          <a:prstGeom prst="rect">
            <a:avLst/>
          </a:prstGeom>
          <a:noFill/>
        </p:spPr>
        <p:txBody>
          <a:bodyPr wrap="square" rtlCol="0">
            <a:spAutoFit/>
          </a:bodyPr>
          <a:lstStyle/>
          <a:p>
            <a:r>
              <a:rPr lang="en-US" altLang="zh-CN" dirty="0">
                <a:solidFill>
                  <a:schemeClr val="tx1">
                    <a:lumMod val="50000"/>
                    <a:lumOff val="50000"/>
                  </a:schemeClr>
                </a:solidFill>
                <a:cs typeface="+mn-ea"/>
                <a:sym typeface="+mn-lt"/>
              </a:rPr>
              <a:t>High end atmospheric work report</a:t>
            </a:r>
            <a:r>
              <a:rPr lang="zh-CN" altLang="en-US" dirty="0">
                <a:solidFill>
                  <a:schemeClr val="tx1">
                    <a:lumMod val="50000"/>
                    <a:lumOff val="50000"/>
                  </a:schemeClr>
                </a:solidFill>
                <a:cs typeface="+mn-ea"/>
                <a:sym typeface="+mn-lt"/>
              </a:rPr>
              <a:t>，</a:t>
            </a:r>
            <a:r>
              <a:rPr lang="en-US" altLang="zh-CN" dirty="0">
                <a:solidFill>
                  <a:schemeClr val="tx1">
                    <a:lumMod val="50000"/>
                    <a:lumOff val="50000"/>
                  </a:schemeClr>
                </a:solidFill>
                <a:cs typeface="+mn-ea"/>
                <a:sym typeface="+mn-lt"/>
              </a:rPr>
              <a:t>High end atmospheric work report, High end atmospheric work report</a:t>
            </a:r>
            <a:endParaRPr lang="zh-CN" altLang="en-US" dirty="0">
              <a:solidFill>
                <a:schemeClr val="tx1">
                  <a:lumMod val="50000"/>
                  <a:lumOff val="50000"/>
                </a:schemeClr>
              </a:solidFill>
              <a:cs typeface="+mn-ea"/>
              <a:sym typeface="+mn-lt"/>
            </a:endParaRPr>
          </a:p>
        </p:txBody>
      </p:sp>
      <p:grpSp>
        <p:nvGrpSpPr>
          <p:cNvPr id="28" name="组合 27"/>
          <p:cNvGrpSpPr/>
          <p:nvPr/>
        </p:nvGrpSpPr>
        <p:grpSpPr>
          <a:xfrm>
            <a:off x="10657819" y="2644915"/>
            <a:ext cx="555708" cy="1855199"/>
            <a:chOff x="9448800" y="2089837"/>
            <a:chExt cx="1428750" cy="2731515"/>
          </a:xfrm>
        </p:grpSpPr>
        <p:cxnSp>
          <p:nvCxnSpPr>
            <p:cNvPr id="29" name="直接连接符 28"/>
            <p:cNvCxnSpPr/>
            <p:nvPr/>
          </p:nvCxnSpPr>
          <p:spPr>
            <a:xfrm>
              <a:off x="9448800" y="2089837"/>
              <a:ext cx="1428750" cy="1249448"/>
            </a:xfrm>
            <a:prstGeom prst="line">
              <a:avLst/>
            </a:prstGeom>
            <a:ln w="130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9467850" y="3237868"/>
              <a:ext cx="1409700" cy="1583484"/>
            </a:xfrm>
            <a:prstGeom prst="line">
              <a:avLst/>
            </a:prstGeom>
            <a:ln w="130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1" name="直接连接符 30"/>
          <p:cNvCxnSpPr/>
          <p:nvPr/>
        </p:nvCxnSpPr>
        <p:spPr>
          <a:xfrm>
            <a:off x="5087323" y="3689557"/>
            <a:ext cx="78377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668475" y="2085629"/>
            <a:ext cx="4494186" cy="1490591"/>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spd="slow" p14:dur="1400" advTm="4390">
        <p14:ripple/>
      </p:transition>
    </mc:Choice>
    <mc:Fallback>
      <p:transition spd="slow" advTm="439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righ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500"/>
                                        <p:tgtEl>
                                          <p:spTgt spid="2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wipe(left)">
                                      <p:cBhvr>
                                        <p:cTn id="20" dur="500"/>
                                        <p:tgtEl>
                                          <p:spTgt spid="3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4559820" y="2066207"/>
            <a:ext cx="2709411" cy="2710528"/>
            <a:chOff x="4380937" y="1922780"/>
            <a:chExt cx="3430126" cy="3431540"/>
          </a:xfrm>
        </p:grpSpPr>
        <p:cxnSp>
          <p:nvCxnSpPr>
            <p:cNvPr id="5" name="直接连接符 4"/>
            <p:cNvCxnSpPr/>
            <p:nvPr/>
          </p:nvCxnSpPr>
          <p:spPr>
            <a:xfrm flipV="1">
              <a:off x="6099535" y="2407919"/>
              <a:ext cx="0" cy="761309"/>
            </a:xfrm>
            <a:prstGeom prst="line">
              <a:avLst/>
            </a:prstGeom>
            <a:noFill/>
            <a:ln w="3175" cap="flat" cmpd="sng" algn="ctr">
              <a:solidFill>
                <a:sysClr val="window" lastClr="FFFFFF">
                  <a:lumMod val="75000"/>
                </a:sysClr>
              </a:solidFill>
              <a:prstDash val="solid"/>
              <a:miter lim="800000"/>
            </a:ln>
            <a:effectLst/>
          </p:spPr>
        </p:cxnSp>
        <p:cxnSp>
          <p:nvCxnSpPr>
            <p:cNvPr id="6" name="直接连接符 5"/>
            <p:cNvCxnSpPr/>
            <p:nvPr/>
          </p:nvCxnSpPr>
          <p:spPr>
            <a:xfrm>
              <a:off x="6595108" y="3664801"/>
              <a:ext cx="724059" cy="0"/>
            </a:xfrm>
            <a:prstGeom prst="line">
              <a:avLst/>
            </a:prstGeom>
            <a:noFill/>
            <a:ln w="3175" cap="flat" cmpd="sng" algn="ctr">
              <a:solidFill>
                <a:sysClr val="window" lastClr="FFFFFF">
                  <a:lumMod val="75000"/>
                </a:sysClr>
              </a:solidFill>
              <a:prstDash val="solid"/>
              <a:miter lim="800000"/>
            </a:ln>
            <a:effectLst/>
          </p:spPr>
        </p:cxnSp>
        <p:cxnSp>
          <p:nvCxnSpPr>
            <p:cNvPr id="7" name="直接连接符 6"/>
            <p:cNvCxnSpPr/>
            <p:nvPr/>
          </p:nvCxnSpPr>
          <p:spPr>
            <a:xfrm flipV="1">
              <a:off x="6449958" y="2339556"/>
              <a:ext cx="912050" cy="974822"/>
            </a:xfrm>
            <a:prstGeom prst="line">
              <a:avLst/>
            </a:prstGeom>
            <a:noFill/>
            <a:ln w="3175" cap="flat" cmpd="sng" algn="ctr">
              <a:solidFill>
                <a:sysClr val="window" lastClr="FFFFFF">
                  <a:lumMod val="75000"/>
                </a:sysClr>
              </a:solidFill>
              <a:prstDash val="solid"/>
              <a:miter lim="800000"/>
            </a:ln>
            <a:effectLst/>
          </p:spPr>
        </p:cxnSp>
        <p:cxnSp>
          <p:nvCxnSpPr>
            <p:cNvPr id="8" name="直接连接符 7"/>
            <p:cNvCxnSpPr/>
            <p:nvPr/>
          </p:nvCxnSpPr>
          <p:spPr>
            <a:xfrm flipH="1" flipV="1">
              <a:off x="4764529" y="2318437"/>
              <a:ext cx="984583" cy="995941"/>
            </a:xfrm>
            <a:prstGeom prst="line">
              <a:avLst/>
            </a:prstGeom>
            <a:noFill/>
            <a:ln w="3175" cap="flat" cmpd="sng" algn="ctr">
              <a:solidFill>
                <a:sysClr val="window" lastClr="FFFFFF">
                  <a:lumMod val="75000"/>
                </a:sysClr>
              </a:solidFill>
              <a:prstDash val="solid"/>
              <a:miter lim="800000"/>
            </a:ln>
            <a:effectLst/>
          </p:spPr>
        </p:cxnSp>
        <p:cxnSp>
          <p:nvCxnSpPr>
            <p:cNvPr id="9" name="直接连接符 8"/>
            <p:cNvCxnSpPr/>
            <p:nvPr/>
          </p:nvCxnSpPr>
          <p:spPr>
            <a:xfrm flipH="1">
              <a:off x="4854098" y="3664801"/>
              <a:ext cx="749865" cy="0"/>
            </a:xfrm>
            <a:prstGeom prst="line">
              <a:avLst/>
            </a:prstGeom>
            <a:noFill/>
            <a:ln w="3175" cap="flat" cmpd="sng" algn="ctr">
              <a:solidFill>
                <a:sysClr val="window" lastClr="FFFFFF">
                  <a:lumMod val="75000"/>
                </a:sysClr>
              </a:solidFill>
              <a:prstDash val="solid"/>
              <a:miter lim="800000"/>
            </a:ln>
            <a:effectLst/>
          </p:spPr>
        </p:cxnSp>
        <p:cxnSp>
          <p:nvCxnSpPr>
            <p:cNvPr id="10" name="直接连接符 9"/>
            <p:cNvCxnSpPr/>
            <p:nvPr/>
          </p:nvCxnSpPr>
          <p:spPr>
            <a:xfrm flipH="1">
              <a:off x="4796612" y="4015224"/>
              <a:ext cx="952500" cy="956825"/>
            </a:xfrm>
            <a:prstGeom prst="line">
              <a:avLst/>
            </a:prstGeom>
            <a:noFill/>
            <a:ln w="3175" cap="flat" cmpd="sng" algn="ctr">
              <a:solidFill>
                <a:sysClr val="window" lastClr="FFFFFF">
                  <a:lumMod val="75000"/>
                </a:sysClr>
              </a:solidFill>
              <a:prstDash val="solid"/>
              <a:miter lim="800000"/>
            </a:ln>
            <a:effectLst/>
          </p:spPr>
        </p:cxnSp>
        <p:cxnSp>
          <p:nvCxnSpPr>
            <p:cNvPr id="11" name="直接连接符 10"/>
            <p:cNvCxnSpPr/>
            <p:nvPr/>
          </p:nvCxnSpPr>
          <p:spPr>
            <a:xfrm flipH="1">
              <a:off x="6092466" y="4160374"/>
              <a:ext cx="7069" cy="700846"/>
            </a:xfrm>
            <a:prstGeom prst="line">
              <a:avLst/>
            </a:prstGeom>
            <a:noFill/>
            <a:ln w="3175" cap="flat" cmpd="sng" algn="ctr">
              <a:solidFill>
                <a:sysClr val="window" lastClr="FFFFFF">
                  <a:lumMod val="75000"/>
                </a:sysClr>
              </a:solidFill>
              <a:prstDash val="solid"/>
              <a:miter lim="800000"/>
            </a:ln>
            <a:effectLst/>
          </p:spPr>
        </p:cxnSp>
        <p:cxnSp>
          <p:nvCxnSpPr>
            <p:cNvPr id="12" name="直接连接符 11"/>
            <p:cNvCxnSpPr/>
            <p:nvPr/>
          </p:nvCxnSpPr>
          <p:spPr>
            <a:xfrm>
              <a:off x="6449958" y="4015224"/>
              <a:ext cx="951085" cy="951085"/>
            </a:xfrm>
            <a:prstGeom prst="line">
              <a:avLst/>
            </a:prstGeom>
            <a:noFill/>
            <a:ln w="3175" cap="flat" cmpd="sng" algn="ctr">
              <a:solidFill>
                <a:sysClr val="window" lastClr="FFFFFF">
                  <a:lumMod val="75000"/>
                </a:sysClr>
              </a:solidFill>
              <a:prstDash val="solid"/>
              <a:miter lim="800000"/>
            </a:ln>
            <a:effectLst/>
          </p:spPr>
        </p:cxnSp>
        <p:sp>
          <p:nvSpPr>
            <p:cNvPr id="13" name="ïš1íḋe"/>
            <p:cNvSpPr/>
            <p:nvPr/>
          </p:nvSpPr>
          <p:spPr bwMode="auto">
            <a:xfrm>
              <a:off x="5661932" y="4251476"/>
              <a:ext cx="873791" cy="664534"/>
            </a:xfrm>
            <a:custGeom>
              <a:avLst/>
              <a:gdLst>
                <a:gd name="T0" fmla="*/ 647 w 647"/>
                <a:gd name="T1" fmla="*/ 413 h 492"/>
                <a:gd name="T2" fmla="*/ 647 w 647"/>
                <a:gd name="T3" fmla="*/ 413 h 492"/>
                <a:gd name="T4" fmla="*/ 0 w 647"/>
                <a:gd name="T5" fmla="*/ 415 h 492"/>
                <a:gd name="T6" fmla="*/ 153 w 647"/>
                <a:gd name="T7" fmla="*/ 1 h 492"/>
                <a:gd name="T8" fmla="*/ 492 w 647"/>
                <a:gd name="T9" fmla="*/ 0 h 492"/>
                <a:gd name="T10" fmla="*/ 492 w 647"/>
                <a:gd name="T11" fmla="*/ 0 h 492"/>
                <a:gd name="T12" fmla="*/ 647 w 647"/>
                <a:gd name="T13" fmla="*/ 413 h 492"/>
              </a:gdLst>
              <a:ahLst/>
              <a:cxnLst>
                <a:cxn ang="0">
                  <a:pos x="T0" y="T1"/>
                </a:cxn>
                <a:cxn ang="0">
                  <a:pos x="T2" y="T3"/>
                </a:cxn>
                <a:cxn ang="0">
                  <a:pos x="T4" y="T5"/>
                </a:cxn>
                <a:cxn ang="0">
                  <a:pos x="T6" y="T7"/>
                </a:cxn>
                <a:cxn ang="0">
                  <a:pos x="T8" y="T9"/>
                </a:cxn>
                <a:cxn ang="0">
                  <a:pos x="T10" y="T11"/>
                </a:cxn>
                <a:cxn ang="0">
                  <a:pos x="T12" y="T13"/>
                </a:cxn>
              </a:cxnLst>
              <a:rect l="0" t="0" r="r" b="b"/>
              <a:pathLst>
                <a:path w="647" h="492">
                  <a:moveTo>
                    <a:pt x="647" y="413"/>
                  </a:moveTo>
                  <a:cubicBezTo>
                    <a:pt x="647" y="413"/>
                    <a:pt x="647" y="413"/>
                    <a:pt x="647" y="413"/>
                  </a:cubicBezTo>
                  <a:cubicBezTo>
                    <a:pt x="439" y="491"/>
                    <a:pt x="209" y="492"/>
                    <a:pt x="0" y="415"/>
                  </a:cubicBezTo>
                  <a:cubicBezTo>
                    <a:pt x="153" y="1"/>
                    <a:pt x="153" y="1"/>
                    <a:pt x="153" y="1"/>
                  </a:cubicBezTo>
                  <a:cubicBezTo>
                    <a:pt x="263" y="41"/>
                    <a:pt x="383" y="41"/>
                    <a:pt x="492" y="0"/>
                  </a:cubicBezTo>
                  <a:cubicBezTo>
                    <a:pt x="492" y="0"/>
                    <a:pt x="492" y="0"/>
                    <a:pt x="492" y="0"/>
                  </a:cubicBezTo>
                  <a:cubicBezTo>
                    <a:pt x="647" y="413"/>
                    <a:pt x="647" y="413"/>
                    <a:pt x="647" y="413"/>
                  </a:cubicBezTo>
                </a:path>
              </a:pathLst>
            </a:custGeom>
            <a:solidFill>
              <a:schemeClr val="tx1">
                <a:lumMod val="50000"/>
                <a:lumOff val="50000"/>
              </a:schemeClr>
            </a:solidFill>
            <a:ln>
              <a:noFill/>
            </a:ln>
          </p:spPr>
          <p:txBody>
            <a:bodyPr vert="horz" wrap="square" lIns="91440" tIns="45720" rIns="91440" bIns="4572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chemeClr val="tx1">
                    <a:lumMod val="75000"/>
                    <a:lumOff val="25000"/>
                  </a:schemeClr>
                </a:solidFill>
                <a:effectLst/>
                <a:uLnTx/>
                <a:uFillTx/>
                <a:cs typeface="+mn-ea"/>
                <a:sym typeface="+mn-lt"/>
              </a:endParaRPr>
            </a:p>
          </p:txBody>
        </p:sp>
        <p:sp>
          <p:nvSpPr>
            <p:cNvPr id="14" name="íṩḷïḓe"/>
            <p:cNvSpPr/>
            <p:nvPr/>
          </p:nvSpPr>
          <p:spPr bwMode="auto">
            <a:xfrm>
              <a:off x="6507445" y="4046460"/>
              <a:ext cx="1303618" cy="1303617"/>
            </a:xfrm>
            <a:custGeom>
              <a:avLst/>
              <a:gdLst>
                <a:gd name="T0" fmla="*/ 277 w 966"/>
                <a:gd name="T1" fmla="*/ 966 h 966"/>
                <a:gd name="T2" fmla="*/ 0 w 966"/>
                <a:gd name="T3" fmla="*/ 362 h 966"/>
                <a:gd name="T4" fmla="*/ 360 w 966"/>
                <a:gd name="T5" fmla="*/ 0 h 966"/>
                <a:gd name="T6" fmla="*/ 966 w 966"/>
                <a:gd name="T7" fmla="*/ 275 h 966"/>
                <a:gd name="T8" fmla="*/ 277 w 966"/>
                <a:gd name="T9" fmla="*/ 966 h 966"/>
              </a:gdLst>
              <a:ahLst/>
              <a:cxnLst>
                <a:cxn ang="0">
                  <a:pos x="T0" y="T1"/>
                </a:cxn>
                <a:cxn ang="0">
                  <a:pos x="T2" y="T3"/>
                </a:cxn>
                <a:cxn ang="0">
                  <a:pos x="T4" y="T5"/>
                </a:cxn>
                <a:cxn ang="0">
                  <a:pos x="T6" y="T7"/>
                </a:cxn>
                <a:cxn ang="0">
                  <a:pos x="T8" y="T9"/>
                </a:cxn>
              </a:cxnLst>
              <a:rect l="0" t="0" r="r" b="b"/>
              <a:pathLst>
                <a:path w="966" h="966">
                  <a:moveTo>
                    <a:pt x="277" y="966"/>
                  </a:moveTo>
                  <a:cubicBezTo>
                    <a:pt x="0" y="362"/>
                    <a:pt x="0" y="362"/>
                    <a:pt x="0" y="362"/>
                  </a:cubicBezTo>
                  <a:cubicBezTo>
                    <a:pt x="160" y="289"/>
                    <a:pt x="287" y="160"/>
                    <a:pt x="360" y="0"/>
                  </a:cubicBezTo>
                  <a:cubicBezTo>
                    <a:pt x="966" y="275"/>
                    <a:pt x="966" y="275"/>
                    <a:pt x="966" y="275"/>
                  </a:cubicBezTo>
                  <a:cubicBezTo>
                    <a:pt x="827" y="581"/>
                    <a:pt x="582" y="826"/>
                    <a:pt x="277" y="966"/>
                  </a:cubicBezTo>
                </a:path>
              </a:pathLst>
            </a:custGeom>
            <a:solidFill>
              <a:schemeClr val="tx1"/>
            </a:solidFill>
            <a:ln>
              <a:noFill/>
            </a:ln>
            <a:effectLst>
              <a:outerShdw blurRad="88900" dist="76200" dir="1200000" algn="tl" rotWithShape="0">
                <a:prstClr val="black">
                  <a:alpha val="37000"/>
                </a:prstClr>
              </a:outerShdw>
            </a:effectLst>
          </p:spPr>
          <p:txBody>
            <a:bodyPr vert="horz" wrap="square" lIns="91440" tIns="45720" rIns="91440" bIns="4572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chemeClr val="tx1">
                    <a:lumMod val="75000"/>
                    <a:lumOff val="25000"/>
                  </a:schemeClr>
                </a:solidFill>
                <a:effectLst/>
                <a:uLnTx/>
                <a:uFillTx/>
                <a:cs typeface="+mn-ea"/>
                <a:sym typeface="+mn-lt"/>
              </a:endParaRPr>
            </a:p>
          </p:txBody>
        </p:sp>
        <p:sp>
          <p:nvSpPr>
            <p:cNvPr id="15" name="işľîḓé"/>
            <p:cNvSpPr/>
            <p:nvPr/>
          </p:nvSpPr>
          <p:spPr bwMode="auto">
            <a:xfrm>
              <a:off x="4386593" y="4052116"/>
              <a:ext cx="1302204" cy="1302204"/>
            </a:xfrm>
            <a:custGeom>
              <a:avLst/>
              <a:gdLst>
                <a:gd name="T0" fmla="*/ 691 w 966"/>
                <a:gd name="T1" fmla="*/ 965 h 965"/>
                <a:gd name="T2" fmla="*/ 0 w 966"/>
                <a:gd name="T3" fmla="*/ 277 h 965"/>
                <a:gd name="T4" fmla="*/ 604 w 966"/>
                <a:gd name="T5" fmla="*/ 0 h 965"/>
                <a:gd name="T6" fmla="*/ 966 w 966"/>
                <a:gd name="T7" fmla="*/ 360 h 965"/>
                <a:gd name="T8" fmla="*/ 691 w 966"/>
                <a:gd name="T9" fmla="*/ 965 h 965"/>
              </a:gdLst>
              <a:ahLst/>
              <a:cxnLst>
                <a:cxn ang="0">
                  <a:pos x="T0" y="T1"/>
                </a:cxn>
                <a:cxn ang="0">
                  <a:pos x="T2" y="T3"/>
                </a:cxn>
                <a:cxn ang="0">
                  <a:pos x="T4" y="T5"/>
                </a:cxn>
                <a:cxn ang="0">
                  <a:pos x="T6" y="T7"/>
                </a:cxn>
                <a:cxn ang="0">
                  <a:pos x="T8" y="T9"/>
                </a:cxn>
              </a:cxnLst>
              <a:rect l="0" t="0" r="r" b="b"/>
              <a:pathLst>
                <a:path w="966" h="965">
                  <a:moveTo>
                    <a:pt x="691" y="965"/>
                  </a:moveTo>
                  <a:cubicBezTo>
                    <a:pt x="385" y="826"/>
                    <a:pt x="140" y="582"/>
                    <a:pt x="0" y="277"/>
                  </a:cubicBezTo>
                  <a:cubicBezTo>
                    <a:pt x="604" y="0"/>
                    <a:pt x="604" y="0"/>
                    <a:pt x="604" y="0"/>
                  </a:cubicBezTo>
                  <a:cubicBezTo>
                    <a:pt x="677" y="159"/>
                    <a:pt x="805" y="287"/>
                    <a:pt x="966" y="360"/>
                  </a:cubicBezTo>
                  <a:cubicBezTo>
                    <a:pt x="691" y="965"/>
                    <a:pt x="691" y="965"/>
                    <a:pt x="691" y="965"/>
                  </a:cubicBezTo>
                </a:path>
              </a:pathLst>
            </a:custGeom>
            <a:solidFill>
              <a:schemeClr val="tx1"/>
            </a:solidFill>
            <a:ln>
              <a:noFill/>
            </a:ln>
            <a:effectLst>
              <a:outerShdw blurRad="88900" dist="76200" dir="1200000" algn="tl" rotWithShape="0">
                <a:prstClr val="black">
                  <a:alpha val="37000"/>
                </a:prstClr>
              </a:outerShdw>
            </a:effectLst>
          </p:spPr>
          <p:txBody>
            <a:bodyPr vert="horz" wrap="square" lIns="91440" tIns="45720" rIns="91440" bIns="4572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chemeClr val="tx1">
                    <a:lumMod val="75000"/>
                    <a:lumOff val="25000"/>
                  </a:schemeClr>
                </a:solidFill>
                <a:effectLst/>
                <a:uLnTx/>
                <a:uFillTx/>
                <a:cs typeface="+mn-ea"/>
                <a:sym typeface="+mn-lt"/>
              </a:endParaRPr>
            </a:p>
          </p:txBody>
        </p:sp>
        <p:sp>
          <p:nvSpPr>
            <p:cNvPr id="16" name="îṥlïḓê"/>
            <p:cNvSpPr/>
            <p:nvPr/>
          </p:nvSpPr>
          <p:spPr bwMode="auto">
            <a:xfrm>
              <a:off x="6708220" y="3198119"/>
              <a:ext cx="664534" cy="875206"/>
            </a:xfrm>
            <a:custGeom>
              <a:avLst/>
              <a:gdLst>
                <a:gd name="T0" fmla="*/ 415 w 493"/>
                <a:gd name="T1" fmla="*/ 649 h 649"/>
                <a:gd name="T2" fmla="*/ 2 w 493"/>
                <a:gd name="T3" fmla="*/ 495 h 649"/>
                <a:gd name="T4" fmla="*/ 1 w 493"/>
                <a:gd name="T5" fmla="*/ 156 h 649"/>
                <a:gd name="T6" fmla="*/ 0 w 493"/>
                <a:gd name="T7" fmla="*/ 155 h 649"/>
                <a:gd name="T8" fmla="*/ 413 w 493"/>
                <a:gd name="T9" fmla="*/ 0 h 649"/>
                <a:gd name="T10" fmla="*/ 414 w 493"/>
                <a:gd name="T11" fmla="*/ 1 h 649"/>
                <a:gd name="T12" fmla="*/ 415 w 493"/>
                <a:gd name="T13" fmla="*/ 649 h 649"/>
              </a:gdLst>
              <a:ahLst/>
              <a:cxnLst>
                <a:cxn ang="0">
                  <a:pos x="T0" y="T1"/>
                </a:cxn>
                <a:cxn ang="0">
                  <a:pos x="T2" y="T3"/>
                </a:cxn>
                <a:cxn ang="0">
                  <a:pos x="T4" y="T5"/>
                </a:cxn>
                <a:cxn ang="0">
                  <a:pos x="T6" y="T7"/>
                </a:cxn>
                <a:cxn ang="0">
                  <a:pos x="T8" y="T9"/>
                </a:cxn>
                <a:cxn ang="0">
                  <a:pos x="T10" y="T11"/>
                </a:cxn>
                <a:cxn ang="0">
                  <a:pos x="T12" y="T13"/>
                </a:cxn>
              </a:cxnLst>
              <a:rect l="0" t="0" r="r" b="b"/>
              <a:pathLst>
                <a:path w="493" h="649">
                  <a:moveTo>
                    <a:pt x="415" y="649"/>
                  </a:moveTo>
                  <a:cubicBezTo>
                    <a:pt x="2" y="495"/>
                    <a:pt x="2" y="495"/>
                    <a:pt x="2" y="495"/>
                  </a:cubicBezTo>
                  <a:cubicBezTo>
                    <a:pt x="42" y="386"/>
                    <a:pt x="42" y="266"/>
                    <a:pt x="1" y="156"/>
                  </a:cubicBezTo>
                  <a:cubicBezTo>
                    <a:pt x="0" y="155"/>
                    <a:pt x="0" y="155"/>
                    <a:pt x="0" y="155"/>
                  </a:cubicBezTo>
                  <a:cubicBezTo>
                    <a:pt x="413" y="0"/>
                    <a:pt x="413" y="0"/>
                    <a:pt x="413" y="0"/>
                  </a:cubicBezTo>
                  <a:cubicBezTo>
                    <a:pt x="414" y="1"/>
                    <a:pt x="414" y="1"/>
                    <a:pt x="414" y="1"/>
                  </a:cubicBezTo>
                  <a:cubicBezTo>
                    <a:pt x="492" y="210"/>
                    <a:pt x="493" y="440"/>
                    <a:pt x="415" y="649"/>
                  </a:cubicBezTo>
                </a:path>
              </a:pathLst>
            </a:custGeom>
            <a:solidFill>
              <a:schemeClr val="tx1">
                <a:lumMod val="50000"/>
                <a:lumOff val="50000"/>
              </a:schemeClr>
            </a:solidFill>
            <a:ln>
              <a:noFill/>
            </a:ln>
          </p:spPr>
          <p:txBody>
            <a:bodyPr vert="horz" wrap="square" lIns="91440" tIns="45720" rIns="91440" bIns="4572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chemeClr val="tx1">
                    <a:lumMod val="75000"/>
                    <a:lumOff val="25000"/>
                  </a:schemeClr>
                </a:solidFill>
                <a:effectLst/>
                <a:uLnTx/>
                <a:uFillTx/>
                <a:cs typeface="+mn-ea"/>
                <a:sym typeface="+mn-lt"/>
              </a:endParaRPr>
            </a:p>
          </p:txBody>
        </p:sp>
        <p:sp>
          <p:nvSpPr>
            <p:cNvPr id="17" name="ïṥľïďe"/>
            <p:cNvSpPr/>
            <p:nvPr/>
          </p:nvSpPr>
          <p:spPr bwMode="auto">
            <a:xfrm>
              <a:off x="4820660" y="3206603"/>
              <a:ext cx="663120" cy="872378"/>
            </a:xfrm>
            <a:custGeom>
              <a:avLst/>
              <a:gdLst>
                <a:gd name="T0" fmla="*/ 492 w 492"/>
                <a:gd name="T1" fmla="*/ 492 h 647"/>
                <a:gd name="T2" fmla="*/ 79 w 492"/>
                <a:gd name="T3" fmla="*/ 647 h 647"/>
                <a:gd name="T4" fmla="*/ 78 w 492"/>
                <a:gd name="T5" fmla="*/ 646 h 647"/>
                <a:gd name="T6" fmla="*/ 77 w 492"/>
                <a:gd name="T7" fmla="*/ 0 h 647"/>
                <a:gd name="T8" fmla="*/ 491 w 492"/>
                <a:gd name="T9" fmla="*/ 153 h 647"/>
                <a:gd name="T10" fmla="*/ 491 w 492"/>
                <a:gd name="T11" fmla="*/ 491 h 647"/>
                <a:gd name="T12" fmla="*/ 492 w 492"/>
                <a:gd name="T13" fmla="*/ 492 h 647"/>
              </a:gdLst>
              <a:ahLst/>
              <a:cxnLst>
                <a:cxn ang="0">
                  <a:pos x="T0" y="T1"/>
                </a:cxn>
                <a:cxn ang="0">
                  <a:pos x="T2" y="T3"/>
                </a:cxn>
                <a:cxn ang="0">
                  <a:pos x="T4" y="T5"/>
                </a:cxn>
                <a:cxn ang="0">
                  <a:pos x="T6" y="T7"/>
                </a:cxn>
                <a:cxn ang="0">
                  <a:pos x="T8" y="T9"/>
                </a:cxn>
                <a:cxn ang="0">
                  <a:pos x="T10" y="T11"/>
                </a:cxn>
                <a:cxn ang="0">
                  <a:pos x="T12" y="T13"/>
                </a:cxn>
              </a:cxnLst>
              <a:rect l="0" t="0" r="r" b="b"/>
              <a:pathLst>
                <a:path w="492" h="647">
                  <a:moveTo>
                    <a:pt x="492" y="492"/>
                  </a:moveTo>
                  <a:cubicBezTo>
                    <a:pt x="79" y="647"/>
                    <a:pt x="79" y="647"/>
                    <a:pt x="79" y="647"/>
                  </a:cubicBezTo>
                  <a:cubicBezTo>
                    <a:pt x="78" y="646"/>
                    <a:pt x="78" y="646"/>
                    <a:pt x="78" y="646"/>
                  </a:cubicBezTo>
                  <a:cubicBezTo>
                    <a:pt x="0" y="438"/>
                    <a:pt x="0" y="208"/>
                    <a:pt x="77" y="0"/>
                  </a:cubicBezTo>
                  <a:cubicBezTo>
                    <a:pt x="491" y="153"/>
                    <a:pt x="491" y="153"/>
                    <a:pt x="491" y="153"/>
                  </a:cubicBezTo>
                  <a:cubicBezTo>
                    <a:pt x="450" y="262"/>
                    <a:pt x="451" y="382"/>
                    <a:pt x="491" y="491"/>
                  </a:cubicBezTo>
                  <a:cubicBezTo>
                    <a:pt x="492" y="492"/>
                    <a:pt x="492" y="492"/>
                    <a:pt x="492" y="492"/>
                  </a:cubicBezTo>
                </a:path>
              </a:pathLst>
            </a:custGeom>
            <a:solidFill>
              <a:schemeClr val="tx1">
                <a:lumMod val="50000"/>
                <a:lumOff val="50000"/>
              </a:schemeClr>
            </a:solidFill>
            <a:ln>
              <a:noFill/>
            </a:ln>
          </p:spPr>
          <p:txBody>
            <a:bodyPr vert="horz" wrap="square" lIns="91440" tIns="45720" rIns="91440" bIns="4572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chemeClr val="tx1">
                    <a:lumMod val="75000"/>
                    <a:lumOff val="25000"/>
                  </a:schemeClr>
                </a:solidFill>
                <a:effectLst/>
                <a:uLnTx/>
                <a:uFillTx/>
                <a:cs typeface="+mn-ea"/>
                <a:sym typeface="+mn-lt"/>
              </a:endParaRPr>
            </a:p>
          </p:txBody>
        </p:sp>
        <p:sp>
          <p:nvSpPr>
            <p:cNvPr id="18" name="îşlîdè"/>
            <p:cNvSpPr/>
            <p:nvPr/>
          </p:nvSpPr>
          <p:spPr bwMode="auto">
            <a:xfrm>
              <a:off x="6503203" y="1922780"/>
              <a:ext cx="1302204" cy="1302204"/>
            </a:xfrm>
            <a:custGeom>
              <a:avLst/>
              <a:gdLst>
                <a:gd name="T0" fmla="*/ 362 w 966"/>
                <a:gd name="T1" fmla="*/ 965 h 965"/>
                <a:gd name="T2" fmla="*/ 0 w 966"/>
                <a:gd name="T3" fmla="*/ 606 h 965"/>
                <a:gd name="T4" fmla="*/ 274 w 966"/>
                <a:gd name="T5" fmla="*/ 0 h 965"/>
                <a:gd name="T6" fmla="*/ 966 w 966"/>
                <a:gd name="T7" fmla="*/ 687 h 965"/>
                <a:gd name="T8" fmla="*/ 362 w 966"/>
                <a:gd name="T9" fmla="*/ 965 h 965"/>
              </a:gdLst>
              <a:ahLst/>
              <a:cxnLst>
                <a:cxn ang="0">
                  <a:pos x="T0" y="T1"/>
                </a:cxn>
                <a:cxn ang="0">
                  <a:pos x="T2" y="T3"/>
                </a:cxn>
                <a:cxn ang="0">
                  <a:pos x="T4" y="T5"/>
                </a:cxn>
                <a:cxn ang="0">
                  <a:pos x="T6" y="T7"/>
                </a:cxn>
                <a:cxn ang="0">
                  <a:pos x="T8" y="T9"/>
                </a:cxn>
              </a:cxnLst>
              <a:rect l="0" t="0" r="r" b="b"/>
              <a:pathLst>
                <a:path w="966" h="965">
                  <a:moveTo>
                    <a:pt x="362" y="965"/>
                  </a:moveTo>
                  <a:cubicBezTo>
                    <a:pt x="289" y="806"/>
                    <a:pt x="160" y="678"/>
                    <a:pt x="0" y="606"/>
                  </a:cubicBezTo>
                  <a:cubicBezTo>
                    <a:pt x="274" y="0"/>
                    <a:pt x="274" y="0"/>
                    <a:pt x="274" y="0"/>
                  </a:cubicBezTo>
                  <a:cubicBezTo>
                    <a:pt x="580" y="138"/>
                    <a:pt x="826" y="383"/>
                    <a:pt x="966" y="687"/>
                  </a:cubicBezTo>
                  <a:cubicBezTo>
                    <a:pt x="362" y="965"/>
                    <a:pt x="362" y="965"/>
                    <a:pt x="362" y="965"/>
                  </a:cubicBezTo>
                </a:path>
              </a:pathLst>
            </a:custGeom>
            <a:solidFill>
              <a:schemeClr val="tx1"/>
            </a:solidFill>
            <a:ln>
              <a:noFill/>
            </a:ln>
            <a:effectLst>
              <a:outerShdw blurRad="88900" dist="76200" dir="1200000" algn="tl" rotWithShape="0">
                <a:prstClr val="black">
                  <a:alpha val="37000"/>
                </a:prstClr>
              </a:outerShdw>
            </a:effectLst>
          </p:spPr>
          <p:txBody>
            <a:bodyPr vert="horz" wrap="square" lIns="91440" tIns="45720" rIns="91440" bIns="4572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chemeClr val="tx1">
                    <a:lumMod val="75000"/>
                    <a:lumOff val="25000"/>
                  </a:schemeClr>
                </a:solidFill>
                <a:effectLst/>
                <a:uLnTx/>
                <a:uFillTx/>
                <a:cs typeface="+mn-ea"/>
                <a:sym typeface="+mn-lt"/>
              </a:endParaRPr>
            </a:p>
          </p:txBody>
        </p:sp>
        <p:sp>
          <p:nvSpPr>
            <p:cNvPr id="19" name="iśḷîďé"/>
            <p:cNvSpPr/>
            <p:nvPr/>
          </p:nvSpPr>
          <p:spPr bwMode="auto">
            <a:xfrm>
              <a:off x="4380937" y="1928436"/>
              <a:ext cx="1302204" cy="1303617"/>
            </a:xfrm>
            <a:custGeom>
              <a:avLst/>
              <a:gdLst>
                <a:gd name="T0" fmla="*/ 606 w 965"/>
                <a:gd name="T1" fmla="*/ 966 h 966"/>
                <a:gd name="T2" fmla="*/ 0 w 965"/>
                <a:gd name="T3" fmla="*/ 692 h 966"/>
                <a:gd name="T4" fmla="*/ 688 w 965"/>
                <a:gd name="T5" fmla="*/ 0 h 966"/>
                <a:gd name="T6" fmla="*/ 965 w 965"/>
                <a:gd name="T7" fmla="*/ 604 h 966"/>
                <a:gd name="T8" fmla="*/ 606 w 965"/>
                <a:gd name="T9" fmla="*/ 966 h 966"/>
              </a:gdLst>
              <a:ahLst/>
              <a:cxnLst>
                <a:cxn ang="0">
                  <a:pos x="T0" y="T1"/>
                </a:cxn>
                <a:cxn ang="0">
                  <a:pos x="T2" y="T3"/>
                </a:cxn>
                <a:cxn ang="0">
                  <a:pos x="T4" y="T5"/>
                </a:cxn>
                <a:cxn ang="0">
                  <a:pos x="T6" y="T7"/>
                </a:cxn>
                <a:cxn ang="0">
                  <a:pos x="T8" y="T9"/>
                </a:cxn>
              </a:cxnLst>
              <a:rect l="0" t="0" r="r" b="b"/>
              <a:pathLst>
                <a:path w="965" h="966">
                  <a:moveTo>
                    <a:pt x="606" y="966"/>
                  </a:moveTo>
                  <a:cubicBezTo>
                    <a:pt x="0" y="692"/>
                    <a:pt x="0" y="692"/>
                    <a:pt x="0" y="692"/>
                  </a:cubicBezTo>
                  <a:cubicBezTo>
                    <a:pt x="139" y="386"/>
                    <a:pt x="383" y="140"/>
                    <a:pt x="688" y="0"/>
                  </a:cubicBezTo>
                  <a:cubicBezTo>
                    <a:pt x="965" y="604"/>
                    <a:pt x="965" y="604"/>
                    <a:pt x="965" y="604"/>
                  </a:cubicBezTo>
                  <a:cubicBezTo>
                    <a:pt x="806" y="677"/>
                    <a:pt x="678" y="806"/>
                    <a:pt x="606" y="966"/>
                  </a:cubicBezTo>
                </a:path>
              </a:pathLst>
            </a:custGeom>
            <a:solidFill>
              <a:schemeClr val="tx1"/>
            </a:solidFill>
            <a:ln>
              <a:noFill/>
            </a:ln>
            <a:effectLst>
              <a:outerShdw blurRad="88900" dist="76200" dir="1200000" algn="tl" rotWithShape="0">
                <a:prstClr val="black">
                  <a:alpha val="37000"/>
                </a:prstClr>
              </a:outerShdw>
            </a:effectLst>
          </p:spPr>
          <p:txBody>
            <a:bodyPr vert="horz" wrap="square" lIns="91440" tIns="45720" rIns="91440" bIns="4572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chemeClr val="tx1">
                    <a:lumMod val="75000"/>
                    <a:lumOff val="25000"/>
                  </a:schemeClr>
                </a:solidFill>
                <a:effectLst/>
                <a:uLnTx/>
                <a:uFillTx/>
                <a:cs typeface="+mn-ea"/>
                <a:sym typeface="+mn-lt"/>
              </a:endParaRPr>
            </a:p>
          </p:txBody>
        </p:sp>
        <p:sp>
          <p:nvSpPr>
            <p:cNvPr id="20" name="íṡḷïdè"/>
            <p:cNvSpPr/>
            <p:nvPr/>
          </p:nvSpPr>
          <p:spPr bwMode="auto">
            <a:xfrm>
              <a:off x="5656277" y="2362503"/>
              <a:ext cx="872378" cy="664534"/>
            </a:xfrm>
            <a:custGeom>
              <a:avLst/>
              <a:gdLst>
                <a:gd name="T0" fmla="*/ 494 w 647"/>
                <a:gd name="T1" fmla="*/ 491 h 492"/>
                <a:gd name="T2" fmla="*/ 156 w 647"/>
                <a:gd name="T3" fmla="*/ 492 h 492"/>
                <a:gd name="T4" fmla="*/ 155 w 647"/>
                <a:gd name="T5" fmla="*/ 492 h 492"/>
                <a:gd name="T6" fmla="*/ 0 w 647"/>
                <a:gd name="T7" fmla="*/ 79 h 492"/>
                <a:gd name="T8" fmla="*/ 1 w 647"/>
                <a:gd name="T9" fmla="*/ 79 h 492"/>
                <a:gd name="T10" fmla="*/ 647 w 647"/>
                <a:gd name="T11" fmla="*/ 77 h 492"/>
                <a:gd name="T12" fmla="*/ 494 w 647"/>
                <a:gd name="T13" fmla="*/ 491 h 492"/>
              </a:gdLst>
              <a:ahLst/>
              <a:cxnLst>
                <a:cxn ang="0">
                  <a:pos x="T0" y="T1"/>
                </a:cxn>
                <a:cxn ang="0">
                  <a:pos x="T2" y="T3"/>
                </a:cxn>
                <a:cxn ang="0">
                  <a:pos x="T4" y="T5"/>
                </a:cxn>
                <a:cxn ang="0">
                  <a:pos x="T6" y="T7"/>
                </a:cxn>
                <a:cxn ang="0">
                  <a:pos x="T8" y="T9"/>
                </a:cxn>
                <a:cxn ang="0">
                  <a:pos x="T10" y="T11"/>
                </a:cxn>
                <a:cxn ang="0">
                  <a:pos x="T12" y="T13"/>
                </a:cxn>
              </a:cxnLst>
              <a:rect l="0" t="0" r="r" b="b"/>
              <a:pathLst>
                <a:path w="647" h="492">
                  <a:moveTo>
                    <a:pt x="494" y="491"/>
                  </a:moveTo>
                  <a:cubicBezTo>
                    <a:pt x="385" y="450"/>
                    <a:pt x="265" y="451"/>
                    <a:pt x="156" y="492"/>
                  </a:cubicBezTo>
                  <a:cubicBezTo>
                    <a:pt x="155" y="492"/>
                    <a:pt x="155" y="492"/>
                    <a:pt x="155" y="492"/>
                  </a:cubicBezTo>
                  <a:cubicBezTo>
                    <a:pt x="0" y="79"/>
                    <a:pt x="0" y="79"/>
                    <a:pt x="0" y="79"/>
                  </a:cubicBezTo>
                  <a:cubicBezTo>
                    <a:pt x="1" y="79"/>
                    <a:pt x="1" y="79"/>
                    <a:pt x="1" y="79"/>
                  </a:cubicBezTo>
                  <a:cubicBezTo>
                    <a:pt x="209" y="1"/>
                    <a:pt x="439" y="0"/>
                    <a:pt x="647" y="77"/>
                  </a:cubicBezTo>
                  <a:cubicBezTo>
                    <a:pt x="494" y="491"/>
                    <a:pt x="494" y="491"/>
                    <a:pt x="494" y="491"/>
                  </a:cubicBezTo>
                </a:path>
              </a:pathLst>
            </a:custGeom>
            <a:solidFill>
              <a:schemeClr val="tx1">
                <a:lumMod val="50000"/>
                <a:lumOff val="50000"/>
              </a:schemeClr>
            </a:solidFill>
            <a:ln>
              <a:noFill/>
            </a:ln>
          </p:spPr>
          <p:txBody>
            <a:bodyPr vert="horz" wrap="square" lIns="91440" tIns="45720" rIns="91440" bIns="4572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chemeClr val="tx1">
                    <a:lumMod val="75000"/>
                    <a:lumOff val="25000"/>
                  </a:schemeClr>
                </a:solidFill>
                <a:effectLst/>
                <a:uLnTx/>
                <a:uFillTx/>
                <a:cs typeface="+mn-ea"/>
                <a:sym typeface="+mn-lt"/>
              </a:endParaRPr>
            </a:p>
          </p:txBody>
        </p:sp>
        <p:sp>
          <p:nvSpPr>
            <p:cNvPr id="21" name="iṩḷîḓê"/>
            <p:cNvSpPr/>
            <p:nvPr/>
          </p:nvSpPr>
          <p:spPr>
            <a:xfrm>
              <a:off x="5603962" y="3169228"/>
              <a:ext cx="991146" cy="991146"/>
            </a:xfrm>
            <a:prstGeom prst="ellipse">
              <a:avLst/>
            </a:prstGeom>
            <a:solidFill>
              <a:schemeClr val="tx1">
                <a:lumMod val="50000"/>
                <a:lumOff val="50000"/>
              </a:schemeClr>
            </a:solidFill>
            <a:ln w="12700" cap="flat" cmpd="sng" algn="ctr">
              <a:noFill/>
              <a:prstDash val="solid"/>
              <a:miter lim="800000"/>
            </a:ln>
            <a:effectLst/>
          </p:spPr>
          <p:txBody>
            <a:bodyPr wrap="square" lIns="91440" tIns="45720" rIns="91440" bIns="4572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2000" b="1" i="1" u="none" strike="noStrike" kern="0" cap="none" spc="0" normalizeH="0" baseline="0" noProof="0" dirty="0">
                <a:ln>
                  <a:noFill/>
                </a:ln>
                <a:solidFill>
                  <a:schemeClr val="tx1">
                    <a:lumMod val="75000"/>
                    <a:lumOff val="25000"/>
                  </a:schemeClr>
                </a:solidFill>
                <a:effectLst/>
                <a:uLnTx/>
                <a:uFillTx/>
                <a:cs typeface="+mn-ea"/>
                <a:sym typeface="+mn-lt"/>
              </a:endParaRPr>
            </a:p>
          </p:txBody>
        </p:sp>
        <p:sp>
          <p:nvSpPr>
            <p:cNvPr id="22" name="六边形 33"/>
            <p:cNvSpPr/>
            <p:nvPr/>
          </p:nvSpPr>
          <p:spPr>
            <a:xfrm>
              <a:off x="5855554" y="3429000"/>
              <a:ext cx="473824" cy="471600"/>
            </a:xfrm>
            <a:custGeom>
              <a:avLst/>
              <a:gdLst>
                <a:gd name="connsiteX0" fmla="*/ 315609 w 338137"/>
                <a:gd name="connsiteY0" fmla="*/ 185737 h 336550"/>
                <a:gd name="connsiteX1" fmla="*/ 338137 w 338137"/>
                <a:gd name="connsiteY1" fmla="*/ 185737 h 336550"/>
                <a:gd name="connsiteX2" fmla="*/ 185737 w 338137"/>
                <a:gd name="connsiteY2" fmla="*/ 336550 h 336550"/>
                <a:gd name="connsiteX3" fmla="*/ 185737 w 338137"/>
                <a:gd name="connsiteY3" fmla="*/ 314256 h 336550"/>
                <a:gd name="connsiteX4" fmla="*/ 315609 w 338137"/>
                <a:gd name="connsiteY4" fmla="*/ 185737 h 336550"/>
                <a:gd name="connsiteX5" fmla="*/ 249042 w 338137"/>
                <a:gd name="connsiteY5" fmla="*/ 185737 h 336550"/>
                <a:gd name="connsiteX6" fmla="*/ 271462 w 338137"/>
                <a:gd name="connsiteY6" fmla="*/ 185737 h 336550"/>
                <a:gd name="connsiteX7" fmla="*/ 185737 w 338137"/>
                <a:gd name="connsiteY7" fmla="*/ 269875 h 336550"/>
                <a:gd name="connsiteX8" fmla="*/ 185737 w 338137"/>
                <a:gd name="connsiteY8" fmla="*/ 247870 h 336550"/>
                <a:gd name="connsiteX9" fmla="*/ 249042 w 338137"/>
                <a:gd name="connsiteY9" fmla="*/ 185737 h 336550"/>
                <a:gd name="connsiteX10" fmla="*/ 66675 w 338137"/>
                <a:gd name="connsiteY10" fmla="*/ 185737 h 336550"/>
                <a:gd name="connsiteX11" fmla="*/ 89095 w 338137"/>
                <a:gd name="connsiteY11" fmla="*/ 185737 h 336550"/>
                <a:gd name="connsiteX12" fmla="*/ 152400 w 338137"/>
                <a:gd name="connsiteY12" fmla="*/ 247870 h 336550"/>
                <a:gd name="connsiteX13" fmla="*/ 152400 w 338137"/>
                <a:gd name="connsiteY13" fmla="*/ 269875 h 336550"/>
                <a:gd name="connsiteX14" fmla="*/ 66675 w 338137"/>
                <a:gd name="connsiteY14" fmla="*/ 185737 h 336550"/>
                <a:gd name="connsiteX15" fmla="*/ 0 w 338137"/>
                <a:gd name="connsiteY15" fmla="*/ 185737 h 336550"/>
                <a:gd name="connsiteX16" fmla="*/ 22528 w 338137"/>
                <a:gd name="connsiteY16" fmla="*/ 185737 h 336550"/>
                <a:gd name="connsiteX17" fmla="*/ 152400 w 338137"/>
                <a:gd name="connsiteY17" fmla="*/ 314256 h 336550"/>
                <a:gd name="connsiteX18" fmla="*/ 152400 w 338137"/>
                <a:gd name="connsiteY18" fmla="*/ 336550 h 336550"/>
                <a:gd name="connsiteX19" fmla="*/ 0 w 338137"/>
                <a:gd name="connsiteY19" fmla="*/ 185737 h 336550"/>
                <a:gd name="connsiteX20" fmla="*/ 169069 w 338137"/>
                <a:gd name="connsiteY20" fmla="*/ 127000 h 336550"/>
                <a:gd name="connsiteX21" fmla="*/ 186045 w 338137"/>
                <a:gd name="connsiteY21" fmla="*/ 130918 h 336550"/>
                <a:gd name="connsiteX22" fmla="*/ 205633 w 338137"/>
                <a:gd name="connsiteY22" fmla="*/ 150506 h 336550"/>
                <a:gd name="connsiteX23" fmla="*/ 209550 w 338137"/>
                <a:gd name="connsiteY23" fmla="*/ 167482 h 336550"/>
                <a:gd name="connsiteX24" fmla="*/ 205633 w 338137"/>
                <a:gd name="connsiteY24" fmla="*/ 184458 h 336550"/>
                <a:gd name="connsiteX25" fmla="*/ 186045 w 338137"/>
                <a:gd name="connsiteY25" fmla="*/ 204046 h 336550"/>
                <a:gd name="connsiteX26" fmla="*/ 169069 w 338137"/>
                <a:gd name="connsiteY26" fmla="*/ 207963 h 336550"/>
                <a:gd name="connsiteX27" fmla="*/ 152093 w 338137"/>
                <a:gd name="connsiteY27" fmla="*/ 204046 h 336550"/>
                <a:gd name="connsiteX28" fmla="*/ 132505 w 338137"/>
                <a:gd name="connsiteY28" fmla="*/ 184458 h 336550"/>
                <a:gd name="connsiteX29" fmla="*/ 128587 w 338137"/>
                <a:gd name="connsiteY29" fmla="*/ 167482 h 336550"/>
                <a:gd name="connsiteX30" fmla="*/ 132505 w 338137"/>
                <a:gd name="connsiteY30" fmla="*/ 150506 h 336550"/>
                <a:gd name="connsiteX31" fmla="*/ 152093 w 338137"/>
                <a:gd name="connsiteY31" fmla="*/ 130918 h 336550"/>
                <a:gd name="connsiteX32" fmla="*/ 169069 w 338137"/>
                <a:gd name="connsiteY32" fmla="*/ 127000 h 336550"/>
                <a:gd name="connsiteX33" fmla="*/ 185737 w 338137"/>
                <a:gd name="connsiteY33" fmla="*/ 65087 h 336550"/>
                <a:gd name="connsiteX34" fmla="*/ 271462 w 338137"/>
                <a:gd name="connsiteY34" fmla="*/ 150812 h 336550"/>
                <a:gd name="connsiteX35" fmla="*/ 249042 w 338137"/>
                <a:gd name="connsiteY35" fmla="*/ 150812 h 336550"/>
                <a:gd name="connsiteX36" fmla="*/ 185737 w 338137"/>
                <a:gd name="connsiteY36" fmla="*/ 87507 h 336550"/>
                <a:gd name="connsiteX37" fmla="*/ 185737 w 338137"/>
                <a:gd name="connsiteY37" fmla="*/ 65087 h 336550"/>
                <a:gd name="connsiteX38" fmla="*/ 152400 w 338137"/>
                <a:gd name="connsiteY38" fmla="*/ 65087 h 336550"/>
                <a:gd name="connsiteX39" fmla="*/ 152400 w 338137"/>
                <a:gd name="connsiteY39" fmla="*/ 87507 h 336550"/>
                <a:gd name="connsiteX40" fmla="*/ 89095 w 338137"/>
                <a:gd name="connsiteY40" fmla="*/ 150812 h 336550"/>
                <a:gd name="connsiteX41" fmla="*/ 66675 w 338137"/>
                <a:gd name="connsiteY41" fmla="*/ 150812 h 336550"/>
                <a:gd name="connsiteX42" fmla="*/ 152400 w 338137"/>
                <a:gd name="connsiteY42" fmla="*/ 65087 h 336550"/>
                <a:gd name="connsiteX43" fmla="*/ 185737 w 338137"/>
                <a:gd name="connsiteY43" fmla="*/ 0 h 336550"/>
                <a:gd name="connsiteX44" fmla="*/ 338137 w 338137"/>
                <a:gd name="connsiteY44" fmla="*/ 150813 h 336550"/>
                <a:gd name="connsiteX45" fmla="*/ 315609 w 338137"/>
                <a:gd name="connsiteY45" fmla="*/ 150813 h 336550"/>
                <a:gd name="connsiteX46" fmla="*/ 185737 w 338137"/>
                <a:gd name="connsiteY46" fmla="*/ 22294 h 336550"/>
                <a:gd name="connsiteX47" fmla="*/ 185737 w 338137"/>
                <a:gd name="connsiteY47" fmla="*/ 0 h 336550"/>
                <a:gd name="connsiteX48" fmla="*/ 152400 w 338137"/>
                <a:gd name="connsiteY48" fmla="*/ 0 h 336550"/>
                <a:gd name="connsiteX49" fmla="*/ 152400 w 338137"/>
                <a:gd name="connsiteY49" fmla="*/ 22294 h 336550"/>
                <a:gd name="connsiteX50" fmla="*/ 22528 w 338137"/>
                <a:gd name="connsiteY50" fmla="*/ 150813 h 336550"/>
                <a:gd name="connsiteX51" fmla="*/ 0 w 338137"/>
                <a:gd name="connsiteY51" fmla="*/ 150813 h 336550"/>
                <a:gd name="connsiteX52" fmla="*/ 152400 w 338137"/>
                <a:gd name="connsiteY52"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38137" h="336550">
                  <a:moveTo>
                    <a:pt x="315609" y="185737"/>
                  </a:moveTo>
                  <a:cubicBezTo>
                    <a:pt x="315609" y="185737"/>
                    <a:pt x="315609" y="185737"/>
                    <a:pt x="338137" y="185737"/>
                  </a:cubicBezTo>
                  <a:cubicBezTo>
                    <a:pt x="330186" y="265734"/>
                    <a:pt x="266576" y="328682"/>
                    <a:pt x="185737" y="336550"/>
                  </a:cubicBezTo>
                  <a:cubicBezTo>
                    <a:pt x="185737" y="336550"/>
                    <a:pt x="185737" y="336550"/>
                    <a:pt x="185737" y="314256"/>
                  </a:cubicBezTo>
                  <a:cubicBezTo>
                    <a:pt x="253323" y="306388"/>
                    <a:pt x="307657" y="252620"/>
                    <a:pt x="315609" y="185737"/>
                  </a:cubicBezTo>
                  <a:close/>
                  <a:moveTo>
                    <a:pt x="249042" y="185737"/>
                  </a:moveTo>
                  <a:cubicBezTo>
                    <a:pt x="249042" y="185737"/>
                    <a:pt x="249042" y="185737"/>
                    <a:pt x="271462" y="185737"/>
                  </a:cubicBezTo>
                  <a:cubicBezTo>
                    <a:pt x="264868" y="228453"/>
                    <a:pt x="229259" y="263403"/>
                    <a:pt x="185737" y="269875"/>
                  </a:cubicBezTo>
                  <a:cubicBezTo>
                    <a:pt x="185737" y="269875"/>
                    <a:pt x="185737" y="269875"/>
                    <a:pt x="185737" y="247870"/>
                  </a:cubicBezTo>
                  <a:cubicBezTo>
                    <a:pt x="217390" y="241398"/>
                    <a:pt x="242448" y="216804"/>
                    <a:pt x="249042" y="185737"/>
                  </a:cubicBezTo>
                  <a:close/>
                  <a:moveTo>
                    <a:pt x="66675" y="185737"/>
                  </a:moveTo>
                  <a:cubicBezTo>
                    <a:pt x="66675" y="185737"/>
                    <a:pt x="66675" y="185737"/>
                    <a:pt x="89095" y="185737"/>
                  </a:cubicBezTo>
                  <a:cubicBezTo>
                    <a:pt x="95689" y="216804"/>
                    <a:pt x="120747" y="241398"/>
                    <a:pt x="152400" y="247870"/>
                  </a:cubicBezTo>
                  <a:cubicBezTo>
                    <a:pt x="152400" y="247870"/>
                    <a:pt x="152400" y="247870"/>
                    <a:pt x="152400" y="269875"/>
                  </a:cubicBezTo>
                  <a:cubicBezTo>
                    <a:pt x="108878" y="263403"/>
                    <a:pt x="73269" y="228453"/>
                    <a:pt x="66675" y="185737"/>
                  </a:cubicBezTo>
                  <a:close/>
                  <a:moveTo>
                    <a:pt x="0" y="185737"/>
                  </a:moveTo>
                  <a:cubicBezTo>
                    <a:pt x="0" y="185737"/>
                    <a:pt x="0" y="185737"/>
                    <a:pt x="22528" y="185737"/>
                  </a:cubicBezTo>
                  <a:cubicBezTo>
                    <a:pt x="30480" y="252620"/>
                    <a:pt x="84814" y="306388"/>
                    <a:pt x="152400" y="314256"/>
                  </a:cubicBezTo>
                  <a:cubicBezTo>
                    <a:pt x="152400" y="314256"/>
                    <a:pt x="152400" y="314256"/>
                    <a:pt x="152400" y="336550"/>
                  </a:cubicBezTo>
                  <a:cubicBezTo>
                    <a:pt x="71561" y="328682"/>
                    <a:pt x="7951" y="265734"/>
                    <a:pt x="0" y="185737"/>
                  </a:cubicBezTo>
                  <a:close/>
                  <a:moveTo>
                    <a:pt x="169069" y="127000"/>
                  </a:moveTo>
                  <a:cubicBezTo>
                    <a:pt x="175598" y="127000"/>
                    <a:pt x="180821" y="128306"/>
                    <a:pt x="186045" y="130918"/>
                  </a:cubicBezTo>
                  <a:cubicBezTo>
                    <a:pt x="195186" y="134835"/>
                    <a:pt x="201715" y="141365"/>
                    <a:pt x="205633" y="150506"/>
                  </a:cubicBezTo>
                  <a:cubicBezTo>
                    <a:pt x="208244" y="155729"/>
                    <a:pt x="209550" y="160952"/>
                    <a:pt x="209550" y="167482"/>
                  </a:cubicBezTo>
                  <a:cubicBezTo>
                    <a:pt x="209550" y="174011"/>
                    <a:pt x="208244" y="179234"/>
                    <a:pt x="205633" y="184458"/>
                  </a:cubicBezTo>
                  <a:cubicBezTo>
                    <a:pt x="201715" y="193599"/>
                    <a:pt x="195186" y="200128"/>
                    <a:pt x="186045" y="204046"/>
                  </a:cubicBezTo>
                  <a:cubicBezTo>
                    <a:pt x="180821" y="206657"/>
                    <a:pt x="175598" y="207963"/>
                    <a:pt x="169069" y="207963"/>
                  </a:cubicBezTo>
                  <a:cubicBezTo>
                    <a:pt x="162539" y="207963"/>
                    <a:pt x="157316" y="206657"/>
                    <a:pt x="152093" y="204046"/>
                  </a:cubicBezTo>
                  <a:cubicBezTo>
                    <a:pt x="142952" y="200128"/>
                    <a:pt x="136422" y="193599"/>
                    <a:pt x="132505" y="184458"/>
                  </a:cubicBezTo>
                  <a:cubicBezTo>
                    <a:pt x="129893" y="179234"/>
                    <a:pt x="128587" y="174011"/>
                    <a:pt x="128587" y="167482"/>
                  </a:cubicBezTo>
                  <a:cubicBezTo>
                    <a:pt x="128587" y="160952"/>
                    <a:pt x="129893" y="155729"/>
                    <a:pt x="132505" y="150506"/>
                  </a:cubicBezTo>
                  <a:cubicBezTo>
                    <a:pt x="136422" y="141365"/>
                    <a:pt x="142952" y="134835"/>
                    <a:pt x="152093" y="130918"/>
                  </a:cubicBezTo>
                  <a:cubicBezTo>
                    <a:pt x="157316" y="128306"/>
                    <a:pt x="162539" y="127000"/>
                    <a:pt x="169069" y="127000"/>
                  </a:cubicBezTo>
                  <a:close/>
                  <a:moveTo>
                    <a:pt x="185737" y="65087"/>
                  </a:moveTo>
                  <a:cubicBezTo>
                    <a:pt x="229259" y="71681"/>
                    <a:pt x="264868" y="107290"/>
                    <a:pt x="271462" y="150812"/>
                  </a:cubicBezTo>
                  <a:cubicBezTo>
                    <a:pt x="271462" y="150812"/>
                    <a:pt x="271462" y="150812"/>
                    <a:pt x="249042" y="150812"/>
                  </a:cubicBezTo>
                  <a:cubicBezTo>
                    <a:pt x="242448" y="119159"/>
                    <a:pt x="217390" y="94101"/>
                    <a:pt x="185737" y="87507"/>
                  </a:cubicBezTo>
                  <a:cubicBezTo>
                    <a:pt x="185737" y="87507"/>
                    <a:pt x="185737" y="87507"/>
                    <a:pt x="185737" y="65087"/>
                  </a:cubicBezTo>
                  <a:close/>
                  <a:moveTo>
                    <a:pt x="152400" y="65087"/>
                  </a:moveTo>
                  <a:cubicBezTo>
                    <a:pt x="152400" y="65087"/>
                    <a:pt x="152400" y="65087"/>
                    <a:pt x="152400" y="87507"/>
                  </a:cubicBezTo>
                  <a:cubicBezTo>
                    <a:pt x="120747" y="94101"/>
                    <a:pt x="95689" y="119159"/>
                    <a:pt x="89095" y="150812"/>
                  </a:cubicBezTo>
                  <a:lnTo>
                    <a:pt x="66675" y="150812"/>
                  </a:lnTo>
                  <a:cubicBezTo>
                    <a:pt x="73269" y="107290"/>
                    <a:pt x="108878" y="71681"/>
                    <a:pt x="152400" y="65087"/>
                  </a:cubicBezTo>
                  <a:close/>
                  <a:moveTo>
                    <a:pt x="185737" y="0"/>
                  </a:moveTo>
                  <a:cubicBezTo>
                    <a:pt x="266576" y="7868"/>
                    <a:pt x="330186" y="70816"/>
                    <a:pt x="338137" y="150813"/>
                  </a:cubicBezTo>
                  <a:cubicBezTo>
                    <a:pt x="338137" y="150813"/>
                    <a:pt x="338137" y="150813"/>
                    <a:pt x="315609" y="150813"/>
                  </a:cubicBezTo>
                  <a:cubicBezTo>
                    <a:pt x="307657" y="83930"/>
                    <a:pt x="253323" y="30162"/>
                    <a:pt x="185737" y="22294"/>
                  </a:cubicBezTo>
                  <a:cubicBezTo>
                    <a:pt x="185737" y="22294"/>
                    <a:pt x="185737" y="22294"/>
                    <a:pt x="185737" y="0"/>
                  </a:cubicBezTo>
                  <a:close/>
                  <a:moveTo>
                    <a:pt x="152400" y="0"/>
                  </a:moveTo>
                  <a:cubicBezTo>
                    <a:pt x="152400" y="0"/>
                    <a:pt x="152400" y="0"/>
                    <a:pt x="152400" y="22294"/>
                  </a:cubicBezTo>
                  <a:cubicBezTo>
                    <a:pt x="84814" y="30162"/>
                    <a:pt x="30480" y="83930"/>
                    <a:pt x="22528" y="150813"/>
                  </a:cubicBezTo>
                  <a:cubicBezTo>
                    <a:pt x="22528" y="150813"/>
                    <a:pt x="22528" y="150813"/>
                    <a:pt x="0" y="150813"/>
                  </a:cubicBezTo>
                  <a:cubicBezTo>
                    <a:pt x="7951" y="70816"/>
                    <a:pt x="71561" y="7868"/>
                    <a:pt x="152400" y="0"/>
                  </a:cubicBezTo>
                  <a:close/>
                </a:path>
              </a:pathLst>
            </a:custGeom>
            <a:solidFill>
              <a:schemeClr val="bg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lumMod val="75000"/>
                    <a:lumOff val="25000"/>
                  </a:schemeClr>
                </a:solidFill>
                <a:effectLst/>
                <a:uLnTx/>
                <a:uFillTx/>
                <a:cs typeface="+mn-ea"/>
                <a:sym typeface="+mn-lt"/>
              </a:endParaRPr>
            </a:p>
          </p:txBody>
        </p:sp>
        <p:sp>
          <p:nvSpPr>
            <p:cNvPr id="23" name="Freeform 249"/>
            <p:cNvSpPr>
              <a:spLocks noEditPoints="1"/>
            </p:cNvSpPr>
            <p:nvPr/>
          </p:nvSpPr>
          <p:spPr bwMode="auto">
            <a:xfrm>
              <a:off x="4842563" y="2318252"/>
              <a:ext cx="431764" cy="509133"/>
            </a:xfrm>
            <a:custGeom>
              <a:avLst/>
              <a:gdLst>
                <a:gd name="T0" fmla="*/ 0 w 78"/>
                <a:gd name="T1" fmla="*/ 84 h 92"/>
                <a:gd name="T2" fmla="*/ 30 w 78"/>
                <a:gd name="T3" fmla="*/ 19 h 92"/>
                <a:gd name="T4" fmla="*/ 39 w 78"/>
                <a:gd name="T5" fmla="*/ 26 h 92"/>
                <a:gd name="T6" fmla="*/ 39 w 78"/>
                <a:gd name="T7" fmla="*/ 26 h 92"/>
                <a:gd name="T8" fmla="*/ 39 w 78"/>
                <a:gd name="T9" fmla="*/ 26 h 92"/>
                <a:gd name="T10" fmla="*/ 40 w 78"/>
                <a:gd name="T11" fmla="*/ 26 h 92"/>
                <a:gd name="T12" fmla="*/ 40 w 78"/>
                <a:gd name="T13" fmla="*/ 27 h 92"/>
                <a:gd name="T14" fmla="*/ 41 w 78"/>
                <a:gd name="T15" fmla="*/ 27 h 92"/>
                <a:gd name="T16" fmla="*/ 41 w 78"/>
                <a:gd name="T17" fmla="*/ 27 h 92"/>
                <a:gd name="T18" fmla="*/ 42 w 78"/>
                <a:gd name="T19" fmla="*/ 28 h 92"/>
                <a:gd name="T20" fmla="*/ 42 w 78"/>
                <a:gd name="T21" fmla="*/ 28 h 92"/>
                <a:gd name="T22" fmla="*/ 43 w 78"/>
                <a:gd name="T23" fmla="*/ 28 h 92"/>
                <a:gd name="T24" fmla="*/ 43 w 78"/>
                <a:gd name="T25" fmla="*/ 29 h 92"/>
                <a:gd name="T26" fmla="*/ 43 w 78"/>
                <a:gd name="T27" fmla="*/ 29 h 92"/>
                <a:gd name="T28" fmla="*/ 44 w 78"/>
                <a:gd name="T29" fmla="*/ 29 h 92"/>
                <a:gd name="T30" fmla="*/ 48 w 78"/>
                <a:gd name="T31" fmla="*/ 32 h 92"/>
                <a:gd name="T32" fmla="*/ 49 w 78"/>
                <a:gd name="T33" fmla="*/ 33 h 92"/>
                <a:gd name="T34" fmla="*/ 49 w 78"/>
                <a:gd name="T35" fmla="*/ 33 h 92"/>
                <a:gd name="T36" fmla="*/ 49 w 78"/>
                <a:gd name="T37" fmla="*/ 33 h 92"/>
                <a:gd name="T38" fmla="*/ 50 w 78"/>
                <a:gd name="T39" fmla="*/ 34 h 92"/>
                <a:gd name="T40" fmla="*/ 50 w 78"/>
                <a:gd name="T41" fmla="*/ 34 h 92"/>
                <a:gd name="T42" fmla="*/ 51 w 78"/>
                <a:gd name="T43" fmla="*/ 34 h 92"/>
                <a:gd name="T44" fmla="*/ 51 w 78"/>
                <a:gd name="T45" fmla="*/ 34 h 92"/>
                <a:gd name="T46" fmla="*/ 52 w 78"/>
                <a:gd name="T47" fmla="*/ 35 h 92"/>
                <a:gd name="T48" fmla="*/ 52 w 78"/>
                <a:gd name="T49" fmla="*/ 35 h 92"/>
                <a:gd name="T50" fmla="*/ 53 w 78"/>
                <a:gd name="T51" fmla="*/ 35 h 92"/>
                <a:gd name="T52" fmla="*/ 53 w 78"/>
                <a:gd name="T53" fmla="*/ 36 h 92"/>
                <a:gd name="T54" fmla="*/ 53 w 78"/>
                <a:gd name="T55" fmla="*/ 36 h 92"/>
                <a:gd name="T56" fmla="*/ 49 w 78"/>
                <a:gd name="T57" fmla="*/ 78 h 92"/>
                <a:gd name="T58" fmla="*/ 8 w 78"/>
                <a:gd name="T59" fmla="*/ 90 h 92"/>
                <a:gd name="T60" fmla="*/ 35 w 78"/>
                <a:gd name="T61" fmla="*/ 63 h 92"/>
                <a:gd name="T62" fmla="*/ 19 w 78"/>
                <a:gd name="T63" fmla="*/ 52 h 92"/>
                <a:gd name="T64" fmla="*/ 3 w 78"/>
                <a:gd name="T65" fmla="*/ 87 h 92"/>
                <a:gd name="T66" fmla="*/ 74 w 78"/>
                <a:gd name="T67" fmla="*/ 92 h 92"/>
                <a:gd name="T68" fmla="*/ 54 w 78"/>
                <a:gd name="T69" fmla="*/ 82 h 92"/>
                <a:gd name="T70" fmla="*/ 69 w 78"/>
                <a:gd name="T71" fmla="*/ 42 h 92"/>
                <a:gd name="T72" fmla="*/ 35 w 78"/>
                <a:gd name="T73" fmla="*/ 0 h 92"/>
                <a:gd name="T74" fmla="*/ 69 w 78"/>
                <a:gd name="T75" fmla="*/ 42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92">
                  <a:moveTo>
                    <a:pt x="3" y="87"/>
                  </a:moveTo>
                  <a:cubicBezTo>
                    <a:pt x="2" y="86"/>
                    <a:pt x="1" y="85"/>
                    <a:pt x="0" y="84"/>
                  </a:cubicBezTo>
                  <a:cubicBezTo>
                    <a:pt x="0" y="71"/>
                    <a:pt x="0" y="58"/>
                    <a:pt x="1" y="44"/>
                  </a:cubicBezTo>
                  <a:cubicBezTo>
                    <a:pt x="12" y="40"/>
                    <a:pt x="22" y="31"/>
                    <a:pt x="30" y="19"/>
                  </a:cubicBezTo>
                  <a:cubicBezTo>
                    <a:pt x="38" y="25"/>
                    <a:pt x="38" y="25"/>
                    <a:pt x="38" y="25"/>
                  </a:cubicBezTo>
                  <a:cubicBezTo>
                    <a:pt x="39" y="26"/>
                    <a:pt x="39" y="26"/>
                    <a:pt x="39" y="26"/>
                  </a:cubicBezTo>
                  <a:cubicBezTo>
                    <a:pt x="39" y="26"/>
                    <a:pt x="39" y="26"/>
                    <a:pt x="39" y="26"/>
                  </a:cubicBezTo>
                  <a:cubicBezTo>
                    <a:pt x="39" y="26"/>
                    <a:pt x="39" y="26"/>
                    <a:pt x="39" y="26"/>
                  </a:cubicBezTo>
                  <a:cubicBezTo>
                    <a:pt x="39" y="26"/>
                    <a:pt x="39" y="26"/>
                    <a:pt x="39" y="26"/>
                  </a:cubicBezTo>
                  <a:cubicBezTo>
                    <a:pt x="39" y="26"/>
                    <a:pt x="39" y="26"/>
                    <a:pt x="39" y="26"/>
                  </a:cubicBezTo>
                  <a:cubicBezTo>
                    <a:pt x="40" y="26"/>
                    <a:pt x="40" y="26"/>
                    <a:pt x="40" y="26"/>
                  </a:cubicBezTo>
                  <a:cubicBezTo>
                    <a:pt x="40" y="26"/>
                    <a:pt x="40" y="26"/>
                    <a:pt x="40" y="26"/>
                  </a:cubicBezTo>
                  <a:cubicBezTo>
                    <a:pt x="40" y="27"/>
                    <a:pt x="40" y="27"/>
                    <a:pt x="40" y="27"/>
                  </a:cubicBezTo>
                  <a:cubicBezTo>
                    <a:pt x="40" y="27"/>
                    <a:pt x="40" y="27"/>
                    <a:pt x="40" y="27"/>
                  </a:cubicBezTo>
                  <a:cubicBezTo>
                    <a:pt x="41" y="27"/>
                    <a:pt x="41" y="27"/>
                    <a:pt x="41" y="27"/>
                  </a:cubicBezTo>
                  <a:cubicBezTo>
                    <a:pt x="41" y="27"/>
                    <a:pt x="41" y="27"/>
                    <a:pt x="41" y="27"/>
                  </a:cubicBezTo>
                  <a:cubicBezTo>
                    <a:pt x="41" y="27"/>
                    <a:pt x="41" y="27"/>
                    <a:pt x="41" y="27"/>
                  </a:cubicBezTo>
                  <a:cubicBezTo>
                    <a:pt x="41" y="27"/>
                    <a:pt x="41" y="27"/>
                    <a:pt x="41" y="27"/>
                  </a:cubicBezTo>
                  <a:cubicBezTo>
                    <a:pt x="41" y="28"/>
                    <a:pt x="41" y="28"/>
                    <a:pt x="41" y="28"/>
                  </a:cubicBezTo>
                  <a:cubicBezTo>
                    <a:pt x="42" y="28"/>
                    <a:pt x="42" y="28"/>
                    <a:pt x="42" y="28"/>
                  </a:cubicBezTo>
                  <a:cubicBezTo>
                    <a:pt x="42" y="28"/>
                    <a:pt x="42" y="28"/>
                    <a:pt x="42" y="28"/>
                  </a:cubicBezTo>
                  <a:cubicBezTo>
                    <a:pt x="42" y="28"/>
                    <a:pt x="42" y="28"/>
                    <a:pt x="42" y="28"/>
                  </a:cubicBezTo>
                  <a:cubicBezTo>
                    <a:pt x="42" y="28"/>
                    <a:pt x="42" y="28"/>
                    <a:pt x="42" y="28"/>
                  </a:cubicBezTo>
                  <a:cubicBezTo>
                    <a:pt x="43" y="28"/>
                    <a:pt x="43" y="28"/>
                    <a:pt x="43" y="28"/>
                  </a:cubicBezTo>
                  <a:cubicBezTo>
                    <a:pt x="43" y="28"/>
                    <a:pt x="43" y="28"/>
                    <a:pt x="43" y="28"/>
                  </a:cubicBezTo>
                  <a:cubicBezTo>
                    <a:pt x="43" y="29"/>
                    <a:pt x="43" y="29"/>
                    <a:pt x="43" y="29"/>
                  </a:cubicBezTo>
                  <a:cubicBezTo>
                    <a:pt x="43" y="29"/>
                    <a:pt x="43" y="29"/>
                    <a:pt x="43" y="29"/>
                  </a:cubicBezTo>
                  <a:cubicBezTo>
                    <a:pt x="43" y="29"/>
                    <a:pt x="43" y="29"/>
                    <a:pt x="43" y="29"/>
                  </a:cubicBezTo>
                  <a:cubicBezTo>
                    <a:pt x="44" y="29"/>
                    <a:pt x="44" y="29"/>
                    <a:pt x="44" y="29"/>
                  </a:cubicBezTo>
                  <a:cubicBezTo>
                    <a:pt x="44" y="29"/>
                    <a:pt x="44" y="29"/>
                    <a:pt x="44" y="29"/>
                  </a:cubicBezTo>
                  <a:cubicBezTo>
                    <a:pt x="44" y="29"/>
                    <a:pt x="44" y="29"/>
                    <a:pt x="44" y="29"/>
                  </a:cubicBezTo>
                  <a:cubicBezTo>
                    <a:pt x="48" y="32"/>
                    <a:pt x="48" y="32"/>
                    <a:pt x="48" y="32"/>
                  </a:cubicBezTo>
                  <a:cubicBezTo>
                    <a:pt x="48" y="32"/>
                    <a:pt x="48" y="32"/>
                    <a:pt x="48" y="32"/>
                  </a:cubicBezTo>
                  <a:cubicBezTo>
                    <a:pt x="49" y="33"/>
                    <a:pt x="49" y="33"/>
                    <a:pt x="49" y="33"/>
                  </a:cubicBezTo>
                  <a:cubicBezTo>
                    <a:pt x="49" y="33"/>
                    <a:pt x="49" y="33"/>
                    <a:pt x="49" y="33"/>
                  </a:cubicBezTo>
                  <a:cubicBezTo>
                    <a:pt x="49" y="33"/>
                    <a:pt x="49" y="33"/>
                    <a:pt x="49" y="33"/>
                  </a:cubicBezTo>
                  <a:cubicBezTo>
                    <a:pt x="49" y="33"/>
                    <a:pt x="49" y="33"/>
                    <a:pt x="49" y="33"/>
                  </a:cubicBezTo>
                  <a:cubicBezTo>
                    <a:pt x="49" y="33"/>
                    <a:pt x="49" y="33"/>
                    <a:pt x="49" y="33"/>
                  </a:cubicBezTo>
                  <a:cubicBezTo>
                    <a:pt x="50" y="33"/>
                    <a:pt x="50" y="33"/>
                    <a:pt x="50" y="33"/>
                  </a:cubicBezTo>
                  <a:cubicBezTo>
                    <a:pt x="50" y="34"/>
                    <a:pt x="50" y="34"/>
                    <a:pt x="50" y="34"/>
                  </a:cubicBezTo>
                  <a:cubicBezTo>
                    <a:pt x="50" y="34"/>
                    <a:pt x="50" y="34"/>
                    <a:pt x="50" y="34"/>
                  </a:cubicBezTo>
                  <a:cubicBezTo>
                    <a:pt x="50" y="34"/>
                    <a:pt x="50" y="34"/>
                    <a:pt x="50" y="34"/>
                  </a:cubicBezTo>
                  <a:cubicBezTo>
                    <a:pt x="51" y="34"/>
                    <a:pt x="51" y="34"/>
                    <a:pt x="51" y="34"/>
                  </a:cubicBezTo>
                  <a:cubicBezTo>
                    <a:pt x="51" y="34"/>
                    <a:pt x="51" y="34"/>
                    <a:pt x="51" y="34"/>
                  </a:cubicBezTo>
                  <a:cubicBezTo>
                    <a:pt x="51" y="34"/>
                    <a:pt x="51" y="34"/>
                    <a:pt x="51" y="34"/>
                  </a:cubicBezTo>
                  <a:cubicBezTo>
                    <a:pt x="51" y="34"/>
                    <a:pt x="51" y="34"/>
                    <a:pt x="51" y="34"/>
                  </a:cubicBezTo>
                  <a:cubicBezTo>
                    <a:pt x="51" y="35"/>
                    <a:pt x="51" y="35"/>
                    <a:pt x="51" y="35"/>
                  </a:cubicBezTo>
                  <a:cubicBezTo>
                    <a:pt x="52" y="35"/>
                    <a:pt x="52" y="35"/>
                    <a:pt x="52" y="35"/>
                  </a:cubicBezTo>
                  <a:cubicBezTo>
                    <a:pt x="52" y="35"/>
                    <a:pt x="52" y="35"/>
                    <a:pt x="52" y="35"/>
                  </a:cubicBezTo>
                  <a:cubicBezTo>
                    <a:pt x="52" y="35"/>
                    <a:pt x="52" y="35"/>
                    <a:pt x="52" y="35"/>
                  </a:cubicBezTo>
                  <a:cubicBezTo>
                    <a:pt x="52" y="35"/>
                    <a:pt x="52" y="35"/>
                    <a:pt x="52" y="35"/>
                  </a:cubicBezTo>
                  <a:cubicBezTo>
                    <a:pt x="53" y="35"/>
                    <a:pt x="53" y="35"/>
                    <a:pt x="53" y="35"/>
                  </a:cubicBezTo>
                  <a:cubicBezTo>
                    <a:pt x="53" y="36"/>
                    <a:pt x="53" y="36"/>
                    <a:pt x="53" y="36"/>
                  </a:cubicBezTo>
                  <a:cubicBezTo>
                    <a:pt x="53" y="36"/>
                    <a:pt x="53" y="36"/>
                    <a:pt x="53" y="36"/>
                  </a:cubicBezTo>
                  <a:cubicBezTo>
                    <a:pt x="53" y="36"/>
                    <a:pt x="53" y="36"/>
                    <a:pt x="53" y="36"/>
                  </a:cubicBezTo>
                  <a:cubicBezTo>
                    <a:pt x="53" y="36"/>
                    <a:pt x="53" y="36"/>
                    <a:pt x="53" y="36"/>
                  </a:cubicBezTo>
                  <a:cubicBezTo>
                    <a:pt x="62" y="42"/>
                    <a:pt x="62" y="42"/>
                    <a:pt x="62" y="42"/>
                  </a:cubicBezTo>
                  <a:cubicBezTo>
                    <a:pt x="54" y="54"/>
                    <a:pt x="49" y="66"/>
                    <a:pt x="49" y="78"/>
                  </a:cubicBezTo>
                  <a:cubicBezTo>
                    <a:pt x="36" y="83"/>
                    <a:pt x="24" y="87"/>
                    <a:pt x="11" y="92"/>
                  </a:cubicBezTo>
                  <a:cubicBezTo>
                    <a:pt x="10" y="91"/>
                    <a:pt x="9" y="91"/>
                    <a:pt x="8" y="90"/>
                  </a:cubicBezTo>
                  <a:cubicBezTo>
                    <a:pt x="24" y="67"/>
                    <a:pt x="24" y="67"/>
                    <a:pt x="24" y="67"/>
                  </a:cubicBezTo>
                  <a:cubicBezTo>
                    <a:pt x="28" y="68"/>
                    <a:pt x="32" y="67"/>
                    <a:pt x="35" y="63"/>
                  </a:cubicBezTo>
                  <a:cubicBezTo>
                    <a:pt x="38" y="59"/>
                    <a:pt x="37" y="53"/>
                    <a:pt x="33" y="50"/>
                  </a:cubicBezTo>
                  <a:cubicBezTo>
                    <a:pt x="28" y="47"/>
                    <a:pt x="22" y="48"/>
                    <a:pt x="19" y="52"/>
                  </a:cubicBezTo>
                  <a:cubicBezTo>
                    <a:pt x="16" y="56"/>
                    <a:pt x="17" y="61"/>
                    <a:pt x="20" y="64"/>
                  </a:cubicBezTo>
                  <a:cubicBezTo>
                    <a:pt x="3" y="87"/>
                    <a:pt x="3" y="87"/>
                    <a:pt x="3" y="87"/>
                  </a:cubicBezTo>
                  <a:close/>
                  <a:moveTo>
                    <a:pt x="27" y="92"/>
                  </a:moveTo>
                  <a:cubicBezTo>
                    <a:pt x="74" y="92"/>
                    <a:pt x="74" y="92"/>
                    <a:pt x="74" y="92"/>
                  </a:cubicBezTo>
                  <a:cubicBezTo>
                    <a:pt x="74" y="82"/>
                    <a:pt x="74" y="82"/>
                    <a:pt x="74" y="82"/>
                  </a:cubicBezTo>
                  <a:cubicBezTo>
                    <a:pt x="54" y="82"/>
                    <a:pt x="54" y="82"/>
                    <a:pt x="54" y="82"/>
                  </a:cubicBezTo>
                  <a:cubicBezTo>
                    <a:pt x="27" y="92"/>
                    <a:pt x="27" y="92"/>
                    <a:pt x="27" y="92"/>
                  </a:cubicBezTo>
                  <a:close/>
                  <a:moveTo>
                    <a:pt x="69" y="42"/>
                  </a:moveTo>
                  <a:cubicBezTo>
                    <a:pt x="78" y="30"/>
                    <a:pt x="78" y="30"/>
                    <a:pt x="78" y="30"/>
                  </a:cubicBezTo>
                  <a:cubicBezTo>
                    <a:pt x="35" y="0"/>
                    <a:pt x="35" y="0"/>
                    <a:pt x="35" y="0"/>
                  </a:cubicBezTo>
                  <a:cubicBezTo>
                    <a:pt x="26" y="11"/>
                    <a:pt x="26" y="11"/>
                    <a:pt x="26" y="11"/>
                  </a:cubicBezTo>
                  <a:lnTo>
                    <a:pt x="69" y="42"/>
                  </a:lnTo>
                  <a:close/>
                </a:path>
              </a:pathLst>
            </a:custGeom>
            <a:solidFill>
              <a:sysClr val="window" lastClr="FFFFFF"/>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chemeClr val="tx1">
                    <a:lumMod val="75000"/>
                    <a:lumOff val="25000"/>
                  </a:schemeClr>
                </a:solidFill>
                <a:effectLst/>
                <a:uLnTx/>
                <a:uFillTx/>
                <a:cs typeface="+mn-ea"/>
                <a:sym typeface="+mn-lt"/>
              </a:endParaRPr>
            </a:p>
          </p:txBody>
        </p:sp>
        <p:sp>
          <p:nvSpPr>
            <p:cNvPr id="24" name="Freeform 266"/>
            <p:cNvSpPr>
              <a:spLocks noEditPoints="1"/>
            </p:cNvSpPr>
            <p:nvPr/>
          </p:nvSpPr>
          <p:spPr bwMode="auto">
            <a:xfrm>
              <a:off x="6823409" y="2347616"/>
              <a:ext cx="582043" cy="436534"/>
            </a:xfrm>
            <a:custGeom>
              <a:avLst/>
              <a:gdLst>
                <a:gd name="T0" fmla="*/ 3 w 108"/>
                <a:gd name="T1" fmla="*/ 54 h 81"/>
                <a:gd name="T2" fmla="*/ 21 w 108"/>
                <a:gd name="T3" fmla="*/ 47 h 81"/>
                <a:gd name="T4" fmla="*/ 26 w 108"/>
                <a:gd name="T5" fmla="*/ 43 h 81"/>
                <a:gd name="T6" fmla="*/ 35 w 108"/>
                <a:gd name="T7" fmla="*/ 62 h 81"/>
                <a:gd name="T8" fmla="*/ 43 w 108"/>
                <a:gd name="T9" fmla="*/ 43 h 81"/>
                <a:gd name="T10" fmla="*/ 48 w 108"/>
                <a:gd name="T11" fmla="*/ 47 h 81"/>
                <a:gd name="T12" fmla="*/ 60 w 108"/>
                <a:gd name="T13" fmla="*/ 51 h 81"/>
                <a:gd name="T14" fmla="*/ 61 w 108"/>
                <a:gd name="T15" fmla="*/ 50 h 81"/>
                <a:gd name="T16" fmla="*/ 72 w 108"/>
                <a:gd name="T17" fmla="*/ 46 h 81"/>
                <a:gd name="T18" fmla="*/ 84 w 108"/>
                <a:gd name="T19" fmla="*/ 60 h 81"/>
                <a:gd name="T20" fmla="*/ 96 w 108"/>
                <a:gd name="T21" fmla="*/ 46 h 81"/>
                <a:gd name="T22" fmla="*/ 105 w 108"/>
                <a:gd name="T23" fmla="*/ 48 h 81"/>
                <a:gd name="T24" fmla="*/ 108 w 108"/>
                <a:gd name="T25" fmla="*/ 71 h 81"/>
                <a:gd name="T26" fmla="*/ 70 w 108"/>
                <a:gd name="T27" fmla="*/ 71 h 81"/>
                <a:gd name="T28" fmla="*/ 70 w 108"/>
                <a:gd name="T29" fmla="*/ 81 h 81"/>
                <a:gd name="T30" fmla="*/ 0 w 108"/>
                <a:gd name="T31" fmla="*/ 81 h 81"/>
                <a:gd name="T32" fmla="*/ 3 w 108"/>
                <a:gd name="T33" fmla="*/ 54 h 81"/>
                <a:gd name="T34" fmla="*/ 74 w 108"/>
                <a:gd name="T35" fmla="*/ 26 h 81"/>
                <a:gd name="T36" fmla="*/ 94 w 108"/>
                <a:gd name="T37" fmla="*/ 24 h 81"/>
                <a:gd name="T38" fmla="*/ 92 w 108"/>
                <a:gd name="T39" fmla="*/ 37 h 81"/>
                <a:gd name="T40" fmla="*/ 89 w 108"/>
                <a:gd name="T41" fmla="*/ 41 h 81"/>
                <a:gd name="T42" fmla="*/ 99 w 108"/>
                <a:gd name="T43" fmla="*/ 42 h 81"/>
                <a:gd name="T44" fmla="*/ 98 w 108"/>
                <a:gd name="T45" fmla="*/ 31 h 81"/>
                <a:gd name="T46" fmla="*/ 69 w 108"/>
                <a:gd name="T47" fmla="*/ 31 h 81"/>
                <a:gd name="T48" fmla="*/ 68 w 108"/>
                <a:gd name="T49" fmla="*/ 42 h 81"/>
                <a:gd name="T50" fmla="*/ 78 w 108"/>
                <a:gd name="T51" fmla="*/ 41 h 81"/>
                <a:gd name="T52" fmla="*/ 75 w 108"/>
                <a:gd name="T53" fmla="*/ 37 h 81"/>
                <a:gd name="T54" fmla="*/ 74 w 108"/>
                <a:gd name="T55" fmla="*/ 26 h 81"/>
                <a:gd name="T56" fmla="*/ 74 w 108"/>
                <a:gd name="T57" fmla="*/ 26 h 81"/>
                <a:gd name="T58" fmla="*/ 22 w 108"/>
                <a:gd name="T59" fmla="*/ 30 h 81"/>
                <a:gd name="T60" fmla="*/ 23 w 108"/>
                <a:gd name="T61" fmla="*/ 15 h 81"/>
                <a:gd name="T62" fmla="*/ 47 w 108"/>
                <a:gd name="T63" fmla="*/ 15 h 81"/>
                <a:gd name="T64" fmla="*/ 48 w 108"/>
                <a:gd name="T65" fmla="*/ 31 h 81"/>
                <a:gd name="T66" fmla="*/ 52 w 108"/>
                <a:gd name="T67" fmla="*/ 25 h 81"/>
                <a:gd name="T68" fmla="*/ 50 w 108"/>
                <a:gd name="T69" fmla="*/ 8 h 81"/>
                <a:gd name="T70" fmla="*/ 20 w 108"/>
                <a:gd name="T71" fmla="*/ 6 h 81"/>
                <a:gd name="T72" fmla="*/ 18 w 108"/>
                <a:gd name="T73" fmla="*/ 27 h 81"/>
                <a:gd name="T74" fmla="*/ 22 w 108"/>
                <a:gd name="T75" fmla="*/ 3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8" h="81">
                  <a:moveTo>
                    <a:pt x="3" y="54"/>
                  </a:moveTo>
                  <a:cubicBezTo>
                    <a:pt x="9" y="51"/>
                    <a:pt x="15" y="49"/>
                    <a:pt x="21" y="47"/>
                  </a:cubicBezTo>
                  <a:cubicBezTo>
                    <a:pt x="23" y="45"/>
                    <a:pt x="24" y="44"/>
                    <a:pt x="26" y="43"/>
                  </a:cubicBezTo>
                  <a:cubicBezTo>
                    <a:pt x="35" y="62"/>
                    <a:pt x="35" y="62"/>
                    <a:pt x="35" y="62"/>
                  </a:cubicBezTo>
                  <a:cubicBezTo>
                    <a:pt x="43" y="43"/>
                    <a:pt x="43" y="43"/>
                    <a:pt x="43" y="43"/>
                  </a:cubicBezTo>
                  <a:cubicBezTo>
                    <a:pt x="45" y="44"/>
                    <a:pt x="46" y="46"/>
                    <a:pt x="48" y="47"/>
                  </a:cubicBezTo>
                  <a:cubicBezTo>
                    <a:pt x="60" y="51"/>
                    <a:pt x="60" y="51"/>
                    <a:pt x="60" y="51"/>
                  </a:cubicBezTo>
                  <a:cubicBezTo>
                    <a:pt x="60" y="51"/>
                    <a:pt x="61" y="50"/>
                    <a:pt x="61" y="50"/>
                  </a:cubicBezTo>
                  <a:cubicBezTo>
                    <a:pt x="65" y="48"/>
                    <a:pt x="69" y="47"/>
                    <a:pt x="72" y="46"/>
                  </a:cubicBezTo>
                  <a:cubicBezTo>
                    <a:pt x="75" y="52"/>
                    <a:pt x="79" y="57"/>
                    <a:pt x="84" y="60"/>
                  </a:cubicBezTo>
                  <a:cubicBezTo>
                    <a:pt x="89" y="57"/>
                    <a:pt x="93" y="52"/>
                    <a:pt x="96" y="46"/>
                  </a:cubicBezTo>
                  <a:cubicBezTo>
                    <a:pt x="99" y="47"/>
                    <a:pt x="102" y="48"/>
                    <a:pt x="105" y="48"/>
                  </a:cubicBezTo>
                  <a:cubicBezTo>
                    <a:pt x="108" y="53"/>
                    <a:pt x="108" y="64"/>
                    <a:pt x="108" y="71"/>
                  </a:cubicBezTo>
                  <a:cubicBezTo>
                    <a:pt x="70" y="71"/>
                    <a:pt x="70" y="71"/>
                    <a:pt x="70" y="71"/>
                  </a:cubicBezTo>
                  <a:cubicBezTo>
                    <a:pt x="70" y="74"/>
                    <a:pt x="70" y="77"/>
                    <a:pt x="70" y="81"/>
                  </a:cubicBezTo>
                  <a:cubicBezTo>
                    <a:pt x="47" y="81"/>
                    <a:pt x="24" y="81"/>
                    <a:pt x="0" y="81"/>
                  </a:cubicBezTo>
                  <a:cubicBezTo>
                    <a:pt x="0" y="68"/>
                    <a:pt x="1" y="58"/>
                    <a:pt x="3" y="54"/>
                  </a:cubicBezTo>
                  <a:close/>
                  <a:moveTo>
                    <a:pt x="74" y="26"/>
                  </a:moveTo>
                  <a:cubicBezTo>
                    <a:pt x="79" y="27"/>
                    <a:pt x="89" y="26"/>
                    <a:pt x="94" y="24"/>
                  </a:cubicBezTo>
                  <a:cubicBezTo>
                    <a:pt x="94" y="27"/>
                    <a:pt x="94" y="32"/>
                    <a:pt x="92" y="37"/>
                  </a:cubicBezTo>
                  <a:cubicBezTo>
                    <a:pt x="91" y="39"/>
                    <a:pt x="90" y="40"/>
                    <a:pt x="89" y="41"/>
                  </a:cubicBezTo>
                  <a:cubicBezTo>
                    <a:pt x="99" y="42"/>
                    <a:pt x="99" y="42"/>
                    <a:pt x="99" y="42"/>
                  </a:cubicBezTo>
                  <a:cubicBezTo>
                    <a:pt x="99" y="42"/>
                    <a:pt x="98" y="33"/>
                    <a:pt x="98" y="31"/>
                  </a:cubicBezTo>
                  <a:cubicBezTo>
                    <a:pt x="102" y="2"/>
                    <a:pt x="65" y="2"/>
                    <a:pt x="69" y="31"/>
                  </a:cubicBezTo>
                  <a:cubicBezTo>
                    <a:pt x="69" y="33"/>
                    <a:pt x="68" y="42"/>
                    <a:pt x="68" y="42"/>
                  </a:cubicBezTo>
                  <a:cubicBezTo>
                    <a:pt x="78" y="41"/>
                    <a:pt x="78" y="41"/>
                    <a:pt x="78" y="41"/>
                  </a:cubicBezTo>
                  <a:cubicBezTo>
                    <a:pt x="77" y="40"/>
                    <a:pt x="76" y="39"/>
                    <a:pt x="75" y="37"/>
                  </a:cubicBezTo>
                  <a:cubicBezTo>
                    <a:pt x="74" y="33"/>
                    <a:pt x="73" y="29"/>
                    <a:pt x="74" y="26"/>
                  </a:cubicBezTo>
                  <a:cubicBezTo>
                    <a:pt x="74" y="26"/>
                    <a:pt x="74" y="26"/>
                    <a:pt x="74" y="26"/>
                  </a:cubicBezTo>
                  <a:close/>
                  <a:moveTo>
                    <a:pt x="22" y="30"/>
                  </a:moveTo>
                  <a:cubicBezTo>
                    <a:pt x="21" y="25"/>
                    <a:pt x="21" y="21"/>
                    <a:pt x="23" y="15"/>
                  </a:cubicBezTo>
                  <a:cubicBezTo>
                    <a:pt x="29" y="11"/>
                    <a:pt x="37" y="17"/>
                    <a:pt x="47" y="15"/>
                  </a:cubicBezTo>
                  <a:cubicBezTo>
                    <a:pt x="48" y="20"/>
                    <a:pt x="48" y="24"/>
                    <a:pt x="48" y="31"/>
                  </a:cubicBezTo>
                  <a:cubicBezTo>
                    <a:pt x="48" y="31"/>
                    <a:pt x="52" y="27"/>
                    <a:pt x="52" y="25"/>
                  </a:cubicBezTo>
                  <a:cubicBezTo>
                    <a:pt x="53" y="22"/>
                    <a:pt x="52" y="10"/>
                    <a:pt x="50" y="8"/>
                  </a:cubicBezTo>
                  <a:cubicBezTo>
                    <a:pt x="45" y="0"/>
                    <a:pt x="26" y="0"/>
                    <a:pt x="20" y="6"/>
                  </a:cubicBezTo>
                  <a:cubicBezTo>
                    <a:pt x="18" y="8"/>
                    <a:pt x="16" y="25"/>
                    <a:pt x="18" y="27"/>
                  </a:cubicBezTo>
                  <a:cubicBezTo>
                    <a:pt x="20" y="29"/>
                    <a:pt x="22" y="30"/>
                    <a:pt x="22" y="30"/>
                  </a:cubicBezTo>
                  <a:close/>
                </a:path>
              </a:pathLst>
            </a:custGeom>
            <a:solidFill>
              <a:sysClr val="window" lastClr="FFFFFF"/>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chemeClr val="tx1">
                    <a:lumMod val="75000"/>
                    <a:lumOff val="25000"/>
                  </a:schemeClr>
                </a:solidFill>
                <a:effectLst/>
                <a:uLnTx/>
                <a:uFillTx/>
                <a:cs typeface="+mn-ea"/>
                <a:sym typeface="+mn-lt"/>
              </a:endParaRPr>
            </a:p>
          </p:txBody>
        </p:sp>
        <p:sp>
          <p:nvSpPr>
            <p:cNvPr id="25" name="Freeform 298"/>
            <p:cNvSpPr>
              <a:spLocks noEditPoints="1"/>
            </p:cNvSpPr>
            <p:nvPr/>
          </p:nvSpPr>
          <p:spPr bwMode="auto">
            <a:xfrm>
              <a:off x="4778442" y="4406900"/>
              <a:ext cx="525340" cy="435084"/>
            </a:xfrm>
            <a:custGeom>
              <a:avLst/>
              <a:gdLst>
                <a:gd name="T0" fmla="*/ 19 w 102"/>
                <a:gd name="T1" fmla="*/ 33 h 85"/>
                <a:gd name="T2" fmla="*/ 9 w 102"/>
                <a:gd name="T3" fmla="*/ 32 h 85"/>
                <a:gd name="T4" fmla="*/ 18 w 102"/>
                <a:gd name="T5" fmla="*/ 35 h 85"/>
                <a:gd name="T6" fmla="*/ 28 w 102"/>
                <a:gd name="T7" fmla="*/ 37 h 85"/>
                <a:gd name="T8" fmla="*/ 88 w 102"/>
                <a:gd name="T9" fmla="*/ 51 h 85"/>
                <a:gd name="T10" fmla="*/ 102 w 102"/>
                <a:gd name="T11" fmla="*/ 47 h 85"/>
                <a:gd name="T12" fmla="*/ 88 w 102"/>
                <a:gd name="T13" fmla="*/ 85 h 85"/>
                <a:gd name="T14" fmla="*/ 70 w 102"/>
                <a:gd name="T15" fmla="*/ 72 h 85"/>
                <a:gd name="T16" fmla="*/ 3 w 102"/>
                <a:gd name="T17" fmla="*/ 65 h 85"/>
                <a:gd name="T18" fmla="*/ 0 w 102"/>
                <a:gd name="T19" fmla="*/ 58 h 85"/>
                <a:gd name="T20" fmla="*/ 0 w 102"/>
                <a:gd name="T21" fmla="*/ 51 h 85"/>
                <a:gd name="T22" fmla="*/ 31 w 102"/>
                <a:gd name="T23" fmla="*/ 53 h 85"/>
                <a:gd name="T24" fmla="*/ 54 w 102"/>
                <a:gd name="T25" fmla="*/ 45 h 85"/>
                <a:gd name="T26" fmla="*/ 40 w 102"/>
                <a:gd name="T27" fmla="*/ 37 h 85"/>
                <a:gd name="T28" fmla="*/ 86 w 102"/>
                <a:gd name="T29" fmla="*/ 50 h 85"/>
                <a:gd name="T30" fmla="*/ 19 w 102"/>
                <a:gd name="T31" fmla="*/ 32 h 85"/>
                <a:gd name="T32" fmla="*/ 31 w 102"/>
                <a:gd name="T33" fmla="*/ 37 h 85"/>
                <a:gd name="T34" fmla="*/ 30 w 102"/>
                <a:gd name="T35" fmla="*/ 43 h 85"/>
                <a:gd name="T36" fmla="*/ 5 w 102"/>
                <a:gd name="T37" fmla="*/ 38 h 85"/>
                <a:gd name="T38" fmla="*/ 6 w 102"/>
                <a:gd name="T39" fmla="*/ 31 h 85"/>
                <a:gd name="T40" fmla="*/ 11 w 102"/>
                <a:gd name="T41" fmla="*/ 30 h 85"/>
                <a:gd name="T42" fmla="*/ 38 w 102"/>
                <a:gd name="T43" fmla="*/ 27 h 85"/>
                <a:gd name="T44" fmla="*/ 31 w 102"/>
                <a:gd name="T45" fmla="*/ 13 h 85"/>
                <a:gd name="T46" fmla="*/ 30 w 102"/>
                <a:gd name="T47" fmla="*/ 14 h 85"/>
                <a:gd name="T48" fmla="*/ 37 w 102"/>
                <a:gd name="T49" fmla="*/ 28 h 85"/>
                <a:gd name="T50" fmla="*/ 38 w 102"/>
                <a:gd name="T51" fmla="*/ 27 h 85"/>
                <a:gd name="T52" fmla="*/ 40 w 102"/>
                <a:gd name="T53" fmla="*/ 27 h 85"/>
                <a:gd name="T54" fmla="*/ 40 w 102"/>
                <a:gd name="T55" fmla="*/ 32 h 85"/>
                <a:gd name="T56" fmla="*/ 34 w 102"/>
                <a:gd name="T57" fmla="*/ 35 h 85"/>
                <a:gd name="T58" fmla="*/ 23 w 102"/>
                <a:gd name="T59" fmla="*/ 12 h 85"/>
                <a:gd name="T60" fmla="*/ 29 w 102"/>
                <a:gd name="T61" fmla="*/ 9 h 85"/>
                <a:gd name="T62" fmla="*/ 37 w 102"/>
                <a:gd name="T63" fmla="*/ 19 h 85"/>
                <a:gd name="T64" fmla="*/ 45 w 102"/>
                <a:gd name="T65" fmla="*/ 11 h 85"/>
                <a:gd name="T66" fmla="*/ 43 w 102"/>
                <a:gd name="T67" fmla="*/ 19 h 85"/>
                <a:gd name="T68" fmla="*/ 47 w 102"/>
                <a:gd name="T69" fmla="*/ 12 h 85"/>
                <a:gd name="T70" fmla="*/ 49 w 102"/>
                <a:gd name="T71" fmla="*/ 3 h 85"/>
                <a:gd name="T72" fmla="*/ 43 w 102"/>
                <a:gd name="T73" fmla="*/ 10 h 85"/>
                <a:gd name="T74" fmla="*/ 41 w 102"/>
                <a:gd name="T75" fmla="*/ 21 h 85"/>
                <a:gd name="T76" fmla="*/ 46 w 102"/>
                <a:gd name="T77" fmla="*/ 24 h 85"/>
                <a:gd name="T78" fmla="*/ 56 w 102"/>
                <a:gd name="T79" fmla="*/ 3 h 85"/>
                <a:gd name="T80" fmla="*/ 50 w 102"/>
                <a:gd name="T81" fmla="*/ 0 h 85"/>
                <a:gd name="T82" fmla="*/ 47 w 102"/>
                <a:gd name="T83" fmla="*/ 3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2" h="85">
                  <a:moveTo>
                    <a:pt x="26" y="36"/>
                  </a:moveTo>
                  <a:cubicBezTo>
                    <a:pt x="25" y="35"/>
                    <a:pt x="22" y="34"/>
                    <a:pt x="19" y="33"/>
                  </a:cubicBezTo>
                  <a:cubicBezTo>
                    <a:pt x="16" y="33"/>
                    <a:pt x="13" y="32"/>
                    <a:pt x="11" y="32"/>
                  </a:cubicBezTo>
                  <a:cubicBezTo>
                    <a:pt x="10" y="32"/>
                    <a:pt x="9" y="32"/>
                    <a:pt x="9" y="32"/>
                  </a:cubicBezTo>
                  <a:cubicBezTo>
                    <a:pt x="9" y="32"/>
                    <a:pt x="10" y="32"/>
                    <a:pt x="11" y="33"/>
                  </a:cubicBezTo>
                  <a:cubicBezTo>
                    <a:pt x="13" y="34"/>
                    <a:pt x="15" y="35"/>
                    <a:pt x="18" y="35"/>
                  </a:cubicBezTo>
                  <a:cubicBezTo>
                    <a:pt x="21" y="36"/>
                    <a:pt x="24" y="37"/>
                    <a:pt x="26" y="37"/>
                  </a:cubicBezTo>
                  <a:cubicBezTo>
                    <a:pt x="28" y="37"/>
                    <a:pt x="28" y="37"/>
                    <a:pt x="28" y="37"/>
                  </a:cubicBezTo>
                  <a:cubicBezTo>
                    <a:pt x="28" y="37"/>
                    <a:pt x="28" y="36"/>
                    <a:pt x="26" y="36"/>
                  </a:cubicBezTo>
                  <a:close/>
                  <a:moveTo>
                    <a:pt x="88" y="51"/>
                  </a:moveTo>
                  <a:cubicBezTo>
                    <a:pt x="88" y="47"/>
                    <a:pt x="88" y="47"/>
                    <a:pt x="88" y="47"/>
                  </a:cubicBezTo>
                  <a:cubicBezTo>
                    <a:pt x="102" y="47"/>
                    <a:pt x="102" y="47"/>
                    <a:pt x="102" y="47"/>
                  </a:cubicBezTo>
                  <a:cubicBezTo>
                    <a:pt x="102" y="85"/>
                    <a:pt x="102" y="85"/>
                    <a:pt x="102" y="85"/>
                  </a:cubicBezTo>
                  <a:cubicBezTo>
                    <a:pt x="88" y="85"/>
                    <a:pt x="88" y="85"/>
                    <a:pt x="88" y="85"/>
                  </a:cubicBezTo>
                  <a:cubicBezTo>
                    <a:pt x="88" y="79"/>
                    <a:pt x="88" y="79"/>
                    <a:pt x="88" y="79"/>
                  </a:cubicBezTo>
                  <a:cubicBezTo>
                    <a:pt x="70" y="72"/>
                    <a:pt x="70" y="72"/>
                    <a:pt x="70" y="72"/>
                  </a:cubicBezTo>
                  <a:cubicBezTo>
                    <a:pt x="27" y="77"/>
                    <a:pt x="27" y="77"/>
                    <a:pt x="27" y="77"/>
                  </a:cubicBezTo>
                  <a:cubicBezTo>
                    <a:pt x="3" y="65"/>
                    <a:pt x="3" y="65"/>
                    <a:pt x="3" y="65"/>
                  </a:cubicBezTo>
                  <a:cubicBezTo>
                    <a:pt x="4" y="60"/>
                    <a:pt x="4" y="60"/>
                    <a:pt x="4" y="60"/>
                  </a:cubicBezTo>
                  <a:cubicBezTo>
                    <a:pt x="0" y="58"/>
                    <a:pt x="0" y="58"/>
                    <a:pt x="0" y="58"/>
                  </a:cubicBezTo>
                  <a:cubicBezTo>
                    <a:pt x="1" y="53"/>
                    <a:pt x="1" y="53"/>
                    <a:pt x="1" y="53"/>
                  </a:cubicBezTo>
                  <a:cubicBezTo>
                    <a:pt x="0" y="51"/>
                    <a:pt x="0" y="51"/>
                    <a:pt x="0" y="51"/>
                  </a:cubicBezTo>
                  <a:cubicBezTo>
                    <a:pt x="2" y="44"/>
                    <a:pt x="2" y="44"/>
                    <a:pt x="2" y="44"/>
                  </a:cubicBezTo>
                  <a:cubicBezTo>
                    <a:pt x="31" y="53"/>
                    <a:pt x="31" y="53"/>
                    <a:pt x="31" y="53"/>
                  </a:cubicBezTo>
                  <a:cubicBezTo>
                    <a:pt x="54" y="47"/>
                    <a:pt x="54" y="47"/>
                    <a:pt x="54" y="47"/>
                  </a:cubicBezTo>
                  <a:cubicBezTo>
                    <a:pt x="54" y="45"/>
                    <a:pt x="54" y="45"/>
                    <a:pt x="54" y="45"/>
                  </a:cubicBezTo>
                  <a:cubicBezTo>
                    <a:pt x="36" y="45"/>
                    <a:pt x="36" y="45"/>
                    <a:pt x="36" y="45"/>
                  </a:cubicBezTo>
                  <a:cubicBezTo>
                    <a:pt x="40" y="37"/>
                    <a:pt x="40" y="37"/>
                    <a:pt x="40" y="37"/>
                  </a:cubicBezTo>
                  <a:cubicBezTo>
                    <a:pt x="72" y="31"/>
                    <a:pt x="72" y="31"/>
                    <a:pt x="72" y="31"/>
                  </a:cubicBezTo>
                  <a:cubicBezTo>
                    <a:pt x="86" y="50"/>
                    <a:pt x="86" y="50"/>
                    <a:pt x="86" y="50"/>
                  </a:cubicBezTo>
                  <a:cubicBezTo>
                    <a:pt x="88" y="51"/>
                    <a:pt x="88" y="51"/>
                    <a:pt x="88" y="51"/>
                  </a:cubicBezTo>
                  <a:close/>
                  <a:moveTo>
                    <a:pt x="19" y="32"/>
                  </a:moveTo>
                  <a:cubicBezTo>
                    <a:pt x="23" y="32"/>
                    <a:pt x="25" y="33"/>
                    <a:pt x="27" y="34"/>
                  </a:cubicBezTo>
                  <a:cubicBezTo>
                    <a:pt x="29" y="35"/>
                    <a:pt x="30" y="36"/>
                    <a:pt x="31" y="37"/>
                  </a:cubicBezTo>
                  <a:cubicBezTo>
                    <a:pt x="31" y="37"/>
                    <a:pt x="31" y="38"/>
                    <a:pt x="31" y="38"/>
                  </a:cubicBezTo>
                  <a:cubicBezTo>
                    <a:pt x="31" y="40"/>
                    <a:pt x="30" y="42"/>
                    <a:pt x="30" y="43"/>
                  </a:cubicBezTo>
                  <a:cubicBezTo>
                    <a:pt x="30" y="44"/>
                    <a:pt x="29" y="44"/>
                    <a:pt x="29" y="44"/>
                  </a:cubicBezTo>
                  <a:cubicBezTo>
                    <a:pt x="25" y="46"/>
                    <a:pt x="7" y="42"/>
                    <a:pt x="5" y="38"/>
                  </a:cubicBezTo>
                  <a:cubicBezTo>
                    <a:pt x="5" y="38"/>
                    <a:pt x="4" y="37"/>
                    <a:pt x="5" y="37"/>
                  </a:cubicBezTo>
                  <a:cubicBezTo>
                    <a:pt x="5" y="35"/>
                    <a:pt x="6" y="33"/>
                    <a:pt x="6" y="31"/>
                  </a:cubicBezTo>
                  <a:cubicBezTo>
                    <a:pt x="6" y="31"/>
                    <a:pt x="6" y="31"/>
                    <a:pt x="7" y="30"/>
                  </a:cubicBezTo>
                  <a:cubicBezTo>
                    <a:pt x="8" y="30"/>
                    <a:pt x="9" y="30"/>
                    <a:pt x="11" y="30"/>
                  </a:cubicBezTo>
                  <a:cubicBezTo>
                    <a:pt x="13" y="30"/>
                    <a:pt x="16" y="31"/>
                    <a:pt x="19" y="32"/>
                  </a:cubicBezTo>
                  <a:close/>
                  <a:moveTo>
                    <a:pt x="38" y="27"/>
                  </a:moveTo>
                  <a:cubicBezTo>
                    <a:pt x="38" y="25"/>
                    <a:pt x="36" y="23"/>
                    <a:pt x="35" y="20"/>
                  </a:cubicBezTo>
                  <a:cubicBezTo>
                    <a:pt x="33" y="17"/>
                    <a:pt x="32" y="15"/>
                    <a:pt x="31" y="13"/>
                  </a:cubicBezTo>
                  <a:cubicBezTo>
                    <a:pt x="30" y="12"/>
                    <a:pt x="29" y="12"/>
                    <a:pt x="29" y="12"/>
                  </a:cubicBezTo>
                  <a:cubicBezTo>
                    <a:pt x="29" y="12"/>
                    <a:pt x="29" y="12"/>
                    <a:pt x="30" y="14"/>
                  </a:cubicBezTo>
                  <a:cubicBezTo>
                    <a:pt x="30" y="16"/>
                    <a:pt x="32" y="18"/>
                    <a:pt x="33" y="21"/>
                  </a:cubicBezTo>
                  <a:cubicBezTo>
                    <a:pt x="35" y="24"/>
                    <a:pt x="36" y="26"/>
                    <a:pt x="37" y="28"/>
                  </a:cubicBezTo>
                  <a:cubicBezTo>
                    <a:pt x="38" y="29"/>
                    <a:pt x="39" y="29"/>
                    <a:pt x="39" y="29"/>
                  </a:cubicBezTo>
                  <a:cubicBezTo>
                    <a:pt x="39" y="29"/>
                    <a:pt x="39" y="28"/>
                    <a:pt x="38" y="27"/>
                  </a:cubicBezTo>
                  <a:close/>
                  <a:moveTo>
                    <a:pt x="37" y="19"/>
                  </a:moveTo>
                  <a:cubicBezTo>
                    <a:pt x="38" y="22"/>
                    <a:pt x="39" y="25"/>
                    <a:pt x="40" y="27"/>
                  </a:cubicBezTo>
                  <a:cubicBezTo>
                    <a:pt x="41" y="29"/>
                    <a:pt x="41" y="30"/>
                    <a:pt x="41" y="31"/>
                  </a:cubicBezTo>
                  <a:cubicBezTo>
                    <a:pt x="41" y="32"/>
                    <a:pt x="40" y="32"/>
                    <a:pt x="40" y="32"/>
                  </a:cubicBezTo>
                  <a:cubicBezTo>
                    <a:pt x="38" y="33"/>
                    <a:pt x="37" y="34"/>
                    <a:pt x="35" y="35"/>
                  </a:cubicBezTo>
                  <a:cubicBezTo>
                    <a:pt x="34" y="35"/>
                    <a:pt x="34" y="35"/>
                    <a:pt x="34" y="35"/>
                  </a:cubicBezTo>
                  <a:cubicBezTo>
                    <a:pt x="30" y="33"/>
                    <a:pt x="21" y="17"/>
                    <a:pt x="22" y="13"/>
                  </a:cubicBezTo>
                  <a:cubicBezTo>
                    <a:pt x="22" y="12"/>
                    <a:pt x="22" y="12"/>
                    <a:pt x="23" y="12"/>
                  </a:cubicBezTo>
                  <a:cubicBezTo>
                    <a:pt x="24" y="11"/>
                    <a:pt x="26" y="10"/>
                    <a:pt x="27" y="9"/>
                  </a:cubicBezTo>
                  <a:cubicBezTo>
                    <a:pt x="28" y="9"/>
                    <a:pt x="28" y="9"/>
                    <a:pt x="29" y="9"/>
                  </a:cubicBezTo>
                  <a:cubicBezTo>
                    <a:pt x="30" y="9"/>
                    <a:pt x="31" y="10"/>
                    <a:pt x="32" y="12"/>
                  </a:cubicBezTo>
                  <a:cubicBezTo>
                    <a:pt x="33" y="14"/>
                    <a:pt x="35" y="16"/>
                    <a:pt x="37" y="19"/>
                  </a:cubicBezTo>
                  <a:close/>
                  <a:moveTo>
                    <a:pt x="48" y="4"/>
                  </a:moveTo>
                  <a:cubicBezTo>
                    <a:pt x="47" y="6"/>
                    <a:pt x="46" y="8"/>
                    <a:pt x="45" y="11"/>
                  </a:cubicBezTo>
                  <a:cubicBezTo>
                    <a:pt x="44" y="13"/>
                    <a:pt x="43" y="16"/>
                    <a:pt x="43" y="18"/>
                  </a:cubicBezTo>
                  <a:cubicBezTo>
                    <a:pt x="43" y="19"/>
                    <a:pt x="42" y="19"/>
                    <a:pt x="43" y="19"/>
                  </a:cubicBezTo>
                  <a:cubicBezTo>
                    <a:pt x="43" y="19"/>
                    <a:pt x="43" y="19"/>
                    <a:pt x="44" y="18"/>
                  </a:cubicBezTo>
                  <a:cubicBezTo>
                    <a:pt x="45" y="16"/>
                    <a:pt x="46" y="14"/>
                    <a:pt x="47" y="12"/>
                  </a:cubicBezTo>
                  <a:cubicBezTo>
                    <a:pt x="48" y="9"/>
                    <a:pt x="49" y="7"/>
                    <a:pt x="49" y="5"/>
                  </a:cubicBezTo>
                  <a:cubicBezTo>
                    <a:pt x="49" y="4"/>
                    <a:pt x="49" y="3"/>
                    <a:pt x="49" y="3"/>
                  </a:cubicBezTo>
                  <a:cubicBezTo>
                    <a:pt x="49" y="3"/>
                    <a:pt x="49" y="3"/>
                    <a:pt x="48" y="4"/>
                  </a:cubicBezTo>
                  <a:close/>
                  <a:moveTo>
                    <a:pt x="43" y="10"/>
                  </a:moveTo>
                  <a:cubicBezTo>
                    <a:pt x="42" y="13"/>
                    <a:pt x="42" y="16"/>
                    <a:pt x="41" y="17"/>
                  </a:cubicBezTo>
                  <a:cubicBezTo>
                    <a:pt x="41" y="19"/>
                    <a:pt x="41" y="21"/>
                    <a:pt x="41" y="21"/>
                  </a:cubicBezTo>
                  <a:cubicBezTo>
                    <a:pt x="41" y="22"/>
                    <a:pt x="41" y="22"/>
                    <a:pt x="42" y="22"/>
                  </a:cubicBezTo>
                  <a:cubicBezTo>
                    <a:pt x="43" y="23"/>
                    <a:pt x="45" y="23"/>
                    <a:pt x="46" y="24"/>
                  </a:cubicBezTo>
                  <a:cubicBezTo>
                    <a:pt x="47" y="24"/>
                    <a:pt x="47" y="24"/>
                    <a:pt x="48" y="24"/>
                  </a:cubicBezTo>
                  <a:cubicBezTo>
                    <a:pt x="51" y="22"/>
                    <a:pt x="57" y="7"/>
                    <a:pt x="56" y="3"/>
                  </a:cubicBezTo>
                  <a:cubicBezTo>
                    <a:pt x="56" y="3"/>
                    <a:pt x="56" y="3"/>
                    <a:pt x="55" y="2"/>
                  </a:cubicBezTo>
                  <a:cubicBezTo>
                    <a:pt x="54" y="2"/>
                    <a:pt x="52" y="1"/>
                    <a:pt x="50" y="0"/>
                  </a:cubicBezTo>
                  <a:cubicBezTo>
                    <a:pt x="50" y="0"/>
                    <a:pt x="50" y="0"/>
                    <a:pt x="49" y="1"/>
                  </a:cubicBezTo>
                  <a:cubicBezTo>
                    <a:pt x="49" y="1"/>
                    <a:pt x="48" y="2"/>
                    <a:pt x="47" y="3"/>
                  </a:cubicBezTo>
                  <a:cubicBezTo>
                    <a:pt x="46" y="5"/>
                    <a:pt x="45" y="8"/>
                    <a:pt x="43" y="10"/>
                  </a:cubicBezTo>
                  <a:close/>
                </a:path>
              </a:pathLst>
            </a:custGeom>
            <a:solidFill>
              <a:sysClr val="window" lastClr="FFFFFF"/>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chemeClr val="tx1">
                    <a:lumMod val="75000"/>
                    <a:lumOff val="25000"/>
                  </a:schemeClr>
                </a:solidFill>
                <a:effectLst/>
                <a:uLnTx/>
                <a:uFillTx/>
                <a:cs typeface="+mn-ea"/>
                <a:sym typeface="+mn-lt"/>
              </a:endParaRPr>
            </a:p>
          </p:txBody>
        </p:sp>
        <p:sp>
          <p:nvSpPr>
            <p:cNvPr id="26" name="Freeform 320"/>
            <p:cNvSpPr>
              <a:spLocks noEditPoints="1"/>
            </p:cNvSpPr>
            <p:nvPr/>
          </p:nvSpPr>
          <p:spPr bwMode="auto">
            <a:xfrm>
              <a:off x="6883156" y="4409519"/>
              <a:ext cx="466910" cy="417046"/>
            </a:xfrm>
            <a:custGeom>
              <a:avLst/>
              <a:gdLst>
                <a:gd name="T0" fmla="*/ 17 w 93"/>
                <a:gd name="T1" fmla="*/ 18 h 83"/>
                <a:gd name="T2" fmla="*/ 9 w 93"/>
                <a:gd name="T3" fmla="*/ 28 h 83"/>
                <a:gd name="T4" fmla="*/ 84 w 93"/>
                <a:gd name="T5" fmla="*/ 74 h 83"/>
                <a:gd name="T6" fmla="*/ 70 w 93"/>
                <a:gd name="T7" fmla="*/ 28 h 83"/>
                <a:gd name="T8" fmla="*/ 24 w 93"/>
                <a:gd name="T9" fmla="*/ 34 h 83"/>
                <a:gd name="T10" fmla="*/ 24 w 93"/>
                <a:gd name="T11" fmla="*/ 18 h 83"/>
                <a:gd name="T12" fmla="*/ 30 w 93"/>
                <a:gd name="T13" fmla="*/ 13 h 83"/>
                <a:gd name="T14" fmla="*/ 46 w 93"/>
                <a:gd name="T15" fmla="*/ 0 h 83"/>
                <a:gd name="T16" fmla="*/ 63 w 93"/>
                <a:gd name="T17" fmla="*/ 13 h 83"/>
                <a:gd name="T18" fmla="*/ 70 w 93"/>
                <a:gd name="T19" fmla="*/ 18 h 83"/>
                <a:gd name="T20" fmla="*/ 93 w 93"/>
                <a:gd name="T21" fmla="*/ 18 h 83"/>
                <a:gd name="T22" fmla="*/ 93 w 93"/>
                <a:gd name="T23" fmla="*/ 79 h 83"/>
                <a:gd name="T24" fmla="*/ 89 w 93"/>
                <a:gd name="T25" fmla="*/ 83 h 83"/>
                <a:gd name="T26" fmla="*/ 0 w 93"/>
                <a:gd name="T27" fmla="*/ 83 h 83"/>
                <a:gd name="T28" fmla="*/ 0 w 93"/>
                <a:gd name="T29" fmla="*/ 23 h 83"/>
                <a:gd name="T30" fmla="*/ 5 w 93"/>
                <a:gd name="T31" fmla="*/ 18 h 83"/>
                <a:gd name="T32" fmla="*/ 14 w 93"/>
                <a:gd name="T33" fmla="*/ 70 h 83"/>
                <a:gd name="T34" fmla="*/ 39 w 93"/>
                <a:gd name="T35" fmla="*/ 62 h 83"/>
                <a:gd name="T36" fmla="*/ 29 w 93"/>
                <a:gd name="T37" fmla="*/ 63 h 83"/>
                <a:gd name="T38" fmla="*/ 29 w 93"/>
                <a:gd name="T39" fmla="*/ 60 h 83"/>
                <a:gd name="T40" fmla="*/ 26 w 93"/>
                <a:gd name="T41" fmla="*/ 59 h 83"/>
                <a:gd name="T42" fmla="*/ 26 w 93"/>
                <a:gd name="T43" fmla="*/ 61 h 83"/>
                <a:gd name="T44" fmla="*/ 21 w 93"/>
                <a:gd name="T45" fmla="*/ 59 h 83"/>
                <a:gd name="T46" fmla="*/ 35 w 93"/>
                <a:gd name="T47" fmla="*/ 42 h 83"/>
                <a:gd name="T48" fmla="*/ 23 w 93"/>
                <a:gd name="T49" fmla="*/ 57 h 83"/>
                <a:gd name="T50" fmla="*/ 24 w 93"/>
                <a:gd name="T51" fmla="*/ 57 h 83"/>
                <a:gd name="T52" fmla="*/ 30 w 93"/>
                <a:gd name="T53" fmla="*/ 57 h 83"/>
                <a:gd name="T54" fmla="*/ 30 w 93"/>
                <a:gd name="T55" fmla="*/ 57 h 83"/>
                <a:gd name="T56" fmla="*/ 31 w 93"/>
                <a:gd name="T57" fmla="*/ 65 h 83"/>
                <a:gd name="T58" fmla="*/ 36 w 93"/>
                <a:gd name="T59" fmla="*/ 66 h 83"/>
                <a:gd name="T60" fmla="*/ 31 w 93"/>
                <a:gd name="T61" fmla="*/ 65 h 83"/>
                <a:gd name="T62" fmla="*/ 44 w 93"/>
                <a:gd name="T63" fmla="*/ 55 h 83"/>
                <a:gd name="T64" fmla="*/ 78 w 93"/>
                <a:gd name="T65" fmla="*/ 51 h 83"/>
                <a:gd name="T66" fmla="*/ 44 w 93"/>
                <a:gd name="T67" fmla="*/ 60 h 83"/>
                <a:gd name="T68" fmla="*/ 59 w 93"/>
                <a:gd name="T69" fmla="*/ 65 h 83"/>
                <a:gd name="T70" fmla="*/ 44 w 93"/>
                <a:gd name="T71" fmla="*/ 60 h 83"/>
                <a:gd name="T72" fmla="*/ 44 w 93"/>
                <a:gd name="T73" fmla="*/ 46 h 83"/>
                <a:gd name="T74" fmla="*/ 78 w 93"/>
                <a:gd name="T75" fmla="*/ 42 h 83"/>
                <a:gd name="T76" fmla="*/ 39 w 93"/>
                <a:gd name="T77" fmla="*/ 13 h 83"/>
                <a:gd name="T78" fmla="*/ 52 w 93"/>
                <a:gd name="T79" fmla="*/ 12 h 83"/>
                <a:gd name="T80" fmla="*/ 41 w 93"/>
                <a:gd name="T81" fmla="*/ 12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3" h="83">
                  <a:moveTo>
                    <a:pt x="5" y="18"/>
                  </a:moveTo>
                  <a:cubicBezTo>
                    <a:pt x="17" y="18"/>
                    <a:pt x="17" y="18"/>
                    <a:pt x="17" y="18"/>
                  </a:cubicBezTo>
                  <a:cubicBezTo>
                    <a:pt x="17" y="28"/>
                    <a:pt x="17" y="28"/>
                    <a:pt x="17" y="28"/>
                  </a:cubicBezTo>
                  <a:cubicBezTo>
                    <a:pt x="9" y="28"/>
                    <a:pt x="9" y="28"/>
                    <a:pt x="9" y="28"/>
                  </a:cubicBezTo>
                  <a:cubicBezTo>
                    <a:pt x="9" y="74"/>
                    <a:pt x="9" y="74"/>
                    <a:pt x="9" y="74"/>
                  </a:cubicBezTo>
                  <a:cubicBezTo>
                    <a:pt x="84" y="74"/>
                    <a:pt x="84" y="74"/>
                    <a:pt x="84" y="74"/>
                  </a:cubicBezTo>
                  <a:cubicBezTo>
                    <a:pt x="84" y="28"/>
                    <a:pt x="84" y="28"/>
                    <a:pt x="84" y="28"/>
                  </a:cubicBezTo>
                  <a:cubicBezTo>
                    <a:pt x="70" y="28"/>
                    <a:pt x="70" y="28"/>
                    <a:pt x="70" y="28"/>
                  </a:cubicBezTo>
                  <a:cubicBezTo>
                    <a:pt x="70" y="34"/>
                    <a:pt x="70" y="34"/>
                    <a:pt x="70" y="34"/>
                  </a:cubicBezTo>
                  <a:cubicBezTo>
                    <a:pt x="54" y="34"/>
                    <a:pt x="39" y="34"/>
                    <a:pt x="24" y="34"/>
                  </a:cubicBezTo>
                  <a:cubicBezTo>
                    <a:pt x="24" y="28"/>
                    <a:pt x="24" y="28"/>
                    <a:pt x="24" y="28"/>
                  </a:cubicBezTo>
                  <a:cubicBezTo>
                    <a:pt x="24" y="18"/>
                    <a:pt x="24" y="18"/>
                    <a:pt x="24" y="18"/>
                  </a:cubicBezTo>
                  <a:cubicBezTo>
                    <a:pt x="24" y="13"/>
                    <a:pt x="24" y="13"/>
                    <a:pt x="24" y="13"/>
                  </a:cubicBezTo>
                  <a:cubicBezTo>
                    <a:pt x="30" y="13"/>
                    <a:pt x="30" y="13"/>
                    <a:pt x="30" y="13"/>
                  </a:cubicBezTo>
                  <a:cubicBezTo>
                    <a:pt x="30" y="10"/>
                    <a:pt x="32" y="7"/>
                    <a:pt x="34" y="5"/>
                  </a:cubicBezTo>
                  <a:cubicBezTo>
                    <a:pt x="37" y="2"/>
                    <a:pt x="41" y="0"/>
                    <a:pt x="46" y="0"/>
                  </a:cubicBezTo>
                  <a:cubicBezTo>
                    <a:pt x="51" y="0"/>
                    <a:pt x="55" y="2"/>
                    <a:pt x="58" y="5"/>
                  </a:cubicBezTo>
                  <a:cubicBezTo>
                    <a:pt x="61" y="7"/>
                    <a:pt x="62" y="10"/>
                    <a:pt x="63" y="13"/>
                  </a:cubicBezTo>
                  <a:cubicBezTo>
                    <a:pt x="70" y="13"/>
                    <a:pt x="70" y="13"/>
                    <a:pt x="70" y="13"/>
                  </a:cubicBezTo>
                  <a:cubicBezTo>
                    <a:pt x="70" y="18"/>
                    <a:pt x="70" y="18"/>
                    <a:pt x="70" y="18"/>
                  </a:cubicBezTo>
                  <a:cubicBezTo>
                    <a:pt x="89" y="18"/>
                    <a:pt x="89" y="18"/>
                    <a:pt x="89" y="18"/>
                  </a:cubicBezTo>
                  <a:cubicBezTo>
                    <a:pt x="93" y="18"/>
                    <a:pt x="93" y="18"/>
                    <a:pt x="93" y="18"/>
                  </a:cubicBezTo>
                  <a:cubicBezTo>
                    <a:pt x="93" y="23"/>
                    <a:pt x="93" y="23"/>
                    <a:pt x="93" y="23"/>
                  </a:cubicBezTo>
                  <a:cubicBezTo>
                    <a:pt x="93" y="79"/>
                    <a:pt x="93" y="79"/>
                    <a:pt x="93" y="79"/>
                  </a:cubicBezTo>
                  <a:cubicBezTo>
                    <a:pt x="93" y="83"/>
                    <a:pt x="93" y="83"/>
                    <a:pt x="93" y="83"/>
                  </a:cubicBezTo>
                  <a:cubicBezTo>
                    <a:pt x="89" y="83"/>
                    <a:pt x="89" y="83"/>
                    <a:pt x="89" y="83"/>
                  </a:cubicBezTo>
                  <a:cubicBezTo>
                    <a:pt x="5" y="83"/>
                    <a:pt x="5" y="83"/>
                    <a:pt x="5" y="83"/>
                  </a:cubicBezTo>
                  <a:cubicBezTo>
                    <a:pt x="0" y="83"/>
                    <a:pt x="0" y="83"/>
                    <a:pt x="0" y="83"/>
                  </a:cubicBezTo>
                  <a:cubicBezTo>
                    <a:pt x="0" y="79"/>
                    <a:pt x="0" y="79"/>
                    <a:pt x="0" y="79"/>
                  </a:cubicBezTo>
                  <a:cubicBezTo>
                    <a:pt x="0" y="23"/>
                    <a:pt x="0" y="23"/>
                    <a:pt x="0" y="23"/>
                  </a:cubicBezTo>
                  <a:cubicBezTo>
                    <a:pt x="0" y="18"/>
                    <a:pt x="0" y="18"/>
                    <a:pt x="0" y="18"/>
                  </a:cubicBezTo>
                  <a:cubicBezTo>
                    <a:pt x="5" y="18"/>
                    <a:pt x="5" y="18"/>
                    <a:pt x="5" y="18"/>
                  </a:cubicBezTo>
                  <a:close/>
                  <a:moveTo>
                    <a:pt x="14" y="62"/>
                  </a:moveTo>
                  <a:cubicBezTo>
                    <a:pt x="14" y="70"/>
                    <a:pt x="14" y="70"/>
                    <a:pt x="14" y="70"/>
                  </a:cubicBezTo>
                  <a:cubicBezTo>
                    <a:pt x="39" y="70"/>
                    <a:pt x="39" y="70"/>
                    <a:pt x="39" y="70"/>
                  </a:cubicBezTo>
                  <a:cubicBezTo>
                    <a:pt x="39" y="62"/>
                    <a:pt x="39" y="62"/>
                    <a:pt x="39" y="62"/>
                  </a:cubicBezTo>
                  <a:cubicBezTo>
                    <a:pt x="33" y="59"/>
                    <a:pt x="33" y="59"/>
                    <a:pt x="33" y="59"/>
                  </a:cubicBezTo>
                  <a:cubicBezTo>
                    <a:pt x="29" y="63"/>
                    <a:pt x="29" y="63"/>
                    <a:pt x="29" y="63"/>
                  </a:cubicBezTo>
                  <a:cubicBezTo>
                    <a:pt x="28" y="61"/>
                    <a:pt x="28" y="61"/>
                    <a:pt x="28" y="61"/>
                  </a:cubicBezTo>
                  <a:cubicBezTo>
                    <a:pt x="29" y="60"/>
                    <a:pt x="29" y="60"/>
                    <a:pt x="29" y="60"/>
                  </a:cubicBezTo>
                  <a:cubicBezTo>
                    <a:pt x="28" y="59"/>
                    <a:pt x="28" y="59"/>
                    <a:pt x="28" y="59"/>
                  </a:cubicBezTo>
                  <a:cubicBezTo>
                    <a:pt x="26" y="59"/>
                    <a:pt x="26" y="59"/>
                    <a:pt x="26" y="59"/>
                  </a:cubicBezTo>
                  <a:cubicBezTo>
                    <a:pt x="25" y="60"/>
                    <a:pt x="25" y="60"/>
                    <a:pt x="25" y="60"/>
                  </a:cubicBezTo>
                  <a:cubicBezTo>
                    <a:pt x="26" y="61"/>
                    <a:pt x="26" y="61"/>
                    <a:pt x="26" y="61"/>
                  </a:cubicBezTo>
                  <a:cubicBezTo>
                    <a:pt x="25" y="64"/>
                    <a:pt x="25" y="64"/>
                    <a:pt x="25" y="64"/>
                  </a:cubicBezTo>
                  <a:cubicBezTo>
                    <a:pt x="21" y="59"/>
                    <a:pt x="21" y="59"/>
                    <a:pt x="21" y="59"/>
                  </a:cubicBezTo>
                  <a:cubicBezTo>
                    <a:pt x="14" y="62"/>
                    <a:pt x="14" y="62"/>
                    <a:pt x="14" y="62"/>
                  </a:cubicBezTo>
                  <a:close/>
                  <a:moveTo>
                    <a:pt x="35" y="42"/>
                  </a:moveTo>
                  <a:cubicBezTo>
                    <a:pt x="32" y="42"/>
                    <a:pt x="26" y="35"/>
                    <a:pt x="19" y="42"/>
                  </a:cubicBezTo>
                  <a:cubicBezTo>
                    <a:pt x="20" y="47"/>
                    <a:pt x="20" y="53"/>
                    <a:pt x="23" y="57"/>
                  </a:cubicBezTo>
                  <a:cubicBezTo>
                    <a:pt x="24" y="57"/>
                    <a:pt x="24" y="57"/>
                    <a:pt x="24" y="57"/>
                  </a:cubicBezTo>
                  <a:cubicBezTo>
                    <a:pt x="24" y="57"/>
                    <a:pt x="24" y="57"/>
                    <a:pt x="24" y="57"/>
                  </a:cubicBezTo>
                  <a:cubicBezTo>
                    <a:pt x="25" y="57"/>
                    <a:pt x="26" y="57"/>
                    <a:pt x="27" y="57"/>
                  </a:cubicBezTo>
                  <a:cubicBezTo>
                    <a:pt x="28" y="57"/>
                    <a:pt x="29" y="57"/>
                    <a:pt x="30" y="57"/>
                  </a:cubicBezTo>
                  <a:cubicBezTo>
                    <a:pt x="30" y="57"/>
                    <a:pt x="30" y="57"/>
                    <a:pt x="30" y="57"/>
                  </a:cubicBezTo>
                  <a:cubicBezTo>
                    <a:pt x="30" y="57"/>
                    <a:pt x="30" y="57"/>
                    <a:pt x="30" y="57"/>
                  </a:cubicBezTo>
                  <a:cubicBezTo>
                    <a:pt x="34" y="53"/>
                    <a:pt x="34" y="47"/>
                    <a:pt x="35" y="42"/>
                  </a:cubicBezTo>
                  <a:close/>
                  <a:moveTo>
                    <a:pt x="31" y="65"/>
                  </a:moveTo>
                  <a:cubicBezTo>
                    <a:pt x="31" y="66"/>
                    <a:pt x="31" y="66"/>
                    <a:pt x="31" y="66"/>
                  </a:cubicBezTo>
                  <a:cubicBezTo>
                    <a:pt x="36" y="66"/>
                    <a:pt x="36" y="66"/>
                    <a:pt x="36" y="66"/>
                  </a:cubicBezTo>
                  <a:cubicBezTo>
                    <a:pt x="36" y="65"/>
                    <a:pt x="36" y="65"/>
                    <a:pt x="36" y="65"/>
                  </a:cubicBezTo>
                  <a:cubicBezTo>
                    <a:pt x="31" y="65"/>
                    <a:pt x="31" y="65"/>
                    <a:pt x="31" y="65"/>
                  </a:cubicBezTo>
                  <a:close/>
                  <a:moveTo>
                    <a:pt x="44" y="51"/>
                  </a:moveTo>
                  <a:cubicBezTo>
                    <a:pt x="44" y="55"/>
                    <a:pt x="44" y="55"/>
                    <a:pt x="44" y="55"/>
                  </a:cubicBezTo>
                  <a:cubicBezTo>
                    <a:pt x="78" y="55"/>
                    <a:pt x="78" y="55"/>
                    <a:pt x="78" y="55"/>
                  </a:cubicBezTo>
                  <a:cubicBezTo>
                    <a:pt x="78" y="51"/>
                    <a:pt x="78" y="51"/>
                    <a:pt x="78" y="51"/>
                  </a:cubicBezTo>
                  <a:cubicBezTo>
                    <a:pt x="44" y="51"/>
                    <a:pt x="44" y="51"/>
                    <a:pt x="44" y="51"/>
                  </a:cubicBezTo>
                  <a:close/>
                  <a:moveTo>
                    <a:pt x="44" y="60"/>
                  </a:moveTo>
                  <a:cubicBezTo>
                    <a:pt x="44" y="65"/>
                    <a:pt x="44" y="65"/>
                    <a:pt x="44" y="65"/>
                  </a:cubicBezTo>
                  <a:cubicBezTo>
                    <a:pt x="59" y="65"/>
                    <a:pt x="59" y="65"/>
                    <a:pt x="59" y="65"/>
                  </a:cubicBezTo>
                  <a:cubicBezTo>
                    <a:pt x="59" y="60"/>
                    <a:pt x="59" y="60"/>
                    <a:pt x="59" y="60"/>
                  </a:cubicBezTo>
                  <a:cubicBezTo>
                    <a:pt x="44" y="60"/>
                    <a:pt x="44" y="60"/>
                    <a:pt x="44" y="60"/>
                  </a:cubicBezTo>
                  <a:close/>
                  <a:moveTo>
                    <a:pt x="44" y="42"/>
                  </a:moveTo>
                  <a:cubicBezTo>
                    <a:pt x="44" y="46"/>
                    <a:pt x="44" y="46"/>
                    <a:pt x="44" y="46"/>
                  </a:cubicBezTo>
                  <a:cubicBezTo>
                    <a:pt x="78" y="46"/>
                    <a:pt x="78" y="46"/>
                    <a:pt x="78" y="46"/>
                  </a:cubicBezTo>
                  <a:cubicBezTo>
                    <a:pt x="78" y="42"/>
                    <a:pt x="78" y="42"/>
                    <a:pt x="78" y="42"/>
                  </a:cubicBezTo>
                  <a:cubicBezTo>
                    <a:pt x="44" y="42"/>
                    <a:pt x="44" y="42"/>
                    <a:pt x="44" y="42"/>
                  </a:cubicBezTo>
                  <a:close/>
                  <a:moveTo>
                    <a:pt x="39" y="13"/>
                  </a:moveTo>
                  <a:cubicBezTo>
                    <a:pt x="53" y="13"/>
                    <a:pt x="53" y="13"/>
                    <a:pt x="53" y="13"/>
                  </a:cubicBezTo>
                  <a:cubicBezTo>
                    <a:pt x="53" y="13"/>
                    <a:pt x="52" y="12"/>
                    <a:pt x="52" y="12"/>
                  </a:cubicBezTo>
                  <a:cubicBezTo>
                    <a:pt x="50" y="10"/>
                    <a:pt x="48" y="9"/>
                    <a:pt x="46" y="9"/>
                  </a:cubicBezTo>
                  <a:cubicBezTo>
                    <a:pt x="44" y="9"/>
                    <a:pt x="42" y="10"/>
                    <a:pt x="41" y="12"/>
                  </a:cubicBezTo>
                  <a:cubicBezTo>
                    <a:pt x="40" y="12"/>
                    <a:pt x="40" y="13"/>
                    <a:pt x="39" y="13"/>
                  </a:cubicBezTo>
                  <a:close/>
                </a:path>
              </a:pathLst>
            </a:custGeom>
            <a:solidFill>
              <a:sysClr val="window" lastClr="FFFFFF"/>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chemeClr val="tx1">
                    <a:lumMod val="75000"/>
                    <a:lumOff val="25000"/>
                  </a:schemeClr>
                </a:solidFill>
                <a:effectLst/>
                <a:uLnTx/>
                <a:uFillTx/>
                <a:cs typeface="+mn-ea"/>
                <a:sym typeface="+mn-lt"/>
              </a:endParaRPr>
            </a:p>
          </p:txBody>
        </p:sp>
      </p:grpSp>
      <p:grpSp>
        <p:nvGrpSpPr>
          <p:cNvPr id="27" name="组合 26"/>
          <p:cNvGrpSpPr/>
          <p:nvPr/>
        </p:nvGrpSpPr>
        <p:grpSpPr>
          <a:xfrm>
            <a:off x="1285995" y="1916921"/>
            <a:ext cx="3058104" cy="1347178"/>
            <a:chOff x="1400294" y="1669694"/>
            <a:chExt cx="3058104" cy="1347178"/>
          </a:xfrm>
        </p:grpSpPr>
        <p:sp>
          <p:nvSpPr>
            <p:cNvPr id="28" name="文本框 27"/>
            <p:cNvSpPr txBox="1"/>
            <p:nvPr/>
          </p:nvSpPr>
          <p:spPr>
            <a:xfrm>
              <a:off x="1400294" y="2185875"/>
              <a:ext cx="3058104" cy="830997"/>
            </a:xfrm>
            <a:prstGeom prst="rect">
              <a:avLst/>
            </a:prstGeom>
            <a:noFill/>
          </p:spPr>
          <p:txBody>
            <a:bodyPr wrap="square" rtlCol="0">
              <a:spAutoFit/>
            </a:bodyPr>
            <a:lstStyle/>
            <a:p>
              <a:pPr algn="r"/>
              <a:r>
                <a:rPr lang="zh-CN" altLang="en-US" sz="1600" dirty="0">
                  <a:cs typeface="+mn-ea"/>
                  <a:sym typeface="+mn-lt"/>
                </a:rPr>
                <a:t>单击此处添加您的文本内容，建议您的文字大小合适</a:t>
              </a:r>
              <a:r>
                <a:rPr lang="en-US" altLang="zh-CN" sz="1600" dirty="0">
                  <a:cs typeface="+mn-ea"/>
                  <a:sym typeface="+mn-lt"/>
                </a:rPr>
                <a:t>,</a:t>
              </a:r>
              <a:r>
                <a:rPr lang="zh-CN" altLang="en-US" sz="1600" dirty="0">
                  <a:cs typeface="+mn-ea"/>
                  <a:sym typeface="+mn-lt"/>
                </a:rPr>
                <a:t>单击此</a:t>
              </a:r>
              <a:r>
                <a:rPr lang="en-US" altLang="zh-CN" sz="1600" dirty="0">
                  <a:cs typeface="+mn-ea"/>
                  <a:sym typeface="+mn-lt"/>
                </a:rPr>
                <a:t>,</a:t>
              </a:r>
              <a:r>
                <a:rPr lang="zh-CN" altLang="en-US" sz="1600" dirty="0">
                  <a:cs typeface="+mn-ea"/>
                  <a:sym typeface="+mn-lt"/>
                </a:rPr>
                <a:t>添加您的文本内容</a:t>
              </a:r>
              <a:endParaRPr lang="zh-CN" altLang="en-US" sz="1600" dirty="0">
                <a:cs typeface="+mn-ea"/>
                <a:sym typeface="+mn-lt"/>
              </a:endParaRPr>
            </a:p>
          </p:txBody>
        </p:sp>
        <p:sp>
          <p:nvSpPr>
            <p:cNvPr id="29" name="文本框 28"/>
            <p:cNvSpPr txBox="1"/>
            <p:nvPr/>
          </p:nvSpPr>
          <p:spPr>
            <a:xfrm>
              <a:off x="2149084" y="1669694"/>
              <a:ext cx="2309314" cy="461665"/>
            </a:xfrm>
            <a:prstGeom prst="rect">
              <a:avLst/>
            </a:prstGeom>
            <a:noFill/>
          </p:spPr>
          <p:txBody>
            <a:bodyPr wrap="square" rtlCol="0">
              <a:spAutoFit/>
            </a:bodyPr>
            <a:lstStyle/>
            <a:p>
              <a:pPr algn="r"/>
              <a:r>
                <a:rPr lang="zh-CN" altLang="en-US" sz="2400" dirty="0">
                  <a:solidFill>
                    <a:schemeClr val="accent4">
                      <a:lumMod val="50000"/>
                    </a:schemeClr>
                  </a:solidFill>
                  <a:cs typeface="+mn-ea"/>
                  <a:sym typeface="+mn-lt"/>
                </a:rPr>
                <a:t>添加标题</a:t>
              </a:r>
              <a:endParaRPr lang="zh-CN" altLang="en-US" sz="2400" dirty="0">
                <a:solidFill>
                  <a:schemeClr val="accent4">
                    <a:lumMod val="50000"/>
                  </a:schemeClr>
                </a:solidFill>
                <a:cs typeface="+mn-ea"/>
                <a:sym typeface="+mn-lt"/>
              </a:endParaRPr>
            </a:p>
          </p:txBody>
        </p:sp>
      </p:grpSp>
      <p:grpSp>
        <p:nvGrpSpPr>
          <p:cNvPr id="30" name="组合 29"/>
          <p:cNvGrpSpPr/>
          <p:nvPr/>
        </p:nvGrpSpPr>
        <p:grpSpPr>
          <a:xfrm>
            <a:off x="1285995" y="4044058"/>
            <a:ext cx="3078591" cy="1593399"/>
            <a:chOff x="1400294" y="3796831"/>
            <a:chExt cx="3078591" cy="1593399"/>
          </a:xfrm>
        </p:grpSpPr>
        <p:sp>
          <p:nvSpPr>
            <p:cNvPr id="31" name="文本框 30"/>
            <p:cNvSpPr txBox="1"/>
            <p:nvPr/>
          </p:nvSpPr>
          <p:spPr>
            <a:xfrm>
              <a:off x="1400294" y="4313012"/>
              <a:ext cx="3078591" cy="1077218"/>
            </a:xfrm>
            <a:prstGeom prst="rect">
              <a:avLst/>
            </a:prstGeom>
            <a:noFill/>
          </p:spPr>
          <p:txBody>
            <a:bodyPr wrap="square" rtlCol="0">
              <a:spAutoFit/>
            </a:bodyPr>
            <a:lstStyle/>
            <a:p>
              <a:pPr algn="r"/>
              <a:r>
                <a:rPr lang="zh-CN" altLang="en-US" sz="1600" dirty="0">
                  <a:cs typeface="+mn-ea"/>
                  <a:sym typeface="+mn-lt"/>
                </a:rPr>
                <a:t>单击此处添加您的文本内容，建议您的文字大小合适</a:t>
              </a:r>
              <a:r>
                <a:rPr lang="en-US" altLang="zh-CN" sz="1600" dirty="0">
                  <a:cs typeface="+mn-ea"/>
                  <a:sym typeface="+mn-lt"/>
                </a:rPr>
                <a:t>,</a:t>
              </a:r>
              <a:r>
                <a:rPr lang="zh-CN" altLang="en-US" sz="1600" dirty="0">
                  <a:cs typeface="+mn-ea"/>
                  <a:sym typeface="+mn-lt"/>
                </a:rPr>
                <a:t>单击此</a:t>
              </a:r>
              <a:r>
                <a:rPr lang="en-US" altLang="zh-CN" sz="1600" dirty="0">
                  <a:cs typeface="+mn-ea"/>
                  <a:sym typeface="+mn-lt"/>
                </a:rPr>
                <a:t>,</a:t>
              </a:r>
              <a:r>
                <a:rPr lang="zh-CN" altLang="en-US" sz="1600" dirty="0">
                  <a:cs typeface="+mn-ea"/>
                  <a:sym typeface="+mn-lt"/>
                </a:rPr>
                <a:t>添加您的文本内容</a:t>
              </a:r>
              <a:endParaRPr lang="zh-CN" altLang="en-US" sz="1600" dirty="0">
                <a:cs typeface="+mn-ea"/>
                <a:sym typeface="+mn-lt"/>
              </a:endParaRPr>
            </a:p>
            <a:p>
              <a:pPr algn="r"/>
              <a:endParaRPr lang="zh-CN" altLang="en-US" sz="1600" dirty="0">
                <a:cs typeface="+mn-ea"/>
                <a:sym typeface="+mn-lt"/>
              </a:endParaRPr>
            </a:p>
          </p:txBody>
        </p:sp>
        <p:sp>
          <p:nvSpPr>
            <p:cNvPr id="32" name="文本框 31"/>
            <p:cNvSpPr txBox="1"/>
            <p:nvPr/>
          </p:nvSpPr>
          <p:spPr>
            <a:xfrm>
              <a:off x="2169571" y="3796831"/>
              <a:ext cx="2309314" cy="461665"/>
            </a:xfrm>
            <a:prstGeom prst="rect">
              <a:avLst/>
            </a:prstGeom>
            <a:noFill/>
          </p:spPr>
          <p:txBody>
            <a:bodyPr wrap="square" rtlCol="0">
              <a:spAutoFit/>
            </a:bodyPr>
            <a:lstStyle/>
            <a:p>
              <a:pPr algn="r"/>
              <a:r>
                <a:rPr lang="zh-CN" altLang="en-US" sz="2400" dirty="0">
                  <a:solidFill>
                    <a:schemeClr val="accent4">
                      <a:lumMod val="50000"/>
                    </a:schemeClr>
                  </a:solidFill>
                  <a:cs typeface="+mn-ea"/>
                  <a:sym typeface="+mn-lt"/>
                </a:rPr>
                <a:t>添加标题</a:t>
              </a:r>
              <a:endParaRPr lang="zh-CN" altLang="en-US" sz="2400" dirty="0">
                <a:solidFill>
                  <a:schemeClr val="accent4">
                    <a:lumMod val="50000"/>
                  </a:schemeClr>
                </a:solidFill>
                <a:cs typeface="+mn-ea"/>
                <a:sym typeface="+mn-lt"/>
              </a:endParaRPr>
            </a:p>
          </p:txBody>
        </p:sp>
      </p:grpSp>
      <p:grpSp>
        <p:nvGrpSpPr>
          <p:cNvPr id="33" name="组合 32"/>
          <p:cNvGrpSpPr/>
          <p:nvPr/>
        </p:nvGrpSpPr>
        <p:grpSpPr>
          <a:xfrm>
            <a:off x="7500138" y="1933231"/>
            <a:ext cx="3055127" cy="1593399"/>
            <a:chOff x="7614437" y="1686005"/>
            <a:chExt cx="3055127" cy="1593399"/>
          </a:xfrm>
        </p:grpSpPr>
        <p:sp>
          <p:nvSpPr>
            <p:cNvPr id="34" name="文本框 33"/>
            <p:cNvSpPr txBox="1"/>
            <p:nvPr/>
          </p:nvSpPr>
          <p:spPr>
            <a:xfrm>
              <a:off x="7614437" y="2202186"/>
              <a:ext cx="3055127" cy="1077218"/>
            </a:xfrm>
            <a:prstGeom prst="rect">
              <a:avLst/>
            </a:prstGeom>
            <a:noFill/>
          </p:spPr>
          <p:txBody>
            <a:bodyPr wrap="square" rtlCol="0">
              <a:spAutoFit/>
            </a:bodyPr>
            <a:lstStyle/>
            <a:p>
              <a:r>
                <a:rPr lang="zh-CN" altLang="en-US" sz="1600" dirty="0">
                  <a:cs typeface="+mn-ea"/>
                  <a:sym typeface="+mn-lt"/>
                </a:rPr>
                <a:t>单击此处添加您的文本内容，建议您的文字大小合适</a:t>
              </a:r>
              <a:r>
                <a:rPr lang="en-US" altLang="zh-CN" sz="1600" dirty="0">
                  <a:cs typeface="+mn-ea"/>
                  <a:sym typeface="+mn-lt"/>
                </a:rPr>
                <a:t>,</a:t>
              </a:r>
              <a:r>
                <a:rPr lang="zh-CN" altLang="en-US" sz="1600" dirty="0">
                  <a:cs typeface="+mn-ea"/>
                  <a:sym typeface="+mn-lt"/>
                </a:rPr>
                <a:t>单击此</a:t>
              </a:r>
              <a:r>
                <a:rPr lang="en-US" altLang="zh-CN" sz="1600" dirty="0">
                  <a:cs typeface="+mn-ea"/>
                  <a:sym typeface="+mn-lt"/>
                </a:rPr>
                <a:t>,</a:t>
              </a:r>
              <a:r>
                <a:rPr lang="zh-CN" altLang="en-US" sz="1600" dirty="0">
                  <a:cs typeface="+mn-ea"/>
                  <a:sym typeface="+mn-lt"/>
                </a:rPr>
                <a:t>添加您的文本内容</a:t>
              </a:r>
              <a:endParaRPr lang="zh-CN" altLang="en-US" sz="1600" dirty="0">
                <a:cs typeface="+mn-ea"/>
                <a:sym typeface="+mn-lt"/>
              </a:endParaRPr>
            </a:p>
            <a:p>
              <a:endParaRPr lang="zh-CN" altLang="en-US" sz="1600" dirty="0">
                <a:cs typeface="+mn-ea"/>
                <a:sym typeface="+mn-lt"/>
              </a:endParaRPr>
            </a:p>
          </p:txBody>
        </p:sp>
        <p:sp>
          <p:nvSpPr>
            <p:cNvPr id="35" name="文本框 34"/>
            <p:cNvSpPr txBox="1"/>
            <p:nvPr/>
          </p:nvSpPr>
          <p:spPr>
            <a:xfrm>
              <a:off x="7614437" y="1686005"/>
              <a:ext cx="1656698" cy="461665"/>
            </a:xfrm>
            <a:prstGeom prst="rect">
              <a:avLst/>
            </a:prstGeom>
            <a:noFill/>
          </p:spPr>
          <p:txBody>
            <a:bodyPr wrap="square" rtlCol="0">
              <a:spAutoFit/>
            </a:bodyPr>
            <a:lstStyle/>
            <a:p>
              <a:r>
                <a:rPr lang="zh-CN" altLang="en-US" sz="2400" dirty="0">
                  <a:solidFill>
                    <a:schemeClr val="accent4">
                      <a:lumMod val="50000"/>
                    </a:schemeClr>
                  </a:solidFill>
                  <a:cs typeface="+mn-ea"/>
                  <a:sym typeface="+mn-lt"/>
                </a:rPr>
                <a:t>添加标题</a:t>
              </a:r>
              <a:endParaRPr lang="zh-CN" altLang="en-US" sz="2400" dirty="0">
                <a:solidFill>
                  <a:schemeClr val="accent4">
                    <a:lumMod val="50000"/>
                  </a:schemeClr>
                </a:solidFill>
                <a:cs typeface="+mn-ea"/>
                <a:sym typeface="+mn-lt"/>
              </a:endParaRPr>
            </a:p>
          </p:txBody>
        </p:sp>
      </p:grpSp>
      <p:grpSp>
        <p:nvGrpSpPr>
          <p:cNvPr id="36" name="组合 35"/>
          <p:cNvGrpSpPr/>
          <p:nvPr/>
        </p:nvGrpSpPr>
        <p:grpSpPr>
          <a:xfrm>
            <a:off x="7543664" y="4076680"/>
            <a:ext cx="3078591" cy="1593399"/>
            <a:chOff x="7657963" y="3829453"/>
            <a:chExt cx="3078591" cy="1593399"/>
          </a:xfrm>
        </p:grpSpPr>
        <p:sp>
          <p:nvSpPr>
            <p:cNvPr id="37" name="文本框 36"/>
            <p:cNvSpPr txBox="1"/>
            <p:nvPr/>
          </p:nvSpPr>
          <p:spPr>
            <a:xfrm>
              <a:off x="7657963" y="4345634"/>
              <a:ext cx="3078591" cy="1077218"/>
            </a:xfrm>
            <a:prstGeom prst="rect">
              <a:avLst/>
            </a:prstGeom>
            <a:noFill/>
          </p:spPr>
          <p:txBody>
            <a:bodyPr wrap="square" rtlCol="0">
              <a:spAutoFit/>
            </a:bodyPr>
            <a:lstStyle/>
            <a:p>
              <a:r>
                <a:rPr lang="zh-CN" altLang="en-US" sz="1600" dirty="0">
                  <a:cs typeface="+mn-ea"/>
                  <a:sym typeface="+mn-lt"/>
                </a:rPr>
                <a:t>单击此处添加您的文本内容，建议您的文字大小合适</a:t>
              </a:r>
              <a:r>
                <a:rPr lang="en-US" altLang="zh-CN" sz="1600" dirty="0">
                  <a:cs typeface="+mn-ea"/>
                  <a:sym typeface="+mn-lt"/>
                </a:rPr>
                <a:t>,</a:t>
              </a:r>
              <a:r>
                <a:rPr lang="zh-CN" altLang="en-US" sz="1600" dirty="0">
                  <a:cs typeface="+mn-ea"/>
                  <a:sym typeface="+mn-lt"/>
                </a:rPr>
                <a:t>单击此</a:t>
              </a:r>
              <a:r>
                <a:rPr lang="en-US" altLang="zh-CN" sz="1600" dirty="0">
                  <a:cs typeface="+mn-ea"/>
                  <a:sym typeface="+mn-lt"/>
                </a:rPr>
                <a:t>,</a:t>
              </a:r>
              <a:r>
                <a:rPr lang="zh-CN" altLang="en-US" sz="1600" dirty="0">
                  <a:cs typeface="+mn-ea"/>
                  <a:sym typeface="+mn-lt"/>
                </a:rPr>
                <a:t>添加您的文本内容</a:t>
              </a:r>
              <a:endParaRPr lang="zh-CN" altLang="en-US" sz="1600" dirty="0">
                <a:cs typeface="+mn-ea"/>
                <a:sym typeface="+mn-lt"/>
              </a:endParaRPr>
            </a:p>
            <a:p>
              <a:endParaRPr lang="zh-CN" altLang="en-US" sz="1600" dirty="0">
                <a:cs typeface="+mn-ea"/>
                <a:sym typeface="+mn-lt"/>
              </a:endParaRPr>
            </a:p>
          </p:txBody>
        </p:sp>
        <p:sp>
          <p:nvSpPr>
            <p:cNvPr id="38" name="文本框 37"/>
            <p:cNvSpPr txBox="1"/>
            <p:nvPr/>
          </p:nvSpPr>
          <p:spPr>
            <a:xfrm>
              <a:off x="7657963" y="3829453"/>
              <a:ext cx="1656698" cy="461665"/>
            </a:xfrm>
            <a:prstGeom prst="rect">
              <a:avLst/>
            </a:prstGeom>
            <a:noFill/>
          </p:spPr>
          <p:txBody>
            <a:bodyPr wrap="square" rtlCol="0">
              <a:spAutoFit/>
            </a:bodyPr>
            <a:lstStyle/>
            <a:p>
              <a:r>
                <a:rPr lang="zh-CN" altLang="en-US" sz="2400" dirty="0">
                  <a:solidFill>
                    <a:schemeClr val="accent4">
                      <a:lumMod val="50000"/>
                    </a:schemeClr>
                  </a:solidFill>
                  <a:cs typeface="+mn-ea"/>
                  <a:sym typeface="+mn-lt"/>
                </a:rPr>
                <a:t>添加标题</a:t>
              </a:r>
              <a:endParaRPr lang="zh-CN" altLang="en-US" sz="2400" dirty="0">
                <a:solidFill>
                  <a:schemeClr val="accent4">
                    <a:lumMod val="50000"/>
                  </a:schemeClr>
                </a:solidFill>
                <a:cs typeface="+mn-ea"/>
                <a:sym typeface="+mn-lt"/>
              </a:endParaRPr>
            </a:p>
          </p:txBody>
        </p:sp>
      </p:grpSp>
      <p:grpSp>
        <p:nvGrpSpPr>
          <p:cNvPr id="44" name="组合 43"/>
          <p:cNvGrpSpPr/>
          <p:nvPr/>
        </p:nvGrpSpPr>
        <p:grpSpPr>
          <a:xfrm>
            <a:off x="0" y="584035"/>
            <a:ext cx="12192000" cy="381000"/>
            <a:chOff x="0" y="584035"/>
            <a:chExt cx="12192000" cy="381000"/>
          </a:xfrm>
        </p:grpSpPr>
        <p:cxnSp>
          <p:nvCxnSpPr>
            <p:cNvPr id="39" name="直接连接符 38"/>
            <p:cNvCxnSpPr/>
            <p:nvPr/>
          </p:nvCxnSpPr>
          <p:spPr>
            <a:xfrm>
              <a:off x="0" y="774535"/>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0" name="组合 39"/>
            <p:cNvGrpSpPr/>
            <p:nvPr/>
          </p:nvGrpSpPr>
          <p:grpSpPr>
            <a:xfrm rot="10800000">
              <a:off x="11060824" y="584035"/>
              <a:ext cx="656896" cy="381000"/>
              <a:chOff x="307428" y="393221"/>
              <a:chExt cx="656896" cy="381000"/>
            </a:xfrm>
          </p:grpSpPr>
          <p:sp>
            <p:nvSpPr>
              <p:cNvPr id="41" name="等腰三角形 40"/>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2" name="等腰三角形 41"/>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67980" y="326592"/>
            <a:ext cx="2941552" cy="2122820"/>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spd="med" p14:dur="700" advTm="2840">
        <p:fade/>
      </p:transition>
    </mc:Choice>
    <mc:Fallback>
      <p:transition spd="med" advTm="284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right)">
                                      <p:cBhvr>
                                        <p:cTn id="7" dur="500"/>
                                        <p:tgtEl>
                                          <p:spTgt spid="44"/>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ppt_w</p:attrName>
                                        </p:attrNameLst>
                                      </p:cBhvr>
                                      <p:tavLst>
                                        <p:tav tm="0">
                                          <p:val>
                                            <p:fltVal val="0"/>
                                          </p:val>
                                        </p:tav>
                                        <p:tav tm="100000">
                                          <p:val>
                                            <p:strVal val="#ppt_w"/>
                                          </p:val>
                                        </p:tav>
                                      </p:tavLst>
                                    </p:anim>
                                    <p:anim calcmode="lin" valueType="num">
                                      <p:cBhvr>
                                        <p:cTn id="12" dur="500" fill="hold"/>
                                        <p:tgtEl>
                                          <p:spTgt spid="4"/>
                                        </p:tgtEl>
                                        <p:attrNameLst>
                                          <p:attrName>ppt_h</p:attrName>
                                        </p:attrNameLst>
                                      </p:cBhvr>
                                      <p:tavLst>
                                        <p:tav tm="0">
                                          <p:val>
                                            <p:fltVal val="0"/>
                                          </p:val>
                                        </p:tav>
                                        <p:tav tm="100000">
                                          <p:val>
                                            <p:strVal val="#ppt_h"/>
                                          </p:val>
                                        </p:tav>
                                      </p:tavLst>
                                    </p:anim>
                                    <p:animEffect transition="in" filter="fad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33"/>
                                        </p:tgtEl>
                                        <p:attrNameLst>
                                          <p:attrName>style.visibility</p:attrName>
                                        </p:attrNameLst>
                                      </p:cBhvr>
                                      <p:to>
                                        <p:strVal val="visible"/>
                                      </p:to>
                                    </p:set>
                                    <p:anim calcmode="lin" valueType="num">
                                      <p:cBhvr additive="base">
                                        <p:cTn id="18" dur="500" fill="hold"/>
                                        <p:tgtEl>
                                          <p:spTgt spid="33"/>
                                        </p:tgtEl>
                                        <p:attrNameLst>
                                          <p:attrName>ppt_x</p:attrName>
                                        </p:attrNameLst>
                                      </p:cBhvr>
                                      <p:tavLst>
                                        <p:tav tm="0">
                                          <p:val>
                                            <p:strVal val="1+#ppt_w/2"/>
                                          </p:val>
                                        </p:tav>
                                        <p:tav tm="100000">
                                          <p:val>
                                            <p:strVal val="#ppt_x"/>
                                          </p:val>
                                        </p:tav>
                                      </p:tavLst>
                                    </p:anim>
                                    <p:anim calcmode="lin" valueType="num">
                                      <p:cBhvr additive="base">
                                        <p:cTn id="19" dur="500" fill="hold"/>
                                        <p:tgtEl>
                                          <p:spTgt spid="33"/>
                                        </p:tgtEl>
                                        <p:attrNameLst>
                                          <p:attrName>ppt_y</p:attrName>
                                        </p:attrNameLst>
                                      </p:cBhvr>
                                      <p:tavLst>
                                        <p:tav tm="0">
                                          <p:val>
                                            <p:strVal val="#ppt_y"/>
                                          </p:val>
                                        </p:tav>
                                        <p:tav tm="100000">
                                          <p:val>
                                            <p:strVal val="#ppt_y"/>
                                          </p:val>
                                        </p:tav>
                                      </p:tavLst>
                                    </p:anim>
                                  </p:childTnLst>
                                </p:cTn>
                              </p:par>
                              <p:par>
                                <p:cTn id="20" presetID="2" presetClass="entr" presetSubtype="2"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 calcmode="lin" valueType="num">
                                      <p:cBhvr additive="base">
                                        <p:cTn id="22" dur="500" fill="hold"/>
                                        <p:tgtEl>
                                          <p:spTgt spid="36"/>
                                        </p:tgtEl>
                                        <p:attrNameLst>
                                          <p:attrName>ppt_x</p:attrName>
                                        </p:attrNameLst>
                                      </p:cBhvr>
                                      <p:tavLst>
                                        <p:tav tm="0">
                                          <p:val>
                                            <p:strVal val="1+#ppt_w/2"/>
                                          </p:val>
                                        </p:tav>
                                        <p:tav tm="100000">
                                          <p:val>
                                            <p:strVal val="#ppt_x"/>
                                          </p:val>
                                        </p:tav>
                                      </p:tavLst>
                                    </p:anim>
                                    <p:anim calcmode="lin" valueType="num">
                                      <p:cBhvr additive="base">
                                        <p:cTn id="23" dur="500" fill="hold"/>
                                        <p:tgtEl>
                                          <p:spTgt spid="36"/>
                                        </p:tgtEl>
                                        <p:attrNameLst>
                                          <p:attrName>ppt_y</p:attrName>
                                        </p:attrNameLst>
                                      </p:cBhvr>
                                      <p:tavLst>
                                        <p:tav tm="0">
                                          <p:val>
                                            <p:strVal val="#ppt_y"/>
                                          </p:val>
                                        </p:tav>
                                        <p:tav tm="100000">
                                          <p:val>
                                            <p:strVal val="#ppt_y"/>
                                          </p:val>
                                        </p:tav>
                                      </p:tavLst>
                                    </p:anim>
                                  </p:childTnLst>
                                </p:cTn>
                              </p:par>
                              <p:par>
                                <p:cTn id="24" presetID="2" presetClass="entr" presetSubtype="8" fill="hold" nodeType="withEffect">
                                  <p:stCondLst>
                                    <p:cond delay="0"/>
                                  </p:stCondLst>
                                  <p:childTnLst>
                                    <p:set>
                                      <p:cBhvr>
                                        <p:cTn id="25" dur="1" fill="hold">
                                          <p:stCondLst>
                                            <p:cond delay="0"/>
                                          </p:stCondLst>
                                        </p:cTn>
                                        <p:tgtEl>
                                          <p:spTgt spid="27"/>
                                        </p:tgtEl>
                                        <p:attrNameLst>
                                          <p:attrName>style.visibility</p:attrName>
                                        </p:attrNameLst>
                                      </p:cBhvr>
                                      <p:to>
                                        <p:strVal val="visible"/>
                                      </p:to>
                                    </p:set>
                                    <p:anim calcmode="lin" valueType="num">
                                      <p:cBhvr additive="base">
                                        <p:cTn id="26" dur="500" fill="hold"/>
                                        <p:tgtEl>
                                          <p:spTgt spid="27"/>
                                        </p:tgtEl>
                                        <p:attrNameLst>
                                          <p:attrName>ppt_x</p:attrName>
                                        </p:attrNameLst>
                                      </p:cBhvr>
                                      <p:tavLst>
                                        <p:tav tm="0">
                                          <p:val>
                                            <p:strVal val="0-#ppt_w/2"/>
                                          </p:val>
                                        </p:tav>
                                        <p:tav tm="100000">
                                          <p:val>
                                            <p:strVal val="#ppt_x"/>
                                          </p:val>
                                        </p:tav>
                                      </p:tavLst>
                                    </p:anim>
                                    <p:anim calcmode="lin" valueType="num">
                                      <p:cBhvr additive="base">
                                        <p:cTn id="27" dur="500" fill="hold"/>
                                        <p:tgtEl>
                                          <p:spTgt spid="27"/>
                                        </p:tgtEl>
                                        <p:attrNameLst>
                                          <p:attrName>ppt_y</p:attrName>
                                        </p:attrNameLst>
                                      </p:cBhvr>
                                      <p:tavLst>
                                        <p:tav tm="0">
                                          <p:val>
                                            <p:strVal val="#ppt_y"/>
                                          </p:val>
                                        </p:tav>
                                        <p:tav tm="100000">
                                          <p:val>
                                            <p:strVal val="#ppt_y"/>
                                          </p:val>
                                        </p:tav>
                                      </p:tavLst>
                                    </p:anim>
                                  </p:childTnLst>
                                </p:cTn>
                              </p:par>
                              <p:par>
                                <p:cTn id="28" presetID="2" presetClass="entr" presetSubtype="8" fill="hold" nodeType="withEffect">
                                  <p:stCondLst>
                                    <p:cond delay="0"/>
                                  </p:stCondLst>
                                  <p:childTnLst>
                                    <p:set>
                                      <p:cBhvr>
                                        <p:cTn id="29" dur="1" fill="hold">
                                          <p:stCondLst>
                                            <p:cond delay="0"/>
                                          </p:stCondLst>
                                        </p:cTn>
                                        <p:tgtEl>
                                          <p:spTgt spid="30"/>
                                        </p:tgtEl>
                                        <p:attrNameLst>
                                          <p:attrName>style.visibility</p:attrName>
                                        </p:attrNameLst>
                                      </p:cBhvr>
                                      <p:to>
                                        <p:strVal val="visible"/>
                                      </p:to>
                                    </p:set>
                                    <p:anim calcmode="lin" valueType="num">
                                      <p:cBhvr additive="base">
                                        <p:cTn id="30" dur="500" fill="hold"/>
                                        <p:tgtEl>
                                          <p:spTgt spid="30"/>
                                        </p:tgtEl>
                                        <p:attrNameLst>
                                          <p:attrName>ppt_x</p:attrName>
                                        </p:attrNameLst>
                                      </p:cBhvr>
                                      <p:tavLst>
                                        <p:tav tm="0">
                                          <p:val>
                                            <p:strVal val="0-#ppt_w/2"/>
                                          </p:val>
                                        </p:tav>
                                        <p:tav tm="100000">
                                          <p:val>
                                            <p:strVal val="#ppt_x"/>
                                          </p:val>
                                        </p:tav>
                                      </p:tavLst>
                                    </p:anim>
                                    <p:anim calcmode="lin" valueType="num">
                                      <p:cBhvr additive="base">
                                        <p:cTn id="31" dur="5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03617" y="2185987"/>
            <a:ext cx="2952751" cy="356235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矩形 4"/>
          <p:cNvSpPr/>
          <p:nvPr/>
        </p:nvSpPr>
        <p:spPr>
          <a:xfrm>
            <a:off x="1249483" y="1888837"/>
            <a:ext cx="2819400" cy="356235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文本框 5"/>
          <p:cNvSpPr txBox="1"/>
          <p:nvPr/>
        </p:nvSpPr>
        <p:spPr>
          <a:xfrm>
            <a:off x="1843025" y="2291069"/>
            <a:ext cx="1620957" cy="523220"/>
          </a:xfrm>
          <a:prstGeom prst="rect">
            <a:avLst/>
          </a:prstGeom>
          <a:noFill/>
        </p:spPr>
        <p:txBody>
          <a:bodyPr wrap="none" rtlCol="0">
            <a:spAutoFit/>
          </a:bodyPr>
          <a:lstStyle/>
          <a:p>
            <a:r>
              <a:rPr lang="zh-CN" altLang="en-US" sz="2800" dirty="0">
                <a:solidFill>
                  <a:schemeClr val="accent4">
                    <a:lumMod val="50000"/>
                  </a:schemeClr>
                </a:solidFill>
                <a:cs typeface="+mn-ea"/>
                <a:sym typeface="+mn-lt"/>
              </a:rPr>
              <a:t>添加标题</a:t>
            </a:r>
            <a:endParaRPr lang="zh-CN" altLang="en-US" sz="2800" dirty="0">
              <a:solidFill>
                <a:schemeClr val="accent4">
                  <a:lumMod val="50000"/>
                </a:schemeClr>
              </a:solidFill>
              <a:cs typeface="+mn-ea"/>
              <a:sym typeface="+mn-lt"/>
            </a:endParaRPr>
          </a:p>
        </p:txBody>
      </p:sp>
      <p:sp>
        <p:nvSpPr>
          <p:cNvPr id="7" name="文本框 6"/>
          <p:cNvSpPr txBox="1"/>
          <p:nvPr/>
        </p:nvSpPr>
        <p:spPr>
          <a:xfrm>
            <a:off x="1561115" y="2921646"/>
            <a:ext cx="2339735" cy="2031325"/>
          </a:xfrm>
          <a:prstGeom prst="rect">
            <a:avLst/>
          </a:prstGeom>
          <a:noFill/>
        </p:spPr>
        <p:txBody>
          <a:bodyPr wrap="square" rtlCol="0">
            <a:spAutoFit/>
          </a:bodyPr>
          <a:lstStyle/>
          <a:p>
            <a:r>
              <a:rPr lang="zh-CN" altLang="en-US" dirty="0">
                <a:cs typeface="+mn-ea"/>
                <a:sym typeface="+mn-lt"/>
              </a:rPr>
              <a:t>单击此处添加您的文本内容，建议您的文字大小合适，单击此处添加您的文本内容，建议您的文字大小合适，单击此处添加您的文本内容</a:t>
            </a:r>
            <a:endParaRPr lang="zh-CN" altLang="en-US" dirty="0">
              <a:cs typeface="+mn-ea"/>
              <a:sym typeface="+mn-lt"/>
            </a:endParaRPr>
          </a:p>
        </p:txBody>
      </p:sp>
      <p:grpSp>
        <p:nvGrpSpPr>
          <p:cNvPr id="8" name="组合 7"/>
          <p:cNvGrpSpPr/>
          <p:nvPr/>
        </p:nvGrpSpPr>
        <p:grpSpPr>
          <a:xfrm>
            <a:off x="5467350" y="1733550"/>
            <a:ext cx="5772151" cy="895350"/>
            <a:chOff x="5467350" y="1733550"/>
            <a:chExt cx="5772150" cy="895350"/>
          </a:xfrm>
        </p:grpSpPr>
        <p:sp>
          <p:nvSpPr>
            <p:cNvPr id="9" name="矩形 8"/>
            <p:cNvSpPr/>
            <p:nvPr/>
          </p:nvSpPr>
          <p:spPr>
            <a:xfrm>
              <a:off x="6400800" y="1733550"/>
              <a:ext cx="4838700" cy="89535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椭圆 9"/>
            <p:cNvSpPr/>
            <p:nvPr/>
          </p:nvSpPr>
          <p:spPr>
            <a:xfrm>
              <a:off x="5467350" y="1866900"/>
              <a:ext cx="704850" cy="70485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p:cNvSpPr txBox="1"/>
            <p:nvPr/>
          </p:nvSpPr>
          <p:spPr>
            <a:xfrm>
              <a:off x="6808243" y="1888837"/>
              <a:ext cx="4119626" cy="584775"/>
            </a:xfrm>
            <a:prstGeom prst="rect">
              <a:avLst/>
            </a:prstGeom>
            <a:noFill/>
          </p:spPr>
          <p:txBody>
            <a:bodyPr wrap="square" rtlCol="0">
              <a:spAutoFit/>
            </a:bodyPr>
            <a:lstStyle/>
            <a:p>
              <a:r>
                <a:rPr lang="zh-CN" altLang="en-US" sz="1600" dirty="0">
                  <a:cs typeface="+mn-ea"/>
                  <a:sym typeface="+mn-lt"/>
                </a:rPr>
                <a:t>单击此处添加您的文本内容，</a:t>
              </a:r>
              <a:r>
                <a:rPr lang="zh-CN" altLang="en-US" sz="1400" dirty="0">
                  <a:cs typeface="+mn-ea"/>
                  <a:sym typeface="+mn-lt"/>
                </a:rPr>
                <a:t>建议</a:t>
              </a:r>
              <a:r>
                <a:rPr lang="zh-CN" altLang="en-US" sz="1600" dirty="0">
                  <a:cs typeface="+mn-ea"/>
                  <a:sym typeface="+mn-lt"/>
                </a:rPr>
                <a:t>您的文字大小合适，单击此处添加您的文本</a:t>
              </a:r>
              <a:endParaRPr lang="zh-CN" altLang="en-US" sz="1600" dirty="0">
                <a:cs typeface="+mn-ea"/>
                <a:sym typeface="+mn-lt"/>
              </a:endParaRPr>
            </a:p>
          </p:txBody>
        </p:sp>
      </p:grpSp>
      <p:grpSp>
        <p:nvGrpSpPr>
          <p:cNvPr id="12" name="组合 11"/>
          <p:cNvGrpSpPr/>
          <p:nvPr/>
        </p:nvGrpSpPr>
        <p:grpSpPr>
          <a:xfrm>
            <a:off x="5467350" y="3138488"/>
            <a:ext cx="5772151" cy="895350"/>
            <a:chOff x="5467350" y="3138488"/>
            <a:chExt cx="5772150" cy="895350"/>
          </a:xfrm>
        </p:grpSpPr>
        <p:sp>
          <p:nvSpPr>
            <p:cNvPr id="13" name="矩形 12"/>
            <p:cNvSpPr/>
            <p:nvPr/>
          </p:nvSpPr>
          <p:spPr>
            <a:xfrm>
              <a:off x="6400800" y="3138488"/>
              <a:ext cx="4838700" cy="89535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椭圆 13"/>
            <p:cNvSpPr/>
            <p:nvPr/>
          </p:nvSpPr>
          <p:spPr>
            <a:xfrm>
              <a:off x="5467350" y="3295650"/>
              <a:ext cx="704850" cy="70485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文本框 14"/>
            <p:cNvSpPr txBox="1"/>
            <p:nvPr/>
          </p:nvSpPr>
          <p:spPr>
            <a:xfrm>
              <a:off x="6808243" y="3293775"/>
              <a:ext cx="4119626" cy="584775"/>
            </a:xfrm>
            <a:prstGeom prst="rect">
              <a:avLst/>
            </a:prstGeom>
            <a:noFill/>
          </p:spPr>
          <p:txBody>
            <a:bodyPr wrap="square" rtlCol="0">
              <a:spAutoFit/>
            </a:bodyPr>
            <a:lstStyle/>
            <a:p>
              <a:r>
                <a:rPr lang="zh-CN" altLang="en-US" sz="1600" dirty="0">
                  <a:cs typeface="+mn-ea"/>
                  <a:sym typeface="+mn-lt"/>
                </a:rPr>
                <a:t>单击此处添加您的文本内容，</a:t>
              </a:r>
              <a:r>
                <a:rPr lang="zh-CN" altLang="en-US" sz="1400" dirty="0">
                  <a:cs typeface="+mn-ea"/>
                  <a:sym typeface="+mn-lt"/>
                </a:rPr>
                <a:t>建议</a:t>
              </a:r>
              <a:r>
                <a:rPr lang="zh-CN" altLang="en-US" sz="1600" dirty="0">
                  <a:cs typeface="+mn-ea"/>
                  <a:sym typeface="+mn-lt"/>
                </a:rPr>
                <a:t>您的文字大小合适，单击此处添加您的文本</a:t>
              </a:r>
              <a:endParaRPr lang="zh-CN" altLang="en-US" sz="1600" dirty="0">
                <a:cs typeface="+mn-ea"/>
                <a:sym typeface="+mn-lt"/>
              </a:endParaRPr>
            </a:p>
          </p:txBody>
        </p:sp>
      </p:grpSp>
      <p:grpSp>
        <p:nvGrpSpPr>
          <p:cNvPr id="16" name="组合 15"/>
          <p:cNvGrpSpPr/>
          <p:nvPr/>
        </p:nvGrpSpPr>
        <p:grpSpPr>
          <a:xfrm>
            <a:off x="5467350" y="4543425"/>
            <a:ext cx="5772151" cy="895350"/>
            <a:chOff x="5467350" y="4543425"/>
            <a:chExt cx="5772150" cy="895350"/>
          </a:xfrm>
        </p:grpSpPr>
        <p:sp>
          <p:nvSpPr>
            <p:cNvPr id="17" name="矩形 16"/>
            <p:cNvSpPr/>
            <p:nvPr/>
          </p:nvSpPr>
          <p:spPr>
            <a:xfrm>
              <a:off x="6400800" y="4543425"/>
              <a:ext cx="4838700" cy="89535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5467350" y="4724400"/>
              <a:ext cx="704850" cy="70485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文本框 18"/>
            <p:cNvSpPr txBox="1"/>
            <p:nvPr/>
          </p:nvSpPr>
          <p:spPr>
            <a:xfrm>
              <a:off x="6808243" y="4698712"/>
              <a:ext cx="4119626" cy="584775"/>
            </a:xfrm>
            <a:prstGeom prst="rect">
              <a:avLst/>
            </a:prstGeom>
            <a:noFill/>
          </p:spPr>
          <p:txBody>
            <a:bodyPr wrap="square" rtlCol="0">
              <a:spAutoFit/>
            </a:bodyPr>
            <a:lstStyle/>
            <a:p>
              <a:r>
                <a:rPr lang="zh-CN" altLang="en-US" sz="1600" dirty="0">
                  <a:cs typeface="+mn-ea"/>
                  <a:sym typeface="+mn-lt"/>
                </a:rPr>
                <a:t>单击此处添加您的文本内容，</a:t>
              </a:r>
              <a:r>
                <a:rPr lang="zh-CN" altLang="en-US" sz="1400" dirty="0">
                  <a:cs typeface="+mn-ea"/>
                  <a:sym typeface="+mn-lt"/>
                </a:rPr>
                <a:t>建议</a:t>
              </a:r>
              <a:r>
                <a:rPr lang="zh-CN" altLang="en-US" sz="1600" dirty="0">
                  <a:cs typeface="+mn-ea"/>
                  <a:sym typeface="+mn-lt"/>
                </a:rPr>
                <a:t>您的文字大小合适，单击此处添加您的文本</a:t>
              </a:r>
              <a:endParaRPr lang="zh-CN" altLang="en-US" sz="1600" dirty="0">
                <a:cs typeface="+mn-ea"/>
                <a:sym typeface="+mn-lt"/>
              </a:endParaRPr>
            </a:p>
          </p:txBody>
        </p:sp>
      </p:grpSp>
      <p:grpSp>
        <p:nvGrpSpPr>
          <p:cNvPr id="25" name="组合 24"/>
          <p:cNvGrpSpPr/>
          <p:nvPr/>
        </p:nvGrpSpPr>
        <p:grpSpPr>
          <a:xfrm>
            <a:off x="0" y="584035"/>
            <a:ext cx="12192000" cy="381000"/>
            <a:chOff x="0" y="584035"/>
            <a:chExt cx="12192000" cy="381000"/>
          </a:xfrm>
        </p:grpSpPr>
        <p:cxnSp>
          <p:nvCxnSpPr>
            <p:cNvPr id="20" name="直接连接符 19"/>
            <p:cNvCxnSpPr/>
            <p:nvPr/>
          </p:nvCxnSpPr>
          <p:spPr>
            <a:xfrm>
              <a:off x="0" y="774535"/>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rot="10800000">
              <a:off x="11060824" y="584035"/>
              <a:ext cx="656896" cy="381000"/>
              <a:chOff x="307428" y="393221"/>
              <a:chExt cx="656896" cy="381000"/>
            </a:xfrm>
          </p:grpSpPr>
          <p:sp>
            <p:nvSpPr>
              <p:cNvPr id="22" name="等腰三角形 21"/>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等腰三角形 22"/>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pic>
        <p:nvPicPr>
          <p:cNvPr id="26" name="图片 2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526549" y="4991099"/>
            <a:ext cx="2941552" cy="2122820"/>
          </a:xfrm>
          <a:prstGeom prst="rect">
            <a:avLst/>
          </a:prstGeom>
        </p:spPr>
      </p:pic>
    </p:spTree>
    <p:custDataLst>
      <p:tags r:id="rId2"/>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3250" advTm="4768">
        <p15:prstTrans prst="origami"/>
      </p:transition>
    </mc:Choice>
    <mc:Fallback>
      <p:transition spd="slow" advTm="4768">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right)">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anim calcmode="lin" valueType="num">
                                      <p:cBhvr>
                                        <p:cTn id="13" dur="500" fill="hold"/>
                                        <p:tgtEl>
                                          <p:spTgt spid="5"/>
                                        </p:tgtEl>
                                        <p:attrNameLst>
                                          <p:attrName>ppt_x</p:attrName>
                                        </p:attrNameLst>
                                      </p:cBhvr>
                                      <p:tavLst>
                                        <p:tav tm="0">
                                          <p:val>
                                            <p:strVal val="#ppt_x"/>
                                          </p:val>
                                        </p:tav>
                                        <p:tav tm="100000">
                                          <p:val>
                                            <p:strVal val="#ppt_x"/>
                                          </p:val>
                                        </p:tav>
                                      </p:tavLst>
                                    </p:anim>
                                    <p:anim calcmode="lin" valueType="num">
                                      <p:cBhvr>
                                        <p:cTn id="14" dur="5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anim calcmode="lin" valueType="num">
                                      <p:cBhvr>
                                        <p:cTn id="18" dur="500" fill="hold"/>
                                        <p:tgtEl>
                                          <p:spTgt spid="4"/>
                                        </p:tgtEl>
                                        <p:attrNameLst>
                                          <p:attrName>ppt_x</p:attrName>
                                        </p:attrNameLst>
                                      </p:cBhvr>
                                      <p:tavLst>
                                        <p:tav tm="0">
                                          <p:val>
                                            <p:strVal val="#ppt_x"/>
                                          </p:val>
                                        </p:tav>
                                        <p:tav tm="100000">
                                          <p:val>
                                            <p:strVal val="#ppt_x"/>
                                          </p:val>
                                        </p:tav>
                                      </p:tavLst>
                                    </p:anim>
                                    <p:anim calcmode="lin" valueType="num">
                                      <p:cBhvr>
                                        <p:cTn id="19"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7"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900" decel="100000" fill="hold"/>
                                        <p:tgtEl>
                                          <p:spTgt spid="7"/>
                                        </p:tgtEl>
                                        <p:attrNameLst>
                                          <p:attrName>ppt_y</p:attrName>
                                        </p:attrNameLst>
                                      </p:cBhvr>
                                      <p:tavLst>
                                        <p:tav tm="0">
                                          <p:val>
                                            <p:strVal val="#ppt_y+1"/>
                                          </p:val>
                                        </p:tav>
                                        <p:tav tm="100000">
                                          <p:val>
                                            <p:strVal val="#ppt_y-.03"/>
                                          </p:val>
                                        </p:tav>
                                      </p:tavLst>
                                    </p:anim>
                                    <p:anim calcmode="lin" valueType="num">
                                      <p:cBhvr>
                                        <p:cTn id="27" dur="100" accel="100000" fill="hold">
                                          <p:stCondLst>
                                            <p:cond delay="900"/>
                                          </p:stCondLst>
                                        </p:cTn>
                                        <p:tgtEl>
                                          <p:spTgt spid="7"/>
                                        </p:tgtEl>
                                        <p:attrNameLst>
                                          <p:attrName>ppt_y</p:attrName>
                                        </p:attrNameLst>
                                      </p:cBhvr>
                                      <p:tavLst>
                                        <p:tav tm="0">
                                          <p:val>
                                            <p:strVal val="#ppt_y-.03"/>
                                          </p:val>
                                        </p:tav>
                                        <p:tav tm="100000">
                                          <p:val>
                                            <p:strVal val="#ppt_y"/>
                                          </p:val>
                                        </p:tav>
                                      </p:tavLst>
                                    </p:anim>
                                  </p:childTnLst>
                                </p:cTn>
                              </p:par>
                              <p:par>
                                <p:cTn id="28" presetID="37" presetClass="entr" presetSubtype="0"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1000"/>
                                        <p:tgtEl>
                                          <p:spTgt spid="6"/>
                                        </p:tgtEl>
                                      </p:cBhvr>
                                    </p:animEffect>
                                    <p:anim calcmode="lin" valueType="num">
                                      <p:cBhvr>
                                        <p:cTn id="31" dur="1000" fill="hold"/>
                                        <p:tgtEl>
                                          <p:spTgt spid="6"/>
                                        </p:tgtEl>
                                        <p:attrNameLst>
                                          <p:attrName>ppt_x</p:attrName>
                                        </p:attrNameLst>
                                      </p:cBhvr>
                                      <p:tavLst>
                                        <p:tav tm="0">
                                          <p:val>
                                            <p:strVal val="#ppt_x"/>
                                          </p:val>
                                        </p:tav>
                                        <p:tav tm="100000">
                                          <p:val>
                                            <p:strVal val="#ppt_x"/>
                                          </p:val>
                                        </p:tav>
                                      </p:tavLst>
                                    </p:anim>
                                    <p:anim calcmode="lin" valueType="num">
                                      <p:cBhvr>
                                        <p:cTn id="32" dur="900" decel="100000" fill="hold"/>
                                        <p:tgtEl>
                                          <p:spTgt spid="6"/>
                                        </p:tgtEl>
                                        <p:attrNameLst>
                                          <p:attrName>ppt_y</p:attrName>
                                        </p:attrNameLst>
                                      </p:cBhvr>
                                      <p:tavLst>
                                        <p:tav tm="0">
                                          <p:val>
                                            <p:strVal val="#ppt_y+1"/>
                                          </p:val>
                                        </p:tav>
                                        <p:tav tm="100000">
                                          <p:val>
                                            <p:strVal val="#ppt_y-.03"/>
                                          </p:val>
                                        </p:tav>
                                      </p:tavLst>
                                    </p:anim>
                                    <p:anim calcmode="lin" valueType="num">
                                      <p:cBhvr>
                                        <p:cTn id="33" dur="100" accel="100000" fill="hold">
                                          <p:stCondLst>
                                            <p:cond delay="900"/>
                                          </p:stCondLst>
                                        </p:cTn>
                                        <p:tgtEl>
                                          <p:spTgt spid="6"/>
                                        </p:tgtEl>
                                        <p:attrNameLst>
                                          <p:attrName>ppt_y</p:attrName>
                                        </p:attrNameLst>
                                      </p:cBhvr>
                                      <p:tavLst>
                                        <p:tav tm="0">
                                          <p:val>
                                            <p:strVal val="#ppt_y-.03"/>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wipe(left)">
                                      <p:cBhvr>
                                        <p:cTn id="38" dur="500"/>
                                        <p:tgtEl>
                                          <p:spTgt spid="8"/>
                                        </p:tgtEl>
                                      </p:cBhvr>
                                    </p:animEffect>
                                  </p:childTnLst>
                                </p:cTn>
                              </p:par>
                              <p:par>
                                <p:cTn id="39" presetID="22" presetClass="entr" presetSubtype="8" fill="hold"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wipe(left)">
                                      <p:cBhvr>
                                        <p:cTn id="41" dur="500"/>
                                        <p:tgtEl>
                                          <p:spTgt spid="12"/>
                                        </p:tgtEl>
                                      </p:cBhvr>
                                    </p:animEffect>
                                  </p:childTnLst>
                                </p:cTn>
                              </p:par>
                              <p:par>
                                <p:cTn id="42" presetID="22" presetClass="entr" presetSubtype="8" fill="hold"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wipe(left)">
                                      <p:cBhvr>
                                        <p:cTn id="4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rot="18900000">
            <a:off x="2473716" y="3479769"/>
            <a:ext cx="1008051" cy="0"/>
          </a:xfrm>
          <a:prstGeom prst="line">
            <a:avLst/>
          </a:prstGeom>
          <a:ln w="3175">
            <a:solidFill>
              <a:schemeClr val="bg1">
                <a:lumMod val="75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rot="2700000" flipH="1">
            <a:off x="4121323" y="3500747"/>
            <a:ext cx="1008183" cy="0"/>
          </a:xfrm>
          <a:prstGeom prst="line">
            <a:avLst/>
          </a:prstGeom>
          <a:ln w="3175">
            <a:solidFill>
              <a:schemeClr val="bg1">
                <a:lumMod val="75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7" name="组合 1"/>
          <p:cNvGrpSpPr/>
          <p:nvPr/>
        </p:nvGrpSpPr>
        <p:grpSpPr>
          <a:xfrm>
            <a:off x="949010" y="2165852"/>
            <a:ext cx="2351703" cy="1272492"/>
            <a:chOff x="6278307" y="2195545"/>
            <a:chExt cx="1764006" cy="954369"/>
          </a:xfrm>
        </p:grpSpPr>
        <p:sp>
          <p:nvSpPr>
            <p:cNvPr id="8" name="TextBox 20"/>
            <p:cNvSpPr txBox="1"/>
            <p:nvPr/>
          </p:nvSpPr>
          <p:spPr bwMode="auto">
            <a:xfrm>
              <a:off x="6382171" y="2494098"/>
              <a:ext cx="1526083" cy="655816"/>
            </a:xfrm>
            <a:prstGeom prst="rect">
              <a:avLst/>
            </a:prstGeom>
            <a:noFill/>
          </p:spPr>
          <p:txBody>
            <a:bodyPr vert="horz" wrap="square" lIns="93296" tIns="46648" rIns="93296" bIns="46648"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defTabSz="1218565">
                <a:lnSpc>
                  <a:spcPct val="130000"/>
                </a:lnSpc>
                <a:spcBef>
                  <a:spcPct val="20000"/>
                </a:spcBef>
                <a:defRPr/>
              </a:pPr>
              <a:r>
                <a:rPr lang="zh-CN" altLang="en-US" sz="1300" dirty="0">
                  <a:solidFill>
                    <a:schemeClr val="tx1">
                      <a:lumMod val="65000"/>
                      <a:lumOff val="35000"/>
                    </a:schemeClr>
                  </a:solidFill>
                  <a:cs typeface="+mn-ea"/>
                  <a:sym typeface="+mn-lt"/>
                </a:rPr>
                <a:t>单击此处添加副标题或详细文本描述单击此处添加副标题</a:t>
              </a:r>
              <a:endParaRPr lang="zh-CN" altLang="en-US" sz="1300" dirty="0">
                <a:solidFill>
                  <a:schemeClr val="tx1">
                    <a:lumMod val="50000"/>
                    <a:lumOff val="50000"/>
                  </a:schemeClr>
                </a:solidFill>
                <a:cs typeface="+mn-ea"/>
                <a:sym typeface="+mn-lt"/>
              </a:endParaRPr>
            </a:p>
          </p:txBody>
        </p:sp>
        <p:sp>
          <p:nvSpPr>
            <p:cNvPr id="9" name="TextBox 19"/>
            <p:cNvSpPr txBox="1">
              <a:spLocks noChangeArrowheads="1"/>
            </p:cNvSpPr>
            <p:nvPr/>
          </p:nvSpPr>
          <p:spPr bwMode="auto">
            <a:xfrm>
              <a:off x="6278307" y="2195545"/>
              <a:ext cx="1764006" cy="27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296" tIns="46648" rIns="93296" bIns="46648"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565">
                <a:spcBef>
                  <a:spcPct val="20000"/>
                </a:spcBef>
                <a:defRPr/>
              </a:pPr>
              <a:r>
                <a:rPr lang="zh-CN" altLang="en-US" dirty="0">
                  <a:solidFill>
                    <a:srgbClr val="B2413B"/>
                  </a:solidFill>
                  <a:cs typeface="+mn-ea"/>
                  <a:sym typeface="+mn-lt"/>
                </a:rPr>
                <a:t>相关标题文字</a:t>
              </a:r>
              <a:endParaRPr lang="zh-CN" altLang="en-US" dirty="0">
                <a:solidFill>
                  <a:srgbClr val="B2413B"/>
                </a:solidFill>
                <a:cs typeface="+mn-ea"/>
                <a:sym typeface="+mn-lt"/>
              </a:endParaRPr>
            </a:p>
          </p:txBody>
        </p:sp>
      </p:grpSp>
      <p:cxnSp>
        <p:nvCxnSpPr>
          <p:cNvPr id="10" name="直接连接符 9"/>
          <p:cNvCxnSpPr/>
          <p:nvPr/>
        </p:nvCxnSpPr>
        <p:spPr>
          <a:xfrm rot="18900000">
            <a:off x="5481941" y="3479769"/>
            <a:ext cx="1008051" cy="0"/>
          </a:xfrm>
          <a:prstGeom prst="line">
            <a:avLst/>
          </a:prstGeom>
          <a:ln w="3175">
            <a:solidFill>
              <a:schemeClr val="bg1">
                <a:lumMod val="75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11" name="组合 1"/>
          <p:cNvGrpSpPr/>
          <p:nvPr/>
        </p:nvGrpSpPr>
        <p:grpSpPr>
          <a:xfrm>
            <a:off x="4212947" y="2165852"/>
            <a:ext cx="2351703" cy="1272492"/>
            <a:chOff x="6278307" y="2195545"/>
            <a:chExt cx="1764006" cy="954369"/>
          </a:xfrm>
        </p:grpSpPr>
        <p:sp>
          <p:nvSpPr>
            <p:cNvPr id="12" name="TextBox 20"/>
            <p:cNvSpPr txBox="1"/>
            <p:nvPr/>
          </p:nvSpPr>
          <p:spPr bwMode="auto">
            <a:xfrm>
              <a:off x="6382171" y="2494098"/>
              <a:ext cx="1526083" cy="655816"/>
            </a:xfrm>
            <a:prstGeom prst="rect">
              <a:avLst/>
            </a:prstGeom>
            <a:noFill/>
          </p:spPr>
          <p:txBody>
            <a:bodyPr vert="horz" wrap="square" lIns="93296" tIns="46648" rIns="93296" bIns="46648"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defTabSz="1218565">
                <a:lnSpc>
                  <a:spcPct val="130000"/>
                </a:lnSpc>
                <a:spcBef>
                  <a:spcPct val="20000"/>
                </a:spcBef>
                <a:defRPr/>
              </a:pPr>
              <a:r>
                <a:rPr lang="zh-CN" altLang="en-US" sz="1300" dirty="0">
                  <a:solidFill>
                    <a:schemeClr val="tx1">
                      <a:lumMod val="65000"/>
                      <a:lumOff val="35000"/>
                    </a:schemeClr>
                  </a:solidFill>
                  <a:cs typeface="+mn-ea"/>
                  <a:sym typeface="+mn-lt"/>
                </a:rPr>
                <a:t>单击此处添加副标题或详细文本描述单击此处添加副标题</a:t>
              </a:r>
              <a:endParaRPr lang="zh-CN" altLang="en-US" sz="1300" dirty="0">
                <a:solidFill>
                  <a:schemeClr val="tx1">
                    <a:lumMod val="50000"/>
                    <a:lumOff val="50000"/>
                  </a:schemeClr>
                </a:solidFill>
                <a:cs typeface="+mn-ea"/>
                <a:sym typeface="+mn-lt"/>
              </a:endParaRPr>
            </a:p>
          </p:txBody>
        </p:sp>
        <p:sp>
          <p:nvSpPr>
            <p:cNvPr id="13" name="TextBox 19"/>
            <p:cNvSpPr txBox="1">
              <a:spLocks noChangeArrowheads="1"/>
            </p:cNvSpPr>
            <p:nvPr/>
          </p:nvSpPr>
          <p:spPr bwMode="auto">
            <a:xfrm>
              <a:off x="6278307" y="2195545"/>
              <a:ext cx="1764006" cy="27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296" tIns="46648" rIns="93296" bIns="46648"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565">
                <a:spcBef>
                  <a:spcPct val="20000"/>
                </a:spcBef>
                <a:defRPr/>
              </a:pPr>
              <a:r>
                <a:rPr lang="zh-CN" altLang="en-US" dirty="0">
                  <a:solidFill>
                    <a:srgbClr val="B2413B"/>
                  </a:solidFill>
                  <a:cs typeface="+mn-ea"/>
                  <a:sym typeface="+mn-lt"/>
                </a:rPr>
                <a:t>相关标题文字</a:t>
              </a:r>
              <a:endParaRPr lang="zh-CN" altLang="en-US" dirty="0">
                <a:solidFill>
                  <a:srgbClr val="B2413B"/>
                </a:solidFill>
                <a:cs typeface="+mn-ea"/>
                <a:sym typeface="+mn-lt"/>
              </a:endParaRPr>
            </a:p>
          </p:txBody>
        </p:sp>
      </p:grpSp>
      <p:cxnSp>
        <p:nvCxnSpPr>
          <p:cNvPr id="14" name="直接连接符 13"/>
          <p:cNvCxnSpPr/>
          <p:nvPr/>
        </p:nvCxnSpPr>
        <p:spPr>
          <a:xfrm rot="2700000" flipH="1">
            <a:off x="7214545" y="3500747"/>
            <a:ext cx="1008183" cy="0"/>
          </a:xfrm>
          <a:prstGeom prst="line">
            <a:avLst/>
          </a:prstGeom>
          <a:ln w="3175">
            <a:solidFill>
              <a:schemeClr val="bg1">
                <a:lumMod val="75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rot="18900000">
            <a:off x="8624985" y="3537595"/>
            <a:ext cx="1008051" cy="0"/>
          </a:xfrm>
          <a:prstGeom prst="line">
            <a:avLst/>
          </a:prstGeom>
          <a:ln w="3175">
            <a:solidFill>
              <a:schemeClr val="bg1">
                <a:lumMod val="75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16" name="组合 1"/>
          <p:cNvGrpSpPr/>
          <p:nvPr/>
        </p:nvGrpSpPr>
        <p:grpSpPr>
          <a:xfrm>
            <a:off x="7236637" y="2165852"/>
            <a:ext cx="2351703" cy="1272492"/>
            <a:chOff x="6278307" y="2195545"/>
            <a:chExt cx="1764006" cy="954369"/>
          </a:xfrm>
        </p:grpSpPr>
        <p:sp>
          <p:nvSpPr>
            <p:cNvPr id="17" name="TextBox 20"/>
            <p:cNvSpPr txBox="1"/>
            <p:nvPr/>
          </p:nvSpPr>
          <p:spPr bwMode="auto">
            <a:xfrm>
              <a:off x="6382171" y="2494098"/>
              <a:ext cx="1526083" cy="655816"/>
            </a:xfrm>
            <a:prstGeom prst="rect">
              <a:avLst/>
            </a:prstGeom>
            <a:noFill/>
          </p:spPr>
          <p:txBody>
            <a:bodyPr vert="horz" wrap="square" lIns="93296" tIns="46648" rIns="93296" bIns="46648"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defTabSz="1218565">
                <a:lnSpc>
                  <a:spcPct val="130000"/>
                </a:lnSpc>
                <a:spcBef>
                  <a:spcPct val="20000"/>
                </a:spcBef>
                <a:defRPr/>
              </a:pPr>
              <a:r>
                <a:rPr lang="zh-CN" altLang="en-US" sz="1300" dirty="0">
                  <a:solidFill>
                    <a:schemeClr val="tx1">
                      <a:lumMod val="65000"/>
                      <a:lumOff val="35000"/>
                    </a:schemeClr>
                  </a:solidFill>
                  <a:cs typeface="+mn-ea"/>
                  <a:sym typeface="+mn-lt"/>
                </a:rPr>
                <a:t>单击此处添加副标题或详细文本描述单击此处添加副标题</a:t>
              </a:r>
              <a:endParaRPr lang="zh-CN" altLang="en-US" sz="1300" dirty="0">
                <a:solidFill>
                  <a:schemeClr val="tx1">
                    <a:lumMod val="50000"/>
                    <a:lumOff val="50000"/>
                  </a:schemeClr>
                </a:solidFill>
                <a:cs typeface="+mn-ea"/>
                <a:sym typeface="+mn-lt"/>
              </a:endParaRPr>
            </a:p>
          </p:txBody>
        </p:sp>
        <p:sp>
          <p:nvSpPr>
            <p:cNvPr id="18" name="TextBox 19"/>
            <p:cNvSpPr txBox="1">
              <a:spLocks noChangeArrowheads="1"/>
            </p:cNvSpPr>
            <p:nvPr/>
          </p:nvSpPr>
          <p:spPr bwMode="auto">
            <a:xfrm>
              <a:off x="6278307" y="2195545"/>
              <a:ext cx="1764006" cy="27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296" tIns="46648" rIns="93296" bIns="46648"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565">
                <a:spcBef>
                  <a:spcPct val="20000"/>
                </a:spcBef>
                <a:defRPr/>
              </a:pPr>
              <a:r>
                <a:rPr lang="zh-CN" altLang="en-US" dirty="0">
                  <a:solidFill>
                    <a:srgbClr val="B2413B"/>
                  </a:solidFill>
                  <a:cs typeface="+mn-ea"/>
                  <a:sym typeface="+mn-lt"/>
                </a:rPr>
                <a:t>相关标题文字</a:t>
              </a:r>
              <a:endParaRPr lang="zh-CN" altLang="en-US" dirty="0">
                <a:solidFill>
                  <a:srgbClr val="B2413B"/>
                </a:solidFill>
                <a:cs typeface="+mn-ea"/>
                <a:sym typeface="+mn-lt"/>
              </a:endParaRPr>
            </a:p>
          </p:txBody>
        </p:sp>
      </p:grpSp>
      <p:grpSp>
        <p:nvGrpSpPr>
          <p:cNvPr id="19" name="组合 1"/>
          <p:cNvGrpSpPr/>
          <p:nvPr/>
        </p:nvGrpSpPr>
        <p:grpSpPr>
          <a:xfrm>
            <a:off x="2628725" y="4099094"/>
            <a:ext cx="2351703" cy="1272492"/>
            <a:chOff x="6278307" y="2195545"/>
            <a:chExt cx="1764006" cy="954369"/>
          </a:xfrm>
        </p:grpSpPr>
        <p:sp>
          <p:nvSpPr>
            <p:cNvPr id="20" name="TextBox 20"/>
            <p:cNvSpPr txBox="1"/>
            <p:nvPr/>
          </p:nvSpPr>
          <p:spPr bwMode="auto">
            <a:xfrm>
              <a:off x="6382171" y="2494098"/>
              <a:ext cx="1526083" cy="655816"/>
            </a:xfrm>
            <a:prstGeom prst="rect">
              <a:avLst/>
            </a:prstGeom>
            <a:noFill/>
          </p:spPr>
          <p:txBody>
            <a:bodyPr vert="horz" wrap="square" lIns="93296" tIns="46648" rIns="93296" bIns="46648"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defTabSz="1218565">
                <a:lnSpc>
                  <a:spcPct val="130000"/>
                </a:lnSpc>
                <a:spcBef>
                  <a:spcPct val="20000"/>
                </a:spcBef>
                <a:defRPr/>
              </a:pPr>
              <a:r>
                <a:rPr lang="zh-CN" altLang="en-US" sz="1300" dirty="0">
                  <a:solidFill>
                    <a:schemeClr val="tx1">
                      <a:lumMod val="65000"/>
                      <a:lumOff val="35000"/>
                    </a:schemeClr>
                  </a:solidFill>
                  <a:cs typeface="+mn-ea"/>
                  <a:sym typeface="+mn-lt"/>
                </a:rPr>
                <a:t>单击此处添加副标题或详细文本描述单击此处添加副标题</a:t>
              </a:r>
              <a:endParaRPr lang="zh-CN" altLang="en-US" sz="1300" dirty="0">
                <a:solidFill>
                  <a:schemeClr val="tx1">
                    <a:lumMod val="50000"/>
                    <a:lumOff val="50000"/>
                  </a:schemeClr>
                </a:solidFill>
                <a:cs typeface="+mn-ea"/>
                <a:sym typeface="+mn-lt"/>
              </a:endParaRPr>
            </a:p>
          </p:txBody>
        </p:sp>
        <p:sp>
          <p:nvSpPr>
            <p:cNvPr id="21" name="TextBox 19"/>
            <p:cNvSpPr txBox="1">
              <a:spLocks noChangeArrowheads="1"/>
            </p:cNvSpPr>
            <p:nvPr/>
          </p:nvSpPr>
          <p:spPr bwMode="auto">
            <a:xfrm>
              <a:off x="6278307" y="2195545"/>
              <a:ext cx="1764006" cy="27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296" tIns="46648" rIns="93296" bIns="46648"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565">
                <a:spcBef>
                  <a:spcPct val="20000"/>
                </a:spcBef>
                <a:defRPr/>
              </a:pPr>
              <a:r>
                <a:rPr lang="zh-CN" altLang="en-US" dirty="0">
                  <a:cs typeface="+mn-ea"/>
                  <a:sym typeface="+mn-lt"/>
                </a:rPr>
                <a:t>相关标题文字</a:t>
              </a:r>
              <a:endParaRPr lang="zh-CN" altLang="zh-CN" dirty="0">
                <a:solidFill>
                  <a:schemeClr val="tx1">
                    <a:lumMod val="50000"/>
                    <a:lumOff val="50000"/>
                  </a:schemeClr>
                </a:solidFill>
                <a:cs typeface="+mn-ea"/>
                <a:sym typeface="+mn-lt"/>
              </a:endParaRPr>
            </a:p>
          </p:txBody>
        </p:sp>
      </p:grpSp>
      <p:grpSp>
        <p:nvGrpSpPr>
          <p:cNvPr id="22" name="组合 1"/>
          <p:cNvGrpSpPr/>
          <p:nvPr/>
        </p:nvGrpSpPr>
        <p:grpSpPr>
          <a:xfrm>
            <a:off x="5791201" y="4099094"/>
            <a:ext cx="2351703" cy="1272492"/>
            <a:chOff x="6278307" y="2195545"/>
            <a:chExt cx="1764006" cy="954369"/>
          </a:xfrm>
        </p:grpSpPr>
        <p:sp>
          <p:nvSpPr>
            <p:cNvPr id="23" name="TextBox 20"/>
            <p:cNvSpPr txBox="1"/>
            <p:nvPr/>
          </p:nvSpPr>
          <p:spPr bwMode="auto">
            <a:xfrm>
              <a:off x="6382171" y="2494098"/>
              <a:ext cx="1526083" cy="655816"/>
            </a:xfrm>
            <a:prstGeom prst="rect">
              <a:avLst/>
            </a:prstGeom>
            <a:noFill/>
          </p:spPr>
          <p:txBody>
            <a:bodyPr vert="horz" wrap="square" lIns="93296" tIns="46648" rIns="93296" bIns="46648"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defTabSz="1218565">
                <a:lnSpc>
                  <a:spcPct val="130000"/>
                </a:lnSpc>
                <a:spcBef>
                  <a:spcPct val="20000"/>
                </a:spcBef>
                <a:defRPr/>
              </a:pPr>
              <a:r>
                <a:rPr lang="zh-CN" altLang="en-US" sz="1300" dirty="0">
                  <a:solidFill>
                    <a:schemeClr val="tx1">
                      <a:lumMod val="65000"/>
                      <a:lumOff val="35000"/>
                    </a:schemeClr>
                  </a:solidFill>
                  <a:cs typeface="+mn-ea"/>
                  <a:sym typeface="+mn-lt"/>
                </a:rPr>
                <a:t>单击此处添加副标题或详细文本描述单击此处添加副标题</a:t>
              </a:r>
              <a:endParaRPr lang="zh-CN" altLang="en-US" sz="1300" dirty="0">
                <a:solidFill>
                  <a:schemeClr val="tx1">
                    <a:lumMod val="50000"/>
                    <a:lumOff val="50000"/>
                  </a:schemeClr>
                </a:solidFill>
                <a:cs typeface="+mn-ea"/>
                <a:sym typeface="+mn-lt"/>
              </a:endParaRPr>
            </a:p>
          </p:txBody>
        </p:sp>
        <p:sp>
          <p:nvSpPr>
            <p:cNvPr id="24" name="TextBox 19"/>
            <p:cNvSpPr txBox="1">
              <a:spLocks noChangeArrowheads="1"/>
            </p:cNvSpPr>
            <p:nvPr/>
          </p:nvSpPr>
          <p:spPr bwMode="auto">
            <a:xfrm>
              <a:off x="6278307" y="2195545"/>
              <a:ext cx="1764006" cy="313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296" tIns="46648" rIns="93296" bIns="46648"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565">
                <a:spcBef>
                  <a:spcPct val="20000"/>
                </a:spcBef>
                <a:defRPr/>
              </a:pPr>
              <a:r>
                <a:rPr lang="zh-CN" altLang="en-US" sz="2100" dirty="0">
                  <a:cs typeface="+mn-ea"/>
                  <a:sym typeface="+mn-lt"/>
                </a:rPr>
                <a:t>相关标题文字</a:t>
              </a:r>
              <a:endParaRPr lang="zh-CN" altLang="zh-CN" sz="2100" dirty="0">
                <a:solidFill>
                  <a:schemeClr val="tx1">
                    <a:lumMod val="50000"/>
                    <a:lumOff val="50000"/>
                  </a:schemeClr>
                </a:solidFill>
                <a:cs typeface="+mn-ea"/>
                <a:sym typeface="+mn-lt"/>
              </a:endParaRPr>
            </a:p>
          </p:txBody>
        </p:sp>
      </p:grpSp>
      <p:grpSp>
        <p:nvGrpSpPr>
          <p:cNvPr id="25" name="组合 1"/>
          <p:cNvGrpSpPr/>
          <p:nvPr/>
        </p:nvGrpSpPr>
        <p:grpSpPr>
          <a:xfrm>
            <a:off x="8868606" y="4099094"/>
            <a:ext cx="2351703" cy="1272492"/>
            <a:chOff x="6278307" y="2195545"/>
            <a:chExt cx="1764006" cy="954369"/>
          </a:xfrm>
        </p:grpSpPr>
        <p:sp>
          <p:nvSpPr>
            <p:cNvPr id="26" name="TextBox 20"/>
            <p:cNvSpPr txBox="1"/>
            <p:nvPr/>
          </p:nvSpPr>
          <p:spPr bwMode="auto">
            <a:xfrm>
              <a:off x="6382171" y="2494098"/>
              <a:ext cx="1526083" cy="655816"/>
            </a:xfrm>
            <a:prstGeom prst="rect">
              <a:avLst/>
            </a:prstGeom>
            <a:noFill/>
          </p:spPr>
          <p:txBody>
            <a:bodyPr vert="horz" wrap="square" lIns="93296" tIns="46648" rIns="93296" bIns="46648"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defTabSz="1218565">
                <a:lnSpc>
                  <a:spcPct val="130000"/>
                </a:lnSpc>
                <a:spcBef>
                  <a:spcPct val="20000"/>
                </a:spcBef>
                <a:defRPr/>
              </a:pPr>
              <a:r>
                <a:rPr lang="zh-CN" altLang="en-US" sz="1300" dirty="0">
                  <a:solidFill>
                    <a:schemeClr val="tx1">
                      <a:lumMod val="65000"/>
                      <a:lumOff val="35000"/>
                    </a:schemeClr>
                  </a:solidFill>
                  <a:cs typeface="+mn-ea"/>
                  <a:sym typeface="+mn-lt"/>
                </a:rPr>
                <a:t>单击此处添加副标题或详细文本描述单击此处添加副标题</a:t>
              </a:r>
              <a:endParaRPr lang="zh-CN" altLang="en-US" sz="1300" dirty="0">
                <a:solidFill>
                  <a:schemeClr val="tx1">
                    <a:lumMod val="50000"/>
                    <a:lumOff val="50000"/>
                  </a:schemeClr>
                </a:solidFill>
                <a:cs typeface="+mn-ea"/>
                <a:sym typeface="+mn-lt"/>
              </a:endParaRPr>
            </a:p>
          </p:txBody>
        </p:sp>
        <p:sp>
          <p:nvSpPr>
            <p:cNvPr id="27" name="TextBox 19"/>
            <p:cNvSpPr txBox="1">
              <a:spLocks noChangeArrowheads="1"/>
            </p:cNvSpPr>
            <p:nvPr/>
          </p:nvSpPr>
          <p:spPr bwMode="auto">
            <a:xfrm>
              <a:off x="6278307" y="2195545"/>
              <a:ext cx="1764006" cy="27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296" tIns="46648" rIns="93296" bIns="46648"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565">
                <a:spcBef>
                  <a:spcPct val="20000"/>
                </a:spcBef>
                <a:defRPr/>
              </a:pPr>
              <a:r>
                <a:rPr lang="zh-CN" altLang="en-US" dirty="0">
                  <a:cs typeface="+mn-ea"/>
                  <a:sym typeface="+mn-lt"/>
                </a:rPr>
                <a:t>相关标题文字</a:t>
              </a:r>
              <a:endParaRPr lang="zh-CN" altLang="zh-CN" dirty="0">
                <a:solidFill>
                  <a:schemeClr val="tx1">
                    <a:lumMod val="50000"/>
                    <a:lumOff val="50000"/>
                  </a:schemeClr>
                </a:solidFill>
                <a:cs typeface="+mn-ea"/>
                <a:sym typeface="+mn-lt"/>
              </a:endParaRPr>
            </a:p>
          </p:txBody>
        </p:sp>
      </p:grpSp>
      <p:grpSp>
        <p:nvGrpSpPr>
          <p:cNvPr id="31" name="组合 30"/>
          <p:cNvGrpSpPr/>
          <p:nvPr/>
        </p:nvGrpSpPr>
        <p:grpSpPr>
          <a:xfrm>
            <a:off x="4820177" y="3837519"/>
            <a:ext cx="971024" cy="971151"/>
            <a:chOff x="3587321" y="2971176"/>
            <a:chExt cx="728363" cy="728363"/>
          </a:xfrm>
        </p:grpSpPr>
        <p:sp>
          <p:nvSpPr>
            <p:cNvPr id="32" name="菱形 31"/>
            <p:cNvSpPr/>
            <p:nvPr/>
          </p:nvSpPr>
          <p:spPr>
            <a:xfrm>
              <a:off x="3587321" y="2971176"/>
              <a:ext cx="728363" cy="728363"/>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33" name="TextBox 19"/>
            <p:cNvSpPr txBox="1">
              <a:spLocks noChangeArrowheads="1"/>
            </p:cNvSpPr>
            <p:nvPr/>
          </p:nvSpPr>
          <p:spPr bwMode="auto">
            <a:xfrm>
              <a:off x="3668395" y="3144217"/>
              <a:ext cx="566214" cy="382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296" tIns="46648" rIns="93296" bIns="46648"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CN" sz="2700" dirty="0">
                  <a:cs typeface="+mn-ea"/>
                  <a:sym typeface="+mn-lt"/>
                </a:rPr>
                <a:t>03</a:t>
              </a:r>
              <a:endParaRPr lang="en-US" altLang="zh-CN" sz="2700" dirty="0">
                <a:cs typeface="+mn-ea"/>
                <a:sym typeface="+mn-lt"/>
              </a:endParaRPr>
            </a:p>
          </p:txBody>
        </p:sp>
      </p:grpSp>
      <p:grpSp>
        <p:nvGrpSpPr>
          <p:cNvPr id="34" name="组合 33"/>
          <p:cNvGrpSpPr/>
          <p:nvPr/>
        </p:nvGrpSpPr>
        <p:grpSpPr>
          <a:xfrm>
            <a:off x="7901380" y="3837519"/>
            <a:ext cx="971024" cy="971151"/>
            <a:chOff x="5898524" y="2971176"/>
            <a:chExt cx="728363" cy="728363"/>
          </a:xfrm>
        </p:grpSpPr>
        <p:sp>
          <p:nvSpPr>
            <p:cNvPr id="35" name="菱形 34"/>
            <p:cNvSpPr/>
            <p:nvPr/>
          </p:nvSpPr>
          <p:spPr>
            <a:xfrm>
              <a:off x="5898524" y="2971176"/>
              <a:ext cx="728363" cy="728363"/>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cs typeface="+mn-ea"/>
                <a:sym typeface="+mn-lt"/>
              </a:endParaRPr>
            </a:p>
          </p:txBody>
        </p:sp>
        <p:sp>
          <p:nvSpPr>
            <p:cNvPr id="36" name="TextBox 19"/>
            <p:cNvSpPr txBox="1">
              <a:spLocks noChangeArrowheads="1"/>
            </p:cNvSpPr>
            <p:nvPr/>
          </p:nvSpPr>
          <p:spPr bwMode="auto">
            <a:xfrm>
              <a:off x="5992496" y="3157453"/>
              <a:ext cx="566214" cy="382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296" tIns="46648" rIns="93296" bIns="46648"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CN" sz="2700" dirty="0">
                  <a:cs typeface="+mn-ea"/>
                  <a:sym typeface="+mn-lt"/>
                </a:rPr>
                <a:t>05</a:t>
              </a:r>
              <a:endParaRPr lang="en-US" altLang="zh-CN" sz="2700" dirty="0">
                <a:cs typeface="+mn-ea"/>
                <a:sym typeface="+mn-lt"/>
              </a:endParaRPr>
            </a:p>
          </p:txBody>
        </p:sp>
      </p:grpSp>
      <p:grpSp>
        <p:nvGrpSpPr>
          <p:cNvPr id="37" name="组合 36"/>
          <p:cNvGrpSpPr/>
          <p:nvPr/>
        </p:nvGrpSpPr>
        <p:grpSpPr>
          <a:xfrm>
            <a:off x="3297988" y="2315135"/>
            <a:ext cx="971024" cy="971151"/>
            <a:chOff x="2445531" y="1829388"/>
            <a:chExt cx="728363" cy="728363"/>
          </a:xfrm>
        </p:grpSpPr>
        <p:sp>
          <p:nvSpPr>
            <p:cNvPr id="38" name="菱形 37"/>
            <p:cNvSpPr/>
            <p:nvPr/>
          </p:nvSpPr>
          <p:spPr>
            <a:xfrm>
              <a:off x="2445531" y="1829388"/>
              <a:ext cx="728363" cy="728363"/>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39" name="TextBox 19"/>
            <p:cNvSpPr txBox="1">
              <a:spLocks noChangeArrowheads="1"/>
            </p:cNvSpPr>
            <p:nvPr/>
          </p:nvSpPr>
          <p:spPr bwMode="auto">
            <a:xfrm>
              <a:off x="2527495" y="1980240"/>
              <a:ext cx="566214" cy="382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296" tIns="46648" rIns="93296" bIns="46648"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CN" sz="2700" dirty="0">
                  <a:cs typeface="+mn-ea"/>
                  <a:sym typeface="+mn-lt"/>
                </a:rPr>
                <a:t>02</a:t>
              </a:r>
              <a:endParaRPr lang="en-US" altLang="zh-CN" sz="2700" dirty="0">
                <a:cs typeface="+mn-ea"/>
                <a:sym typeface="+mn-lt"/>
              </a:endParaRPr>
            </a:p>
          </p:txBody>
        </p:sp>
      </p:grpSp>
      <p:grpSp>
        <p:nvGrpSpPr>
          <p:cNvPr id="51" name="组合 50"/>
          <p:cNvGrpSpPr/>
          <p:nvPr/>
        </p:nvGrpSpPr>
        <p:grpSpPr>
          <a:xfrm>
            <a:off x="0" y="584035"/>
            <a:ext cx="12192000" cy="381000"/>
            <a:chOff x="0" y="584035"/>
            <a:chExt cx="12192000" cy="381000"/>
          </a:xfrm>
        </p:grpSpPr>
        <p:cxnSp>
          <p:nvCxnSpPr>
            <p:cNvPr id="46" name="直接连接符 45"/>
            <p:cNvCxnSpPr/>
            <p:nvPr/>
          </p:nvCxnSpPr>
          <p:spPr>
            <a:xfrm>
              <a:off x="0" y="774535"/>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7" name="组合 46"/>
            <p:cNvGrpSpPr/>
            <p:nvPr/>
          </p:nvGrpSpPr>
          <p:grpSpPr>
            <a:xfrm rot="10800000">
              <a:off x="11060824" y="584035"/>
              <a:ext cx="656896" cy="381000"/>
              <a:chOff x="307428" y="393221"/>
              <a:chExt cx="656896" cy="381000"/>
            </a:xfrm>
          </p:grpSpPr>
          <p:sp>
            <p:nvSpPr>
              <p:cNvPr id="48" name="等腰三角形 47"/>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9" name="等腰三角形 48"/>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55" name="组合 54"/>
          <p:cNvGrpSpPr/>
          <p:nvPr/>
        </p:nvGrpSpPr>
        <p:grpSpPr>
          <a:xfrm>
            <a:off x="1774732" y="3837519"/>
            <a:ext cx="971024" cy="1161716"/>
            <a:chOff x="1774732" y="3837519"/>
            <a:chExt cx="971024" cy="1161716"/>
          </a:xfrm>
        </p:grpSpPr>
        <p:sp>
          <p:nvSpPr>
            <p:cNvPr id="29" name="菱形 28"/>
            <p:cNvSpPr/>
            <p:nvPr/>
          </p:nvSpPr>
          <p:spPr>
            <a:xfrm>
              <a:off x="1774732" y="3837519"/>
              <a:ext cx="971024" cy="971151"/>
            </a:xfrm>
            <a:prstGeom prst="diamond">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52" name="文本框 51"/>
            <p:cNvSpPr txBox="1"/>
            <p:nvPr/>
          </p:nvSpPr>
          <p:spPr>
            <a:xfrm>
              <a:off x="2025301" y="4045128"/>
              <a:ext cx="480304" cy="954107"/>
            </a:xfrm>
            <a:prstGeom prst="rect">
              <a:avLst/>
            </a:prstGeom>
            <a:noFill/>
          </p:spPr>
          <p:txBody>
            <a:bodyPr wrap="square" rtlCol="0">
              <a:spAutoFit/>
            </a:bodyPr>
            <a:lstStyle/>
            <a:p>
              <a:r>
                <a:rPr lang="en-US" altLang="zh-CN" sz="2800" dirty="0">
                  <a:solidFill>
                    <a:schemeClr val="bg1"/>
                  </a:solidFill>
                  <a:cs typeface="+mn-ea"/>
                  <a:sym typeface="+mn-lt"/>
                </a:rPr>
                <a:t>01</a:t>
              </a:r>
              <a:endParaRPr lang="zh-CN" altLang="en-US" sz="2800" dirty="0">
                <a:solidFill>
                  <a:schemeClr val="bg1"/>
                </a:solidFill>
                <a:cs typeface="+mn-ea"/>
                <a:sym typeface="+mn-lt"/>
              </a:endParaRPr>
            </a:p>
          </p:txBody>
        </p:sp>
      </p:grpSp>
      <p:grpSp>
        <p:nvGrpSpPr>
          <p:cNvPr id="56" name="组合 55"/>
          <p:cNvGrpSpPr/>
          <p:nvPr/>
        </p:nvGrpSpPr>
        <p:grpSpPr>
          <a:xfrm>
            <a:off x="6342364" y="2315136"/>
            <a:ext cx="971024" cy="971151"/>
            <a:chOff x="6342364" y="2315134"/>
            <a:chExt cx="971024" cy="971151"/>
          </a:xfrm>
        </p:grpSpPr>
        <p:sp>
          <p:nvSpPr>
            <p:cNvPr id="41" name="菱形 40"/>
            <p:cNvSpPr/>
            <p:nvPr/>
          </p:nvSpPr>
          <p:spPr>
            <a:xfrm>
              <a:off x="6342364" y="2315134"/>
              <a:ext cx="971024" cy="971151"/>
            </a:xfrm>
            <a:prstGeom prst="diamond">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53" name="文本框 52"/>
            <p:cNvSpPr txBox="1"/>
            <p:nvPr/>
          </p:nvSpPr>
          <p:spPr>
            <a:xfrm>
              <a:off x="6551845" y="2516270"/>
              <a:ext cx="627132" cy="523220"/>
            </a:xfrm>
            <a:prstGeom prst="rect">
              <a:avLst/>
            </a:prstGeom>
            <a:noFill/>
          </p:spPr>
          <p:txBody>
            <a:bodyPr wrap="square" rtlCol="0">
              <a:spAutoFit/>
            </a:bodyPr>
            <a:lstStyle/>
            <a:p>
              <a:r>
                <a:rPr lang="en-US" altLang="zh-CN" sz="2800" dirty="0">
                  <a:solidFill>
                    <a:schemeClr val="bg1"/>
                  </a:solidFill>
                  <a:cs typeface="+mn-ea"/>
                  <a:sym typeface="+mn-lt"/>
                </a:rPr>
                <a:t>04</a:t>
              </a:r>
              <a:endParaRPr lang="zh-CN" altLang="en-US" sz="2800" dirty="0">
                <a:solidFill>
                  <a:schemeClr val="bg1"/>
                </a:solidFill>
                <a:cs typeface="+mn-ea"/>
                <a:sym typeface="+mn-lt"/>
              </a:endParaRPr>
            </a:p>
          </p:txBody>
        </p:sp>
      </p:grpSp>
      <p:grpSp>
        <p:nvGrpSpPr>
          <p:cNvPr id="57" name="组合 56"/>
          <p:cNvGrpSpPr/>
          <p:nvPr/>
        </p:nvGrpSpPr>
        <p:grpSpPr>
          <a:xfrm>
            <a:off x="9423567" y="2315136"/>
            <a:ext cx="971024" cy="971151"/>
            <a:chOff x="9423567" y="2315134"/>
            <a:chExt cx="971024" cy="971151"/>
          </a:xfrm>
        </p:grpSpPr>
        <p:sp>
          <p:nvSpPr>
            <p:cNvPr id="44" name="菱形 43"/>
            <p:cNvSpPr/>
            <p:nvPr/>
          </p:nvSpPr>
          <p:spPr>
            <a:xfrm>
              <a:off x="9423567" y="2315134"/>
              <a:ext cx="971024" cy="971151"/>
            </a:xfrm>
            <a:prstGeom prst="diamond">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54" name="文本框 53"/>
            <p:cNvSpPr txBox="1"/>
            <p:nvPr/>
          </p:nvSpPr>
          <p:spPr>
            <a:xfrm>
              <a:off x="9645998" y="2535422"/>
              <a:ext cx="627132" cy="523220"/>
            </a:xfrm>
            <a:prstGeom prst="rect">
              <a:avLst/>
            </a:prstGeom>
            <a:noFill/>
          </p:spPr>
          <p:txBody>
            <a:bodyPr wrap="square" rtlCol="0">
              <a:spAutoFit/>
            </a:bodyPr>
            <a:lstStyle/>
            <a:p>
              <a:r>
                <a:rPr lang="en-US" altLang="zh-CN" sz="2800" dirty="0">
                  <a:solidFill>
                    <a:schemeClr val="bg1"/>
                  </a:solidFill>
                  <a:cs typeface="+mn-ea"/>
                  <a:sym typeface="+mn-lt"/>
                </a:rPr>
                <a:t>05</a:t>
              </a:r>
              <a:endParaRPr lang="zh-CN" altLang="en-US" sz="2800" dirty="0">
                <a:solidFill>
                  <a:schemeClr val="bg1"/>
                </a:solidFill>
                <a:cs typeface="+mn-ea"/>
                <a:sym typeface="+mn-lt"/>
              </a:endParaRPr>
            </a:p>
          </p:txBody>
        </p:sp>
      </p:grpSp>
      <p:pic>
        <p:nvPicPr>
          <p:cNvPr id="58" name="图片 5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611944" y="4843963"/>
            <a:ext cx="2941552" cy="2122820"/>
          </a:xfrm>
          <a:prstGeom prst="rect">
            <a:avLst/>
          </a:prstGeom>
        </p:spPr>
      </p:pic>
    </p:spTree>
    <p:custDataLst>
      <p:tags r:id="rId2"/>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11728">
        <p15:prstTrans prst="pageCurlDouble"/>
      </p:transition>
    </mc:Choice>
    <mc:Fallback>
      <p:transition spd="slow" advTm="11728">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wipe(right)">
                                      <p:cBhvr>
                                        <p:cTn id="7" dur="500"/>
                                        <p:tgtEl>
                                          <p:spTgt spid="5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fade">
                                      <p:cBhvr>
                                        <p:cTn id="12" dur="500"/>
                                        <p:tgtEl>
                                          <p:spTgt spid="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500"/>
                                        <p:tgtEl>
                                          <p:spTgt spid="3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up)">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down)">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6"/>
                                        </p:tgtEl>
                                        <p:attrNameLst>
                                          <p:attrName>style.visibility</p:attrName>
                                        </p:attrNameLst>
                                      </p:cBhvr>
                                      <p:to>
                                        <p:strVal val="visible"/>
                                      </p:to>
                                    </p:set>
                                    <p:animEffect transition="in" filter="fade">
                                      <p:cBhvr>
                                        <p:cTn id="42" dur="500"/>
                                        <p:tgtEl>
                                          <p:spTgt spid="5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up)">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fade">
                                      <p:cBhvr>
                                        <p:cTn id="52" dur="500"/>
                                        <p:tgtEl>
                                          <p:spTgt spid="3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wipe(down)">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57"/>
                                        </p:tgtEl>
                                        <p:attrNameLst>
                                          <p:attrName>style.visibility</p:attrName>
                                        </p:attrNameLst>
                                      </p:cBhvr>
                                      <p:to>
                                        <p:strVal val="visible"/>
                                      </p:to>
                                    </p:set>
                                    <p:animEffect transition="in" filter="fade">
                                      <p:cBhvr>
                                        <p:cTn id="62" dur="500"/>
                                        <p:tgtEl>
                                          <p:spTgt spid="57"/>
                                        </p:tgtEl>
                                      </p:cBhvr>
                                    </p:animEffect>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nodeType="clickEffect">
                                  <p:stCondLst>
                                    <p:cond delay="0"/>
                                  </p:stCondLst>
                                  <p:childTnLst>
                                    <p:set>
                                      <p:cBhvr>
                                        <p:cTn id="66" dur="1" fill="hold">
                                          <p:stCondLst>
                                            <p:cond delay="0"/>
                                          </p:stCondLst>
                                        </p:cTn>
                                        <p:tgtEl>
                                          <p:spTgt spid="7"/>
                                        </p:tgtEl>
                                        <p:attrNameLst>
                                          <p:attrName>style.visibility</p:attrName>
                                        </p:attrNameLst>
                                      </p:cBhvr>
                                      <p:to>
                                        <p:strVal val="visible"/>
                                      </p:to>
                                    </p:set>
                                    <p:animEffect transition="in" filter="fade">
                                      <p:cBhvr>
                                        <p:cTn id="67" dur="500"/>
                                        <p:tgtEl>
                                          <p:spTgt spid="7"/>
                                        </p:tgtEl>
                                      </p:cBhvr>
                                    </p:animEffect>
                                    <p:anim calcmode="lin" valueType="num">
                                      <p:cBhvr>
                                        <p:cTn id="68" dur="500" fill="hold"/>
                                        <p:tgtEl>
                                          <p:spTgt spid="7"/>
                                        </p:tgtEl>
                                        <p:attrNameLst>
                                          <p:attrName>ppt_x</p:attrName>
                                        </p:attrNameLst>
                                      </p:cBhvr>
                                      <p:tavLst>
                                        <p:tav tm="0">
                                          <p:val>
                                            <p:strVal val="#ppt_x"/>
                                          </p:val>
                                        </p:tav>
                                        <p:tav tm="100000">
                                          <p:val>
                                            <p:strVal val="#ppt_x"/>
                                          </p:val>
                                        </p:tav>
                                      </p:tavLst>
                                    </p:anim>
                                    <p:anim calcmode="lin" valueType="num">
                                      <p:cBhvr>
                                        <p:cTn id="69" dur="500" fill="hold"/>
                                        <p:tgtEl>
                                          <p:spTgt spid="7"/>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11"/>
                                        </p:tgtEl>
                                        <p:attrNameLst>
                                          <p:attrName>style.visibility</p:attrName>
                                        </p:attrNameLst>
                                      </p:cBhvr>
                                      <p:to>
                                        <p:strVal val="visible"/>
                                      </p:to>
                                    </p:set>
                                    <p:animEffect transition="in" filter="fade">
                                      <p:cBhvr>
                                        <p:cTn id="72" dur="500"/>
                                        <p:tgtEl>
                                          <p:spTgt spid="11"/>
                                        </p:tgtEl>
                                      </p:cBhvr>
                                    </p:animEffect>
                                    <p:anim calcmode="lin" valueType="num">
                                      <p:cBhvr>
                                        <p:cTn id="73" dur="500" fill="hold"/>
                                        <p:tgtEl>
                                          <p:spTgt spid="11"/>
                                        </p:tgtEl>
                                        <p:attrNameLst>
                                          <p:attrName>ppt_x</p:attrName>
                                        </p:attrNameLst>
                                      </p:cBhvr>
                                      <p:tavLst>
                                        <p:tav tm="0">
                                          <p:val>
                                            <p:strVal val="#ppt_x"/>
                                          </p:val>
                                        </p:tav>
                                        <p:tav tm="100000">
                                          <p:val>
                                            <p:strVal val="#ppt_x"/>
                                          </p:val>
                                        </p:tav>
                                      </p:tavLst>
                                    </p:anim>
                                    <p:anim calcmode="lin" valueType="num">
                                      <p:cBhvr>
                                        <p:cTn id="74" dur="500" fill="hold"/>
                                        <p:tgtEl>
                                          <p:spTgt spid="11"/>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500"/>
                                        <p:tgtEl>
                                          <p:spTgt spid="16"/>
                                        </p:tgtEl>
                                      </p:cBhvr>
                                    </p:animEffect>
                                    <p:anim calcmode="lin" valueType="num">
                                      <p:cBhvr>
                                        <p:cTn id="78" dur="500" fill="hold"/>
                                        <p:tgtEl>
                                          <p:spTgt spid="16"/>
                                        </p:tgtEl>
                                        <p:attrNameLst>
                                          <p:attrName>ppt_x</p:attrName>
                                        </p:attrNameLst>
                                      </p:cBhvr>
                                      <p:tavLst>
                                        <p:tav tm="0">
                                          <p:val>
                                            <p:strVal val="#ppt_x"/>
                                          </p:val>
                                        </p:tav>
                                        <p:tav tm="100000">
                                          <p:val>
                                            <p:strVal val="#ppt_x"/>
                                          </p:val>
                                        </p:tav>
                                      </p:tavLst>
                                    </p:anim>
                                    <p:anim calcmode="lin" valueType="num">
                                      <p:cBhvr>
                                        <p:cTn id="79"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7" presetClass="entr" presetSubtype="0" fill="hold" nodeType="click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500"/>
                                        <p:tgtEl>
                                          <p:spTgt spid="19"/>
                                        </p:tgtEl>
                                      </p:cBhvr>
                                    </p:animEffect>
                                    <p:anim calcmode="lin" valueType="num">
                                      <p:cBhvr>
                                        <p:cTn id="85" dur="500" fill="hold"/>
                                        <p:tgtEl>
                                          <p:spTgt spid="19"/>
                                        </p:tgtEl>
                                        <p:attrNameLst>
                                          <p:attrName>ppt_x</p:attrName>
                                        </p:attrNameLst>
                                      </p:cBhvr>
                                      <p:tavLst>
                                        <p:tav tm="0">
                                          <p:val>
                                            <p:strVal val="#ppt_x"/>
                                          </p:val>
                                        </p:tav>
                                        <p:tav tm="100000">
                                          <p:val>
                                            <p:strVal val="#ppt_x"/>
                                          </p:val>
                                        </p:tav>
                                      </p:tavLst>
                                    </p:anim>
                                    <p:anim calcmode="lin" valueType="num">
                                      <p:cBhvr>
                                        <p:cTn id="86" dur="500" fill="hold"/>
                                        <p:tgtEl>
                                          <p:spTgt spid="19"/>
                                        </p:tgtEl>
                                        <p:attrNameLst>
                                          <p:attrName>ppt_y</p:attrName>
                                        </p:attrNameLst>
                                      </p:cBhvr>
                                      <p:tavLst>
                                        <p:tav tm="0">
                                          <p:val>
                                            <p:strVal val="#ppt_y-.1"/>
                                          </p:val>
                                        </p:tav>
                                        <p:tav tm="100000">
                                          <p:val>
                                            <p:strVal val="#ppt_y"/>
                                          </p:val>
                                        </p:tav>
                                      </p:tavLst>
                                    </p:anim>
                                  </p:childTnLst>
                                </p:cTn>
                              </p:par>
                              <p:par>
                                <p:cTn id="87" presetID="47" presetClass="entr" presetSubtype="0" fill="hold" nodeType="withEffect">
                                  <p:stCondLst>
                                    <p:cond delay="0"/>
                                  </p:stCondLst>
                                  <p:childTnLst>
                                    <p:set>
                                      <p:cBhvr>
                                        <p:cTn id="88" dur="1" fill="hold">
                                          <p:stCondLst>
                                            <p:cond delay="0"/>
                                          </p:stCondLst>
                                        </p:cTn>
                                        <p:tgtEl>
                                          <p:spTgt spid="22"/>
                                        </p:tgtEl>
                                        <p:attrNameLst>
                                          <p:attrName>style.visibility</p:attrName>
                                        </p:attrNameLst>
                                      </p:cBhvr>
                                      <p:to>
                                        <p:strVal val="visible"/>
                                      </p:to>
                                    </p:set>
                                    <p:animEffect transition="in" filter="fade">
                                      <p:cBhvr>
                                        <p:cTn id="89" dur="500"/>
                                        <p:tgtEl>
                                          <p:spTgt spid="22"/>
                                        </p:tgtEl>
                                      </p:cBhvr>
                                    </p:animEffect>
                                    <p:anim calcmode="lin" valueType="num">
                                      <p:cBhvr>
                                        <p:cTn id="90" dur="500" fill="hold"/>
                                        <p:tgtEl>
                                          <p:spTgt spid="22"/>
                                        </p:tgtEl>
                                        <p:attrNameLst>
                                          <p:attrName>ppt_x</p:attrName>
                                        </p:attrNameLst>
                                      </p:cBhvr>
                                      <p:tavLst>
                                        <p:tav tm="0">
                                          <p:val>
                                            <p:strVal val="#ppt_x"/>
                                          </p:val>
                                        </p:tav>
                                        <p:tav tm="100000">
                                          <p:val>
                                            <p:strVal val="#ppt_x"/>
                                          </p:val>
                                        </p:tav>
                                      </p:tavLst>
                                    </p:anim>
                                    <p:anim calcmode="lin" valueType="num">
                                      <p:cBhvr>
                                        <p:cTn id="91" dur="500" fill="hold"/>
                                        <p:tgtEl>
                                          <p:spTgt spid="22"/>
                                        </p:tgtEl>
                                        <p:attrNameLst>
                                          <p:attrName>ppt_y</p:attrName>
                                        </p:attrNameLst>
                                      </p:cBhvr>
                                      <p:tavLst>
                                        <p:tav tm="0">
                                          <p:val>
                                            <p:strVal val="#ppt_y-.1"/>
                                          </p:val>
                                        </p:tav>
                                        <p:tav tm="100000">
                                          <p:val>
                                            <p:strVal val="#ppt_y"/>
                                          </p:val>
                                        </p:tav>
                                      </p:tavLst>
                                    </p:anim>
                                  </p:childTnLst>
                                </p:cTn>
                              </p:par>
                              <p:par>
                                <p:cTn id="92" presetID="47" presetClass="entr" presetSubtype="0" fill="hold" nodeType="with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00"/>
                                        <p:tgtEl>
                                          <p:spTgt spid="25"/>
                                        </p:tgtEl>
                                      </p:cBhvr>
                                    </p:animEffect>
                                    <p:anim calcmode="lin" valueType="num">
                                      <p:cBhvr>
                                        <p:cTn id="95" dur="500" fill="hold"/>
                                        <p:tgtEl>
                                          <p:spTgt spid="25"/>
                                        </p:tgtEl>
                                        <p:attrNameLst>
                                          <p:attrName>ppt_x</p:attrName>
                                        </p:attrNameLst>
                                      </p:cBhvr>
                                      <p:tavLst>
                                        <p:tav tm="0">
                                          <p:val>
                                            <p:strVal val="#ppt_x"/>
                                          </p:val>
                                        </p:tav>
                                        <p:tav tm="100000">
                                          <p:val>
                                            <p:strVal val="#ppt_x"/>
                                          </p:val>
                                        </p:tav>
                                      </p:tavLst>
                                    </p:anim>
                                    <p:anim calcmode="lin" valueType="num">
                                      <p:cBhvr>
                                        <p:cTn id="96" dur="5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4460995" y="2081918"/>
            <a:ext cx="1381088" cy="1381088"/>
            <a:chOff x="4335780" y="2291678"/>
            <a:chExt cx="1614488" cy="1614488"/>
          </a:xfrm>
        </p:grpSpPr>
        <p:sp>
          <p:nvSpPr>
            <p:cNvPr id="5" name="椭圆 4"/>
            <p:cNvSpPr/>
            <p:nvPr/>
          </p:nvSpPr>
          <p:spPr>
            <a:xfrm flipV="1">
              <a:off x="4335780" y="2291678"/>
              <a:ext cx="1614488" cy="1614488"/>
            </a:xfrm>
            <a:prstGeom prst="ellipse">
              <a:avLst/>
            </a:prstGeom>
            <a:solidFill>
              <a:schemeClr val="tx1"/>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sp>
          <p:nvSpPr>
            <p:cNvPr id="6" name="泪滴形 5"/>
            <p:cNvSpPr/>
            <p:nvPr/>
          </p:nvSpPr>
          <p:spPr>
            <a:xfrm flipV="1">
              <a:off x="4440189" y="2396087"/>
              <a:ext cx="1405671" cy="1405671"/>
            </a:xfrm>
            <a:prstGeom prst="teardrop">
              <a:avLst/>
            </a:prstGeom>
            <a:solidFill>
              <a:schemeClr val="bg1"/>
            </a:solidFill>
            <a:ln w="60325" cap="flat" cmpd="sng" algn="ctr">
              <a:noFill/>
              <a:prstDash val="solid"/>
              <a:miter lim="800000"/>
            </a:ln>
            <a:effectLst>
              <a:outerShdw blurRad="698500" dist="190500" dir="8100000" algn="tr" rotWithShape="0">
                <a:prstClr val="black">
                  <a:alpha val="15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457200"/>
              <a:endParaRPr lang="zh-CN" altLang="en-US" kern="0">
                <a:solidFill>
                  <a:prstClr val="white"/>
                </a:solidFill>
                <a:cs typeface="+mn-ea"/>
                <a:sym typeface="+mn-lt"/>
              </a:endParaRPr>
            </a:p>
          </p:txBody>
        </p:sp>
        <p:sp>
          <p:nvSpPr>
            <p:cNvPr id="7" name="椭圆 6"/>
            <p:cNvSpPr/>
            <p:nvPr/>
          </p:nvSpPr>
          <p:spPr>
            <a:xfrm flipV="1">
              <a:off x="4583902" y="2539800"/>
              <a:ext cx="1118243" cy="1118243"/>
            </a:xfrm>
            <a:prstGeom prst="ellipse">
              <a:avLst/>
            </a:prstGeom>
            <a:noFill/>
            <a:ln w="12700" cap="flat" cmpd="sng" algn="ctr">
              <a:noFill/>
              <a:prstDash val="solid"/>
              <a:miter lim="800000"/>
            </a:ln>
            <a:effectLst>
              <a:innerShdw blurRad="114300">
                <a:prstClr val="black"/>
              </a:inn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grpSp>
      <p:grpSp>
        <p:nvGrpSpPr>
          <p:cNvPr id="8" name="组合 7"/>
          <p:cNvGrpSpPr/>
          <p:nvPr/>
        </p:nvGrpSpPr>
        <p:grpSpPr>
          <a:xfrm>
            <a:off x="6091411" y="2081918"/>
            <a:ext cx="1381088" cy="1381088"/>
            <a:chOff x="6241732" y="2291678"/>
            <a:chExt cx="1614488" cy="1614488"/>
          </a:xfrm>
        </p:grpSpPr>
        <p:sp>
          <p:nvSpPr>
            <p:cNvPr id="9" name="椭圆 8"/>
            <p:cNvSpPr/>
            <p:nvPr/>
          </p:nvSpPr>
          <p:spPr>
            <a:xfrm flipH="1" flipV="1">
              <a:off x="6241732" y="2291678"/>
              <a:ext cx="1614488" cy="1614488"/>
            </a:xfrm>
            <a:prstGeom prst="ellipse">
              <a:avLst/>
            </a:prstGeom>
            <a:solidFill>
              <a:schemeClr val="tx1"/>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sp>
          <p:nvSpPr>
            <p:cNvPr id="10" name="泪滴形 9"/>
            <p:cNvSpPr/>
            <p:nvPr/>
          </p:nvSpPr>
          <p:spPr>
            <a:xfrm flipH="1" flipV="1">
              <a:off x="6346141" y="2396087"/>
              <a:ext cx="1405671" cy="1405671"/>
            </a:xfrm>
            <a:prstGeom prst="teardrop">
              <a:avLst/>
            </a:prstGeom>
            <a:solidFill>
              <a:schemeClr val="bg1"/>
            </a:solidFill>
            <a:ln w="60325" cap="flat" cmpd="sng" algn="ctr">
              <a:noFill/>
              <a:prstDash val="solid"/>
              <a:miter lim="800000"/>
            </a:ln>
            <a:effectLst>
              <a:outerShdw blurRad="698500" dist="190500" dir="8100000" algn="tr" rotWithShape="0">
                <a:prstClr val="black">
                  <a:alpha val="15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11" name="椭圆 10"/>
            <p:cNvSpPr/>
            <p:nvPr/>
          </p:nvSpPr>
          <p:spPr>
            <a:xfrm flipH="1" flipV="1">
              <a:off x="6489854" y="2539800"/>
              <a:ext cx="1118243" cy="1118243"/>
            </a:xfrm>
            <a:prstGeom prst="ellipse">
              <a:avLst/>
            </a:prstGeom>
            <a:noFill/>
            <a:ln w="12700" cap="flat" cmpd="sng" algn="ctr">
              <a:noFill/>
              <a:prstDash val="solid"/>
              <a:miter lim="800000"/>
            </a:ln>
            <a:effectLst>
              <a:innerShdw blurRad="114300">
                <a:prstClr val="black"/>
              </a:inn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grpSp>
      <p:grpSp>
        <p:nvGrpSpPr>
          <p:cNvPr id="12" name="组合 11"/>
          <p:cNvGrpSpPr/>
          <p:nvPr/>
        </p:nvGrpSpPr>
        <p:grpSpPr>
          <a:xfrm>
            <a:off x="4460995" y="3659706"/>
            <a:ext cx="1381088" cy="1381088"/>
            <a:chOff x="4335780" y="4136108"/>
            <a:chExt cx="1614488" cy="1614488"/>
          </a:xfrm>
        </p:grpSpPr>
        <p:sp>
          <p:nvSpPr>
            <p:cNvPr id="13" name="椭圆 12"/>
            <p:cNvSpPr/>
            <p:nvPr/>
          </p:nvSpPr>
          <p:spPr>
            <a:xfrm>
              <a:off x="4335780" y="4136108"/>
              <a:ext cx="1614488" cy="1614488"/>
            </a:xfrm>
            <a:prstGeom prst="ellipse">
              <a:avLst/>
            </a:prstGeom>
            <a:solidFill>
              <a:schemeClr val="tx1"/>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sp>
          <p:nvSpPr>
            <p:cNvPr id="14" name="泪滴形 13"/>
            <p:cNvSpPr/>
            <p:nvPr/>
          </p:nvSpPr>
          <p:spPr>
            <a:xfrm>
              <a:off x="4440189" y="4240517"/>
              <a:ext cx="1405671" cy="1405671"/>
            </a:xfrm>
            <a:prstGeom prst="teardrop">
              <a:avLst/>
            </a:prstGeom>
            <a:solidFill>
              <a:schemeClr val="bg1"/>
            </a:solidFill>
            <a:ln w="60325" cap="flat" cmpd="sng" algn="ctr">
              <a:noFill/>
              <a:prstDash val="solid"/>
              <a:miter lim="800000"/>
            </a:ln>
            <a:effectLst>
              <a:outerShdw blurRad="698500" dist="190500" dir="8100000" algn="tr" rotWithShape="0">
                <a:prstClr val="black">
                  <a:alpha val="15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15" name="椭圆 14"/>
            <p:cNvSpPr/>
            <p:nvPr/>
          </p:nvSpPr>
          <p:spPr>
            <a:xfrm>
              <a:off x="4583902" y="4384230"/>
              <a:ext cx="1118243" cy="1118243"/>
            </a:xfrm>
            <a:prstGeom prst="ellipse">
              <a:avLst/>
            </a:prstGeom>
            <a:noFill/>
            <a:ln w="12700" cap="flat" cmpd="sng" algn="ctr">
              <a:noFill/>
              <a:prstDash val="solid"/>
              <a:miter lim="800000"/>
            </a:ln>
            <a:effectLst>
              <a:innerShdw blurRad="114300">
                <a:prstClr val="black"/>
              </a:inn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grpSp>
      <p:grpSp>
        <p:nvGrpSpPr>
          <p:cNvPr id="16" name="组合 15"/>
          <p:cNvGrpSpPr/>
          <p:nvPr/>
        </p:nvGrpSpPr>
        <p:grpSpPr>
          <a:xfrm>
            <a:off x="6091411" y="3659706"/>
            <a:ext cx="1381088" cy="1381088"/>
            <a:chOff x="6241732" y="4136108"/>
            <a:chExt cx="1614488" cy="1614488"/>
          </a:xfrm>
        </p:grpSpPr>
        <p:sp>
          <p:nvSpPr>
            <p:cNvPr id="17" name="椭圆 16"/>
            <p:cNvSpPr/>
            <p:nvPr/>
          </p:nvSpPr>
          <p:spPr>
            <a:xfrm flipH="1">
              <a:off x="6241732" y="4136108"/>
              <a:ext cx="1614488" cy="1614488"/>
            </a:xfrm>
            <a:prstGeom prst="ellipse">
              <a:avLst/>
            </a:prstGeom>
            <a:solidFill>
              <a:schemeClr val="tx1"/>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sp>
          <p:nvSpPr>
            <p:cNvPr id="18" name="泪滴形 17"/>
            <p:cNvSpPr/>
            <p:nvPr/>
          </p:nvSpPr>
          <p:spPr>
            <a:xfrm flipH="1">
              <a:off x="6346141" y="4240517"/>
              <a:ext cx="1405671" cy="1405671"/>
            </a:xfrm>
            <a:prstGeom prst="teardrop">
              <a:avLst/>
            </a:prstGeom>
            <a:solidFill>
              <a:schemeClr val="bg1"/>
            </a:solidFill>
            <a:ln w="60325" cap="flat" cmpd="sng" algn="ctr">
              <a:noFill/>
              <a:prstDash val="solid"/>
              <a:miter lim="800000"/>
            </a:ln>
            <a:effectLst>
              <a:outerShdw blurRad="698500" dist="190500" dir="8100000" algn="tr" rotWithShape="0">
                <a:prstClr val="black">
                  <a:alpha val="15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457200"/>
              <a:endParaRPr lang="zh-CN" altLang="en-US" kern="0">
                <a:solidFill>
                  <a:prstClr val="white"/>
                </a:solidFill>
                <a:cs typeface="+mn-ea"/>
                <a:sym typeface="+mn-lt"/>
              </a:endParaRPr>
            </a:p>
          </p:txBody>
        </p:sp>
        <p:sp>
          <p:nvSpPr>
            <p:cNvPr id="19" name="椭圆 18"/>
            <p:cNvSpPr/>
            <p:nvPr/>
          </p:nvSpPr>
          <p:spPr>
            <a:xfrm flipH="1">
              <a:off x="6489854" y="4384230"/>
              <a:ext cx="1118243" cy="1118243"/>
            </a:xfrm>
            <a:prstGeom prst="ellipse">
              <a:avLst/>
            </a:prstGeom>
            <a:noFill/>
            <a:ln w="12700" cap="flat" cmpd="sng" algn="ctr">
              <a:noFill/>
              <a:prstDash val="solid"/>
              <a:miter lim="800000"/>
            </a:ln>
            <a:effectLst>
              <a:innerShdw blurRad="114300">
                <a:prstClr val="black"/>
              </a:inn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grpSp>
      <p:grpSp>
        <p:nvGrpSpPr>
          <p:cNvPr id="20" name="组合 19"/>
          <p:cNvGrpSpPr/>
          <p:nvPr/>
        </p:nvGrpSpPr>
        <p:grpSpPr>
          <a:xfrm>
            <a:off x="1013746" y="1978151"/>
            <a:ext cx="3489855" cy="1188204"/>
            <a:chOff x="1143000" y="1692401"/>
            <a:chExt cx="3489854" cy="1188204"/>
          </a:xfrm>
        </p:grpSpPr>
        <p:sp>
          <p:nvSpPr>
            <p:cNvPr id="21" name="文本框 20"/>
            <p:cNvSpPr txBox="1"/>
            <p:nvPr/>
          </p:nvSpPr>
          <p:spPr>
            <a:xfrm>
              <a:off x="1143000" y="2172719"/>
              <a:ext cx="3268549" cy="707886"/>
            </a:xfrm>
            <a:prstGeom prst="rect">
              <a:avLst/>
            </a:prstGeom>
            <a:noFill/>
          </p:spPr>
          <p:txBody>
            <a:bodyPr wrap="square" rtlCol="0">
              <a:spAutoFit/>
            </a:bodyPr>
            <a:lstStyle/>
            <a:p>
              <a:pPr algn="r"/>
              <a:r>
                <a:rPr lang="zh-CN" altLang="en-US" sz="2000" dirty="0">
                  <a:cs typeface="+mn-ea"/>
                  <a:sym typeface="+mn-lt"/>
                </a:rPr>
                <a:t>单击此处添加您的文本内容，建议您的文字大小合适</a:t>
              </a:r>
              <a:endParaRPr lang="zh-CN" altLang="en-US" sz="2000" dirty="0">
                <a:cs typeface="+mn-ea"/>
                <a:sym typeface="+mn-lt"/>
              </a:endParaRPr>
            </a:p>
          </p:txBody>
        </p:sp>
        <p:sp>
          <p:nvSpPr>
            <p:cNvPr id="22" name="文本框 21"/>
            <p:cNvSpPr txBox="1"/>
            <p:nvPr/>
          </p:nvSpPr>
          <p:spPr>
            <a:xfrm>
              <a:off x="2323540" y="1692401"/>
              <a:ext cx="2309314" cy="461665"/>
            </a:xfrm>
            <a:prstGeom prst="rect">
              <a:avLst/>
            </a:prstGeom>
            <a:noFill/>
          </p:spPr>
          <p:txBody>
            <a:bodyPr wrap="square" rtlCol="0">
              <a:spAutoFit/>
            </a:bodyPr>
            <a:lstStyle/>
            <a:p>
              <a:r>
                <a:rPr lang="zh-CN" altLang="en-US" sz="2400" dirty="0">
                  <a:cs typeface="+mn-ea"/>
                  <a:sym typeface="+mn-lt"/>
                </a:rPr>
                <a:t>点击添加标题</a:t>
              </a:r>
              <a:endParaRPr lang="zh-CN" altLang="en-US" sz="2400" dirty="0">
                <a:cs typeface="+mn-ea"/>
                <a:sym typeface="+mn-lt"/>
              </a:endParaRPr>
            </a:p>
          </p:txBody>
        </p:sp>
      </p:grpSp>
      <p:grpSp>
        <p:nvGrpSpPr>
          <p:cNvPr id="23" name="组合 22"/>
          <p:cNvGrpSpPr/>
          <p:nvPr/>
        </p:nvGrpSpPr>
        <p:grpSpPr>
          <a:xfrm>
            <a:off x="1013746" y="3763537"/>
            <a:ext cx="3489855" cy="1188204"/>
            <a:chOff x="1143000" y="3477787"/>
            <a:chExt cx="3489854" cy="1188204"/>
          </a:xfrm>
        </p:grpSpPr>
        <p:sp>
          <p:nvSpPr>
            <p:cNvPr id="24" name="文本框 23"/>
            <p:cNvSpPr txBox="1"/>
            <p:nvPr/>
          </p:nvSpPr>
          <p:spPr>
            <a:xfrm>
              <a:off x="1143000" y="3958105"/>
              <a:ext cx="3268549" cy="707886"/>
            </a:xfrm>
            <a:prstGeom prst="rect">
              <a:avLst/>
            </a:prstGeom>
            <a:noFill/>
          </p:spPr>
          <p:txBody>
            <a:bodyPr wrap="square" rtlCol="0">
              <a:spAutoFit/>
            </a:bodyPr>
            <a:lstStyle/>
            <a:p>
              <a:pPr algn="r"/>
              <a:r>
                <a:rPr lang="zh-CN" altLang="en-US" sz="2000" dirty="0">
                  <a:cs typeface="+mn-ea"/>
                  <a:sym typeface="+mn-lt"/>
                </a:rPr>
                <a:t>单击此处添加您的文本内容，建议您的文字大小合适</a:t>
              </a:r>
              <a:endParaRPr lang="zh-CN" altLang="en-US" sz="2000" dirty="0">
                <a:cs typeface="+mn-ea"/>
                <a:sym typeface="+mn-lt"/>
              </a:endParaRPr>
            </a:p>
          </p:txBody>
        </p:sp>
        <p:sp>
          <p:nvSpPr>
            <p:cNvPr id="25" name="文本框 24"/>
            <p:cNvSpPr txBox="1"/>
            <p:nvPr/>
          </p:nvSpPr>
          <p:spPr>
            <a:xfrm>
              <a:off x="2323540" y="3477787"/>
              <a:ext cx="2309314" cy="461665"/>
            </a:xfrm>
            <a:prstGeom prst="rect">
              <a:avLst/>
            </a:prstGeom>
            <a:noFill/>
          </p:spPr>
          <p:txBody>
            <a:bodyPr wrap="square" rtlCol="0">
              <a:spAutoFit/>
            </a:bodyPr>
            <a:lstStyle/>
            <a:p>
              <a:r>
                <a:rPr lang="zh-CN" altLang="en-US" sz="2400" dirty="0">
                  <a:cs typeface="+mn-ea"/>
                  <a:sym typeface="+mn-lt"/>
                </a:rPr>
                <a:t>点击添加标题</a:t>
              </a:r>
              <a:endParaRPr lang="zh-CN" altLang="en-US" sz="2400" dirty="0">
                <a:cs typeface="+mn-ea"/>
                <a:sym typeface="+mn-lt"/>
              </a:endParaRPr>
            </a:p>
          </p:txBody>
        </p:sp>
      </p:grpSp>
      <p:grpSp>
        <p:nvGrpSpPr>
          <p:cNvPr id="26" name="组合 25"/>
          <p:cNvGrpSpPr/>
          <p:nvPr/>
        </p:nvGrpSpPr>
        <p:grpSpPr>
          <a:xfrm>
            <a:off x="8047782" y="3787306"/>
            <a:ext cx="3268549" cy="1164436"/>
            <a:chOff x="8093120" y="3501555"/>
            <a:chExt cx="3268549" cy="1164436"/>
          </a:xfrm>
        </p:grpSpPr>
        <p:sp>
          <p:nvSpPr>
            <p:cNvPr id="27" name="文本框 26"/>
            <p:cNvSpPr txBox="1"/>
            <p:nvPr/>
          </p:nvSpPr>
          <p:spPr>
            <a:xfrm>
              <a:off x="8093120" y="3958105"/>
              <a:ext cx="3268549" cy="707886"/>
            </a:xfrm>
            <a:prstGeom prst="rect">
              <a:avLst/>
            </a:prstGeom>
            <a:noFill/>
          </p:spPr>
          <p:txBody>
            <a:bodyPr wrap="square" rtlCol="0">
              <a:spAutoFit/>
            </a:bodyPr>
            <a:lstStyle/>
            <a:p>
              <a:r>
                <a:rPr lang="zh-CN" altLang="en-US" sz="2000" dirty="0">
                  <a:cs typeface="+mn-ea"/>
                  <a:sym typeface="+mn-lt"/>
                </a:rPr>
                <a:t>单击此处添加您的文本内容，建议您的文字大小合适</a:t>
              </a:r>
              <a:endParaRPr lang="zh-CN" altLang="en-US" sz="2000" dirty="0">
                <a:cs typeface="+mn-ea"/>
                <a:sym typeface="+mn-lt"/>
              </a:endParaRPr>
            </a:p>
          </p:txBody>
        </p:sp>
        <p:sp>
          <p:nvSpPr>
            <p:cNvPr id="28" name="文本框 27"/>
            <p:cNvSpPr txBox="1"/>
            <p:nvPr/>
          </p:nvSpPr>
          <p:spPr>
            <a:xfrm>
              <a:off x="8093120" y="3501555"/>
              <a:ext cx="2309314" cy="461665"/>
            </a:xfrm>
            <a:prstGeom prst="rect">
              <a:avLst/>
            </a:prstGeom>
            <a:noFill/>
          </p:spPr>
          <p:txBody>
            <a:bodyPr wrap="square" rtlCol="0">
              <a:spAutoFit/>
            </a:bodyPr>
            <a:lstStyle/>
            <a:p>
              <a:r>
                <a:rPr lang="zh-CN" altLang="en-US" sz="2400" dirty="0">
                  <a:cs typeface="+mn-ea"/>
                  <a:sym typeface="+mn-lt"/>
                </a:rPr>
                <a:t>点击添加标题</a:t>
              </a:r>
              <a:endParaRPr lang="zh-CN" altLang="en-US" sz="2400" dirty="0">
                <a:cs typeface="+mn-ea"/>
                <a:sym typeface="+mn-lt"/>
              </a:endParaRPr>
            </a:p>
          </p:txBody>
        </p:sp>
      </p:grpSp>
      <p:grpSp>
        <p:nvGrpSpPr>
          <p:cNvPr id="29" name="组合 28"/>
          <p:cNvGrpSpPr/>
          <p:nvPr/>
        </p:nvGrpSpPr>
        <p:grpSpPr>
          <a:xfrm>
            <a:off x="8047782" y="2067918"/>
            <a:ext cx="3268549" cy="1164436"/>
            <a:chOff x="8093120" y="1782167"/>
            <a:chExt cx="3268549" cy="1164436"/>
          </a:xfrm>
        </p:grpSpPr>
        <p:sp>
          <p:nvSpPr>
            <p:cNvPr id="30" name="文本框 29"/>
            <p:cNvSpPr txBox="1"/>
            <p:nvPr/>
          </p:nvSpPr>
          <p:spPr>
            <a:xfrm>
              <a:off x="8093120" y="2238717"/>
              <a:ext cx="3268549" cy="707886"/>
            </a:xfrm>
            <a:prstGeom prst="rect">
              <a:avLst/>
            </a:prstGeom>
            <a:noFill/>
          </p:spPr>
          <p:txBody>
            <a:bodyPr wrap="square" rtlCol="0">
              <a:spAutoFit/>
            </a:bodyPr>
            <a:lstStyle/>
            <a:p>
              <a:r>
                <a:rPr lang="zh-CN" altLang="en-US" sz="2000" dirty="0">
                  <a:cs typeface="+mn-ea"/>
                  <a:sym typeface="+mn-lt"/>
                </a:rPr>
                <a:t>单击此处添加您的文本内容，建议您的文字大小合适</a:t>
              </a:r>
              <a:endParaRPr lang="zh-CN" altLang="en-US" sz="2000" dirty="0">
                <a:cs typeface="+mn-ea"/>
                <a:sym typeface="+mn-lt"/>
              </a:endParaRPr>
            </a:p>
          </p:txBody>
        </p:sp>
        <p:sp>
          <p:nvSpPr>
            <p:cNvPr id="31" name="文本框 30"/>
            <p:cNvSpPr txBox="1"/>
            <p:nvPr/>
          </p:nvSpPr>
          <p:spPr>
            <a:xfrm>
              <a:off x="8093120" y="1782167"/>
              <a:ext cx="2309314" cy="461665"/>
            </a:xfrm>
            <a:prstGeom prst="rect">
              <a:avLst/>
            </a:prstGeom>
            <a:noFill/>
          </p:spPr>
          <p:txBody>
            <a:bodyPr wrap="square" rtlCol="0">
              <a:spAutoFit/>
            </a:bodyPr>
            <a:lstStyle/>
            <a:p>
              <a:r>
                <a:rPr lang="zh-CN" altLang="en-US" sz="2400" dirty="0">
                  <a:cs typeface="+mn-ea"/>
                  <a:sym typeface="+mn-lt"/>
                </a:rPr>
                <a:t>点击添加标题</a:t>
              </a:r>
              <a:endParaRPr lang="zh-CN" altLang="en-US" sz="2400" dirty="0">
                <a:cs typeface="+mn-ea"/>
                <a:sym typeface="+mn-lt"/>
              </a:endParaRPr>
            </a:p>
          </p:txBody>
        </p:sp>
      </p:grpSp>
      <p:grpSp>
        <p:nvGrpSpPr>
          <p:cNvPr id="45" name="组合 44"/>
          <p:cNvGrpSpPr/>
          <p:nvPr/>
        </p:nvGrpSpPr>
        <p:grpSpPr>
          <a:xfrm>
            <a:off x="0" y="584035"/>
            <a:ext cx="12192000" cy="381000"/>
            <a:chOff x="0" y="584035"/>
            <a:chExt cx="12192000" cy="381000"/>
          </a:xfrm>
        </p:grpSpPr>
        <p:cxnSp>
          <p:nvCxnSpPr>
            <p:cNvPr id="36" name="直接连接符 35"/>
            <p:cNvCxnSpPr/>
            <p:nvPr/>
          </p:nvCxnSpPr>
          <p:spPr>
            <a:xfrm>
              <a:off x="0" y="774535"/>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7" name="组合 36"/>
            <p:cNvGrpSpPr/>
            <p:nvPr/>
          </p:nvGrpSpPr>
          <p:grpSpPr>
            <a:xfrm rot="10800000">
              <a:off x="11060824" y="584035"/>
              <a:ext cx="656896" cy="381000"/>
              <a:chOff x="307428" y="393221"/>
              <a:chExt cx="656896" cy="381000"/>
            </a:xfrm>
          </p:grpSpPr>
          <p:sp>
            <p:nvSpPr>
              <p:cNvPr id="38" name="等腰三角形 37"/>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等腰三角形 38"/>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pic>
        <p:nvPicPr>
          <p:cNvPr id="41" name="图片 40"/>
          <p:cNvPicPr>
            <a:picLocks noChangeAspect="1"/>
          </p:cNvPicPr>
          <p:nvPr/>
        </p:nvPicPr>
        <p:blipFill>
          <a:blip r:embed="rId1"/>
          <a:stretch>
            <a:fillRect/>
          </a:stretch>
        </p:blipFill>
        <p:spPr>
          <a:xfrm>
            <a:off x="4876287" y="2524469"/>
            <a:ext cx="550501" cy="456181"/>
          </a:xfrm>
          <a:prstGeom prst="rect">
            <a:avLst/>
          </a:prstGeom>
        </p:spPr>
      </p:pic>
      <p:pic>
        <p:nvPicPr>
          <p:cNvPr id="42" name="图片 41"/>
          <p:cNvPicPr>
            <a:picLocks noChangeAspect="1"/>
          </p:cNvPicPr>
          <p:nvPr/>
        </p:nvPicPr>
        <p:blipFill>
          <a:blip r:embed="rId2"/>
          <a:stretch>
            <a:fillRect/>
          </a:stretch>
        </p:blipFill>
        <p:spPr>
          <a:xfrm>
            <a:off x="6549003" y="2524469"/>
            <a:ext cx="600552" cy="504825"/>
          </a:xfrm>
          <a:prstGeom prst="rect">
            <a:avLst/>
          </a:prstGeom>
        </p:spPr>
      </p:pic>
      <p:pic>
        <p:nvPicPr>
          <p:cNvPr id="43" name="图片 42"/>
          <p:cNvPicPr>
            <a:picLocks noChangeAspect="1"/>
          </p:cNvPicPr>
          <p:nvPr/>
        </p:nvPicPr>
        <p:blipFill>
          <a:blip r:embed="rId3"/>
          <a:stretch>
            <a:fillRect/>
          </a:stretch>
        </p:blipFill>
        <p:spPr>
          <a:xfrm>
            <a:off x="4889848" y="4121101"/>
            <a:ext cx="481931" cy="466140"/>
          </a:xfrm>
          <a:prstGeom prst="rect">
            <a:avLst/>
          </a:prstGeom>
        </p:spPr>
      </p:pic>
      <p:pic>
        <p:nvPicPr>
          <p:cNvPr id="44" name="图片 43"/>
          <p:cNvPicPr>
            <a:picLocks noChangeAspect="1"/>
          </p:cNvPicPr>
          <p:nvPr/>
        </p:nvPicPr>
        <p:blipFill>
          <a:blip r:embed="rId4"/>
          <a:stretch>
            <a:fillRect/>
          </a:stretch>
        </p:blipFill>
        <p:spPr>
          <a:xfrm>
            <a:off x="6629027" y="4127709"/>
            <a:ext cx="459520" cy="459532"/>
          </a:xfrm>
          <a:prstGeom prst="rect">
            <a:avLst/>
          </a:prstGeom>
        </p:spPr>
      </p:pic>
      <p:pic>
        <p:nvPicPr>
          <p:cNvPr id="46" name="图片 4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611944" y="4843963"/>
            <a:ext cx="2941552" cy="2122820"/>
          </a:xfrm>
          <a:prstGeom prst="rect">
            <a:avLst/>
          </a:prstGeom>
        </p:spPr>
      </p:pic>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4220">
        <p15:prstTrans prst="peelOff"/>
      </p:transition>
    </mc:Choice>
    <mc:Fallback>
      <p:transition spd="slow" advTm="422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right)">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9"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0-#ppt_h/2"/>
                                          </p:val>
                                        </p:tav>
                                        <p:tav tm="100000">
                                          <p:val>
                                            <p:strVal val="#ppt_y"/>
                                          </p:val>
                                        </p:tav>
                                      </p:tavLst>
                                    </p:anim>
                                  </p:childTnLst>
                                </p:cTn>
                              </p:par>
                              <p:par>
                                <p:cTn id="14" presetID="2" presetClass="entr" presetSubtype="3"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fill="hold"/>
                                        <p:tgtEl>
                                          <p:spTgt spid="8"/>
                                        </p:tgtEl>
                                        <p:attrNameLst>
                                          <p:attrName>ppt_x</p:attrName>
                                        </p:attrNameLst>
                                      </p:cBhvr>
                                      <p:tavLst>
                                        <p:tav tm="0">
                                          <p:val>
                                            <p:strVal val="1+#ppt_w/2"/>
                                          </p:val>
                                        </p:tav>
                                        <p:tav tm="100000">
                                          <p:val>
                                            <p:strVal val="#ppt_x"/>
                                          </p:val>
                                        </p:tav>
                                      </p:tavLst>
                                    </p:anim>
                                    <p:anim calcmode="lin" valueType="num">
                                      <p:cBhvr additive="base">
                                        <p:cTn id="17" dur="500" fill="hold"/>
                                        <p:tgtEl>
                                          <p:spTgt spid="8"/>
                                        </p:tgtEl>
                                        <p:attrNameLst>
                                          <p:attrName>ppt_y</p:attrName>
                                        </p:attrNameLst>
                                      </p:cBhvr>
                                      <p:tavLst>
                                        <p:tav tm="0">
                                          <p:val>
                                            <p:strVal val="0-#ppt_h/2"/>
                                          </p:val>
                                        </p:tav>
                                        <p:tav tm="100000">
                                          <p:val>
                                            <p:strVal val="#ppt_y"/>
                                          </p:val>
                                        </p:tav>
                                      </p:tavLst>
                                    </p:anim>
                                  </p:childTnLst>
                                </p:cTn>
                              </p:par>
                              <p:par>
                                <p:cTn id="18" presetID="2" presetClass="entr" presetSubtype="12"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500" fill="hold"/>
                                        <p:tgtEl>
                                          <p:spTgt spid="12"/>
                                        </p:tgtEl>
                                        <p:attrNameLst>
                                          <p:attrName>ppt_x</p:attrName>
                                        </p:attrNameLst>
                                      </p:cBhvr>
                                      <p:tavLst>
                                        <p:tav tm="0">
                                          <p:val>
                                            <p:strVal val="0-#ppt_w/2"/>
                                          </p:val>
                                        </p:tav>
                                        <p:tav tm="100000">
                                          <p:val>
                                            <p:strVal val="#ppt_x"/>
                                          </p:val>
                                        </p:tav>
                                      </p:tavLst>
                                    </p:anim>
                                    <p:anim calcmode="lin" valueType="num">
                                      <p:cBhvr additive="base">
                                        <p:cTn id="21" dur="500" fill="hold"/>
                                        <p:tgtEl>
                                          <p:spTgt spid="12"/>
                                        </p:tgtEl>
                                        <p:attrNameLst>
                                          <p:attrName>ppt_y</p:attrName>
                                        </p:attrNameLst>
                                      </p:cBhvr>
                                      <p:tavLst>
                                        <p:tav tm="0">
                                          <p:val>
                                            <p:strVal val="1+#ppt_h/2"/>
                                          </p:val>
                                        </p:tav>
                                        <p:tav tm="100000">
                                          <p:val>
                                            <p:strVal val="#ppt_y"/>
                                          </p:val>
                                        </p:tav>
                                      </p:tavLst>
                                    </p:anim>
                                  </p:childTnLst>
                                </p:cTn>
                              </p:par>
                              <p:par>
                                <p:cTn id="22" presetID="2" presetClass="entr" presetSubtype="6"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additive="base">
                                        <p:cTn id="24" dur="500" fill="hold"/>
                                        <p:tgtEl>
                                          <p:spTgt spid="16"/>
                                        </p:tgtEl>
                                        <p:attrNameLst>
                                          <p:attrName>ppt_x</p:attrName>
                                        </p:attrNameLst>
                                      </p:cBhvr>
                                      <p:tavLst>
                                        <p:tav tm="0">
                                          <p:val>
                                            <p:strVal val="1+#ppt_w/2"/>
                                          </p:val>
                                        </p:tav>
                                        <p:tav tm="100000">
                                          <p:val>
                                            <p:strVal val="#ppt_x"/>
                                          </p:val>
                                        </p:tav>
                                      </p:tavLst>
                                    </p:anim>
                                    <p:anim calcmode="lin" valueType="num">
                                      <p:cBhvr additive="base">
                                        <p:cTn id="25"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wipe(left)">
                                      <p:cBhvr>
                                        <p:cTn id="30" dur="500"/>
                                        <p:tgtEl>
                                          <p:spTgt spid="20"/>
                                        </p:tgtEl>
                                      </p:cBhvr>
                                    </p:animEffect>
                                  </p:childTnLst>
                                </p:cTn>
                              </p:par>
                              <p:par>
                                <p:cTn id="31" presetID="22" presetClass="entr" presetSubtype="8"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wipe(left)">
                                      <p:cBhvr>
                                        <p:cTn id="33" dur="500"/>
                                        <p:tgtEl>
                                          <p:spTgt spid="23"/>
                                        </p:tgtEl>
                                      </p:cBhvr>
                                    </p:animEffect>
                                  </p:childTnLst>
                                </p:cTn>
                              </p:par>
                              <p:par>
                                <p:cTn id="34" presetID="22" presetClass="entr" presetSubtype="2" fill="hold" nodeType="with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wipe(right)">
                                      <p:cBhvr>
                                        <p:cTn id="36" dur="500"/>
                                        <p:tgtEl>
                                          <p:spTgt spid="29"/>
                                        </p:tgtEl>
                                      </p:cBhvr>
                                    </p:animEffect>
                                  </p:childTnLst>
                                </p:cTn>
                              </p:par>
                              <p:par>
                                <p:cTn id="37" presetID="22" presetClass="entr" presetSubtype="2" fill="hold" nodeType="with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wipe(right)">
                                      <p:cBhvr>
                                        <p:cTn id="39" dur="500"/>
                                        <p:tgtEl>
                                          <p:spTgt spid="2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1"/>
                                        </p:tgtEl>
                                        <p:attrNameLst>
                                          <p:attrName>style.visibility</p:attrName>
                                        </p:attrNameLst>
                                      </p:cBhvr>
                                      <p:to>
                                        <p:strVal val="visible"/>
                                      </p:to>
                                    </p:set>
                                    <p:animEffect transition="in" filter="fade">
                                      <p:cBhvr>
                                        <p:cTn id="44" dur="500"/>
                                        <p:tgtEl>
                                          <p:spTgt spid="41"/>
                                        </p:tgtEl>
                                      </p:cBhvr>
                                    </p:animEffect>
                                  </p:childTnLst>
                                </p:cTn>
                              </p:par>
                              <p:par>
                                <p:cTn id="45" presetID="10" presetClass="entr" presetSubtype="0" fill="hold" nodeType="withEffect">
                                  <p:stCondLst>
                                    <p:cond delay="0"/>
                                  </p:stCondLst>
                                  <p:childTnLst>
                                    <p:set>
                                      <p:cBhvr>
                                        <p:cTn id="46" dur="1" fill="hold">
                                          <p:stCondLst>
                                            <p:cond delay="0"/>
                                          </p:stCondLst>
                                        </p:cTn>
                                        <p:tgtEl>
                                          <p:spTgt spid="42"/>
                                        </p:tgtEl>
                                        <p:attrNameLst>
                                          <p:attrName>style.visibility</p:attrName>
                                        </p:attrNameLst>
                                      </p:cBhvr>
                                      <p:to>
                                        <p:strVal val="visible"/>
                                      </p:to>
                                    </p:set>
                                    <p:animEffect transition="in" filter="fade">
                                      <p:cBhvr>
                                        <p:cTn id="47" dur="500"/>
                                        <p:tgtEl>
                                          <p:spTgt spid="42"/>
                                        </p:tgtEl>
                                      </p:cBhvr>
                                    </p:animEffect>
                                  </p:childTnLst>
                                </p:cTn>
                              </p:par>
                              <p:par>
                                <p:cTn id="48" presetID="10" presetClass="entr" presetSubtype="0" fill="hold" nodeType="withEffect">
                                  <p:stCondLst>
                                    <p:cond delay="0"/>
                                  </p:stCondLst>
                                  <p:childTnLst>
                                    <p:set>
                                      <p:cBhvr>
                                        <p:cTn id="49" dur="1" fill="hold">
                                          <p:stCondLst>
                                            <p:cond delay="0"/>
                                          </p:stCondLst>
                                        </p:cTn>
                                        <p:tgtEl>
                                          <p:spTgt spid="43"/>
                                        </p:tgtEl>
                                        <p:attrNameLst>
                                          <p:attrName>style.visibility</p:attrName>
                                        </p:attrNameLst>
                                      </p:cBhvr>
                                      <p:to>
                                        <p:strVal val="visible"/>
                                      </p:to>
                                    </p:set>
                                    <p:animEffect transition="in" filter="fade">
                                      <p:cBhvr>
                                        <p:cTn id="50" dur="500"/>
                                        <p:tgtEl>
                                          <p:spTgt spid="43"/>
                                        </p:tgtEl>
                                      </p:cBhvr>
                                    </p:animEffect>
                                  </p:childTnLst>
                                </p:cTn>
                              </p:par>
                              <p:par>
                                <p:cTn id="51" presetID="10" presetClass="entr" presetSubtype="0" fill="hold" nodeType="withEffect">
                                  <p:stCondLst>
                                    <p:cond delay="0"/>
                                  </p:stCondLst>
                                  <p:childTnLst>
                                    <p:set>
                                      <p:cBhvr>
                                        <p:cTn id="52" dur="1" fill="hold">
                                          <p:stCondLst>
                                            <p:cond delay="0"/>
                                          </p:stCondLst>
                                        </p:cTn>
                                        <p:tgtEl>
                                          <p:spTgt spid="44"/>
                                        </p:tgtEl>
                                        <p:attrNameLst>
                                          <p:attrName>style.visibility</p:attrName>
                                        </p:attrNameLst>
                                      </p:cBhvr>
                                      <p:to>
                                        <p:strVal val="visible"/>
                                      </p:to>
                                    </p:set>
                                    <p:animEffect transition="in" filter="fade">
                                      <p:cBhvr>
                                        <p:cTn id="53"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箭头: V 形 3"/>
          <p:cNvSpPr/>
          <p:nvPr/>
        </p:nvSpPr>
        <p:spPr>
          <a:xfrm>
            <a:off x="1745636" y="2062097"/>
            <a:ext cx="1541303" cy="728889"/>
          </a:xfrm>
          <a:prstGeom prst="chevron">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5" name="箭头: V 形 4"/>
          <p:cNvSpPr/>
          <p:nvPr/>
        </p:nvSpPr>
        <p:spPr>
          <a:xfrm>
            <a:off x="1721221" y="3386545"/>
            <a:ext cx="1541303" cy="728889"/>
          </a:xfrm>
          <a:prstGeom prst="chevr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6" name="箭头: V 形 5"/>
          <p:cNvSpPr/>
          <p:nvPr/>
        </p:nvSpPr>
        <p:spPr>
          <a:xfrm>
            <a:off x="1721218" y="4828042"/>
            <a:ext cx="1541303" cy="728889"/>
          </a:xfrm>
          <a:prstGeom prst="chevron">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7" name="文本框 6"/>
          <p:cNvSpPr txBox="1"/>
          <p:nvPr/>
        </p:nvSpPr>
        <p:spPr>
          <a:xfrm>
            <a:off x="3768796" y="2262592"/>
            <a:ext cx="6577128" cy="738664"/>
          </a:xfrm>
          <a:prstGeom prst="rect">
            <a:avLst/>
          </a:prstGeom>
          <a:noFill/>
        </p:spPr>
        <p:txBody>
          <a:bodyPr wrap="square" rtlCol="0">
            <a:spAutoFit/>
          </a:bodyPr>
          <a:lstStyle/>
          <a:p>
            <a:r>
              <a:rPr lang="zh-CN" altLang="en-US" sz="1400" dirty="0">
                <a:solidFill>
                  <a:schemeClr val="bg2">
                    <a:lumMod val="25000"/>
                  </a:schemeClr>
                </a:solidFill>
                <a:cs typeface="+mn-ea"/>
                <a:sym typeface="+mn-lt"/>
              </a:rPr>
              <a:t>点击此处添加内容，请注意字体大小及内容点击此处添加内容，请注意字体大小及内容</a:t>
            </a:r>
            <a:r>
              <a:rPr lang="en-US" altLang="zh-CN" sz="1400" dirty="0">
                <a:solidFill>
                  <a:schemeClr val="bg2">
                    <a:lumMod val="25000"/>
                  </a:schemeClr>
                </a:solidFill>
                <a:cs typeface="+mn-ea"/>
                <a:sym typeface="+mn-lt"/>
              </a:rPr>
              <a:t>,</a:t>
            </a:r>
            <a:r>
              <a:rPr lang="zh-CN" altLang="en-US" sz="1400" dirty="0">
                <a:solidFill>
                  <a:schemeClr val="bg2">
                    <a:lumMod val="25000"/>
                  </a:schemeClr>
                </a:solidFill>
                <a:cs typeface="+mn-ea"/>
                <a:sym typeface="+mn-lt"/>
              </a:rPr>
              <a:t>点击此处添加内容，请注意字体大小及内容点击此处添加内容，请注意字体大小及内容</a:t>
            </a:r>
            <a:r>
              <a:rPr lang="en-US" altLang="zh-CN" sz="1400" dirty="0">
                <a:solidFill>
                  <a:schemeClr val="bg2">
                    <a:lumMod val="25000"/>
                  </a:schemeClr>
                </a:solidFill>
                <a:cs typeface="+mn-ea"/>
                <a:sym typeface="+mn-lt"/>
              </a:rPr>
              <a:t>,</a:t>
            </a:r>
            <a:endParaRPr lang="zh-CN" altLang="en-US" sz="1400" dirty="0">
              <a:solidFill>
                <a:schemeClr val="bg2">
                  <a:lumMod val="25000"/>
                </a:schemeClr>
              </a:solidFill>
              <a:cs typeface="+mn-ea"/>
              <a:sym typeface="+mn-lt"/>
            </a:endParaRPr>
          </a:p>
        </p:txBody>
      </p:sp>
      <p:sp>
        <p:nvSpPr>
          <p:cNvPr id="8" name="文本框 7"/>
          <p:cNvSpPr txBox="1"/>
          <p:nvPr/>
        </p:nvSpPr>
        <p:spPr>
          <a:xfrm>
            <a:off x="3768796" y="1827085"/>
            <a:ext cx="1569660" cy="369332"/>
          </a:xfrm>
          <a:prstGeom prst="rect">
            <a:avLst/>
          </a:prstGeom>
          <a:noFill/>
        </p:spPr>
        <p:txBody>
          <a:bodyPr wrap="none" rtlCol="0">
            <a:spAutoFit/>
          </a:bodyPr>
          <a:lstStyle/>
          <a:p>
            <a:pPr algn="ctr"/>
            <a:r>
              <a:rPr lang="zh-CN" altLang="en-US" dirty="0">
                <a:solidFill>
                  <a:schemeClr val="bg2">
                    <a:lumMod val="10000"/>
                  </a:schemeClr>
                </a:solidFill>
                <a:cs typeface="+mn-ea"/>
                <a:sym typeface="+mn-lt"/>
              </a:rPr>
              <a:t>点击添加文字</a:t>
            </a:r>
            <a:endParaRPr lang="zh-CN" altLang="en-US" dirty="0">
              <a:solidFill>
                <a:schemeClr val="bg2">
                  <a:lumMod val="10000"/>
                </a:schemeClr>
              </a:solidFill>
              <a:cs typeface="+mn-ea"/>
              <a:sym typeface="+mn-lt"/>
            </a:endParaRPr>
          </a:p>
        </p:txBody>
      </p:sp>
      <p:sp>
        <p:nvSpPr>
          <p:cNvPr id="9" name="文本框 8"/>
          <p:cNvSpPr txBox="1"/>
          <p:nvPr/>
        </p:nvSpPr>
        <p:spPr>
          <a:xfrm>
            <a:off x="3768796" y="3637061"/>
            <a:ext cx="6577128" cy="738664"/>
          </a:xfrm>
          <a:prstGeom prst="rect">
            <a:avLst/>
          </a:prstGeom>
          <a:noFill/>
        </p:spPr>
        <p:txBody>
          <a:bodyPr wrap="square" rtlCol="0">
            <a:spAutoFit/>
          </a:bodyPr>
          <a:lstStyle/>
          <a:p>
            <a:r>
              <a:rPr lang="zh-CN" altLang="en-US" sz="1400" dirty="0">
                <a:solidFill>
                  <a:schemeClr val="bg2">
                    <a:lumMod val="25000"/>
                  </a:schemeClr>
                </a:solidFill>
                <a:cs typeface="+mn-ea"/>
                <a:sym typeface="+mn-lt"/>
              </a:rPr>
              <a:t>点击此处添加内容，请注意字体大小及内容点击此处添加内容，请注意字体大小及内容</a:t>
            </a:r>
            <a:r>
              <a:rPr lang="en-US" altLang="zh-CN" sz="1400" dirty="0">
                <a:solidFill>
                  <a:schemeClr val="bg2">
                    <a:lumMod val="25000"/>
                  </a:schemeClr>
                </a:solidFill>
                <a:cs typeface="+mn-ea"/>
                <a:sym typeface="+mn-lt"/>
              </a:rPr>
              <a:t>,</a:t>
            </a:r>
            <a:r>
              <a:rPr lang="zh-CN" altLang="en-US" sz="1400" dirty="0">
                <a:solidFill>
                  <a:schemeClr val="bg2">
                    <a:lumMod val="25000"/>
                  </a:schemeClr>
                </a:solidFill>
                <a:cs typeface="+mn-ea"/>
                <a:sym typeface="+mn-lt"/>
              </a:rPr>
              <a:t>点击此处添加内容，请注意字体大小及内容点击此处添加内容，请注意字体大小及内容</a:t>
            </a:r>
            <a:r>
              <a:rPr lang="en-US" altLang="zh-CN" sz="1400" dirty="0">
                <a:solidFill>
                  <a:schemeClr val="bg2">
                    <a:lumMod val="25000"/>
                  </a:schemeClr>
                </a:solidFill>
                <a:cs typeface="+mn-ea"/>
                <a:sym typeface="+mn-lt"/>
              </a:rPr>
              <a:t>,</a:t>
            </a:r>
            <a:endParaRPr lang="zh-CN" altLang="en-US" sz="1400" dirty="0">
              <a:solidFill>
                <a:schemeClr val="bg2">
                  <a:lumMod val="25000"/>
                </a:schemeClr>
              </a:solidFill>
              <a:cs typeface="+mn-ea"/>
              <a:sym typeface="+mn-lt"/>
            </a:endParaRPr>
          </a:p>
        </p:txBody>
      </p:sp>
      <p:sp>
        <p:nvSpPr>
          <p:cNvPr id="10" name="文本框 9"/>
          <p:cNvSpPr txBox="1"/>
          <p:nvPr/>
        </p:nvSpPr>
        <p:spPr>
          <a:xfrm>
            <a:off x="3768796" y="3201554"/>
            <a:ext cx="1569660" cy="369332"/>
          </a:xfrm>
          <a:prstGeom prst="rect">
            <a:avLst/>
          </a:prstGeom>
          <a:noFill/>
        </p:spPr>
        <p:txBody>
          <a:bodyPr wrap="none" rtlCol="0">
            <a:spAutoFit/>
          </a:bodyPr>
          <a:lstStyle/>
          <a:p>
            <a:pPr algn="ctr"/>
            <a:r>
              <a:rPr lang="zh-CN" altLang="en-US" dirty="0">
                <a:solidFill>
                  <a:schemeClr val="bg2">
                    <a:lumMod val="10000"/>
                  </a:schemeClr>
                </a:solidFill>
                <a:cs typeface="+mn-ea"/>
                <a:sym typeface="+mn-lt"/>
              </a:rPr>
              <a:t>点击添加文字</a:t>
            </a:r>
            <a:endParaRPr lang="zh-CN" altLang="en-US" dirty="0">
              <a:solidFill>
                <a:schemeClr val="bg2">
                  <a:lumMod val="10000"/>
                </a:schemeClr>
              </a:solidFill>
              <a:cs typeface="+mn-ea"/>
              <a:sym typeface="+mn-lt"/>
            </a:endParaRPr>
          </a:p>
        </p:txBody>
      </p:sp>
      <p:sp>
        <p:nvSpPr>
          <p:cNvPr id="11" name="文本框 10"/>
          <p:cNvSpPr txBox="1"/>
          <p:nvPr/>
        </p:nvSpPr>
        <p:spPr>
          <a:xfrm>
            <a:off x="3768796" y="5011530"/>
            <a:ext cx="6577128" cy="738664"/>
          </a:xfrm>
          <a:prstGeom prst="rect">
            <a:avLst/>
          </a:prstGeom>
          <a:noFill/>
        </p:spPr>
        <p:txBody>
          <a:bodyPr wrap="square" rtlCol="0">
            <a:spAutoFit/>
          </a:bodyPr>
          <a:lstStyle/>
          <a:p>
            <a:r>
              <a:rPr lang="zh-CN" altLang="en-US" sz="1400" dirty="0">
                <a:solidFill>
                  <a:schemeClr val="bg2">
                    <a:lumMod val="25000"/>
                  </a:schemeClr>
                </a:solidFill>
                <a:cs typeface="+mn-ea"/>
                <a:sym typeface="+mn-lt"/>
              </a:rPr>
              <a:t>点击此处添加内容，请注意字体大小及内容点击此处添加内容，请注意字体大小及内容</a:t>
            </a:r>
            <a:r>
              <a:rPr lang="en-US" altLang="zh-CN" sz="1400" dirty="0">
                <a:solidFill>
                  <a:schemeClr val="bg2">
                    <a:lumMod val="25000"/>
                  </a:schemeClr>
                </a:solidFill>
                <a:cs typeface="+mn-ea"/>
                <a:sym typeface="+mn-lt"/>
              </a:rPr>
              <a:t>,</a:t>
            </a:r>
            <a:r>
              <a:rPr lang="zh-CN" altLang="en-US" sz="1400" dirty="0">
                <a:solidFill>
                  <a:schemeClr val="bg2">
                    <a:lumMod val="25000"/>
                  </a:schemeClr>
                </a:solidFill>
                <a:cs typeface="+mn-ea"/>
                <a:sym typeface="+mn-lt"/>
              </a:rPr>
              <a:t>点击此处添加内容，请注意字体大小及内容点击此处添加内容，请注意字体大小及内容</a:t>
            </a:r>
            <a:r>
              <a:rPr lang="en-US" altLang="zh-CN" sz="1400" dirty="0">
                <a:solidFill>
                  <a:schemeClr val="bg2">
                    <a:lumMod val="25000"/>
                  </a:schemeClr>
                </a:solidFill>
                <a:cs typeface="+mn-ea"/>
                <a:sym typeface="+mn-lt"/>
              </a:rPr>
              <a:t>,</a:t>
            </a:r>
            <a:endParaRPr lang="zh-CN" altLang="en-US" sz="1400" dirty="0">
              <a:solidFill>
                <a:schemeClr val="bg2">
                  <a:lumMod val="25000"/>
                </a:schemeClr>
              </a:solidFill>
              <a:cs typeface="+mn-ea"/>
              <a:sym typeface="+mn-lt"/>
            </a:endParaRPr>
          </a:p>
        </p:txBody>
      </p:sp>
      <p:sp>
        <p:nvSpPr>
          <p:cNvPr id="12" name="文本框 11"/>
          <p:cNvSpPr txBox="1"/>
          <p:nvPr/>
        </p:nvSpPr>
        <p:spPr>
          <a:xfrm>
            <a:off x="3768796" y="4576023"/>
            <a:ext cx="1569660" cy="369332"/>
          </a:xfrm>
          <a:prstGeom prst="rect">
            <a:avLst/>
          </a:prstGeom>
          <a:noFill/>
        </p:spPr>
        <p:txBody>
          <a:bodyPr wrap="none" rtlCol="0">
            <a:spAutoFit/>
          </a:bodyPr>
          <a:lstStyle/>
          <a:p>
            <a:pPr algn="ctr"/>
            <a:r>
              <a:rPr lang="zh-CN" altLang="en-US" dirty="0">
                <a:solidFill>
                  <a:schemeClr val="bg2">
                    <a:lumMod val="10000"/>
                  </a:schemeClr>
                </a:solidFill>
                <a:cs typeface="+mn-ea"/>
                <a:sym typeface="+mn-lt"/>
              </a:rPr>
              <a:t>点击添加文字</a:t>
            </a:r>
            <a:endParaRPr lang="zh-CN" altLang="en-US" dirty="0">
              <a:solidFill>
                <a:schemeClr val="bg2">
                  <a:lumMod val="10000"/>
                </a:schemeClr>
              </a:solidFill>
              <a:cs typeface="+mn-ea"/>
              <a:sym typeface="+mn-lt"/>
            </a:endParaRPr>
          </a:p>
        </p:txBody>
      </p:sp>
      <p:pic>
        <p:nvPicPr>
          <p:cNvPr id="13" name="图片 12"/>
          <p:cNvPicPr>
            <a:picLocks noChangeAspect="1"/>
          </p:cNvPicPr>
          <p:nvPr/>
        </p:nvPicPr>
        <p:blipFill>
          <a:blip r:embed="rId1"/>
          <a:stretch>
            <a:fillRect/>
          </a:stretch>
        </p:blipFill>
        <p:spPr>
          <a:xfrm>
            <a:off x="2331604" y="2262594"/>
            <a:ext cx="387576" cy="387587"/>
          </a:xfrm>
          <a:prstGeom prst="rect">
            <a:avLst/>
          </a:prstGeom>
        </p:spPr>
      </p:pic>
      <p:pic>
        <p:nvPicPr>
          <p:cNvPr id="14" name="图片 13"/>
          <p:cNvPicPr>
            <a:picLocks noChangeAspect="1"/>
          </p:cNvPicPr>
          <p:nvPr/>
        </p:nvPicPr>
        <p:blipFill>
          <a:blip r:embed="rId2"/>
          <a:stretch>
            <a:fillRect/>
          </a:stretch>
        </p:blipFill>
        <p:spPr>
          <a:xfrm>
            <a:off x="2229089" y="3570886"/>
            <a:ext cx="460324" cy="411015"/>
          </a:xfrm>
          <a:prstGeom prst="rect">
            <a:avLst/>
          </a:prstGeom>
        </p:spPr>
      </p:pic>
      <p:pic>
        <p:nvPicPr>
          <p:cNvPr id="15" name="图片 14"/>
          <p:cNvPicPr>
            <a:picLocks noChangeAspect="1"/>
          </p:cNvPicPr>
          <p:nvPr/>
        </p:nvPicPr>
        <p:blipFill>
          <a:blip r:embed="rId3"/>
          <a:stretch>
            <a:fillRect/>
          </a:stretch>
        </p:blipFill>
        <p:spPr>
          <a:xfrm>
            <a:off x="2235948" y="4945355"/>
            <a:ext cx="483232" cy="492538"/>
          </a:xfrm>
          <a:prstGeom prst="rect">
            <a:avLst/>
          </a:prstGeom>
        </p:spPr>
      </p:pic>
      <p:grpSp>
        <p:nvGrpSpPr>
          <p:cNvPr id="21" name="组合 20"/>
          <p:cNvGrpSpPr/>
          <p:nvPr/>
        </p:nvGrpSpPr>
        <p:grpSpPr>
          <a:xfrm>
            <a:off x="0" y="584035"/>
            <a:ext cx="12192000" cy="381000"/>
            <a:chOff x="0" y="584035"/>
            <a:chExt cx="12192000" cy="381000"/>
          </a:xfrm>
        </p:grpSpPr>
        <p:cxnSp>
          <p:nvCxnSpPr>
            <p:cNvPr id="16" name="直接连接符 15"/>
            <p:cNvCxnSpPr/>
            <p:nvPr/>
          </p:nvCxnSpPr>
          <p:spPr>
            <a:xfrm>
              <a:off x="0" y="774535"/>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 name="组合 16"/>
            <p:cNvGrpSpPr/>
            <p:nvPr/>
          </p:nvGrpSpPr>
          <p:grpSpPr>
            <a:xfrm rot="10800000">
              <a:off x="11060824" y="584035"/>
              <a:ext cx="656896" cy="381000"/>
              <a:chOff x="307428" y="393221"/>
              <a:chExt cx="656896" cy="381000"/>
            </a:xfrm>
          </p:grpSpPr>
          <p:sp>
            <p:nvSpPr>
              <p:cNvPr id="18" name="等腰三角形 17"/>
              <p:cNvSpPr/>
              <p:nvPr/>
            </p:nvSpPr>
            <p:spPr>
              <a:xfrm rot="5400000">
                <a:off x="281152"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等腰三角形 18"/>
              <p:cNvSpPr/>
              <p:nvPr/>
            </p:nvSpPr>
            <p:spPr>
              <a:xfrm rot="5400000">
                <a:off x="609600" y="419497"/>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pic>
        <p:nvPicPr>
          <p:cNvPr id="22" name="图片 2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611944" y="4843963"/>
            <a:ext cx="2941552" cy="2122820"/>
          </a:xfrm>
          <a:prstGeom prst="rect">
            <a:avLst/>
          </a:prstGeom>
        </p:spPr>
      </p:pic>
    </p:spTree>
    <p:custDataLst>
      <p:tags r:id="rId5"/>
    </p:custDataLst>
  </p:cSld>
  <p:clrMapOvr>
    <a:masterClrMapping/>
  </p:clrMapOvr>
  <mc:AlternateContent xmlns:mc="http://schemas.openxmlformats.org/markup-compatibility/2006">
    <mc:Choice xmlns:p14="http://schemas.microsoft.com/office/powerpoint/2010/main" Requires="p14">
      <p:transition spd="slow" p14:dur="1200" advTm="5984">
        <p:dissolve/>
      </p:transition>
    </mc:Choice>
    <mc:Fallback>
      <p:transition spd="slow" advTm="5984">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right)">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par>
                                <p:cTn id="14" presetID="2" presetClass="entr" presetSubtype="8"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0-#ppt_w/2"/>
                                          </p:val>
                                        </p:tav>
                                        <p:tav tm="100000">
                                          <p:val>
                                            <p:strVal val="#ppt_x"/>
                                          </p:val>
                                        </p:tav>
                                      </p:tavLst>
                                    </p:anim>
                                    <p:anim calcmode="lin" valueType="num">
                                      <p:cBhvr additive="base">
                                        <p:cTn id="17" dur="500" fill="hold"/>
                                        <p:tgtEl>
                                          <p:spTgt spid="5"/>
                                        </p:tgtEl>
                                        <p:attrNameLst>
                                          <p:attrName>ppt_y</p:attrName>
                                        </p:attrNameLst>
                                      </p:cBhvr>
                                      <p:tavLst>
                                        <p:tav tm="0">
                                          <p:val>
                                            <p:strVal val="#ppt_y"/>
                                          </p:val>
                                        </p:tav>
                                        <p:tav tm="100000">
                                          <p:val>
                                            <p:strVal val="#ppt_y"/>
                                          </p:val>
                                        </p:tav>
                                      </p:tavLst>
                                    </p:anim>
                                  </p:childTnLst>
                                </p:cTn>
                              </p:par>
                              <p:par>
                                <p:cTn id="18" presetID="2" presetClass="entr" presetSubtype="8"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ppt_x</p:attrName>
                                        </p:attrNameLst>
                                      </p:cBhvr>
                                      <p:tavLst>
                                        <p:tav tm="0">
                                          <p:val>
                                            <p:strVal val="0-#ppt_w/2"/>
                                          </p:val>
                                        </p:tav>
                                        <p:tav tm="100000">
                                          <p:val>
                                            <p:strVal val="#ppt_x"/>
                                          </p:val>
                                        </p:tav>
                                      </p:tavLst>
                                    </p:anim>
                                    <p:anim calcmode="lin" valueType="num">
                                      <p:cBhvr additive="base">
                                        <p:cTn id="21"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nodeType="clickEffect">
                                  <p:stCondLst>
                                    <p:cond delay="0"/>
                                  </p:stCondLst>
                                  <p:childTnLst>
                                    <p:set>
                                      <p:cBhvr>
                                        <p:cTn id="25" dur="1" fill="hold">
                                          <p:stCondLst>
                                            <p:cond delay="0"/>
                                          </p:stCondLst>
                                        </p:cTn>
                                        <p:tgtEl>
                                          <p:spTgt spid="13"/>
                                        </p:tgtEl>
                                        <p:attrNameLst>
                                          <p:attrName>style.visibility</p:attrName>
                                        </p:attrNameLst>
                                      </p:cBhvr>
                                      <p:to>
                                        <p:strVal val="visible"/>
                                      </p:to>
                                    </p:set>
                                    <p:anim calcmode="lin" valueType="num">
                                      <p:cBhvr additive="base">
                                        <p:cTn id="26" dur="500" fill="hold"/>
                                        <p:tgtEl>
                                          <p:spTgt spid="13"/>
                                        </p:tgtEl>
                                        <p:attrNameLst>
                                          <p:attrName>ppt_x</p:attrName>
                                        </p:attrNameLst>
                                      </p:cBhvr>
                                      <p:tavLst>
                                        <p:tav tm="0">
                                          <p:val>
                                            <p:strVal val="0-#ppt_w/2"/>
                                          </p:val>
                                        </p:tav>
                                        <p:tav tm="100000">
                                          <p:val>
                                            <p:strVal val="#ppt_x"/>
                                          </p:val>
                                        </p:tav>
                                      </p:tavLst>
                                    </p:anim>
                                    <p:anim calcmode="lin" valueType="num">
                                      <p:cBhvr additive="base">
                                        <p:cTn id="27" dur="500" fill="hold"/>
                                        <p:tgtEl>
                                          <p:spTgt spid="13"/>
                                        </p:tgtEl>
                                        <p:attrNameLst>
                                          <p:attrName>ppt_y</p:attrName>
                                        </p:attrNameLst>
                                      </p:cBhvr>
                                      <p:tavLst>
                                        <p:tav tm="0">
                                          <p:val>
                                            <p:strVal val="#ppt_y"/>
                                          </p:val>
                                        </p:tav>
                                        <p:tav tm="100000">
                                          <p:val>
                                            <p:strVal val="#ppt_y"/>
                                          </p:val>
                                        </p:tav>
                                      </p:tavLst>
                                    </p:anim>
                                  </p:childTnLst>
                                </p:cTn>
                              </p:par>
                              <p:par>
                                <p:cTn id="28" presetID="2" presetClass="entr" presetSubtype="8" fill="hold" nodeType="withEffect">
                                  <p:stCondLst>
                                    <p:cond delay="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500" fill="hold"/>
                                        <p:tgtEl>
                                          <p:spTgt spid="14"/>
                                        </p:tgtEl>
                                        <p:attrNameLst>
                                          <p:attrName>ppt_x</p:attrName>
                                        </p:attrNameLst>
                                      </p:cBhvr>
                                      <p:tavLst>
                                        <p:tav tm="0">
                                          <p:val>
                                            <p:strVal val="0-#ppt_w/2"/>
                                          </p:val>
                                        </p:tav>
                                        <p:tav tm="100000">
                                          <p:val>
                                            <p:strVal val="#ppt_x"/>
                                          </p:val>
                                        </p:tav>
                                      </p:tavLst>
                                    </p:anim>
                                    <p:anim calcmode="lin" valueType="num">
                                      <p:cBhvr additive="base">
                                        <p:cTn id="31" dur="500" fill="hold"/>
                                        <p:tgtEl>
                                          <p:spTgt spid="14"/>
                                        </p:tgtEl>
                                        <p:attrNameLst>
                                          <p:attrName>ppt_y</p:attrName>
                                        </p:attrNameLst>
                                      </p:cBhvr>
                                      <p:tavLst>
                                        <p:tav tm="0">
                                          <p:val>
                                            <p:strVal val="#ppt_y"/>
                                          </p:val>
                                        </p:tav>
                                        <p:tav tm="100000">
                                          <p:val>
                                            <p:strVal val="#ppt_y"/>
                                          </p:val>
                                        </p:tav>
                                      </p:tavLst>
                                    </p:anim>
                                  </p:childTnLst>
                                </p:cTn>
                              </p:par>
                              <p:par>
                                <p:cTn id="32" presetID="2" presetClass="entr" presetSubtype="8"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 calcmode="lin" valueType="num">
                                      <p:cBhvr additive="base">
                                        <p:cTn id="34" dur="500" fill="hold"/>
                                        <p:tgtEl>
                                          <p:spTgt spid="15"/>
                                        </p:tgtEl>
                                        <p:attrNameLst>
                                          <p:attrName>ppt_x</p:attrName>
                                        </p:attrNameLst>
                                      </p:cBhvr>
                                      <p:tavLst>
                                        <p:tav tm="0">
                                          <p:val>
                                            <p:strVal val="0-#ppt_w/2"/>
                                          </p:val>
                                        </p:tav>
                                        <p:tav tm="100000">
                                          <p:val>
                                            <p:strVal val="#ppt_x"/>
                                          </p:val>
                                        </p:tav>
                                      </p:tavLst>
                                    </p:anim>
                                    <p:anim calcmode="lin" valueType="num">
                                      <p:cBhvr additive="base">
                                        <p:cTn id="35"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 calcmode="lin" valueType="num">
                                      <p:cBhvr additive="base">
                                        <p:cTn id="40" dur="500" fill="hold"/>
                                        <p:tgtEl>
                                          <p:spTgt spid="8"/>
                                        </p:tgtEl>
                                        <p:attrNameLst>
                                          <p:attrName>ppt_x</p:attrName>
                                        </p:attrNameLst>
                                      </p:cBhvr>
                                      <p:tavLst>
                                        <p:tav tm="0">
                                          <p:val>
                                            <p:strVal val="#ppt_x"/>
                                          </p:val>
                                        </p:tav>
                                        <p:tav tm="100000">
                                          <p:val>
                                            <p:strVal val="#ppt_x"/>
                                          </p:val>
                                        </p:tav>
                                      </p:tavLst>
                                    </p:anim>
                                    <p:anim calcmode="lin" valueType="num">
                                      <p:cBhvr additive="base">
                                        <p:cTn id="41" dur="500" fill="hold"/>
                                        <p:tgtEl>
                                          <p:spTgt spid="8"/>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7"/>
                                        </p:tgtEl>
                                        <p:attrNameLst>
                                          <p:attrName>style.visibility</p:attrName>
                                        </p:attrNameLst>
                                      </p:cBhvr>
                                      <p:to>
                                        <p:strVal val="visible"/>
                                      </p:to>
                                    </p:set>
                                    <p:anim calcmode="lin" valueType="num">
                                      <p:cBhvr additive="base">
                                        <p:cTn id="44" dur="500" fill="hold"/>
                                        <p:tgtEl>
                                          <p:spTgt spid="7"/>
                                        </p:tgtEl>
                                        <p:attrNameLst>
                                          <p:attrName>ppt_x</p:attrName>
                                        </p:attrNameLst>
                                      </p:cBhvr>
                                      <p:tavLst>
                                        <p:tav tm="0">
                                          <p:val>
                                            <p:strVal val="#ppt_x"/>
                                          </p:val>
                                        </p:tav>
                                        <p:tav tm="100000">
                                          <p:val>
                                            <p:strVal val="#ppt_x"/>
                                          </p:val>
                                        </p:tav>
                                      </p:tavLst>
                                    </p:anim>
                                    <p:anim calcmode="lin" valueType="num">
                                      <p:cBhvr additive="base">
                                        <p:cTn id="4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anim calcmode="lin" valueType="num">
                                      <p:cBhvr additive="base">
                                        <p:cTn id="50" dur="500" fill="hold"/>
                                        <p:tgtEl>
                                          <p:spTgt spid="10"/>
                                        </p:tgtEl>
                                        <p:attrNameLst>
                                          <p:attrName>ppt_x</p:attrName>
                                        </p:attrNameLst>
                                      </p:cBhvr>
                                      <p:tavLst>
                                        <p:tav tm="0">
                                          <p:val>
                                            <p:strVal val="#ppt_x"/>
                                          </p:val>
                                        </p:tav>
                                        <p:tav tm="100000">
                                          <p:val>
                                            <p:strVal val="#ppt_x"/>
                                          </p:val>
                                        </p:tav>
                                      </p:tavLst>
                                    </p:anim>
                                    <p:anim calcmode="lin" valueType="num">
                                      <p:cBhvr additive="base">
                                        <p:cTn id="51" dur="500" fill="hold"/>
                                        <p:tgtEl>
                                          <p:spTgt spid="10"/>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9"/>
                                        </p:tgtEl>
                                        <p:attrNameLst>
                                          <p:attrName>style.visibility</p:attrName>
                                        </p:attrNameLst>
                                      </p:cBhvr>
                                      <p:to>
                                        <p:strVal val="visible"/>
                                      </p:to>
                                    </p:set>
                                    <p:anim calcmode="lin" valueType="num">
                                      <p:cBhvr additive="base">
                                        <p:cTn id="54" dur="500" fill="hold"/>
                                        <p:tgtEl>
                                          <p:spTgt spid="9"/>
                                        </p:tgtEl>
                                        <p:attrNameLst>
                                          <p:attrName>ppt_x</p:attrName>
                                        </p:attrNameLst>
                                      </p:cBhvr>
                                      <p:tavLst>
                                        <p:tav tm="0">
                                          <p:val>
                                            <p:strVal val="#ppt_x"/>
                                          </p:val>
                                        </p:tav>
                                        <p:tav tm="100000">
                                          <p:val>
                                            <p:strVal val="#ppt_x"/>
                                          </p:val>
                                        </p:tav>
                                      </p:tavLst>
                                    </p:anim>
                                    <p:anim calcmode="lin" valueType="num">
                                      <p:cBhvr additive="base">
                                        <p:cTn id="5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12"/>
                                        </p:tgtEl>
                                        <p:attrNameLst>
                                          <p:attrName>style.visibility</p:attrName>
                                        </p:attrNameLst>
                                      </p:cBhvr>
                                      <p:to>
                                        <p:strVal val="visible"/>
                                      </p:to>
                                    </p:set>
                                    <p:anim calcmode="lin" valueType="num">
                                      <p:cBhvr additive="base">
                                        <p:cTn id="60" dur="500" fill="hold"/>
                                        <p:tgtEl>
                                          <p:spTgt spid="12"/>
                                        </p:tgtEl>
                                        <p:attrNameLst>
                                          <p:attrName>ppt_x</p:attrName>
                                        </p:attrNameLst>
                                      </p:cBhvr>
                                      <p:tavLst>
                                        <p:tav tm="0">
                                          <p:val>
                                            <p:strVal val="#ppt_x"/>
                                          </p:val>
                                        </p:tav>
                                        <p:tav tm="100000">
                                          <p:val>
                                            <p:strVal val="#ppt_x"/>
                                          </p:val>
                                        </p:tav>
                                      </p:tavLst>
                                    </p:anim>
                                    <p:anim calcmode="lin" valueType="num">
                                      <p:cBhvr additive="base">
                                        <p:cTn id="61" dur="500" fill="hold"/>
                                        <p:tgtEl>
                                          <p:spTgt spid="12"/>
                                        </p:tgtEl>
                                        <p:attrNameLst>
                                          <p:attrName>ppt_y</p:attrName>
                                        </p:attrNameLst>
                                      </p:cBhvr>
                                      <p:tavLst>
                                        <p:tav tm="0">
                                          <p:val>
                                            <p:strVal val="1+#ppt_h/2"/>
                                          </p:val>
                                        </p:tav>
                                        <p:tav tm="100000">
                                          <p:val>
                                            <p:strVal val="#ppt_y"/>
                                          </p:val>
                                        </p:tav>
                                      </p:tavLst>
                                    </p:anim>
                                  </p:childTnLst>
                                </p:cTn>
                              </p:par>
                              <p:par>
                                <p:cTn id="62" presetID="2" presetClass="entr" presetSubtype="4" fill="hold" grpId="0" nodeType="withEffect">
                                  <p:stCondLst>
                                    <p:cond delay="0"/>
                                  </p:stCondLst>
                                  <p:childTnLst>
                                    <p:set>
                                      <p:cBhvr>
                                        <p:cTn id="63" dur="1" fill="hold">
                                          <p:stCondLst>
                                            <p:cond delay="0"/>
                                          </p:stCondLst>
                                        </p:cTn>
                                        <p:tgtEl>
                                          <p:spTgt spid="11"/>
                                        </p:tgtEl>
                                        <p:attrNameLst>
                                          <p:attrName>style.visibility</p:attrName>
                                        </p:attrNameLst>
                                      </p:cBhvr>
                                      <p:to>
                                        <p:strVal val="visible"/>
                                      </p:to>
                                    </p:set>
                                    <p:anim calcmode="lin" valueType="num">
                                      <p:cBhvr additive="base">
                                        <p:cTn id="64" dur="500" fill="hold"/>
                                        <p:tgtEl>
                                          <p:spTgt spid="11"/>
                                        </p:tgtEl>
                                        <p:attrNameLst>
                                          <p:attrName>ppt_x</p:attrName>
                                        </p:attrNameLst>
                                      </p:cBhvr>
                                      <p:tavLst>
                                        <p:tav tm="0">
                                          <p:val>
                                            <p:strVal val="#ppt_x"/>
                                          </p:val>
                                        </p:tav>
                                        <p:tav tm="100000">
                                          <p:val>
                                            <p:strVal val="#ppt_x"/>
                                          </p:val>
                                        </p:tav>
                                      </p:tavLst>
                                    </p:anim>
                                    <p:anim calcmode="lin" valueType="num">
                                      <p:cBhvr additive="base">
                                        <p:cTn id="65"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p:bldP spid="8" grpId="0"/>
      <p:bldP spid="9" grpId="0"/>
      <p:bldP spid="10" grpId="0"/>
      <p:bldP spid="11" grpId="0"/>
      <p:bldP spid="1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p:cNvCxnSpPr/>
          <p:nvPr/>
        </p:nvCxnSpPr>
        <p:spPr>
          <a:xfrm>
            <a:off x="1161401" y="3923628"/>
            <a:ext cx="78377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1039333" y="4236393"/>
            <a:ext cx="6381977" cy="738664"/>
          </a:xfrm>
          <a:prstGeom prst="rect">
            <a:avLst/>
          </a:prstGeom>
          <a:noFill/>
        </p:spPr>
        <p:txBody>
          <a:bodyPr wrap="square" rtlCol="0">
            <a:spAutoFit/>
          </a:bodyPr>
          <a:lstStyle/>
          <a:p>
            <a:r>
              <a:rPr lang="en-US" altLang="zh-CN" sz="1400" dirty="0">
                <a:solidFill>
                  <a:schemeClr val="tx1">
                    <a:lumMod val="50000"/>
                    <a:lumOff val="50000"/>
                  </a:schemeClr>
                </a:solidFill>
                <a:cs typeface="+mn-ea"/>
                <a:sym typeface="+mn-lt"/>
              </a:rPr>
              <a:t>High end atmospheric work report</a:t>
            </a:r>
            <a:r>
              <a:rPr lang="zh-CN" altLang="en-US" sz="1400" dirty="0">
                <a:solidFill>
                  <a:schemeClr val="tx1">
                    <a:lumMod val="50000"/>
                    <a:lumOff val="50000"/>
                  </a:schemeClr>
                </a:solidFill>
                <a:cs typeface="+mn-ea"/>
                <a:sym typeface="+mn-lt"/>
              </a:rPr>
              <a:t>，</a:t>
            </a:r>
            <a:r>
              <a:rPr lang="en-US" altLang="zh-CN" sz="1400" dirty="0">
                <a:solidFill>
                  <a:schemeClr val="tx1">
                    <a:lumMod val="50000"/>
                    <a:lumOff val="50000"/>
                  </a:schemeClr>
                </a:solidFill>
                <a:cs typeface="+mn-ea"/>
                <a:sym typeface="+mn-lt"/>
              </a:rPr>
              <a:t>High end atmospheric work report, High end </a:t>
            </a:r>
            <a:endParaRPr lang="en-US" altLang="zh-CN" sz="1400" dirty="0">
              <a:solidFill>
                <a:schemeClr val="tx1">
                  <a:lumMod val="50000"/>
                  <a:lumOff val="50000"/>
                </a:schemeClr>
              </a:solidFill>
              <a:cs typeface="+mn-ea"/>
              <a:sym typeface="+mn-lt"/>
            </a:endParaRPr>
          </a:p>
          <a:p>
            <a:r>
              <a:rPr lang="en-US" altLang="zh-CN" sz="1400" dirty="0">
                <a:solidFill>
                  <a:schemeClr val="tx1">
                    <a:lumMod val="50000"/>
                    <a:lumOff val="50000"/>
                  </a:schemeClr>
                </a:solidFill>
                <a:cs typeface="+mn-ea"/>
                <a:sym typeface="+mn-lt"/>
              </a:rPr>
              <a:t>atmospheric work report</a:t>
            </a:r>
            <a:r>
              <a:rPr lang="zh-CN" altLang="en-US" sz="1400" dirty="0">
                <a:solidFill>
                  <a:schemeClr val="tx1">
                    <a:lumMod val="50000"/>
                    <a:lumOff val="50000"/>
                  </a:schemeClr>
                </a:solidFill>
                <a:cs typeface="+mn-ea"/>
                <a:sym typeface="+mn-lt"/>
              </a:rPr>
              <a:t>，</a:t>
            </a:r>
            <a:r>
              <a:rPr lang="en-US" altLang="zh-CN" sz="1400" dirty="0">
                <a:solidFill>
                  <a:schemeClr val="tx1">
                    <a:lumMod val="50000"/>
                    <a:lumOff val="50000"/>
                  </a:schemeClr>
                </a:solidFill>
                <a:cs typeface="+mn-ea"/>
                <a:sym typeface="+mn-lt"/>
              </a:rPr>
              <a:t>High end atmospheric work report</a:t>
            </a:r>
            <a:endParaRPr lang="zh-CN" altLang="en-US" sz="1400" dirty="0">
              <a:solidFill>
                <a:schemeClr val="tx1">
                  <a:lumMod val="50000"/>
                  <a:lumOff val="50000"/>
                </a:schemeClr>
              </a:solidFill>
              <a:cs typeface="+mn-ea"/>
              <a:sym typeface="+mn-lt"/>
            </a:endParaRPr>
          </a:p>
        </p:txBody>
      </p:sp>
      <p:grpSp>
        <p:nvGrpSpPr>
          <p:cNvPr id="25" name="组合 24"/>
          <p:cNvGrpSpPr/>
          <p:nvPr/>
        </p:nvGrpSpPr>
        <p:grpSpPr>
          <a:xfrm>
            <a:off x="9753600" y="2195097"/>
            <a:ext cx="1111416" cy="2434055"/>
            <a:chOff x="9448800" y="2089837"/>
            <a:chExt cx="1428750" cy="2731515"/>
          </a:xfrm>
        </p:grpSpPr>
        <p:cxnSp>
          <p:nvCxnSpPr>
            <p:cNvPr id="26" name="直接连接符 25"/>
            <p:cNvCxnSpPr/>
            <p:nvPr/>
          </p:nvCxnSpPr>
          <p:spPr>
            <a:xfrm>
              <a:off x="9448800" y="2089837"/>
              <a:ext cx="1428750" cy="1249448"/>
            </a:xfrm>
            <a:prstGeom prst="line">
              <a:avLst/>
            </a:prstGeom>
            <a:ln w="130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9467850" y="3237868"/>
              <a:ext cx="1409700" cy="1583484"/>
            </a:xfrm>
            <a:prstGeom prst="line">
              <a:avLst/>
            </a:prstGeom>
            <a:ln w="130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9" name="组合 28"/>
          <p:cNvGrpSpPr/>
          <p:nvPr/>
        </p:nvGrpSpPr>
        <p:grpSpPr>
          <a:xfrm>
            <a:off x="0" y="530275"/>
            <a:ext cx="12192000" cy="381000"/>
            <a:chOff x="0" y="530275"/>
            <a:chExt cx="12192000" cy="381000"/>
          </a:xfrm>
        </p:grpSpPr>
        <p:cxnSp>
          <p:nvCxnSpPr>
            <p:cNvPr id="30" name="直接连接符 29"/>
            <p:cNvCxnSpPr/>
            <p:nvPr/>
          </p:nvCxnSpPr>
          <p:spPr>
            <a:xfrm>
              <a:off x="0" y="718840"/>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等腰三角形 30"/>
            <p:cNvSpPr/>
            <p:nvPr/>
          </p:nvSpPr>
          <p:spPr>
            <a:xfrm rot="5400000">
              <a:off x="281152" y="556551"/>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等腰三角形 31"/>
            <p:cNvSpPr/>
            <p:nvPr/>
          </p:nvSpPr>
          <p:spPr>
            <a:xfrm rot="5400000">
              <a:off x="609600" y="556551"/>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37" name="组合 36"/>
          <p:cNvGrpSpPr/>
          <p:nvPr/>
        </p:nvGrpSpPr>
        <p:grpSpPr>
          <a:xfrm>
            <a:off x="0" y="6229350"/>
            <a:ext cx="12192000" cy="381000"/>
            <a:chOff x="0" y="6229350"/>
            <a:chExt cx="12192000" cy="381000"/>
          </a:xfrm>
        </p:grpSpPr>
        <p:cxnSp>
          <p:nvCxnSpPr>
            <p:cNvPr id="28" name="直接连接符 27"/>
            <p:cNvCxnSpPr/>
            <p:nvPr/>
          </p:nvCxnSpPr>
          <p:spPr>
            <a:xfrm>
              <a:off x="0" y="6400800"/>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3" name="组合 32"/>
            <p:cNvGrpSpPr/>
            <p:nvPr/>
          </p:nvGrpSpPr>
          <p:grpSpPr>
            <a:xfrm rot="10800000">
              <a:off x="10865016" y="6229350"/>
              <a:ext cx="656896" cy="381000"/>
              <a:chOff x="10536568" y="6381752"/>
              <a:chExt cx="656896" cy="381000"/>
            </a:xfrm>
          </p:grpSpPr>
          <p:sp>
            <p:nvSpPr>
              <p:cNvPr id="34" name="等腰三角形 33"/>
              <p:cNvSpPr/>
              <p:nvPr/>
            </p:nvSpPr>
            <p:spPr>
              <a:xfrm rot="5400000">
                <a:off x="10510292" y="6408028"/>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5" name="等腰三角形 34"/>
              <p:cNvSpPr/>
              <p:nvPr/>
            </p:nvSpPr>
            <p:spPr>
              <a:xfrm rot="5400000">
                <a:off x="10838740" y="6408028"/>
                <a:ext cx="381000" cy="32844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481893" y="1961730"/>
            <a:ext cx="6599725" cy="2188938"/>
          </a:xfrm>
          <a:prstGeom prst="rect">
            <a:avLst/>
          </a:prstGeom>
        </p:spPr>
      </p:pic>
      <p:pic>
        <p:nvPicPr>
          <p:cNvPr id="19" name="图片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4325" y="2211330"/>
            <a:ext cx="1502749" cy="1502749"/>
          </a:xfrm>
          <a:prstGeom prst="rect">
            <a:avLst/>
          </a:prstGeom>
        </p:spPr>
      </p:pic>
    </p:spTree>
    <p:custDataLst>
      <p:tags r:id="rId3"/>
    </p:custDataLst>
  </p:cSld>
  <p:clrMapOvr>
    <a:masterClrMapping/>
  </p:clrMapOvr>
  <mc:AlternateContent xmlns:mc="http://schemas.openxmlformats.org/markup-compatibility/2006">
    <mc:Choice xmlns:p14="http://schemas.microsoft.com/office/powerpoint/2010/main" Requires="p14">
      <p:transition spd="med" p14:dur="700" advTm="5237">
        <p:fade/>
      </p:transition>
    </mc:Choice>
    <mc:Fallback>
      <p:transition spd="med" advTm="523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left)">
                                      <p:cBhvr>
                                        <p:cTn id="10" dur="5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wipe(left)">
                                      <p:cBhvr>
                                        <p:cTn id="15" dur="500"/>
                                        <p:tgtEl>
                                          <p:spTgt spid="2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nodeType="clickEffect">
                                  <p:stCondLst>
                                    <p:cond delay="0"/>
                                  </p:stCondLst>
                                  <p:childTnLst>
                                    <p:set>
                                      <p:cBhvr>
                                        <p:cTn id="19" dur="1" fill="hold">
                                          <p:stCondLst>
                                            <p:cond delay="0"/>
                                          </p:stCondLst>
                                        </p:cTn>
                                        <p:tgtEl>
                                          <p:spTgt spid="37"/>
                                        </p:tgtEl>
                                        <p:attrNameLst>
                                          <p:attrName>style.visibility</p:attrName>
                                        </p:attrNameLst>
                                      </p:cBhvr>
                                      <p:to>
                                        <p:strVal val="visible"/>
                                      </p:to>
                                    </p:set>
                                    <p:animEffect transition="in" filter="wipe(right)">
                                      <p:cBhvr>
                                        <p:cTn id="20" dur="500"/>
                                        <p:tgtEl>
                                          <p:spTgt spid="3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tags/tag1.xml><?xml version="1.0" encoding="utf-8"?>
<p:tagLst xmlns:p="http://schemas.openxmlformats.org/presentationml/2006/main">
  <p:tag name="TIMING" val="|0.3|0.9|0.7|0.9|0.7|0.7|1|0.9"/>
</p:tagLst>
</file>

<file path=ppt/tags/tag2.xml><?xml version="1.0" encoding="utf-8"?>
<p:tagLst xmlns:p="http://schemas.openxmlformats.org/presentationml/2006/main">
  <p:tag name="TIMING" val="|0.3|0.8|0.7|0.8|1|0.7|0.7|0.8|0.8"/>
</p:tagLst>
</file>

<file path=ppt/tags/tag3.xml><?xml version="1.0" encoding="utf-8"?>
<p:tagLst xmlns:p="http://schemas.openxmlformats.org/presentationml/2006/main">
  <p:tag name="TIMING" val="|0.3|0.7|0.7|0.7|0.8"/>
</p:tagLst>
</file>

<file path=ppt/tags/tag4.xml><?xml version="1.0" encoding="utf-8"?>
<p:tagLst xmlns:p="http://schemas.openxmlformats.org/presentationml/2006/main">
  <p:tag name="TIMING" val="|0|0.7|0.7|0.8|1.3"/>
</p:tagLst>
</file>

<file path=ppt/tags/tag5.xml><?xml version="1.0" encoding="utf-8"?>
<p:tagLst xmlns:p="http://schemas.openxmlformats.org/presentationml/2006/main">
  <p:tag name="TIMING" val="|0.3|0.8|0.8|0.8|0.8|0.8|0.7|1.1|0.9|0.8|0.9"/>
</p:tagLst>
</file>

<file path=ppt/tags/tag6.xml><?xml version="1.0" encoding="utf-8"?>
<p:tagLst xmlns:p="http://schemas.openxmlformats.org/presentationml/2006/main">
  <p:tag name="TIMING" val="|0.6|0.8|0.8|0.7|1.1"/>
</p:tagLst>
</file>

<file path=ppt/tags/tag7.xml><?xml version="1.0" encoding="utf-8"?>
<p:tagLst xmlns:p="http://schemas.openxmlformats.org/presentationml/2006/main">
  <p:tag name="TIMING" val="|0.4|0.8|0.7|0.8|0.9"/>
</p:tagLst>
</file>

<file path=ppt/tags/tag8.xml><?xml version="1.0" encoding="utf-8"?>
<p:tagLst xmlns:p="http://schemas.openxmlformats.org/presentationml/2006/main">
  <p:tag name="TIMING" val="|0|0.7|0.7|0.7|0.8"/>
</p:tagLst>
</file>

<file path=ppt/tags/tag9.xml><?xml version="1.0" encoding="utf-8"?>
<p:tagLst xmlns:p="http://schemas.openxmlformats.org/presentationml/2006/main">
  <p:tag name="TIMING" val="|0.4|0.8|0.7|0.8|2|0.8"/>
</p:tagLst>
</file>

<file path=ppt/tags/tag10.xml><?xml version="1.0" encoding="utf-8"?>
<p:tagLst xmlns:p="http://schemas.openxmlformats.org/presentationml/2006/main">
  <p:tag name="TIMING" val="|0.2|0.8|0.6|0.7|0.7|0.7|0.8|0.7"/>
</p:tagLst>
</file>

<file path=ppt/tags/tag11.xml><?xml version="1.0" encoding="utf-8"?>
<p:tagLst xmlns:p="http://schemas.openxmlformats.org/presentationml/2006/main">
  <p:tag name="TIMING" val="|0|0.7|0.6|1.3|0.6"/>
</p:tagLst>
</file>

<file path=ppt/tags/tag12.xml><?xml version="1.0" encoding="utf-8"?>
<p:tagLst xmlns:p="http://schemas.openxmlformats.org/presentationml/2006/main">
  <p:tag name="TIMING" val="|0.2|0.7|0.7|0.8|0.7|0.7|0.9"/>
</p:tagLst>
</file>

<file path=ppt/tags/tag13.xml><?xml version="1.0" encoding="utf-8"?>
<p:tagLst xmlns:p="http://schemas.openxmlformats.org/presentationml/2006/main">
  <p:tag name="TIMING" val="|0.1|0.7|0.7|0.7|0.7"/>
</p:tagLst>
</file>

<file path=ppt/tags/tag14.xml><?xml version="1.0" encoding="utf-8"?>
<p:tagLst xmlns:p="http://schemas.openxmlformats.org/presentationml/2006/main">
  <p:tag name="TIMING" val="|0.4|0.9|0.6|0.9|0.8|0.8"/>
</p:tagLst>
</file>

<file path=ppt/tags/tag15.xml><?xml version="1.0" encoding="utf-8"?>
<p:tagLst xmlns:p="http://schemas.openxmlformats.org/presentationml/2006/main">
  <p:tag name="TIMING" val="|0.6|0.8|0.8|0.7|0.7|0.8|0.8|0.7|0.7|0.7|0.7|0.7"/>
</p:tagLst>
</file>

<file path=ppt/tags/tag16.xml><?xml version="1.0" encoding="utf-8"?>
<p:tagLst xmlns:p="http://schemas.openxmlformats.org/presentationml/2006/main">
  <p:tag name="TIMING" val="|0.3|0.6|0.6|0.8|0.7|0.8|0.8"/>
</p:tagLst>
</file>

<file path=ppt/tags/tag17.xml><?xml version="1.0" encoding="utf-8"?>
<p:tagLst xmlns:p="http://schemas.openxmlformats.org/presentationml/2006/main">
  <p:tag name="TIMING" val="|0.1|0.8|0.6|0.6|0.8"/>
</p:tagLst>
</file>

<file path=ppt/tags/tag18.xml><?xml version="1.0" encoding="utf-8"?>
<p:tagLst xmlns:p="http://schemas.openxmlformats.org/presentationml/2006/main">
  <p:tag name="TIMING" val="|0.3|0.7|0.6|0.8|0.8|0.7"/>
</p:tagLst>
</file>

<file path=ppt/tags/tag19.xml><?xml version="1.0" encoding="utf-8"?>
<p:tagLst xmlns:p="http://schemas.openxmlformats.org/presentationml/2006/main">
  <p:tag name="TIMING" val="|0.4|0.8|0.7|0.8|0.8"/>
</p:tagLst>
</file>

<file path=ppt/tags/tag20.xml><?xml version="1.0" encoding="utf-8"?>
<p:tagLst xmlns:p="http://schemas.openxmlformats.org/presentationml/2006/main">
  <p:tag name="TIMING" val="|0.5|0.7|0.7"/>
</p:tagLst>
</file>

<file path=ppt/tags/tag21.xml><?xml version="1.0" encoding="utf-8"?>
<p:tagLst xmlns:p="http://schemas.openxmlformats.org/presentationml/2006/main">
  <p:tag name="TIMING" val="|0.3|0.7|0.6|0.8|1.3"/>
</p:tagLst>
</file>

<file path=ppt/tags/tag22.xml><?xml version="1.0" encoding="utf-8"?>
<p:tagLst xmlns:p="http://schemas.openxmlformats.org/presentationml/2006/main">
  <p:tag name="TIMING" val="|0.3|0.7|0.7|0.7|0.9|0.7|0.8|0.6|0.8|0.6|0.7|0.6|0.7|0.6|0.9"/>
</p:tagLst>
</file>

<file path=ppt/tags/tag23.xml><?xml version="1.0" encoding="utf-8"?>
<p:tagLst xmlns:p="http://schemas.openxmlformats.org/presentationml/2006/main">
  <p:tag name="TIMING" val="|0.1|0.8|0.7|0.8|0.8"/>
</p:tagLst>
</file>

<file path=ppt/tags/tag24.xml><?xml version="1.0" encoding="utf-8"?>
<p:tagLst xmlns:p="http://schemas.openxmlformats.org/presentationml/2006/main">
  <p:tag name="TIMING" val="|0.3|0.8|0.6|0.7|0.7|0.8|0.7"/>
</p:tagLst>
</file>

<file path=ppt/tags/tag25.xml><?xml version="1.0" encoding="utf-8"?>
<p:tagLst xmlns:p="http://schemas.openxmlformats.org/presentationml/2006/main">
  <p:tag name="TIMING" val="|0.6|0.7|0.7|0.7|0.9|0.8"/>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lvvoqjl">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4265</Words>
  <Application>WPS 演示</Application>
  <PresentationFormat>宽屏</PresentationFormat>
  <Paragraphs>385</Paragraphs>
  <Slides>25</Slides>
  <Notes>0</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25</vt:i4>
      </vt:variant>
    </vt:vector>
  </HeadingPairs>
  <TitlesOfParts>
    <vt:vector size="33" baseType="lpstr">
      <vt:lpstr>Arial</vt:lpstr>
      <vt:lpstr>宋体</vt:lpstr>
      <vt:lpstr>Wingdings</vt:lpstr>
      <vt:lpstr>微软雅黑</vt:lpstr>
      <vt:lpstr>Arial Unicode MS</vt:lpstr>
      <vt:lpstr>Calibri</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Manager>第一PPT</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黑色极简</dc:title>
  <dc:creator>第一PPT</dc:creator>
  <cp:keywords>www.1ppt.com</cp:keywords>
  <dc:description>www.1ppt.com</dc:description>
  <cp:lastModifiedBy>Lio</cp:lastModifiedBy>
  <cp:revision>32</cp:revision>
  <dcterms:created xsi:type="dcterms:W3CDTF">2020-12-15T09:58:00Z</dcterms:created>
  <dcterms:modified xsi:type="dcterms:W3CDTF">2021-05-25T04:01:40Z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A27500FF70644B3186305911A795B886</vt:lpwstr>
  </property>
  <property fmtid="{D5CDD505-2E9C-101B-9397-08002B2CF9AE}" pid="3" name="KSOProductBuildVer">
    <vt:lpwstr>2052-11.1.0.10495</vt:lpwstr>
  </property>
</Properties>
</file>