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1"/>
  </p:notesMasterIdLst>
  <p:sldIdLst>
    <p:sldId id="274" r:id="rId3"/>
    <p:sldId id="270" r:id="rId4"/>
    <p:sldId id="256" r:id="rId5"/>
    <p:sldId id="269" r:id="rId6"/>
    <p:sldId id="263" r:id="rId7"/>
    <p:sldId id="258" r:id="rId8"/>
    <p:sldId id="264" r:id="rId9"/>
    <p:sldId id="259" r:id="rId10"/>
    <p:sldId id="265" r:id="rId11"/>
    <p:sldId id="261" r:id="rId12"/>
    <p:sldId id="266" r:id="rId13"/>
    <p:sldId id="271" r:id="rId14"/>
    <p:sldId id="260" r:id="rId15"/>
    <p:sldId id="267" r:id="rId16"/>
    <p:sldId id="272" r:id="rId17"/>
    <p:sldId id="262" r:id="rId18"/>
    <p:sldId id="268" r:id="rId19"/>
    <p:sldId id="273" r:id="rId20"/>
  </p:sldIdLst>
  <p:sldSz cx="12192000" cy="6858000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4875"/>
    <a:srgbClr val="0072A9"/>
    <a:srgbClr val="D6E0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23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44" y="258"/>
      </p:cViewPr>
      <p:guideLst>
        <p:guide orient="horz" pos="110"/>
        <p:guide orient="horz" pos="4320"/>
        <p:guide orient="horz" pos="3339"/>
        <p:guide orient="horz" pos="2642"/>
        <p:guide orient="horz" pos="1933"/>
        <p:guide pos="279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06A5BD-8BA7-4900-AB15-0D3ECCC954E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6642B7-71B7-4C3E-9855-0D0DE388A05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C86F7A-4C13-4512-9546-7A2E13DD49E4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6D5BE2B-728A-4539-B86A-F2CEE53DE51F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28C279-DE8B-468B-BC28-587297351CC5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D58769B-FD91-4354-84DF-C542D236D27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649DB7B-3909-433D-9621-020AC3631DB6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02487E-DA75-40AD-AFB9-B7E66780091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7891DE-9EFB-436C-8098-DA346D61F734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019AB3-A56A-40DC-B315-4C9AF1D9AEF0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7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1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1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8A4FD-48AA-4EB3-ADAB-90805DF574A9}" type="datetimeFigureOut">
              <a:rPr lang="zh-CN" altLang="en-US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19823B-989B-4FE0-A31C-A45838B716C6}" type="slidenum">
              <a:rPr lang="zh-CN" altLang="en-US"/>
            </a:fld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8712796" y="10268340"/>
            <a:ext cx="77513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素材下载：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图表下载：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优秀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Word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www.1ppt.com/word/              Excel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教程：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www.1ppt.com/excel/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资料下载：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www.1ppt.com/ziliao/                PPT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课件下载：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www.1ppt.com/kejian/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范文下载：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www.1ppt.com/fanwen/             </a:t>
            </a: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试卷下载：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www.1ppt.com/shiti/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教案下载：</a:t>
            </a: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www.1ppt.com/jiaoan/  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     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zh-CN" altLang="en-US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 dirty="0" smtClean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  <a:endParaRPr lang="en-US" altLang="zh-CN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</a:pPr>
            <a:r>
              <a:rPr lang="en-US" altLang="zh-CN" sz="100" dirty="0">
                <a:solidFill>
                  <a:prstClr val="white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  <a:endParaRPr lang="zh-CN" altLang="en-US" sz="100" dirty="0">
              <a:solidFill>
                <a:prstClr val="white"/>
              </a:solidFill>
              <a:latin typeface="Calibri" panose="020F0502020204030204"/>
              <a:ea typeface="宋体" panose="02010600030101010101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C83F5B-15CF-41AD-AAF7-C365C83FF08D}" type="datetimeFigureOut">
              <a:rPr lang="zh-CN" altLang="en-US"/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87C2566-FD93-41C5-8007-9C6D9D8DF86C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F8473D-2D84-413D-97BD-015ADE628A5A}" type="datetimeFigureOut">
              <a:rPr lang="zh-CN" altLang="en-US"/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D55DC8D-C4F0-4F0D-B826-92573808DA56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FA7D9F-B4F6-4B7D-8D30-9FDE43AA2DD2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B07F97-2FC2-4714-850C-6700199D6194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DAE2CA6-8D79-400E-AD1E-56E3E0DA2BAA}" type="datetimeFigureOut">
              <a:rPr lang="zh-CN" altLang="en-US"/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D9D1E1-5454-45C3-93DA-86C3DA9ECB48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852424-72F4-440E-8E03-587598E5B119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DF9EC1-C088-4DAC-AB69-D10F40584BD3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1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F9EF9C9-4C84-4072-AFAA-D241A8D58A5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0597D9-2D04-4C83-915B-79D3B5D496F9}" type="slidenum">
              <a:rPr lang="zh-CN" altLang="en-US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838200" y="365127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 smtClean="0"/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583BA994-DBC0-4389-9AC3-50B67B3923E1}" type="datetimeFigureOut">
              <a:rPr lang="zh-CN" altLang="en-US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fld id="{DA430D88-0AE5-4EDA-BDD3-1B97B5FCD56A}" type="slidenum">
              <a:rPr lang="zh-CN" altLang="en-US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  <a:ea typeface="宋体" panose="02010600030101010101" pitchFamily="2" charset="-122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jpeg"/><Relationship Id="rId2" Type="http://schemas.openxmlformats.org/officeDocument/2006/relationships/image" Target="../media/image11.jpeg"/><Relationship Id="rId1" Type="http://schemas.openxmlformats.org/officeDocument/2006/relationships/image" Target="../media/image10.emf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3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文本框 18"/>
          <p:cNvSpPr txBox="1"/>
          <p:nvPr/>
        </p:nvSpPr>
        <p:spPr>
          <a:xfrm>
            <a:off x="1992314" y="2528889"/>
            <a:ext cx="8170863" cy="769441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300" dirty="0" smtClean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论</a:t>
            </a:r>
            <a:r>
              <a:rPr lang="zh-CN" altLang="en-US" sz="4400" b="1" spc="3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文答</a:t>
            </a:r>
            <a:r>
              <a:rPr lang="zh-CN" altLang="en-US" sz="4400" b="1" spc="300" dirty="0" smtClean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辩开题报告模</a:t>
            </a:r>
            <a:r>
              <a:rPr lang="zh-CN" altLang="en-US" sz="4400" b="1" spc="3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板</a:t>
            </a:r>
            <a:endParaRPr lang="zh-CN" altLang="en-US" sz="4400" b="1" spc="3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59" name="组合 58"/>
          <p:cNvGrpSpPr/>
          <p:nvPr/>
        </p:nvGrpSpPr>
        <p:grpSpPr bwMode="auto">
          <a:xfrm>
            <a:off x="4154488" y="3452813"/>
            <a:ext cx="3846512" cy="361950"/>
            <a:chOff x="4154888" y="3453573"/>
            <a:chExt cx="3846874" cy="361046"/>
          </a:xfrm>
        </p:grpSpPr>
        <p:cxnSp>
          <p:nvCxnSpPr>
            <p:cNvPr id="21" name="直接连接符 20"/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/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2" name="文本框 21"/>
          <p:cNvSpPr txBox="1">
            <a:spLocks noChangeArrowheads="1"/>
          </p:cNvSpPr>
          <p:nvPr/>
        </p:nvSpPr>
        <p:spPr bwMode="auto">
          <a:xfrm>
            <a:off x="1525588" y="3932239"/>
            <a:ext cx="2967037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</a:t>
            </a:r>
            <a:r>
              <a:rPr lang="en-US" altLang="zh-CN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6" name="文本框 25"/>
          <p:cNvSpPr txBox="1">
            <a:spLocks noChangeArrowheads="1"/>
          </p:cNvSpPr>
          <p:nvPr/>
        </p:nvSpPr>
        <p:spPr bwMode="auto">
          <a:xfrm>
            <a:off x="3983039" y="3932239"/>
            <a:ext cx="2563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</a:t>
            </a:r>
            <a:r>
              <a:rPr lang="en-US" altLang="zh-CN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文本框 26"/>
          <p:cNvSpPr txBox="1">
            <a:spLocks noChangeArrowheads="1"/>
          </p:cNvSpPr>
          <p:nvPr/>
        </p:nvSpPr>
        <p:spPr bwMode="auto">
          <a:xfrm>
            <a:off x="8093076" y="3932239"/>
            <a:ext cx="2309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6037263" y="3932239"/>
            <a:ext cx="2565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</a:t>
            </a:r>
            <a:r>
              <a:rPr lang="en-US" altLang="zh-CN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1600201" y="2257425"/>
            <a:ext cx="8956675" cy="2382838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3" name="组合 42"/>
          <p:cNvGrpSpPr/>
          <p:nvPr/>
        </p:nvGrpSpPr>
        <p:grpSpPr bwMode="auto">
          <a:xfrm>
            <a:off x="10290177" y="4325938"/>
            <a:ext cx="1109663" cy="1130300"/>
            <a:chOff x="2666985" y="682103"/>
            <a:chExt cx="1109138" cy="1131217"/>
          </a:xfrm>
        </p:grpSpPr>
        <p:sp>
          <p:nvSpPr>
            <p:cNvPr id="40" name="矩形 39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2" name="矩形 41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44" name="组合 43"/>
          <p:cNvGrpSpPr/>
          <p:nvPr/>
        </p:nvGrpSpPr>
        <p:grpSpPr bwMode="auto">
          <a:xfrm>
            <a:off x="792163" y="1462090"/>
            <a:ext cx="1109663" cy="1131887"/>
            <a:chOff x="2666985" y="682103"/>
            <a:chExt cx="1109138" cy="1131217"/>
          </a:xfrm>
        </p:grpSpPr>
        <p:sp>
          <p:nvSpPr>
            <p:cNvPr id="45" name="矩形 44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6" name="矩形 45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7" name="矩形 46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49" name="矩形 48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3" name="矩形 52"/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4" name="矩形 53"/>
          <p:cNvSpPr/>
          <p:nvPr/>
        </p:nvSpPr>
        <p:spPr>
          <a:xfrm>
            <a:off x="0" y="6523038"/>
            <a:ext cx="10439400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3094724" y="1908154"/>
            <a:ext cx="5967203" cy="584775"/>
          </a:xfrm>
          <a:prstGeom prst="rect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044875"/>
                </a:solidFill>
                <a:latin typeface="+mj-lt"/>
                <a:ea typeface="+mn-ea"/>
              </a:rPr>
              <a:t>ADD YOUR  SUBTITLE HERE</a:t>
            </a:r>
            <a:endParaRPr lang="zh-CN" altLang="en-US" sz="3200" dirty="0">
              <a:solidFill>
                <a:srgbClr val="044875"/>
              </a:solidFill>
              <a:latin typeface="+mj-lt"/>
              <a:ea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058" y="-230059"/>
            <a:ext cx="4086816" cy="294931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2" grpId="0"/>
      <p:bldP spid="26" grpId="0"/>
      <p:bldP spid="27" grpId="0"/>
      <p:bldP spid="29" grpId="0"/>
      <p:bldP spid="9" grpId="0" animBg="1"/>
      <p:bldP spid="49" grpId="0" animBg="1"/>
      <p:bldP spid="53" grpId="0" animBg="1"/>
      <p:bldP spid="5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0" y="6523038"/>
            <a:ext cx="10439400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10264775" y="6538913"/>
            <a:ext cx="1500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00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LOGO</a:t>
            </a:r>
            <a:endParaRPr lang="zh-CN" altLang="en-US" sz="200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70" name="组合 69"/>
          <p:cNvGrpSpPr/>
          <p:nvPr/>
        </p:nvGrpSpPr>
        <p:grpSpPr bwMode="auto">
          <a:xfrm>
            <a:off x="312738" y="2593975"/>
            <a:ext cx="4843463" cy="712788"/>
            <a:chOff x="6298049" y="1397569"/>
            <a:chExt cx="4842391" cy="712882"/>
          </a:xfrm>
        </p:grpSpPr>
        <p:sp>
          <p:nvSpPr>
            <p:cNvPr id="20" name="Freeform 74"/>
            <p:cNvSpPr>
              <a:spLocks noEditPoints="1"/>
            </p:cNvSpPr>
            <p:nvPr/>
          </p:nvSpPr>
          <p:spPr bwMode="auto">
            <a:xfrm>
              <a:off x="7321760" y="1592858"/>
              <a:ext cx="538044" cy="350883"/>
            </a:xfrm>
            <a:custGeom>
              <a:avLst/>
              <a:gdLst>
                <a:gd name="T0" fmla="*/ 18 w 99"/>
                <a:gd name="T1" fmla="*/ 58 h 65"/>
                <a:gd name="T2" fmla="*/ 53 w 99"/>
                <a:gd name="T3" fmla="*/ 65 h 65"/>
                <a:gd name="T4" fmla="*/ 87 w 99"/>
                <a:gd name="T5" fmla="*/ 57 h 65"/>
                <a:gd name="T6" fmla="*/ 87 w 99"/>
                <a:gd name="T7" fmla="*/ 23 h 65"/>
                <a:gd name="T8" fmla="*/ 53 w 99"/>
                <a:gd name="T9" fmla="*/ 28 h 65"/>
                <a:gd name="T10" fmla="*/ 18 w 99"/>
                <a:gd name="T11" fmla="*/ 23 h 65"/>
                <a:gd name="T12" fmla="*/ 18 w 99"/>
                <a:gd name="T13" fmla="*/ 58 h 65"/>
                <a:gd name="T14" fmla="*/ 99 w 99"/>
                <a:gd name="T15" fmla="*/ 8 h 65"/>
                <a:gd name="T16" fmla="*/ 99 w 99"/>
                <a:gd name="T17" fmla="*/ 17 h 65"/>
                <a:gd name="T18" fmla="*/ 53 w 99"/>
                <a:gd name="T19" fmla="*/ 24 h 65"/>
                <a:gd name="T20" fmla="*/ 7 w 99"/>
                <a:gd name="T21" fmla="*/ 17 h 65"/>
                <a:gd name="T22" fmla="*/ 7 w 99"/>
                <a:gd name="T23" fmla="*/ 34 h 65"/>
                <a:gd name="T24" fmla="*/ 9 w 99"/>
                <a:gd name="T25" fmla="*/ 37 h 65"/>
                <a:gd name="T26" fmla="*/ 5 w 99"/>
                <a:gd name="T27" fmla="*/ 41 h 65"/>
                <a:gd name="T28" fmla="*/ 2 w 99"/>
                <a:gd name="T29" fmla="*/ 37 h 65"/>
                <a:gd name="T30" fmla="*/ 4 w 99"/>
                <a:gd name="T31" fmla="*/ 34 h 65"/>
                <a:gd name="T32" fmla="*/ 4 w 99"/>
                <a:gd name="T33" fmla="*/ 8 h 65"/>
                <a:gd name="T34" fmla="*/ 53 w 99"/>
                <a:gd name="T35" fmla="*/ 0 h 65"/>
                <a:gd name="T36" fmla="*/ 99 w 99"/>
                <a:gd name="T37" fmla="*/ 8 h 65"/>
                <a:gd name="T38" fmla="*/ 8 w 99"/>
                <a:gd name="T39" fmla="*/ 42 h 65"/>
                <a:gd name="T40" fmla="*/ 3 w 99"/>
                <a:gd name="T41" fmla="*/ 42 h 65"/>
                <a:gd name="T42" fmla="*/ 0 w 99"/>
                <a:gd name="T43" fmla="*/ 58 h 65"/>
                <a:gd name="T44" fmla="*/ 2 w 99"/>
                <a:gd name="T45" fmla="*/ 58 h 65"/>
                <a:gd name="T46" fmla="*/ 3 w 99"/>
                <a:gd name="T47" fmla="*/ 56 h 65"/>
                <a:gd name="T48" fmla="*/ 3 w 99"/>
                <a:gd name="T49" fmla="*/ 58 h 65"/>
                <a:gd name="T50" fmla="*/ 6 w 99"/>
                <a:gd name="T51" fmla="*/ 59 h 65"/>
                <a:gd name="T52" fmla="*/ 7 w 99"/>
                <a:gd name="T53" fmla="*/ 57 h 65"/>
                <a:gd name="T54" fmla="*/ 7 w 99"/>
                <a:gd name="T55" fmla="*/ 59 h 65"/>
                <a:gd name="T56" fmla="*/ 8 w 99"/>
                <a:gd name="T57" fmla="*/ 59 h 65"/>
                <a:gd name="T58" fmla="*/ 8 w 99"/>
                <a:gd name="T59" fmla="*/ 51 h 65"/>
                <a:gd name="T60" fmla="*/ 9 w 99"/>
                <a:gd name="T61" fmla="*/ 58 h 65"/>
                <a:gd name="T62" fmla="*/ 11 w 99"/>
                <a:gd name="T63" fmla="*/ 58 h 65"/>
                <a:gd name="T64" fmla="*/ 8 w 99"/>
                <a:gd name="T65" fmla="*/ 42 h 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99" h="65">
                  <a:moveTo>
                    <a:pt x="18" y="58"/>
                  </a:moveTo>
                  <a:cubicBezTo>
                    <a:pt x="30" y="58"/>
                    <a:pt x="42" y="60"/>
                    <a:pt x="53" y="65"/>
                  </a:cubicBezTo>
                  <a:cubicBezTo>
                    <a:pt x="64" y="60"/>
                    <a:pt x="75" y="57"/>
                    <a:pt x="87" y="57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58"/>
                    <a:pt x="18" y="58"/>
                    <a:pt x="18" y="58"/>
                  </a:cubicBezTo>
                  <a:close/>
                  <a:moveTo>
                    <a:pt x="99" y="8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5"/>
                    <a:pt x="9" y="36"/>
                    <a:pt x="9" y="37"/>
                  </a:cubicBezTo>
                  <a:cubicBezTo>
                    <a:pt x="9" y="39"/>
                    <a:pt x="7" y="41"/>
                    <a:pt x="5" y="41"/>
                  </a:cubicBezTo>
                  <a:cubicBezTo>
                    <a:pt x="4" y="41"/>
                    <a:pt x="2" y="39"/>
                    <a:pt x="2" y="37"/>
                  </a:cubicBezTo>
                  <a:cubicBezTo>
                    <a:pt x="2" y="36"/>
                    <a:pt x="3" y="35"/>
                    <a:pt x="4" y="34"/>
                  </a:cubicBezTo>
                  <a:cubicBezTo>
                    <a:pt x="4" y="25"/>
                    <a:pt x="4" y="17"/>
                    <a:pt x="4" y="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9" y="8"/>
                    <a:pt x="99" y="8"/>
                    <a:pt x="99" y="8"/>
                  </a:cubicBezTo>
                  <a:close/>
                  <a:moveTo>
                    <a:pt x="8" y="42"/>
                  </a:moveTo>
                  <a:cubicBezTo>
                    <a:pt x="6" y="43"/>
                    <a:pt x="5" y="43"/>
                    <a:pt x="3" y="42"/>
                  </a:cubicBezTo>
                  <a:cubicBezTo>
                    <a:pt x="2" y="47"/>
                    <a:pt x="1" y="52"/>
                    <a:pt x="0" y="58"/>
                  </a:cubicBezTo>
                  <a:cubicBezTo>
                    <a:pt x="1" y="58"/>
                    <a:pt x="2" y="58"/>
                    <a:pt x="2" y="58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4" y="59"/>
                    <a:pt x="5" y="59"/>
                    <a:pt x="6" y="59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8" y="59"/>
                    <a:pt x="8" y="5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0" y="58"/>
                    <a:pt x="10" y="58"/>
                    <a:pt x="11" y="58"/>
                  </a:cubicBezTo>
                  <a:cubicBezTo>
                    <a:pt x="10" y="52"/>
                    <a:pt x="9" y="47"/>
                    <a:pt x="8" y="42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  <p:sp>
          <p:nvSpPr>
            <p:cNvPr id="4156" name="文本框 20"/>
            <p:cNvSpPr txBox="1">
              <a:spLocks noChangeArrowheads="1"/>
            </p:cNvSpPr>
            <p:nvPr/>
          </p:nvSpPr>
          <p:spPr bwMode="auto">
            <a:xfrm>
              <a:off x="8181210" y="1506484"/>
              <a:ext cx="2840403" cy="52328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 dirty="0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选题意义及目的</a:t>
              </a:r>
              <a:endParaRPr lang="zh-CN" altLang="en-US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8" name="矩形 17"/>
            <p:cNvSpPr/>
            <p:nvPr/>
          </p:nvSpPr>
          <p:spPr>
            <a:xfrm>
              <a:off x="7180504" y="1397569"/>
              <a:ext cx="3959936" cy="712882"/>
            </a:xfrm>
            <a:prstGeom prst="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>
              <a:off x="8045500" y="1397569"/>
              <a:ext cx="12697" cy="712882"/>
            </a:xfrm>
            <a:prstGeom prst="line">
              <a:avLst/>
            </a:prstGeom>
            <a:ln w="25400">
              <a:solidFill>
                <a:srgbClr val="044875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159" name="组合 68"/>
            <p:cNvGrpSpPr/>
            <p:nvPr/>
          </p:nvGrpSpPr>
          <p:grpSpPr bwMode="auto">
            <a:xfrm>
              <a:off x="6298049" y="1397569"/>
              <a:ext cx="919239" cy="712882"/>
              <a:chOff x="6191369" y="1397569"/>
              <a:chExt cx="919239" cy="712882"/>
            </a:xfrm>
          </p:grpSpPr>
          <p:sp>
            <p:nvSpPr>
              <p:cNvPr id="68" name="矩形 67"/>
              <p:cNvSpPr/>
              <p:nvPr/>
            </p:nvSpPr>
            <p:spPr>
              <a:xfrm>
                <a:off x="6294533" y="1397569"/>
                <a:ext cx="712631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4161" name="文本框 18"/>
              <p:cNvSpPr txBox="1">
                <a:spLocks noChangeArrowheads="1"/>
              </p:cNvSpPr>
              <p:nvPr/>
            </p:nvSpPr>
            <p:spPr bwMode="auto">
              <a:xfrm>
                <a:off x="6191369" y="1397569"/>
                <a:ext cx="919239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2540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60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</p:grpSp>
      </p:grpSp>
      <p:grpSp>
        <p:nvGrpSpPr>
          <p:cNvPr id="17" name="组合 16"/>
          <p:cNvGrpSpPr/>
          <p:nvPr/>
        </p:nvGrpSpPr>
        <p:grpSpPr bwMode="auto">
          <a:xfrm>
            <a:off x="312738" y="3724275"/>
            <a:ext cx="4843463" cy="712788"/>
            <a:chOff x="309691" y="3938645"/>
            <a:chExt cx="4842391" cy="712882"/>
          </a:xfrm>
        </p:grpSpPr>
        <p:grpSp>
          <p:nvGrpSpPr>
            <p:cNvPr id="4147" name="组合 79"/>
            <p:cNvGrpSpPr/>
            <p:nvPr/>
          </p:nvGrpSpPr>
          <p:grpSpPr bwMode="auto">
            <a:xfrm>
              <a:off x="309691" y="3938645"/>
              <a:ext cx="4842391" cy="712882"/>
              <a:chOff x="6298049" y="1397569"/>
              <a:chExt cx="4842391" cy="712882"/>
            </a:xfrm>
          </p:grpSpPr>
          <p:sp>
            <p:nvSpPr>
              <p:cNvPr id="4149" name="文本框 81"/>
              <p:cNvSpPr txBox="1">
                <a:spLocks noChangeArrowheads="1"/>
              </p:cNvSpPr>
              <p:nvPr/>
            </p:nvSpPr>
            <p:spPr bwMode="auto">
              <a:xfrm>
                <a:off x="8028810" y="1506484"/>
                <a:ext cx="2840403" cy="523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项目原理分析</a:t>
                </a:r>
                <a:endPara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83" name="矩形 82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84" name="直接连接符 83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ln w="25400"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52" name="组合 84"/>
              <p:cNvGrpSpPr/>
              <p:nvPr/>
            </p:nvGrpSpPr>
            <p:grpSpPr bwMode="auto"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86" name="矩形 85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154" name="文本框 86"/>
                <p:cNvSpPr txBox="1">
                  <a:spLocks noChangeArrowheads="1"/>
                </p:cNvSpPr>
                <p:nvPr/>
              </p:nvSpPr>
              <p:spPr bwMode="auto"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03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141" name="Freeform 71"/>
            <p:cNvSpPr>
              <a:spLocks noEditPoints="1"/>
            </p:cNvSpPr>
            <p:nvPr/>
          </p:nvSpPr>
          <p:spPr bwMode="auto">
            <a:xfrm>
              <a:off x="1344512" y="4024381"/>
              <a:ext cx="511062" cy="541409"/>
            </a:xfrm>
            <a:custGeom>
              <a:avLst/>
              <a:gdLst>
                <a:gd name="T0" fmla="*/ 170 w 222"/>
                <a:gd name="T1" fmla="*/ 29 h 235"/>
                <a:gd name="T2" fmla="*/ 182 w 222"/>
                <a:gd name="T3" fmla="*/ 7 h 235"/>
                <a:gd name="T4" fmla="*/ 151 w 222"/>
                <a:gd name="T5" fmla="*/ 19 h 235"/>
                <a:gd name="T6" fmla="*/ 7 w 222"/>
                <a:gd name="T7" fmla="*/ 159 h 235"/>
                <a:gd name="T8" fmla="*/ 31 w 222"/>
                <a:gd name="T9" fmla="*/ 223 h 235"/>
                <a:gd name="T10" fmla="*/ 31 w 222"/>
                <a:gd name="T11" fmla="*/ 171 h 235"/>
                <a:gd name="T12" fmla="*/ 109 w 222"/>
                <a:gd name="T13" fmla="*/ 114 h 235"/>
                <a:gd name="T14" fmla="*/ 116 w 222"/>
                <a:gd name="T15" fmla="*/ 93 h 235"/>
                <a:gd name="T16" fmla="*/ 87 w 222"/>
                <a:gd name="T17" fmla="*/ 104 h 235"/>
                <a:gd name="T18" fmla="*/ 76 w 222"/>
                <a:gd name="T19" fmla="*/ 100 h 235"/>
                <a:gd name="T20" fmla="*/ 116 w 222"/>
                <a:gd name="T21" fmla="*/ 83 h 235"/>
                <a:gd name="T22" fmla="*/ 132 w 222"/>
                <a:gd name="T23" fmla="*/ 90 h 235"/>
                <a:gd name="T24" fmla="*/ 132 w 222"/>
                <a:gd name="T25" fmla="*/ 19 h 235"/>
                <a:gd name="T26" fmla="*/ 180 w 222"/>
                <a:gd name="T27" fmla="*/ 0 h 235"/>
                <a:gd name="T28" fmla="*/ 182 w 222"/>
                <a:gd name="T29" fmla="*/ 0 h 235"/>
                <a:gd name="T30" fmla="*/ 222 w 222"/>
                <a:gd name="T31" fmla="*/ 19 h 235"/>
                <a:gd name="T32" fmla="*/ 173 w 222"/>
                <a:gd name="T33" fmla="*/ 187 h 235"/>
                <a:gd name="T34" fmla="*/ 158 w 222"/>
                <a:gd name="T35" fmla="*/ 180 h 235"/>
                <a:gd name="T36" fmla="*/ 106 w 222"/>
                <a:gd name="T37" fmla="*/ 211 h 235"/>
                <a:gd name="T38" fmla="*/ 90 w 222"/>
                <a:gd name="T39" fmla="*/ 201 h 235"/>
                <a:gd name="T40" fmla="*/ 38 w 222"/>
                <a:gd name="T41" fmla="*/ 235 h 235"/>
                <a:gd name="T42" fmla="*/ 2 w 222"/>
                <a:gd name="T43" fmla="*/ 218 h 235"/>
                <a:gd name="T44" fmla="*/ 0 w 222"/>
                <a:gd name="T45" fmla="*/ 213 h 235"/>
                <a:gd name="T46" fmla="*/ 0 w 222"/>
                <a:gd name="T47" fmla="*/ 147 h 235"/>
                <a:gd name="T48" fmla="*/ 47 w 222"/>
                <a:gd name="T49" fmla="*/ 128 h 235"/>
                <a:gd name="T50" fmla="*/ 50 w 222"/>
                <a:gd name="T51" fmla="*/ 128 h 235"/>
                <a:gd name="T52" fmla="*/ 90 w 222"/>
                <a:gd name="T53" fmla="*/ 147 h 235"/>
                <a:gd name="T54" fmla="*/ 99 w 222"/>
                <a:gd name="T55" fmla="*/ 199 h 235"/>
                <a:gd name="T56" fmla="*/ 76 w 222"/>
                <a:gd name="T57" fmla="*/ 114 h 235"/>
                <a:gd name="T58" fmla="*/ 68 w 222"/>
                <a:gd name="T59" fmla="*/ 138 h 235"/>
                <a:gd name="T60" fmla="*/ 68 w 222"/>
                <a:gd name="T61" fmla="*/ 102 h 235"/>
                <a:gd name="T62" fmla="*/ 139 w 222"/>
                <a:gd name="T63" fmla="*/ 95 h 235"/>
                <a:gd name="T64" fmla="*/ 158 w 222"/>
                <a:gd name="T65" fmla="*/ 102 h 235"/>
                <a:gd name="T66" fmla="*/ 165 w 222"/>
                <a:gd name="T67" fmla="*/ 175 h 235"/>
                <a:gd name="T68" fmla="*/ 139 w 222"/>
                <a:gd name="T69" fmla="*/ 31 h 235"/>
                <a:gd name="T70" fmla="*/ 139 w 222"/>
                <a:gd name="T71" fmla="*/ 95 h 235"/>
                <a:gd name="T72" fmla="*/ 38 w 222"/>
                <a:gd name="T73" fmla="*/ 159 h 235"/>
                <a:gd name="T74" fmla="*/ 47 w 222"/>
                <a:gd name="T75" fmla="*/ 138 h 235"/>
                <a:gd name="T76" fmla="*/ 19 w 222"/>
                <a:gd name="T77" fmla="*/ 149 h 235"/>
                <a:gd name="T78" fmla="*/ 173 w 222"/>
                <a:gd name="T79" fmla="*/ 36 h 235"/>
                <a:gd name="T80" fmla="*/ 173 w 222"/>
                <a:gd name="T81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2" h="235">
                  <a:moveTo>
                    <a:pt x="151" y="19"/>
                  </a:moveTo>
                  <a:lnTo>
                    <a:pt x="170" y="29"/>
                  </a:lnTo>
                  <a:lnTo>
                    <a:pt x="203" y="19"/>
                  </a:lnTo>
                  <a:lnTo>
                    <a:pt x="182" y="7"/>
                  </a:lnTo>
                  <a:lnTo>
                    <a:pt x="151" y="19"/>
                  </a:lnTo>
                  <a:lnTo>
                    <a:pt x="151" y="19"/>
                  </a:lnTo>
                  <a:close/>
                  <a:moveTo>
                    <a:pt x="31" y="171"/>
                  </a:moveTo>
                  <a:lnTo>
                    <a:pt x="7" y="159"/>
                  </a:lnTo>
                  <a:lnTo>
                    <a:pt x="7" y="211"/>
                  </a:lnTo>
                  <a:lnTo>
                    <a:pt x="31" y="223"/>
                  </a:lnTo>
                  <a:lnTo>
                    <a:pt x="31" y="171"/>
                  </a:lnTo>
                  <a:lnTo>
                    <a:pt x="31" y="171"/>
                  </a:lnTo>
                  <a:close/>
                  <a:moveTo>
                    <a:pt x="87" y="104"/>
                  </a:moveTo>
                  <a:lnTo>
                    <a:pt x="109" y="114"/>
                  </a:lnTo>
                  <a:lnTo>
                    <a:pt x="137" y="102"/>
                  </a:lnTo>
                  <a:lnTo>
                    <a:pt x="116" y="93"/>
                  </a:lnTo>
                  <a:lnTo>
                    <a:pt x="87" y="104"/>
                  </a:lnTo>
                  <a:lnTo>
                    <a:pt x="87" y="104"/>
                  </a:lnTo>
                  <a:close/>
                  <a:moveTo>
                    <a:pt x="68" y="102"/>
                  </a:moveTo>
                  <a:lnTo>
                    <a:pt x="76" y="100"/>
                  </a:lnTo>
                  <a:lnTo>
                    <a:pt x="116" y="83"/>
                  </a:lnTo>
                  <a:lnTo>
                    <a:pt x="116" y="83"/>
                  </a:lnTo>
                  <a:lnTo>
                    <a:pt x="118" y="83"/>
                  </a:lnTo>
                  <a:lnTo>
                    <a:pt x="132" y="90"/>
                  </a:lnTo>
                  <a:lnTo>
                    <a:pt x="132" y="24"/>
                  </a:lnTo>
                  <a:lnTo>
                    <a:pt x="132" y="19"/>
                  </a:lnTo>
                  <a:lnTo>
                    <a:pt x="139" y="14"/>
                  </a:lnTo>
                  <a:lnTo>
                    <a:pt x="180" y="0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15" y="14"/>
                  </a:lnTo>
                  <a:lnTo>
                    <a:pt x="222" y="19"/>
                  </a:lnTo>
                  <a:lnTo>
                    <a:pt x="222" y="168"/>
                  </a:lnTo>
                  <a:lnTo>
                    <a:pt x="173" y="187"/>
                  </a:lnTo>
                  <a:lnTo>
                    <a:pt x="168" y="185"/>
                  </a:lnTo>
                  <a:lnTo>
                    <a:pt x="158" y="180"/>
                  </a:lnTo>
                  <a:lnTo>
                    <a:pt x="158" y="192"/>
                  </a:lnTo>
                  <a:lnTo>
                    <a:pt x="106" y="211"/>
                  </a:lnTo>
                  <a:lnTo>
                    <a:pt x="102" y="209"/>
                  </a:lnTo>
                  <a:lnTo>
                    <a:pt x="90" y="201"/>
                  </a:lnTo>
                  <a:lnTo>
                    <a:pt x="90" y="216"/>
                  </a:lnTo>
                  <a:lnTo>
                    <a:pt x="38" y="235"/>
                  </a:lnTo>
                  <a:lnTo>
                    <a:pt x="33" y="232"/>
                  </a:lnTo>
                  <a:lnTo>
                    <a:pt x="2" y="218"/>
                  </a:lnTo>
                  <a:lnTo>
                    <a:pt x="0" y="216"/>
                  </a:lnTo>
                  <a:lnTo>
                    <a:pt x="0" y="213"/>
                  </a:lnTo>
                  <a:lnTo>
                    <a:pt x="0" y="154"/>
                  </a:lnTo>
                  <a:lnTo>
                    <a:pt x="0" y="147"/>
                  </a:lnTo>
                  <a:lnTo>
                    <a:pt x="7" y="145"/>
                  </a:lnTo>
                  <a:lnTo>
                    <a:pt x="47" y="128"/>
                  </a:lnTo>
                  <a:lnTo>
                    <a:pt x="47" y="128"/>
                  </a:lnTo>
                  <a:lnTo>
                    <a:pt x="50" y="128"/>
                  </a:lnTo>
                  <a:lnTo>
                    <a:pt x="80" y="145"/>
                  </a:lnTo>
                  <a:lnTo>
                    <a:pt x="90" y="147"/>
                  </a:lnTo>
                  <a:lnTo>
                    <a:pt x="90" y="194"/>
                  </a:lnTo>
                  <a:lnTo>
                    <a:pt x="99" y="199"/>
                  </a:lnTo>
                  <a:lnTo>
                    <a:pt x="99" y="126"/>
                  </a:lnTo>
                  <a:lnTo>
                    <a:pt x="76" y="114"/>
                  </a:lnTo>
                  <a:lnTo>
                    <a:pt x="76" y="142"/>
                  </a:lnTo>
                  <a:lnTo>
                    <a:pt x="68" y="138"/>
                  </a:lnTo>
                  <a:lnTo>
                    <a:pt x="68" y="109"/>
                  </a:lnTo>
                  <a:lnTo>
                    <a:pt x="68" y="102"/>
                  </a:lnTo>
                  <a:lnTo>
                    <a:pt x="68" y="102"/>
                  </a:lnTo>
                  <a:close/>
                  <a:moveTo>
                    <a:pt x="139" y="95"/>
                  </a:moveTo>
                  <a:lnTo>
                    <a:pt x="149" y="100"/>
                  </a:lnTo>
                  <a:lnTo>
                    <a:pt x="158" y="102"/>
                  </a:lnTo>
                  <a:lnTo>
                    <a:pt x="158" y="171"/>
                  </a:lnTo>
                  <a:lnTo>
                    <a:pt x="165" y="175"/>
                  </a:lnTo>
                  <a:lnTo>
                    <a:pt x="165" y="43"/>
                  </a:lnTo>
                  <a:lnTo>
                    <a:pt x="139" y="31"/>
                  </a:lnTo>
                  <a:lnTo>
                    <a:pt x="139" y="95"/>
                  </a:lnTo>
                  <a:lnTo>
                    <a:pt x="139" y="95"/>
                  </a:lnTo>
                  <a:close/>
                  <a:moveTo>
                    <a:pt x="19" y="149"/>
                  </a:moveTo>
                  <a:lnTo>
                    <a:pt x="38" y="159"/>
                  </a:lnTo>
                  <a:lnTo>
                    <a:pt x="71" y="147"/>
                  </a:lnTo>
                  <a:lnTo>
                    <a:pt x="47" y="138"/>
                  </a:lnTo>
                  <a:lnTo>
                    <a:pt x="19" y="149"/>
                  </a:lnTo>
                  <a:lnTo>
                    <a:pt x="19" y="149"/>
                  </a:lnTo>
                  <a:close/>
                  <a:moveTo>
                    <a:pt x="173" y="38"/>
                  </a:moveTo>
                  <a:lnTo>
                    <a:pt x="173" y="36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73" y="38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 bwMode="auto">
          <a:xfrm>
            <a:off x="312738" y="4854575"/>
            <a:ext cx="4843463" cy="712788"/>
            <a:chOff x="6535248" y="4281002"/>
            <a:chExt cx="4842391" cy="712882"/>
          </a:xfrm>
        </p:grpSpPr>
        <p:grpSp>
          <p:nvGrpSpPr>
            <p:cNvPr id="4139" name="组合 116"/>
            <p:cNvGrpSpPr/>
            <p:nvPr/>
          </p:nvGrpSpPr>
          <p:grpSpPr bwMode="auto">
            <a:xfrm>
              <a:off x="6535248" y="4281002"/>
              <a:ext cx="4842391" cy="712882"/>
              <a:chOff x="6298049" y="1397569"/>
              <a:chExt cx="4842391" cy="712882"/>
            </a:xfrm>
          </p:grpSpPr>
          <p:sp>
            <p:nvSpPr>
              <p:cNvPr id="4141" name="文本框 126"/>
              <p:cNvSpPr txBox="1">
                <a:spLocks noChangeArrowheads="1"/>
              </p:cNvSpPr>
              <p:nvPr/>
            </p:nvSpPr>
            <p:spPr bwMode="auto">
              <a:xfrm>
                <a:off x="8200260" y="1506484"/>
                <a:ext cx="2840403" cy="523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研究结果及应用</a:t>
                </a:r>
                <a:endPara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8" name="矩形 127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129" name="直接连接符 128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ln w="25400"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44" name="组合 129"/>
              <p:cNvGrpSpPr/>
              <p:nvPr/>
            </p:nvGrpSpPr>
            <p:grpSpPr bwMode="auto"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131" name="矩形 130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146" name="文本框 131"/>
                <p:cNvSpPr txBox="1">
                  <a:spLocks noChangeArrowheads="1"/>
                </p:cNvSpPr>
                <p:nvPr/>
              </p:nvSpPr>
              <p:spPr bwMode="auto"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05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143" name="Freeform 306"/>
            <p:cNvSpPr>
              <a:spLocks noEditPoints="1"/>
            </p:cNvSpPr>
            <p:nvPr/>
          </p:nvSpPr>
          <p:spPr bwMode="auto">
            <a:xfrm>
              <a:off x="7601812" y="4390554"/>
              <a:ext cx="539631" cy="536646"/>
            </a:xfrm>
            <a:custGeom>
              <a:avLst/>
              <a:gdLst>
                <a:gd name="T0" fmla="*/ 60 w 99"/>
                <a:gd name="T1" fmla="*/ 9 h 99"/>
                <a:gd name="T2" fmla="*/ 81 w 99"/>
                <a:gd name="T3" fmla="*/ 10 h 99"/>
                <a:gd name="T4" fmla="*/ 79 w 99"/>
                <a:gd name="T5" fmla="*/ 20 h 99"/>
                <a:gd name="T6" fmla="*/ 96 w 99"/>
                <a:gd name="T7" fmla="*/ 31 h 99"/>
                <a:gd name="T8" fmla="*/ 90 w 99"/>
                <a:gd name="T9" fmla="*/ 38 h 99"/>
                <a:gd name="T10" fmla="*/ 99 w 99"/>
                <a:gd name="T11" fmla="*/ 57 h 99"/>
                <a:gd name="T12" fmla="*/ 90 w 99"/>
                <a:gd name="T13" fmla="*/ 60 h 99"/>
                <a:gd name="T14" fmla="*/ 89 w 99"/>
                <a:gd name="T15" fmla="*/ 81 h 99"/>
                <a:gd name="T16" fmla="*/ 80 w 99"/>
                <a:gd name="T17" fmla="*/ 79 h 99"/>
                <a:gd name="T18" fmla="*/ 68 w 99"/>
                <a:gd name="T19" fmla="*/ 97 h 99"/>
                <a:gd name="T20" fmla="*/ 61 w 99"/>
                <a:gd name="T21" fmla="*/ 90 h 99"/>
                <a:gd name="T22" fmla="*/ 42 w 99"/>
                <a:gd name="T23" fmla="*/ 99 h 99"/>
                <a:gd name="T24" fmla="*/ 39 w 99"/>
                <a:gd name="T25" fmla="*/ 91 h 99"/>
                <a:gd name="T26" fmla="*/ 18 w 99"/>
                <a:gd name="T27" fmla="*/ 89 h 99"/>
                <a:gd name="T28" fmla="*/ 20 w 99"/>
                <a:gd name="T29" fmla="*/ 80 h 99"/>
                <a:gd name="T30" fmla="*/ 3 w 99"/>
                <a:gd name="T31" fmla="*/ 68 h 99"/>
                <a:gd name="T32" fmla="*/ 9 w 99"/>
                <a:gd name="T33" fmla="*/ 61 h 99"/>
                <a:gd name="T34" fmla="*/ 0 w 99"/>
                <a:gd name="T35" fmla="*/ 42 h 99"/>
                <a:gd name="T36" fmla="*/ 9 w 99"/>
                <a:gd name="T37" fmla="*/ 39 h 99"/>
                <a:gd name="T38" fmla="*/ 10 w 99"/>
                <a:gd name="T39" fmla="*/ 18 h 99"/>
                <a:gd name="T40" fmla="*/ 19 w 99"/>
                <a:gd name="T41" fmla="*/ 20 h 99"/>
                <a:gd name="T42" fmla="*/ 31 w 99"/>
                <a:gd name="T43" fmla="*/ 3 h 99"/>
                <a:gd name="T44" fmla="*/ 38 w 99"/>
                <a:gd name="T45" fmla="*/ 9 h 99"/>
                <a:gd name="T46" fmla="*/ 57 w 99"/>
                <a:gd name="T47" fmla="*/ 0 h 99"/>
                <a:gd name="T48" fmla="*/ 36 w 99"/>
                <a:gd name="T49" fmla="*/ 58 h 99"/>
                <a:gd name="T50" fmla="*/ 45 w 99"/>
                <a:gd name="T51" fmla="*/ 47 h 99"/>
                <a:gd name="T52" fmla="*/ 58 w 99"/>
                <a:gd name="T53" fmla="*/ 55 h 99"/>
                <a:gd name="T54" fmla="*/ 64 w 99"/>
                <a:gd name="T55" fmla="*/ 56 h 99"/>
                <a:gd name="T56" fmla="*/ 54 w 99"/>
                <a:gd name="T57" fmla="*/ 54 h 99"/>
                <a:gd name="T58" fmla="*/ 58 w 99"/>
                <a:gd name="T59" fmla="*/ 69 h 99"/>
                <a:gd name="T60" fmla="*/ 71 w 99"/>
                <a:gd name="T61" fmla="*/ 71 h 99"/>
                <a:gd name="T62" fmla="*/ 71 w 99"/>
                <a:gd name="T63" fmla="*/ 28 h 99"/>
                <a:gd name="T64" fmla="*/ 28 w 99"/>
                <a:gd name="T65" fmla="*/ 28 h 99"/>
                <a:gd name="T66" fmla="*/ 28 w 99"/>
                <a:gd name="T67" fmla="*/ 71 h 99"/>
                <a:gd name="T68" fmla="*/ 55 w 99"/>
                <a:gd name="T69" fmla="*/ 79 h 99"/>
                <a:gd name="T70" fmla="*/ 48 w 99"/>
                <a:gd name="T71" fmla="*/ 66 h 99"/>
                <a:gd name="T72" fmla="*/ 35 w 99"/>
                <a:gd name="T73" fmla="*/ 75 h 99"/>
                <a:gd name="T74" fmla="*/ 42 w 99"/>
                <a:gd name="T75" fmla="*/ 71 h 99"/>
                <a:gd name="T76" fmla="*/ 45 w 99"/>
                <a:gd name="T77" fmla="*/ 52 h 99"/>
                <a:gd name="T78" fmla="*/ 38 w 99"/>
                <a:gd name="T79" fmla="*/ 59 h 99"/>
                <a:gd name="T80" fmla="*/ 51 w 99"/>
                <a:gd name="T81" fmla="*/ 37 h 99"/>
                <a:gd name="T82" fmla="*/ 51 w 99"/>
                <a:gd name="T83" fmla="*/ 46 h 99"/>
                <a:gd name="T84" fmla="*/ 51 w 99"/>
                <a:gd name="T85" fmla="*/ 37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99" h="99">
                  <a:moveTo>
                    <a:pt x="59" y="8"/>
                  </a:moveTo>
                  <a:cubicBezTo>
                    <a:pt x="59" y="9"/>
                    <a:pt x="60" y="9"/>
                    <a:pt x="60" y="9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9"/>
                    <a:pt x="79" y="19"/>
                    <a:pt x="79" y="20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9"/>
                    <a:pt x="90" y="60"/>
                    <a:pt x="90" y="60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80" y="78"/>
                    <a:pt x="80" y="78"/>
                    <a:pt x="80" y="78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62" y="90"/>
                    <a:pt x="62" y="90"/>
                    <a:pt x="62" y="90"/>
                  </a:cubicBezTo>
                  <a:cubicBezTo>
                    <a:pt x="62" y="90"/>
                    <a:pt x="61" y="90"/>
                    <a:pt x="61" y="9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0" y="91"/>
                    <a:pt x="40" y="91"/>
                    <a:pt x="40" y="91"/>
                  </a:cubicBezTo>
                  <a:cubicBezTo>
                    <a:pt x="40" y="91"/>
                    <a:pt x="39" y="91"/>
                    <a:pt x="39" y="91"/>
                  </a:cubicBezTo>
                  <a:cubicBezTo>
                    <a:pt x="33" y="97"/>
                    <a:pt x="33" y="97"/>
                    <a:pt x="33" y="97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11" y="83"/>
                    <a:pt x="11" y="83"/>
                    <a:pt x="11" y="83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1"/>
                    <a:pt x="9" y="61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8" y="39"/>
                    <a:pt x="9" y="39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19" y="20"/>
                    <a:pt x="19" y="2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8" y="9"/>
                    <a:pt x="38" y="9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36" y="58"/>
                  </a:moveTo>
                  <a:cubicBezTo>
                    <a:pt x="37" y="52"/>
                    <a:pt x="37" y="52"/>
                    <a:pt x="37" y="52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6"/>
                    <a:pt x="64" y="56"/>
                    <a:pt x="64" y="56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2" y="62"/>
                    <a:pt x="52" y="62"/>
                    <a:pt x="52" y="62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63" y="77"/>
                    <a:pt x="67" y="74"/>
                    <a:pt x="71" y="71"/>
                  </a:cubicBezTo>
                  <a:cubicBezTo>
                    <a:pt x="76" y="66"/>
                    <a:pt x="80" y="58"/>
                    <a:pt x="80" y="50"/>
                  </a:cubicBezTo>
                  <a:cubicBezTo>
                    <a:pt x="80" y="41"/>
                    <a:pt x="76" y="34"/>
                    <a:pt x="71" y="28"/>
                  </a:cubicBezTo>
                  <a:cubicBezTo>
                    <a:pt x="65" y="23"/>
                    <a:pt x="58" y="19"/>
                    <a:pt x="49" y="19"/>
                  </a:cubicBezTo>
                  <a:cubicBezTo>
                    <a:pt x="41" y="19"/>
                    <a:pt x="34" y="23"/>
                    <a:pt x="28" y="28"/>
                  </a:cubicBezTo>
                  <a:cubicBezTo>
                    <a:pt x="23" y="34"/>
                    <a:pt x="19" y="41"/>
                    <a:pt x="19" y="50"/>
                  </a:cubicBezTo>
                  <a:cubicBezTo>
                    <a:pt x="19" y="58"/>
                    <a:pt x="23" y="66"/>
                    <a:pt x="28" y="71"/>
                  </a:cubicBezTo>
                  <a:cubicBezTo>
                    <a:pt x="34" y="76"/>
                    <a:pt x="41" y="80"/>
                    <a:pt x="49" y="80"/>
                  </a:cubicBezTo>
                  <a:cubicBezTo>
                    <a:pt x="52" y="80"/>
                    <a:pt x="54" y="80"/>
                    <a:pt x="55" y="79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7" y="69"/>
                    <a:pt x="45" y="73"/>
                    <a:pt x="4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6" y="58"/>
                    <a:pt x="36" y="58"/>
                    <a:pt x="36" y="58"/>
                  </a:cubicBezTo>
                  <a:close/>
                  <a:moveTo>
                    <a:pt x="51" y="37"/>
                  </a:moveTo>
                  <a:cubicBezTo>
                    <a:pt x="48" y="37"/>
                    <a:pt x="46" y="39"/>
                    <a:pt x="46" y="41"/>
                  </a:cubicBezTo>
                  <a:cubicBezTo>
                    <a:pt x="46" y="44"/>
                    <a:pt x="48" y="46"/>
                    <a:pt x="51" y="46"/>
                  </a:cubicBezTo>
                  <a:cubicBezTo>
                    <a:pt x="53" y="46"/>
                    <a:pt x="55" y="44"/>
                    <a:pt x="55" y="41"/>
                  </a:cubicBezTo>
                  <a:cubicBezTo>
                    <a:pt x="55" y="39"/>
                    <a:pt x="53" y="37"/>
                    <a:pt x="51" y="37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6" name="组合 15"/>
          <p:cNvGrpSpPr/>
          <p:nvPr/>
        </p:nvGrpSpPr>
        <p:grpSpPr bwMode="auto">
          <a:xfrm>
            <a:off x="6916738" y="2593975"/>
            <a:ext cx="4843463" cy="712788"/>
            <a:chOff x="309691" y="2998271"/>
            <a:chExt cx="4842391" cy="712882"/>
          </a:xfrm>
        </p:grpSpPr>
        <p:grpSp>
          <p:nvGrpSpPr>
            <p:cNvPr id="4131" name="组合 71"/>
            <p:cNvGrpSpPr/>
            <p:nvPr/>
          </p:nvGrpSpPr>
          <p:grpSpPr bwMode="auto">
            <a:xfrm>
              <a:off x="309691" y="2998271"/>
              <a:ext cx="4842391" cy="712882"/>
              <a:chOff x="6298049" y="1397569"/>
              <a:chExt cx="4842391" cy="712882"/>
            </a:xfrm>
          </p:grpSpPr>
          <p:sp>
            <p:nvSpPr>
              <p:cNvPr id="4133" name="文本框 73"/>
              <p:cNvSpPr txBox="1">
                <a:spLocks noChangeArrowheads="1"/>
              </p:cNvSpPr>
              <p:nvPr/>
            </p:nvSpPr>
            <p:spPr bwMode="auto">
              <a:xfrm>
                <a:off x="8009760" y="1506484"/>
                <a:ext cx="2840403" cy="523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主要研究内容</a:t>
                </a:r>
                <a:endPara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75" name="矩形 74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76" name="直接连接符 75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ln w="25400"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36" name="组合 76"/>
              <p:cNvGrpSpPr/>
              <p:nvPr/>
            </p:nvGrpSpPr>
            <p:grpSpPr bwMode="auto"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78" name="矩形 77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138" name="文本框 78"/>
                <p:cNvSpPr txBox="1">
                  <a:spLocks noChangeArrowheads="1"/>
                </p:cNvSpPr>
                <p:nvPr/>
              </p:nvSpPr>
              <p:spPr bwMode="auto"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02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140" name="Freeform 30"/>
            <p:cNvSpPr>
              <a:spLocks noEditPoints="1"/>
            </p:cNvSpPr>
            <p:nvPr/>
          </p:nvSpPr>
          <p:spPr bwMode="auto">
            <a:xfrm>
              <a:off x="1401649" y="3137989"/>
              <a:ext cx="401548" cy="528708"/>
            </a:xfrm>
            <a:custGeom>
              <a:avLst/>
              <a:gdLst>
                <a:gd name="T0" fmla="*/ 60 w 74"/>
                <a:gd name="T1" fmla="*/ 0 h 97"/>
                <a:gd name="T2" fmla="*/ 72 w 74"/>
                <a:gd name="T3" fmla="*/ 11 h 97"/>
                <a:gd name="T4" fmla="*/ 70 w 74"/>
                <a:gd name="T5" fmla="*/ 52 h 97"/>
                <a:gd name="T6" fmla="*/ 63 w 74"/>
                <a:gd name="T7" fmla="*/ 11 h 97"/>
                <a:gd name="T8" fmla="*/ 60 w 74"/>
                <a:gd name="T9" fmla="*/ 8 h 97"/>
                <a:gd name="T10" fmla="*/ 26 w 74"/>
                <a:gd name="T11" fmla="*/ 11 h 97"/>
                <a:gd name="T12" fmla="*/ 26 w 74"/>
                <a:gd name="T13" fmla="*/ 18 h 97"/>
                <a:gd name="T14" fmla="*/ 19 w 74"/>
                <a:gd name="T15" fmla="*/ 24 h 97"/>
                <a:gd name="T16" fmla="*/ 12 w 74"/>
                <a:gd name="T17" fmla="*/ 24 h 97"/>
                <a:gd name="T18" fmla="*/ 8 w 74"/>
                <a:gd name="T19" fmla="*/ 79 h 97"/>
                <a:gd name="T20" fmla="*/ 9 w 74"/>
                <a:gd name="T21" fmla="*/ 81 h 97"/>
                <a:gd name="T22" fmla="*/ 28 w 74"/>
                <a:gd name="T23" fmla="*/ 82 h 97"/>
                <a:gd name="T24" fmla="*/ 37 w 74"/>
                <a:gd name="T25" fmla="*/ 90 h 97"/>
                <a:gd name="T26" fmla="*/ 3 w 74"/>
                <a:gd name="T27" fmla="*/ 87 h 97"/>
                <a:gd name="T28" fmla="*/ 3 w 74"/>
                <a:gd name="T29" fmla="*/ 87 h 97"/>
                <a:gd name="T30" fmla="*/ 0 w 74"/>
                <a:gd name="T31" fmla="*/ 20 h 97"/>
                <a:gd name="T32" fmla="*/ 1 w 74"/>
                <a:gd name="T33" fmla="*/ 17 h 97"/>
                <a:gd name="T34" fmla="*/ 19 w 74"/>
                <a:gd name="T35" fmla="*/ 0 h 97"/>
                <a:gd name="T36" fmla="*/ 17 w 74"/>
                <a:gd name="T37" fmla="*/ 52 h 97"/>
                <a:gd name="T38" fmla="*/ 27 w 74"/>
                <a:gd name="T39" fmla="*/ 56 h 97"/>
                <a:gd name="T40" fmla="*/ 17 w 74"/>
                <a:gd name="T41" fmla="*/ 52 h 97"/>
                <a:gd name="T42" fmla="*/ 17 w 74"/>
                <a:gd name="T43" fmla="*/ 44 h 97"/>
                <a:gd name="T44" fmla="*/ 56 w 74"/>
                <a:gd name="T45" fmla="*/ 40 h 97"/>
                <a:gd name="T46" fmla="*/ 17 w 74"/>
                <a:gd name="T47" fmla="*/ 28 h 97"/>
                <a:gd name="T48" fmla="*/ 56 w 74"/>
                <a:gd name="T49" fmla="*/ 33 h 97"/>
                <a:gd name="T50" fmla="*/ 17 w 74"/>
                <a:gd name="T51" fmla="*/ 28 h 97"/>
                <a:gd name="T52" fmla="*/ 34 w 74"/>
                <a:gd name="T53" fmla="*/ 22 h 97"/>
                <a:gd name="T54" fmla="*/ 56 w 74"/>
                <a:gd name="T55" fmla="*/ 17 h 97"/>
                <a:gd name="T56" fmla="*/ 41 w 74"/>
                <a:gd name="T57" fmla="*/ 69 h 97"/>
                <a:gd name="T58" fmla="*/ 41 w 74"/>
                <a:gd name="T59" fmla="*/ 69 h 97"/>
                <a:gd name="T60" fmla="*/ 31 w 74"/>
                <a:gd name="T61" fmla="*/ 66 h 97"/>
                <a:gd name="T62" fmla="*/ 47 w 74"/>
                <a:gd name="T63" fmla="*/ 86 h 97"/>
                <a:gd name="T64" fmla="*/ 59 w 74"/>
                <a:gd name="T65" fmla="*/ 87 h 97"/>
                <a:gd name="T66" fmla="*/ 71 w 74"/>
                <a:gd name="T67" fmla="*/ 96 h 97"/>
                <a:gd name="T68" fmla="*/ 72 w 74"/>
                <a:gd name="T69" fmla="*/ 90 h 97"/>
                <a:gd name="T70" fmla="*/ 63 w 74"/>
                <a:gd name="T71" fmla="*/ 80 h 97"/>
                <a:gd name="T72" fmla="*/ 64 w 74"/>
                <a:gd name="T73" fmla="*/ 57 h 97"/>
                <a:gd name="T74" fmla="*/ 38 w 74"/>
                <a:gd name="T75" fmla="*/ 54 h 97"/>
                <a:gd name="T76" fmla="*/ 42 w 74"/>
                <a:gd name="T77" fmla="*/ 58 h 97"/>
                <a:gd name="T78" fmla="*/ 40 w 74"/>
                <a:gd name="T79" fmla="*/ 76 h 97"/>
                <a:gd name="T80" fmla="*/ 57 w 74"/>
                <a:gd name="T81" fmla="*/ 78 h 97"/>
                <a:gd name="T82" fmla="*/ 59 w 74"/>
                <a:gd name="T83" fmla="*/ 61 h 97"/>
                <a:gd name="T84" fmla="*/ 21 w 74"/>
                <a:gd name="T85" fmla="*/ 9 h 97"/>
                <a:gd name="T86" fmla="*/ 13 w 74"/>
                <a:gd name="T87" fmla="*/ 19 h 97"/>
                <a:gd name="T88" fmla="*/ 17 w 74"/>
                <a:gd name="T89" fmla="*/ 20 h 97"/>
                <a:gd name="T90" fmla="*/ 18 w 74"/>
                <a:gd name="T91" fmla="*/ 20 h 97"/>
                <a:gd name="T92" fmla="*/ 22 w 74"/>
                <a:gd name="T93" fmla="*/ 17 h 97"/>
                <a:gd name="T94" fmla="*/ 22 w 74"/>
                <a:gd name="T95" fmla="*/ 15 h 97"/>
                <a:gd name="T96" fmla="*/ 21 w 74"/>
                <a:gd name="T97" fmla="*/ 1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4" h="97">
                  <a:moveTo>
                    <a:pt x="2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1"/>
                    <a:pt x="68" y="3"/>
                  </a:cubicBezTo>
                  <a:cubicBezTo>
                    <a:pt x="70" y="5"/>
                    <a:pt x="72" y="8"/>
                    <a:pt x="72" y="1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1" y="55"/>
                    <a:pt x="70" y="53"/>
                    <a:pt x="70" y="52"/>
                  </a:cubicBezTo>
                  <a:cubicBezTo>
                    <a:pt x="68" y="50"/>
                    <a:pt x="66" y="48"/>
                    <a:pt x="63" y="47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9"/>
                    <a:pt x="62" y="9"/>
                  </a:cubicBezTo>
                  <a:cubicBezTo>
                    <a:pt x="62" y="8"/>
                    <a:pt x="61" y="8"/>
                    <a:pt x="60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6" y="19"/>
                    <a:pt x="25" y="21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8" y="24"/>
                    <a:pt x="17" y="24"/>
                    <a:pt x="16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80"/>
                    <a:pt x="9" y="80"/>
                    <a:pt x="9" y="81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10" y="81"/>
                    <a:pt x="10" y="82"/>
                    <a:pt x="11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82"/>
                    <a:pt x="29" y="83"/>
                    <a:pt x="29" y="84"/>
                  </a:cubicBezTo>
                  <a:cubicBezTo>
                    <a:pt x="31" y="86"/>
                    <a:pt x="34" y="88"/>
                    <a:pt x="37" y="90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8" y="90"/>
                    <a:pt x="5" y="89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" y="85"/>
                    <a:pt x="0" y="82"/>
                    <a:pt x="0" y="7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lose/>
                  <a:moveTo>
                    <a:pt x="17" y="52"/>
                  </a:moveTo>
                  <a:cubicBezTo>
                    <a:pt x="17" y="56"/>
                    <a:pt x="17" y="56"/>
                    <a:pt x="1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7" y="52"/>
                    <a:pt x="17" y="52"/>
                    <a:pt x="17" y="52"/>
                  </a:cubicBezTo>
                  <a:close/>
                  <a:moveTo>
                    <a:pt x="17" y="40"/>
                  </a:moveTo>
                  <a:cubicBezTo>
                    <a:pt x="17" y="44"/>
                    <a:pt x="17" y="44"/>
                    <a:pt x="17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17" y="40"/>
                    <a:pt x="17" y="40"/>
                    <a:pt x="17" y="40"/>
                  </a:cubicBezTo>
                  <a:close/>
                  <a:moveTo>
                    <a:pt x="17" y="28"/>
                  </a:moveTo>
                  <a:cubicBezTo>
                    <a:pt x="17" y="33"/>
                    <a:pt x="17" y="33"/>
                    <a:pt x="17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34" y="17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34" y="17"/>
                    <a:pt x="34" y="17"/>
                    <a:pt x="34" y="17"/>
                  </a:cubicBezTo>
                  <a:close/>
                  <a:moveTo>
                    <a:pt x="41" y="69"/>
                  </a:moveTo>
                  <a:cubicBezTo>
                    <a:pt x="43" y="64"/>
                    <a:pt x="48" y="61"/>
                    <a:pt x="55" y="60"/>
                  </a:cubicBezTo>
                  <a:cubicBezTo>
                    <a:pt x="48" y="56"/>
                    <a:pt x="39" y="62"/>
                    <a:pt x="41" y="69"/>
                  </a:cubicBezTo>
                  <a:close/>
                  <a:moveTo>
                    <a:pt x="38" y="54"/>
                  </a:moveTo>
                  <a:cubicBezTo>
                    <a:pt x="34" y="57"/>
                    <a:pt x="32" y="61"/>
                    <a:pt x="31" y="66"/>
                  </a:cubicBezTo>
                  <a:cubicBezTo>
                    <a:pt x="31" y="70"/>
                    <a:pt x="32" y="75"/>
                    <a:pt x="35" y="79"/>
                  </a:cubicBezTo>
                  <a:cubicBezTo>
                    <a:pt x="38" y="83"/>
                    <a:pt x="43" y="86"/>
                    <a:pt x="47" y="86"/>
                  </a:cubicBezTo>
                  <a:cubicBezTo>
                    <a:pt x="51" y="87"/>
                    <a:pt x="55" y="86"/>
                    <a:pt x="58" y="84"/>
                  </a:cubicBezTo>
                  <a:cubicBezTo>
                    <a:pt x="58" y="85"/>
                    <a:pt x="58" y="86"/>
                    <a:pt x="59" y="87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7" y="97"/>
                    <a:pt x="69" y="97"/>
                    <a:pt x="71" y="96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3" y="94"/>
                    <a:pt x="74" y="91"/>
                    <a:pt x="72" y="90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5" y="81"/>
                    <a:pt x="64" y="80"/>
                    <a:pt x="63" y="80"/>
                  </a:cubicBezTo>
                  <a:cubicBezTo>
                    <a:pt x="66" y="77"/>
                    <a:pt x="67" y="74"/>
                    <a:pt x="68" y="70"/>
                  </a:cubicBezTo>
                  <a:cubicBezTo>
                    <a:pt x="68" y="66"/>
                    <a:pt x="67" y="61"/>
                    <a:pt x="64" y="57"/>
                  </a:cubicBezTo>
                  <a:cubicBezTo>
                    <a:pt x="61" y="53"/>
                    <a:pt x="56" y="50"/>
                    <a:pt x="52" y="50"/>
                  </a:cubicBezTo>
                  <a:cubicBezTo>
                    <a:pt x="47" y="49"/>
                    <a:pt x="42" y="50"/>
                    <a:pt x="38" y="54"/>
                  </a:cubicBezTo>
                  <a:close/>
                  <a:moveTo>
                    <a:pt x="51" y="56"/>
                  </a:moveTo>
                  <a:cubicBezTo>
                    <a:pt x="48" y="56"/>
                    <a:pt x="45" y="56"/>
                    <a:pt x="42" y="58"/>
                  </a:cubicBezTo>
                  <a:cubicBezTo>
                    <a:pt x="39" y="61"/>
                    <a:pt x="38" y="63"/>
                    <a:pt x="37" y="67"/>
                  </a:cubicBezTo>
                  <a:cubicBezTo>
                    <a:pt x="37" y="70"/>
                    <a:pt x="38" y="73"/>
                    <a:pt x="40" y="76"/>
                  </a:cubicBezTo>
                  <a:cubicBezTo>
                    <a:pt x="42" y="78"/>
                    <a:pt x="45" y="80"/>
                    <a:pt x="48" y="80"/>
                  </a:cubicBezTo>
                  <a:cubicBezTo>
                    <a:pt x="51" y="80"/>
                    <a:pt x="54" y="80"/>
                    <a:pt x="57" y="78"/>
                  </a:cubicBezTo>
                  <a:cubicBezTo>
                    <a:pt x="60" y="76"/>
                    <a:pt x="61" y="73"/>
                    <a:pt x="61" y="69"/>
                  </a:cubicBezTo>
                  <a:cubicBezTo>
                    <a:pt x="62" y="66"/>
                    <a:pt x="61" y="63"/>
                    <a:pt x="59" y="61"/>
                  </a:cubicBezTo>
                  <a:cubicBezTo>
                    <a:pt x="57" y="58"/>
                    <a:pt x="54" y="56"/>
                    <a:pt x="51" y="56"/>
                  </a:cubicBezTo>
                  <a:close/>
                  <a:moveTo>
                    <a:pt x="21" y="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9" y="20"/>
                    <a:pt x="20" y="19"/>
                    <a:pt x="21" y="19"/>
                  </a:cubicBezTo>
                  <a:cubicBezTo>
                    <a:pt x="21" y="18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11"/>
                    <a:pt x="21" y="11"/>
                    <a:pt x="21" y="11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2" name="组合 21"/>
          <p:cNvGrpSpPr/>
          <p:nvPr/>
        </p:nvGrpSpPr>
        <p:grpSpPr bwMode="auto">
          <a:xfrm>
            <a:off x="6916738" y="3724275"/>
            <a:ext cx="4843463" cy="712788"/>
            <a:chOff x="6535248" y="3340628"/>
            <a:chExt cx="4842391" cy="712882"/>
          </a:xfrm>
        </p:grpSpPr>
        <p:grpSp>
          <p:nvGrpSpPr>
            <p:cNvPr id="4123" name="组合 115"/>
            <p:cNvGrpSpPr/>
            <p:nvPr/>
          </p:nvGrpSpPr>
          <p:grpSpPr bwMode="auto">
            <a:xfrm>
              <a:off x="6535248" y="3340628"/>
              <a:ext cx="4842391" cy="712882"/>
              <a:chOff x="6298049" y="1397569"/>
              <a:chExt cx="4842391" cy="712882"/>
            </a:xfrm>
          </p:grpSpPr>
          <p:sp>
            <p:nvSpPr>
              <p:cNvPr id="4125" name="文本框 133"/>
              <p:cNvSpPr txBox="1">
                <a:spLocks noChangeArrowheads="1"/>
              </p:cNvSpPr>
              <p:nvPr/>
            </p:nvSpPr>
            <p:spPr bwMode="auto">
              <a:xfrm>
                <a:off x="8028810" y="1506484"/>
                <a:ext cx="2840403" cy="52328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项目方案设计</a:t>
                </a:r>
                <a:endPara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35" name="矩形 134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136" name="直接连接符 135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ln w="25400"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28" name="组合 136"/>
              <p:cNvGrpSpPr/>
              <p:nvPr/>
            </p:nvGrpSpPr>
            <p:grpSpPr bwMode="auto"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138" name="矩形 137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130" name="文本框 138"/>
                <p:cNvSpPr txBox="1">
                  <a:spLocks noChangeArrowheads="1"/>
                </p:cNvSpPr>
                <p:nvPr/>
              </p:nvSpPr>
              <p:spPr bwMode="auto"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04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142" name="Freeform 59"/>
            <p:cNvSpPr>
              <a:spLocks noEditPoints="1"/>
            </p:cNvSpPr>
            <p:nvPr/>
          </p:nvSpPr>
          <p:spPr bwMode="auto">
            <a:xfrm>
              <a:off x="7538326" y="3469233"/>
              <a:ext cx="606291" cy="457260"/>
            </a:xfrm>
            <a:custGeom>
              <a:avLst/>
              <a:gdLst>
                <a:gd name="T0" fmla="*/ 17 w 111"/>
                <a:gd name="T1" fmla="*/ 2 h 84"/>
                <a:gd name="T2" fmla="*/ 29 w 111"/>
                <a:gd name="T3" fmla="*/ 4 h 84"/>
                <a:gd name="T4" fmla="*/ 20 w 111"/>
                <a:gd name="T5" fmla="*/ 51 h 84"/>
                <a:gd name="T6" fmla="*/ 5 w 111"/>
                <a:gd name="T7" fmla="*/ 48 h 84"/>
                <a:gd name="T8" fmla="*/ 17 w 111"/>
                <a:gd name="T9" fmla="*/ 2 h 84"/>
                <a:gd name="T10" fmla="*/ 20 w 111"/>
                <a:gd name="T11" fmla="*/ 68 h 84"/>
                <a:gd name="T12" fmla="*/ 17 w 111"/>
                <a:gd name="T13" fmla="*/ 76 h 84"/>
                <a:gd name="T14" fmla="*/ 107 w 111"/>
                <a:gd name="T15" fmla="*/ 76 h 84"/>
                <a:gd name="T16" fmla="*/ 111 w 111"/>
                <a:gd name="T17" fmla="*/ 76 h 84"/>
                <a:gd name="T18" fmla="*/ 111 w 111"/>
                <a:gd name="T19" fmla="*/ 72 h 84"/>
                <a:gd name="T20" fmla="*/ 111 w 111"/>
                <a:gd name="T21" fmla="*/ 27 h 84"/>
                <a:gd name="T22" fmla="*/ 111 w 111"/>
                <a:gd name="T23" fmla="*/ 26 h 84"/>
                <a:gd name="T24" fmla="*/ 110 w 111"/>
                <a:gd name="T25" fmla="*/ 24 h 84"/>
                <a:gd name="T26" fmla="*/ 96 w 111"/>
                <a:gd name="T27" fmla="*/ 11 h 84"/>
                <a:gd name="T28" fmla="*/ 95 w 111"/>
                <a:gd name="T29" fmla="*/ 10 h 84"/>
                <a:gd name="T30" fmla="*/ 93 w 111"/>
                <a:gd name="T31" fmla="*/ 10 h 84"/>
                <a:gd name="T32" fmla="*/ 33 w 111"/>
                <a:gd name="T33" fmla="*/ 10 h 84"/>
                <a:gd name="T34" fmla="*/ 33 w 111"/>
                <a:gd name="T35" fmla="*/ 17 h 84"/>
                <a:gd name="T36" fmla="*/ 89 w 111"/>
                <a:gd name="T37" fmla="*/ 17 h 84"/>
                <a:gd name="T38" fmla="*/ 88 w 111"/>
                <a:gd name="T39" fmla="*/ 29 h 84"/>
                <a:gd name="T40" fmla="*/ 88 w 111"/>
                <a:gd name="T41" fmla="*/ 31 h 84"/>
                <a:gd name="T42" fmla="*/ 90 w 111"/>
                <a:gd name="T43" fmla="*/ 31 h 84"/>
                <a:gd name="T44" fmla="*/ 104 w 111"/>
                <a:gd name="T45" fmla="*/ 31 h 84"/>
                <a:gd name="T46" fmla="*/ 104 w 111"/>
                <a:gd name="T47" fmla="*/ 68 h 84"/>
                <a:gd name="T48" fmla="*/ 20 w 111"/>
                <a:gd name="T49" fmla="*/ 68 h 84"/>
                <a:gd name="T50" fmla="*/ 102 w 111"/>
                <a:gd name="T51" fmla="*/ 27 h 84"/>
                <a:gd name="T52" fmla="*/ 92 w 111"/>
                <a:gd name="T53" fmla="*/ 27 h 84"/>
                <a:gd name="T54" fmla="*/ 93 w 111"/>
                <a:gd name="T55" fmla="*/ 19 h 84"/>
                <a:gd name="T56" fmla="*/ 102 w 111"/>
                <a:gd name="T57" fmla="*/ 27 h 84"/>
                <a:gd name="T58" fmla="*/ 34 w 111"/>
                <a:gd name="T59" fmla="*/ 45 h 84"/>
                <a:gd name="T60" fmla="*/ 79 w 111"/>
                <a:gd name="T61" fmla="*/ 45 h 84"/>
                <a:gd name="T62" fmla="*/ 79 w 111"/>
                <a:gd name="T63" fmla="*/ 48 h 84"/>
                <a:gd name="T64" fmla="*/ 34 w 111"/>
                <a:gd name="T65" fmla="*/ 48 h 84"/>
                <a:gd name="T66" fmla="*/ 34 w 111"/>
                <a:gd name="T67" fmla="*/ 45 h 84"/>
                <a:gd name="T68" fmla="*/ 34 w 111"/>
                <a:gd name="T69" fmla="*/ 34 h 84"/>
                <a:gd name="T70" fmla="*/ 75 w 111"/>
                <a:gd name="T71" fmla="*/ 34 h 84"/>
                <a:gd name="T72" fmla="*/ 75 w 111"/>
                <a:gd name="T73" fmla="*/ 37 h 84"/>
                <a:gd name="T74" fmla="*/ 34 w 111"/>
                <a:gd name="T75" fmla="*/ 37 h 84"/>
                <a:gd name="T76" fmla="*/ 34 w 111"/>
                <a:gd name="T77" fmla="*/ 34 h 84"/>
                <a:gd name="T78" fmla="*/ 34 w 111"/>
                <a:gd name="T79" fmla="*/ 23 h 84"/>
                <a:gd name="T80" fmla="*/ 75 w 111"/>
                <a:gd name="T81" fmla="*/ 23 h 84"/>
                <a:gd name="T82" fmla="*/ 75 w 111"/>
                <a:gd name="T83" fmla="*/ 26 h 84"/>
                <a:gd name="T84" fmla="*/ 34 w 111"/>
                <a:gd name="T85" fmla="*/ 26 h 84"/>
                <a:gd name="T86" fmla="*/ 34 w 111"/>
                <a:gd name="T87" fmla="*/ 23 h 84"/>
                <a:gd name="T88" fmla="*/ 4 w 111"/>
                <a:gd name="T89" fmla="*/ 70 h 84"/>
                <a:gd name="T90" fmla="*/ 10 w 111"/>
                <a:gd name="T91" fmla="*/ 72 h 84"/>
                <a:gd name="T92" fmla="*/ 10 w 111"/>
                <a:gd name="T93" fmla="*/ 79 h 84"/>
                <a:gd name="T94" fmla="*/ 5 w 111"/>
                <a:gd name="T95" fmla="*/ 84 h 84"/>
                <a:gd name="T96" fmla="*/ 2 w 111"/>
                <a:gd name="T97" fmla="*/ 83 h 84"/>
                <a:gd name="T98" fmla="*/ 0 w 111"/>
                <a:gd name="T99" fmla="*/ 76 h 84"/>
                <a:gd name="T100" fmla="*/ 4 w 111"/>
                <a:gd name="T101" fmla="*/ 70 h 84"/>
                <a:gd name="T102" fmla="*/ 4 w 111"/>
                <a:gd name="T103" fmla="*/ 51 h 84"/>
                <a:gd name="T104" fmla="*/ 2 w 111"/>
                <a:gd name="T105" fmla="*/ 68 h 84"/>
                <a:gd name="T106" fmla="*/ 13 w 111"/>
                <a:gd name="T107" fmla="*/ 71 h 84"/>
                <a:gd name="T108" fmla="*/ 18 w 111"/>
                <a:gd name="T109" fmla="*/ 54 h 84"/>
                <a:gd name="T110" fmla="*/ 4 w 111"/>
                <a:gd name="T111" fmla="*/ 51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11" h="84">
                  <a:moveTo>
                    <a:pt x="17" y="2"/>
                  </a:moveTo>
                  <a:cubicBezTo>
                    <a:pt x="22" y="0"/>
                    <a:pt x="26" y="1"/>
                    <a:pt x="29" y="4"/>
                  </a:cubicBezTo>
                  <a:cubicBezTo>
                    <a:pt x="27" y="21"/>
                    <a:pt x="24" y="37"/>
                    <a:pt x="20" y="51"/>
                  </a:cubicBezTo>
                  <a:cubicBezTo>
                    <a:pt x="15" y="50"/>
                    <a:pt x="10" y="49"/>
                    <a:pt x="5" y="48"/>
                  </a:cubicBezTo>
                  <a:cubicBezTo>
                    <a:pt x="6" y="31"/>
                    <a:pt x="11" y="15"/>
                    <a:pt x="17" y="2"/>
                  </a:cubicBezTo>
                  <a:close/>
                  <a:moveTo>
                    <a:pt x="20" y="68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74" y="76"/>
                    <a:pt x="80" y="76"/>
                    <a:pt x="107" y="76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2"/>
                    <a:pt x="33" y="15"/>
                    <a:pt x="33" y="17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104" y="31"/>
                    <a:pt x="104" y="31"/>
                    <a:pt x="104" y="31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84" y="68"/>
                    <a:pt x="61" y="68"/>
                    <a:pt x="20" y="68"/>
                  </a:cubicBezTo>
                  <a:close/>
                  <a:moveTo>
                    <a:pt x="102" y="27"/>
                  </a:moveTo>
                  <a:cubicBezTo>
                    <a:pt x="92" y="27"/>
                    <a:pt x="92" y="27"/>
                    <a:pt x="92" y="27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102" y="27"/>
                    <a:pt x="102" y="27"/>
                    <a:pt x="102" y="27"/>
                  </a:cubicBezTo>
                  <a:close/>
                  <a:moveTo>
                    <a:pt x="34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5"/>
                    <a:pt x="34" y="45"/>
                    <a:pt x="34" y="45"/>
                  </a:cubicBezTo>
                  <a:close/>
                  <a:moveTo>
                    <a:pt x="34" y="34"/>
                  </a:moveTo>
                  <a:cubicBezTo>
                    <a:pt x="75" y="34"/>
                    <a:pt x="75" y="34"/>
                    <a:pt x="75" y="3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4"/>
                    <a:pt x="34" y="34"/>
                    <a:pt x="34" y="34"/>
                  </a:cubicBezTo>
                  <a:close/>
                  <a:moveTo>
                    <a:pt x="34" y="23"/>
                  </a:moveTo>
                  <a:cubicBezTo>
                    <a:pt x="75" y="23"/>
                    <a:pt x="75" y="23"/>
                    <a:pt x="75" y="23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3"/>
                    <a:pt x="34" y="23"/>
                    <a:pt x="34" y="23"/>
                  </a:cubicBezTo>
                  <a:close/>
                  <a:moveTo>
                    <a:pt x="4" y="70"/>
                  </a:moveTo>
                  <a:cubicBezTo>
                    <a:pt x="10" y="72"/>
                    <a:pt x="10" y="72"/>
                    <a:pt x="10" y="72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4" y="84"/>
                    <a:pt x="3" y="83"/>
                    <a:pt x="2" y="8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4" y="70"/>
                    <a:pt x="4" y="70"/>
                    <a:pt x="4" y="70"/>
                  </a:cubicBezTo>
                  <a:close/>
                  <a:moveTo>
                    <a:pt x="4" y="51"/>
                  </a:moveTo>
                  <a:cubicBezTo>
                    <a:pt x="4" y="57"/>
                    <a:pt x="3" y="63"/>
                    <a:pt x="2" y="68"/>
                  </a:cubicBezTo>
                  <a:cubicBezTo>
                    <a:pt x="6" y="69"/>
                    <a:pt x="9" y="70"/>
                    <a:pt x="13" y="71"/>
                  </a:cubicBezTo>
                  <a:cubicBezTo>
                    <a:pt x="14" y="65"/>
                    <a:pt x="16" y="60"/>
                    <a:pt x="18" y="54"/>
                  </a:cubicBezTo>
                  <a:cubicBezTo>
                    <a:pt x="14" y="53"/>
                    <a:pt x="9" y="52"/>
                    <a:pt x="4" y="51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5" name="组合 24"/>
          <p:cNvGrpSpPr/>
          <p:nvPr/>
        </p:nvGrpSpPr>
        <p:grpSpPr bwMode="auto">
          <a:xfrm>
            <a:off x="6916738" y="4854575"/>
            <a:ext cx="4843463" cy="712788"/>
            <a:chOff x="6535248" y="5221376"/>
            <a:chExt cx="4842391" cy="712882"/>
          </a:xfrm>
        </p:grpSpPr>
        <p:grpSp>
          <p:nvGrpSpPr>
            <p:cNvPr id="4115" name="组合 117"/>
            <p:cNvGrpSpPr/>
            <p:nvPr/>
          </p:nvGrpSpPr>
          <p:grpSpPr bwMode="auto">
            <a:xfrm>
              <a:off x="6535248" y="5221376"/>
              <a:ext cx="4842391" cy="712882"/>
              <a:chOff x="6298049" y="1397569"/>
              <a:chExt cx="4842391" cy="712882"/>
            </a:xfrm>
          </p:grpSpPr>
          <p:sp>
            <p:nvSpPr>
              <p:cNvPr id="4117" name="文本框 119"/>
              <p:cNvSpPr txBox="1">
                <a:spLocks noChangeArrowheads="1"/>
              </p:cNvSpPr>
              <p:nvPr/>
            </p:nvSpPr>
            <p:spPr bwMode="auto">
              <a:xfrm>
                <a:off x="7666860" y="1506484"/>
                <a:ext cx="2840404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zh-CN" altLang="en-US">
                    <a:solidFill>
                      <a:srgbClr val="044875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总结建议</a:t>
                </a:r>
                <a:endPara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7180504" y="1397569"/>
                <a:ext cx="3959936" cy="712882"/>
              </a:xfrm>
              <a:prstGeom prst="rect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cxnSp>
            <p:nvCxnSpPr>
              <p:cNvPr id="122" name="直接连接符 121"/>
              <p:cNvCxnSpPr/>
              <p:nvPr/>
            </p:nvCxnSpPr>
            <p:spPr>
              <a:xfrm flipH="1">
                <a:off x="8045500" y="1397569"/>
                <a:ext cx="12697" cy="712882"/>
              </a:xfrm>
              <a:prstGeom prst="line">
                <a:avLst/>
              </a:prstGeom>
              <a:ln w="25400"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4120" name="组合 122"/>
              <p:cNvGrpSpPr/>
              <p:nvPr/>
            </p:nvGrpSpPr>
            <p:grpSpPr bwMode="auto">
              <a:xfrm>
                <a:off x="6298049" y="1397569"/>
                <a:ext cx="919239" cy="712882"/>
                <a:chOff x="6191369" y="1397569"/>
                <a:chExt cx="919239" cy="712882"/>
              </a:xfrm>
            </p:grpSpPr>
            <p:sp>
              <p:nvSpPr>
                <p:cNvPr id="124" name="矩形 123"/>
                <p:cNvSpPr/>
                <p:nvPr/>
              </p:nvSpPr>
              <p:spPr>
                <a:xfrm>
                  <a:off x="6294533" y="1397569"/>
                  <a:ext cx="712631" cy="712882"/>
                </a:xfrm>
                <a:prstGeom prst="rect">
                  <a:avLst/>
                </a:prstGeom>
                <a:noFill/>
                <a:ln w="25400">
                  <a:solidFill>
                    <a:srgbClr val="044875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4122" name="文本框 124"/>
                <p:cNvSpPr txBox="1">
                  <a:spLocks noChangeArrowheads="1"/>
                </p:cNvSpPr>
                <p:nvPr/>
              </p:nvSpPr>
              <p:spPr bwMode="auto">
                <a:xfrm>
                  <a:off x="6191369" y="1397569"/>
                  <a:ext cx="919239" cy="646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25400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3600">
                      <a:solidFill>
                        <a:srgbClr val="044875"/>
                      </a:solidFill>
                      <a:latin typeface="Impact" panose="020B0806030902050204" pitchFamily="34" charset="0"/>
                    </a:rPr>
                    <a:t>06</a:t>
                  </a:r>
                  <a:endParaRPr lang="zh-CN" altLang="en-US" sz="3600">
                    <a:solidFill>
                      <a:srgbClr val="044875"/>
                    </a:solidFill>
                    <a:latin typeface="Impact" panose="020B0806030902050204" pitchFamily="34" charset="0"/>
                  </a:endParaRPr>
                </a:p>
              </p:txBody>
            </p:sp>
          </p:grpSp>
        </p:grpSp>
        <p:sp>
          <p:nvSpPr>
            <p:cNvPr id="144" name="Freeform 48"/>
            <p:cNvSpPr>
              <a:spLocks noEditPoints="1"/>
            </p:cNvSpPr>
            <p:nvPr/>
          </p:nvSpPr>
          <p:spPr bwMode="auto">
            <a:xfrm>
              <a:off x="7670059" y="5303937"/>
              <a:ext cx="363458" cy="576339"/>
            </a:xfrm>
            <a:custGeom>
              <a:avLst/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108" name="直接连接符 107"/>
          <p:cNvCxnSpPr/>
          <p:nvPr/>
        </p:nvCxnSpPr>
        <p:spPr>
          <a:xfrm flipH="1">
            <a:off x="5534025" y="2955925"/>
            <a:ext cx="1055688" cy="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接连接符 132"/>
          <p:cNvCxnSpPr/>
          <p:nvPr/>
        </p:nvCxnSpPr>
        <p:spPr>
          <a:xfrm flipH="1">
            <a:off x="5534025" y="4071938"/>
            <a:ext cx="1055688" cy="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连接符 146"/>
          <p:cNvCxnSpPr/>
          <p:nvPr/>
        </p:nvCxnSpPr>
        <p:spPr>
          <a:xfrm flipH="1">
            <a:off x="5534025" y="5189538"/>
            <a:ext cx="1055688" cy="0"/>
          </a:xfrm>
          <a:prstGeom prst="line">
            <a:avLst/>
          </a:prstGeom>
          <a:ln w="19050">
            <a:solidFill>
              <a:schemeClr val="bg2">
                <a:lumMod val="25000"/>
              </a:schemeClr>
            </a:solidFill>
            <a:prstDash val="sysDot"/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3" name="组合 162"/>
          <p:cNvGrpSpPr/>
          <p:nvPr/>
        </p:nvGrpSpPr>
        <p:grpSpPr bwMode="auto">
          <a:xfrm>
            <a:off x="3464398" y="1711458"/>
            <a:ext cx="5262563" cy="451644"/>
            <a:chOff x="3447978" y="1512024"/>
            <a:chExt cx="5263600" cy="450381"/>
          </a:xfrm>
        </p:grpSpPr>
        <p:sp>
          <p:nvSpPr>
            <p:cNvPr id="155" name="文本框 154"/>
            <p:cNvSpPr txBox="1"/>
            <p:nvPr/>
          </p:nvSpPr>
          <p:spPr>
            <a:xfrm>
              <a:off x="3447978" y="1593551"/>
              <a:ext cx="5263600" cy="36885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dirty="0">
                  <a:solidFill>
                    <a:srgbClr val="044875"/>
                  </a:solidFill>
                  <a:latin typeface="+mj-lt"/>
                  <a:ea typeface="+mn-ea"/>
                </a:rPr>
                <a:t>PLEASE ENTER YOUR  SUBTITLE HERE</a:t>
              </a:r>
              <a:endParaRPr lang="zh-CN" altLang="en-US" dirty="0">
                <a:solidFill>
                  <a:srgbClr val="044875"/>
                </a:solidFill>
                <a:latin typeface="+mj-lt"/>
                <a:ea typeface="+mn-ea"/>
              </a:endParaRPr>
            </a:p>
          </p:txBody>
        </p:sp>
        <p:cxnSp>
          <p:nvCxnSpPr>
            <p:cNvPr id="157" name="直接连接符 156"/>
            <p:cNvCxnSpPr/>
            <p:nvPr/>
          </p:nvCxnSpPr>
          <p:spPr>
            <a:xfrm flipV="1">
              <a:off x="3699966" y="1512024"/>
              <a:ext cx="477455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83100" y="-253226"/>
            <a:ext cx="3657607" cy="263957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2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3000"/>
                            </p:stCondLst>
                            <p:childTnLst>
                              <p:par>
                                <p:cTn id="4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3500"/>
                            </p:stCondLst>
                            <p:childTnLst>
                              <p:par>
                                <p:cTn id="4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4000"/>
                            </p:stCondLst>
                            <p:childTnLst>
                              <p:par>
                                <p:cTn id="5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4500"/>
                            </p:stCondLst>
                            <p:childTnLst>
                              <p:par>
                                <p:cTn id="5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" name="矩形 5"/>
          <p:cNvSpPr/>
          <p:nvPr/>
        </p:nvSpPr>
        <p:spPr>
          <a:xfrm>
            <a:off x="1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946151" y="2000250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1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9" name="文本框 8"/>
          <p:cNvSpPr txBox="1">
            <a:spLocks noChangeArrowheads="1"/>
          </p:cNvSpPr>
          <p:nvPr/>
        </p:nvSpPr>
        <p:spPr bwMode="auto">
          <a:xfrm>
            <a:off x="419101" y="2638425"/>
            <a:ext cx="5715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文本框 10"/>
          <p:cNvSpPr txBox="1">
            <a:spLocks noChangeArrowheads="1"/>
          </p:cNvSpPr>
          <p:nvPr/>
        </p:nvSpPr>
        <p:spPr bwMode="auto">
          <a:xfrm>
            <a:off x="2525714" y="2638425"/>
            <a:ext cx="1766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/>
          <p:cNvSpPr txBox="1">
            <a:spLocks noChangeArrowheads="1"/>
          </p:cNvSpPr>
          <p:nvPr/>
        </p:nvSpPr>
        <p:spPr bwMode="auto">
          <a:xfrm>
            <a:off x="6791326" y="3632200"/>
            <a:ext cx="57277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选题意义及目的</a:t>
            </a: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14" y="-305593"/>
            <a:ext cx="3818798" cy="27558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8" grpId="0"/>
      <p:bldP spid="9" grpId="0"/>
      <p:bldP spid="10" grpId="0" animBg="1"/>
      <p:bldP spid="11" grpId="0"/>
      <p:bldP spid="1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3" y="1028845"/>
            <a:ext cx="5408610" cy="3440854"/>
          </a:xfrm>
          <a:prstGeom prst="rect">
            <a:avLst/>
          </a:prstGeom>
        </p:spPr>
      </p:pic>
      <p:sp>
        <p:nvSpPr>
          <p:cNvPr id="59" name="矩形 58"/>
          <p:cNvSpPr/>
          <p:nvPr/>
        </p:nvSpPr>
        <p:spPr>
          <a:xfrm>
            <a:off x="5983288" y="2281238"/>
            <a:ext cx="5903912" cy="38354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0" name="文本框 59"/>
          <p:cNvSpPr txBox="1"/>
          <p:nvPr/>
        </p:nvSpPr>
        <p:spPr>
          <a:xfrm>
            <a:off x="5983288" y="2332038"/>
            <a:ext cx="5903912" cy="422166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L="285750" indent="-285750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rgbClr val="044875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 you will never know what you have lost in the way of forever searching. </a:t>
            </a:r>
            <a:endParaRPr lang="en-US" altLang="zh-CN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rgbClr val="044875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 you will never know what you have lost in the way of forever searching</a:t>
            </a:r>
            <a:r>
              <a:rPr lang="en-US" altLang="zh-CN" sz="24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. </a:t>
            </a: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24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Clr>
                <a:srgbClr val="044875"/>
              </a:buClr>
              <a:buFont typeface="Wingdings" panose="05000000000000000000" pitchFamily="2" charset="2"/>
              <a:buChar char="Ø"/>
              <a:defRPr/>
            </a:pPr>
            <a:r>
              <a:rPr lang="en-US" altLang="zh-CN" dirty="0">
                <a:solidFill>
                  <a:srgbClr val="E7E6E6">
                    <a:lumMod val="25000"/>
                  </a:srgb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 you will never know what you have lost in the way of forever searching</a:t>
            </a:r>
            <a:r>
              <a:rPr lang="en-US" altLang="zh-CN" sz="2400" dirty="0">
                <a:solidFill>
                  <a:srgbClr val="E7E6E6">
                    <a:lumMod val="25000"/>
                  </a:srgbClr>
                </a:solidFill>
                <a:latin typeface="+mn-lt"/>
                <a:ea typeface="+mn-ea"/>
                <a:cs typeface="Arial" panose="020B0604020202020204" pitchFamily="34" charset="0"/>
              </a:rPr>
              <a:t>. </a:t>
            </a:r>
            <a:endParaRPr lang="en-US" altLang="zh-CN" sz="2400" dirty="0">
              <a:solidFill>
                <a:srgbClr val="E7E6E6">
                  <a:lumMod val="25000"/>
                </a:srgb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32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eaLnBrk="1" fontAlgn="auto" hangingPunct="1">
              <a:lnSpc>
                <a:spcPts val="2200"/>
              </a:lnSpc>
              <a:spcBef>
                <a:spcPts val="0"/>
              </a:spcBef>
              <a:spcAft>
                <a:spcPts val="0"/>
              </a:spcAft>
              <a:defRPr/>
            </a:pPr>
            <a:endParaRPr lang="en-US" altLang="zh-CN" sz="2400" dirty="0">
              <a:solidFill>
                <a:schemeClr val="bg1"/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00" y="254002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550863" y="82550"/>
            <a:ext cx="3541712" cy="584775"/>
            <a:chOff x="551544" y="82976"/>
            <a:chExt cx="3540396" cy="583764"/>
          </a:xfrm>
        </p:grpSpPr>
        <p:sp>
          <p:nvSpPr>
            <p:cNvPr id="6170" name="文本框 4"/>
            <p:cNvSpPr txBox="1">
              <a:spLocks noChangeArrowheads="1"/>
            </p:cNvSpPr>
            <p:nvPr/>
          </p:nvSpPr>
          <p:spPr bwMode="auto"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选题意义及目的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51544" y="82976"/>
              <a:ext cx="723631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01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2" name="组合 51"/>
          <p:cNvGrpSpPr/>
          <p:nvPr/>
        </p:nvGrpSpPr>
        <p:grpSpPr bwMode="auto">
          <a:xfrm>
            <a:off x="5983289" y="1670050"/>
            <a:ext cx="6977063" cy="522288"/>
            <a:chOff x="5982652" y="1917541"/>
            <a:chExt cx="6978016" cy="523220"/>
          </a:xfrm>
        </p:grpSpPr>
        <p:sp>
          <p:nvSpPr>
            <p:cNvPr id="53" name="矩形 52"/>
            <p:cNvSpPr/>
            <p:nvPr/>
          </p:nvSpPr>
          <p:spPr>
            <a:xfrm>
              <a:off x="5982652" y="1917541"/>
              <a:ext cx="5904719" cy="523220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169" name="文本框 53"/>
            <p:cNvSpPr txBox="1">
              <a:spLocks noChangeArrowheads="1"/>
            </p:cNvSpPr>
            <p:nvPr/>
          </p:nvSpPr>
          <p:spPr bwMode="auto">
            <a:xfrm>
              <a:off x="5982652" y="1991920"/>
              <a:ext cx="6978016" cy="375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200"/>
                </a:lnSpc>
              </a:pPr>
              <a:r>
                <a:rPr lang="en-US" altLang="zh-CN" sz="1800" dirty="0">
                  <a:solidFill>
                    <a:schemeClr val="bg1"/>
                  </a:solidFill>
                  <a:cs typeface="Arial" panose="020B0604020202020204" pitchFamily="34" charset="0"/>
                </a:rPr>
                <a:t>Remember that happiness is a way of travel, not a destination. </a:t>
              </a:r>
              <a:endParaRPr lang="en-US" altLang="zh-CN" sz="24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grpSp>
        <p:nvGrpSpPr>
          <p:cNvPr id="55" name="组合 54"/>
          <p:cNvGrpSpPr/>
          <p:nvPr/>
        </p:nvGrpSpPr>
        <p:grpSpPr bwMode="auto">
          <a:xfrm>
            <a:off x="5983288" y="1071565"/>
            <a:ext cx="3235325" cy="522287"/>
            <a:chOff x="5982652" y="1305878"/>
            <a:chExt cx="3235645" cy="523220"/>
          </a:xfrm>
        </p:grpSpPr>
        <p:sp>
          <p:nvSpPr>
            <p:cNvPr id="56" name="矩形 55"/>
            <p:cNvSpPr/>
            <p:nvPr/>
          </p:nvSpPr>
          <p:spPr>
            <a:xfrm>
              <a:off x="5982652" y="1305878"/>
              <a:ext cx="3235645" cy="523220"/>
            </a:xfrm>
            <a:prstGeom prst="rect">
              <a:avLst/>
            </a:prstGeom>
            <a:solidFill>
              <a:srgbClr val="34343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7" name="文本框 56"/>
            <p:cNvSpPr txBox="1"/>
            <p:nvPr/>
          </p:nvSpPr>
          <p:spPr>
            <a:xfrm>
              <a:off x="5982652" y="1336094"/>
              <a:ext cx="3235645" cy="46249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chemeClr val="bg1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Main Title Here</a:t>
              </a:r>
              <a:endParaRPr lang="zh-CN" altLang="en-US" sz="2400" b="1" dirty="0">
                <a:solidFill>
                  <a:schemeClr val="bg1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</p:grpSp>
      <p:grpSp>
        <p:nvGrpSpPr>
          <p:cNvPr id="69" name="组合 68"/>
          <p:cNvGrpSpPr/>
          <p:nvPr/>
        </p:nvGrpSpPr>
        <p:grpSpPr bwMode="auto">
          <a:xfrm>
            <a:off x="550865" y="4484689"/>
            <a:ext cx="5432425" cy="1638300"/>
            <a:chOff x="551544" y="4747260"/>
            <a:chExt cx="5431107" cy="1638300"/>
          </a:xfrm>
        </p:grpSpPr>
        <p:sp>
          <p:nvSpPr>
            <p:cNvPr id="68" name="矩形 67"/>
            <p:cNvSpPr/>
            <p:nvPr/>
          </p:nvSpPr>
          <p:spPr>
            <a:xfrm>
              <a:off x="551544" y="4747260"/>
              <a:ext cx="5431107" cy="1638300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6165" name="文本框 60"/>
            <p:cNvSpPr txBox="1">
              <a:spLocks noChangeArrowheads="1"/>
            </p:cNvSpPr>
            <p:nvPr/>
          </p:nvSpPr>
          <p:spPr bwMode="auto">
            <a:xfrm>
              <a:off x="612028" y="4897839"/>
              <a:ext cx="5346811" cy="13747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lnSpc>
                  <a:spcPts val="2000"/>
                </a:lnSpc>
              </a:pPr>
              <a:r>
                <a:rPr lang="en-US" altLang="zh-CN" sz="1600" dirty="0">
                  <a:solidFill>
                    <a:schemeClr val="bg1"/>
                  </a:solidFill>
                  <a:cs typeface="Arial" panose="020B0604020202020204" pitchFamily="34" charset="0"/>
                </a:rPr>
                <a:t>Remember that happiness is a way of travel, not a destination. Sometimes you need to look back, otherwise you will never know what you have lost in the way of forever searching. Remember that happiness is a way of travel, not a destination. Sometimes you need to look back.</a:t>
              </a:r>
              <a:endParaRPr lang="en-US" altLang="zh-CN" sz="2000" dirty="0">
                <a:solidFill>
                  <a:schemeClr val="bg1"/>
                </a:solidFill>
                <a:cs typeface="Arial" panose="020B0604020202020204" pitchFamily="34" charset="0"/>
              </a:endParaRPr>
            </a:p>
          </p:txBody>
        </p:sp>
      </p:grpSp>
      <p:cxnSp>
        <p:nvCxnSpPr>
          <p:cNvPr id="74" name="直接连接符 73"/>
          <p:cNvCxnSpPr/>
          <p:nvPr/>
        </p:nvCxnSpPr>
        <p:spPr>
          <a:xfrm>
            <a:off x="6354764" y="3486150"/>
            <a:ext cx="5380037" cy="0"/>
          </a:xfrm>
          <a:prstGeom prst="line">
            <a:avLst/>
          </a:prstGeom>
          <a:ln w="12700">
            <a:solidFill>
              <a:srgbClr val="044875"/>
            </a:solidFill>
            <a:prstDash val="lgDashDot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直接连接符 74"/>
          <p:cNvCxnSpPr/>
          <p:nvPr/>
        </p:nvCxnSpPr>
        <p:spPr>
          <a:xfrm>
            <a:off x="6354764" y="4765675"/>
            <a:ext cx="5380037" cy="0"/>
          </a:xfrm>
          <a:prstGeom prst="line">
            <a:avLst/>
          </a:prstGeom>
          <a:ln w="12700">
            <a:solidFill>
              <a:srgbClr val="044875"/>
            </a:solidFill>
            <a:prstDash val="lgDashDot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 bwMode="auto">
          <a:xfrm>
            <a:off x="527048" y="1028845"/>
            <a:ext cx="5432425" cy="3421063"/>
          </a:xfrm>
          <a:prstGeom prst="rect">
            <a:avLst/>
          </a:prstGeom>
          <a:solidFill>
            <a:srgbClr val="044875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91446" y="380483"/>
            <a:ext cx="2443355" cy="1763288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1" dur="500"/>
                                        <p:tgtEl>
                                          <p:spTgt spid="6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7" dur="500"/>
                                        <p:tgtEl>
                                          <p:spTgt spid="6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 animBg="1"/>
      <p:bldP spid="60" grpId="0" bldLvl="3" build="p"/>
      <p:bldP spid="2" grpId="0" animBg="1"/>
      <p:bldP spid="3" grpId="0" animBg="1"/>
      <p:bldP spid="7" grpId="0" animBg="1"/>
      <p:bldP spid="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810000" y="254002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 bwMode="auto">
          <a:xfrm>
            <a:off x="550863" y="82550"/>
            <a:ext cx="3541712" cy="584775"/>
            <a:chOff x="551544" y="82976"/>
            <a:chExt cx="3540396" cy="583764"/>
          </a:xfrm>
        </p:grpSpPr>
        <p:sp>
          <p:nvSpPr>
            <p:cNvPr id="7251" name="文本框 3"/>
            <p:cNvSpPr txBox="1">
              <a:spLocks noChangeArrowheads="1"/>
            </p:cNvSpPr>
            <p:nvPr/>
          </p:nvSpPr>
          <p:spPr bwMode="auto">
            <a:xfrm>
              <a:off x="800100" y="111278"/>
              <a:ext cx="3291840" cy="522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选题意义及目的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51544" y="82976"/>
              <a:ext cx="723631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01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9" name="组合 8"/>
          <p:cNvGrpSpPr/>
          <p:nvPr/>
        </p:nvGrpSpPr>
        <p:grpSpPr bwMode="auto">
          <a:xfrm>
            <a:off x="6907213" y="2155825"/>
            <a:ext cx="1041400" cy="1041400"/>
            <a:chOff x="6907679" y="2155364"/>
            <a:chExt cx="1041578" cy="1041578"/>
          </a:xfrm>
        </p:grpSpPr>
        <p:sp>
          <p:nvSpPr>
            <p:cNvPr id="10" name="任意多边形 9"/>
            <p:cNvSpPr/>
            <p:nvPr/>
          </p:nvSpPr>
          <p:spPr>
            <a:xfrm>
              <a:off x="6907679" y="2155364"/>
              <a:ext cx="1041578" cy="1041578"/>
            </a:xfrm>
            <a:custGeom>
              <a:avLst/>
              <a:gdLst>
                <a:gd name="connsiteX0" fmla="*/ 0 w 1041578"/>
                <a:gd name="connsiteY0" fmla="*/ 520789 h 1041578"/>
                <a:gd name="connsiteX1" fmla="*/ 520789 w 1041578"/>
                <a:gd name="connsiteY1" fmla="*/ 0 h 1041578"/>
                <a:gd name="connsiteX2" fmla="*/ 1041578 w 1041578"/>
                <a:gd name="connsiteY2" fmla="*/ 520789 h 1041578"/>
                <a:gd name="connsiteX3" fmla="*/ 520789 w 1041578"/>
                <a:gd name="connsiteY3" fmla="*/ 1041578 h 1041578"/>
                <a:gd name="connsiteX4" fmla="*/ 0 w 1041578"/>
                <a:gd name="connsiteY4" fmla="*/ 520789 h 1041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578" h="1041578">
                  <a:moveTo>
                    <a:pt x="0" y="520789"/>
                  </a:moveTo>
                  <a:cubicBezTo>
                    <a:pt x="0" y="233165"/>
                    <a:pt x="233165" y="0"/>
                    <a:pt x="520789" y="0"/>
                  </a:cubicBezTo>
                  <a:cubicBezTo>
                    <a:pt x="808413" y="0"/>
                    <a:pt x="1041578" y="233165"/>
                    <a:pt x="1041578" y="520789"/>
                  </a:cubicBezTo>
                  <a:cubicBezTo>
                    <a:pt x="1041578" y="808413"/>
                    <a:pt x="808413" y="1041578"/>
                    <a:pt x="520789" y="1041578"/>
                  </a:cubicBezTo>
                  <a:cubicBezTo>
                    <a:pt x="233165" y="1041578"/>
                    <a:pt x="0" y="808413"/>
                    <a:pt x="0" y="520789"/>
                  </a:cubicBezTo>
                  <a:close/>
                </a:path>
              </a:pathLst>
            </a:custGeom>
            <a:noFill/>
            <a:ln w="38100">
              <a:solidFill>
                <a:srgbClr val="044875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208416" tIns="208416" rIns="208416" bIns="208416" spcCol="1270" anchor="ctr"/>
            <a:lstStyle/>
            <a:p>
              <a:pPr algn="ctr" defTabSz="195580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4400"/>
            </a:p>
          </p:txBody>
        </p:sp>
        <p:sp>
          <p:nvSpPr>
            <p:cNvPr id="7250" name="Freeform 59"/>
            <p:cNvSpPr>
              <a:spLocks noEditPoints="1"/>
            </p:cNvSpPr>
            <p:nvPr/>
          </p:nvSpPr>
          <p:spPr bwMode="auto">
            <a:xfrm>
              <a:off x="7172480" y="2487626"/>
              <a:ext cx="511976" cy="387388"/>
            </a:xfrm>
            <a:custGeom>
              <a:avLst/>
              <a:gdLst>
                <a:gd name="T0" fmla="*/ 361662614 w 111"/>
                <a:gd name="T1" fmla="*/ 42538892 h 84"/>
                <a:gd name="T2" fmla="*/ 616949530 w 111"/>
                <a:gd name="T3" fmla="*/ 85073172 h 84"/>
                <a:gd name="T4" fmla="*/ 425484343 w 111"/>
                <a:gd name="T5" fmla="*/ 1084686400 h 84"/>
                <a:gd name="T6" fmla="*/ 106371086 w 111"/>
                <a:gd name="T7" fmla="*/ 1020882674 h 84"/>
                <a:gd name="T8" fmla="*/ 361662614 w 111"/>
                <a:gd name="T9" fmla="*/ 42538892 h 84"/>
                <a:gd name="T10" fmla="*/ 425484343 w 111"/>
                <a:gd name="T11" fmla="*/ 1446248533 h 84"/>
                <a:gd name="T12" fmla="*/ 361662614 w 111"/>
                <a:gd name="T13" fmla="*/ 1616394877 h 84"/>
                <a:gd name="T14" fmla="*/ 2147483646 w 111"/>
                <a:gd name="T15" fmla="*/ 1616394877 h 84"/>
                <a:gd name="T16" fmla="*/ 2147483646 w 111"/>
                <a:gd name="T17" fmla="*/ 1616394877 h 84"/>
                <a:gd name="T18" fmla="*/ 2147483646 w 111"/>
                <a:gd name="T19" fmla="*/ 1531321705 h 84"/>
                <a:gd name="T20" fmla="*/ 2147483646 w 111"/>
                <a:gd name="T21" fmla="*/ 574247369 h 84"/>
                <a:gd name="T22" fmla="*/ 2147483646 w 111"/>
                <a:gd name="T23" fmla="*/ 552977923 h 84"/>
                <a:gd name="T24" fmla="*/ 2147483646 w 111"/>
                <a:gd name="T25" fmla="*/ 510439031 h 84"/>
                <a:gd name="T26" fmla="*/ 2042323000 w 111"/>
                <a:gd name="T27" fmla="*/ 233950070 h 84"/>
                <a:gd name="T28" fmla="*/ 2021050628 w 111"/>
                <a:gd name="T29" fmla="*/ 212685236 h 84"/>
                <a:gd name="T30" fmla="*/ 1978501271 w 111"/>
                <a:gd name="T31" fmla="*/ 212685236 h 84"/>
                <a:gd name="T32" fmla="*/ 702048243 w 111"/>
                <a:gd name="T33" fmla="*/ 212685236 h 84"/>
                <a:gd name="T34" fmla="*/ 702048243 w 111"/>
                <a:gd name="T35" fmla="*/ 361562133 h 84"/>
                <a:gd name="T36" fmla="*/ 1893402558 w 111"/>
                <a:gd name="T37" fmla="*/ 361562133 h 84"/>
                <a:gd name="T38" fmla="*/ 1872130186 w 111"/>
                <a:gd name="T39" fmla="*/ 616781649 h 84"/>
                <a:gd name="T40" fmla="*/ 1872130186 w 111"/>
                <a:gd name="T41" fmla="*/ 659320541 h 84"/>
                <a:gd name="T42" fmla="*/ 1914679542 w 111"/>
                <a:gd name="T43" fmla="*/ 659320541 h 84"/>
                <a:gd name="T44" fmla="*/ 2147483646 w 111"/>
                <a:gd name="T45" fmla="*/ 659320541 h 84"/>
                <a:gd name="T46" fmla="*/ 2147483646 w 111"/>
                <a:gd name="T47" fmla="*/ 1446248533 h 84"/>
                <a:gd name="T48" fmla="*/ 425484343 w 111"/>
                <a:gd name="T49" fmla="*/ 1446248533 h 84"/>
                <a:gd name="T50" fmla="*/ 2147483646 w 111"/>
                <a:gd name="T51" fmla="*/ 574247369 h 84"/>
                <a:gd name="T52" fmla="*/ 1957224287 w 111"/>
                <a:gd name="T53" fmla="*/ 574247369 h 84"/>
                <a:gd name="T54" fmla="*/ 1978501271 w 111"/>
                <a:gd name="T55" fmla="*/ 404096413 h 84"/>
                <a:gd name="T56" fmla="*/ 2147483646 w 111"/>
                <a:gd name="T57" fmla="*/ 574247369 h 84"/>
                <a:gd name="T58" fmla="*/ 723320615 w 111"/>
                <a:gd name="T59" fmla="*/ 957074336 h 84"/>
                <a:gd name="T60" fmla="*/ 1680660387 w 111"/>
                <a:gd name="T61" fmla="*/ 957074336 h 84"/>
                <a:gd name="T62" fmla="*/ 1680660387 w 111"/>
                <a:gd name="T63" fmla="*/ 1020882674 h 84"/>
                <a:gd name="T64" fmla="*/ 723320615 w 111"/>
                <a:gd name="T65" fmla="*/ 1020882674 h 84"/>
                <a:gd name="T66" fmla="*/ 723320615 w 111"/>
                <a:gd name="T67" fmla="*/ 957074336 h 84"/>
                <a:gd name="T68" fmla="*/ 723320615 w 111"/>
                <a:gd name="T69" fmla="*/ 723124267 h 84"/>
                <a:gd name="T70" fmla="*/ 1595566285 w 111"/>
                <a:gd name="T71" fmla="*/ 723124267 h 84"/>
                <a:gd name="T72" fmla="*/ 1595566285 w 111"/>
                <a:gd name="T73" fmla="*/ 786927993 h 84"/>
                <a:gd name="T74" fmla="*/ 723320615 w 111"/>
                <a:gd name="T75" fmla="*/ 786927993 h 84"/>
                <a:gd name="T76" fmla="*/ 723320615 w 111"/>
                <a:gd name="T77" fmla="*/ 723124267 h 84"/>
                <a:gd name="T78" fmla="*/ 723320615 w 111"/>
                <a:gd name="T79" fmla="*/ 489174197 h 84"/>
                <a:gd name="T80" fmla="*/ 1595566285 w 111"/>
                <a:gd name="T81" fmla="*/ 489174197 h 84"/>
                <a:gd name="T82" fmla="*/ 1595566285 w 111"/>
                <a:gd name="T83" fmla="*/ 552977923 h 84"/>
                <a:gd name="T84" fmla="*/ 723320615 w 111"/>
                <a:gd name="T85" fmla="*/ 552977923 h 84"/>
                <a:gd name="T86" fmla="*/ 723320615 w 111"/>
                <a:gd name="T87" fmla="*/ 489174197 h 84"/>
                <a:gd name="T88" fmla="*/ 85098714 w 111"/>
                <a:gd name="T89" fmla="*/ 1488782813 h 84"/>
                <a:gd name="T90" fmla="*/ 212742171 w 111"/>
                <a:gd name="T91" fmla="*/ 1531321705 h 84"/>
                <a:gd name="T92" fmla="*/ 212742171 w 111"/>
                <a:gd name="T93" fmla="*/ 1680198603 h 84"/>
                <a:gd name="T94" fmla="*/ 106371086 w 111"/>
                <a:gd name="T95" fmla="*/ 1786541221 h 84"/>
                <a:gd name="T96" fmla="*/ 42549357 w 111"/>
                <a:gd name="T97" fmla="*/ 1765271775 h 84"/>
                <a:gd name="T98" fmla="*/ 0 w 111"/>
                <a:gd name="T99" fmla="*/ 1616394877 h 84"/>
                <a:gd name="T100" fmla="*/ 85098714 w 111"/>
                <a:gd name="T101" fmla="*/ 1488782813 h 84"/>
                <a:gd name="T102" fmla="*/ 85098714 w 111"/>
                <a:gd name="T103" fmla="*/ 1084686400 h 84"/>
                <a:gd name="T104" fmla="*/ 42549357 w 111"/>
                <a:gd name="T105" fmla="*/ 1446248533 h 84"/>
                <a:gd name="T106" fmla="*/ 276563900 w 111"/>
                <a:gd name="T107" fmla="*/ 1510052259 h 84"/>
                <a:gd name="T108" fmla="*/ 382934986 w 111"/>
                <a:gd name="T109" fmla="*/ 1148490126 h 84"/>
                <a:gd name="T110" fmla="*/ 85098714 w 111"/>
                <a:gd name="T111" fmla="*/ 1084686400 h 84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</a:gdLst>
              <a:ahLst/>
              <a:cxnLst>
                <a:cxn ang="T112">
                  <a:pos x="T0" y="T1"/>
                </a:cxn>
                <a:cxn ang="T113">
                  <a:pos x="T2" y="T3"/>
                </a:cxn>
                <a:cxn ang="T114">
                  <a:pos x="T4" y="T5"/>
                </a:cxn>
                <a:cxn ang="T115">
                  <a:pos x="T6" y="T7"/>
                </a:cxn>
                <a:cxn ang="T116">
                  <a:pos x="T8" y="T9"/>
                </a:cxn>
                <a:cxn ang="T117">
                  <a:pos x="T10" y="T11"/>
                </a:cxn>
                <a:cxn ang="T118">
                  <a:pos x="T12" y="T13"/>
                </a:cxn>
                <a:cxn ang="T119">
                  <a:pos x="T14" y="T15"/>
                </a:cxn>
                <a:cxn ang="T120">
                  <a:pos x="T16" y="T17"/>
                </a:cxn>
                <a:cxn ang="T121">
                  <a:pos x="T18" y="T19"/>
                </a:cxn>
                <a:cxn ang="T122">
                  <a:pos x="T20" y="T21"/>
                </a:cxn>
                <a:cxn ang="T123">
                  <a:pos x="T22" y="T23"/>
                </a:cxn>
                <a:cxn ang="T124">
                  <a:pos x="T24" y="T25"/>
                </a:cxn>
                <a:cxn ang="T125">
                  <a:pos x="T26" y="T27"/>
                </a:cxn>
                <a:cxn ang="T126">
                  <a:pos x="T28" y="T29"/>
                </a:cxn>
                <a:cxn ang="T127">
                  <a:pos x="T30" y="T31"/>
                </a:cxn>
                <a:cxn ang="T128">
                  <a:pos x="T32" y="T33"/>
                </a:cxn>
                <a:cxn ang="T129">
                  <a:pos x="T34" y="T35"/>
                </a:cxn>
                <a:cxn ang="T130">
                  <a:pos x="T36" y="T37"/>
                </a:cxn>
                <a:cxn ang="T131">
                  <a:pos x="T38" y="T39"/>
                </a:cxn>
                <a:cxn ang="T132">
                  <a:pos x="T40" y="T41"/>
                </a:cxn>
                <a:cxn ang="T133">
                  <a:pos x="T42" y="T43"/>
                </a:cxn>
                <a:cxn ang="T134">
                  <a:pos x="T44" y="T45"/>
                </a:cxn>
                <a:cxn ang="T135">
                  <a:pos x="T46" y="T47"/>
                </a:cxn>
                <a:cxn ang="T136">
                  <a:pos x="T48" y="T49"/>
                </a:cxn>
                <a:cxn ang="T137">
                  <a:pos x="T50" y="T51"/>
                </a:cxn>
                <a:cxn ang="T138">
                  <a:pos x="T52" y="T53"/>
                </a:cxn>
                <a:cxn ang="T139">
                  <a:pos x="T54" y="T55"/>
                </a:cxn>
                <a:cxn ang="T140">
                  <a:pos x="T56" y="T57"/>
                </a:cxn>
                <a:cxn ang="T141">
                  <a:pos x="T58" y="T59"/>
                </a:cxn>
                <a:cxn ang="T142">
                  <a:pos x="T60" y="T61"/>
                </a:cxn>
                <a:cxn ang="T143">
                  <a:pos x="T62" y="T63"/>
                </a:cxn>
                <a:cxn ang="T144">
                  <a:pos x="T64" y="T65"/>
                </a:cxn>
                <a:cxn ang="T145">
                  <a:pos x="T66" y="T67"/>
                </a:cxn>
                <a:cxn ang="T146">
                  <a:pos x="T68" y="T69"/>
                </a:cxn>
                <a:cxn ang="T147">
                  <a:pos x="T70" y="T71"/>
                </a:cxn>
                <a:cxn ang="T148">
                  <a:pos x="T72" y="T73"/>
                </a:cxn>
                <a:cxn ang="T149">
                  <a:pos x="T74" y="T75"/>
                </a:cxn>
                <a:cxn ang="T150">
                  <a:pos x="T76" y="T77"/>
                </a:cxn>
                <a:cxn ang="T151">
                  <a:pos x="T78" y="T79"/>
                </a:cxn>
                <a:cxn ang="T152">
                  <a:pos x="T80" y="T81"/>
                </a:cxn>
                <a:cxn ang="T153">
                  <a:pos x="T82" y="T83"/>
                </a:cxn>
                <a:cxn ang="T154">
                  <a:pos x="T84" y="T85"/>
                </a:cxn>
                <a:cxn ang="T155">
                  <a:pos x="T86" y="T87"/>
                </a:cxn>
                <a:cxn ang="T156">
                  <a:pos x="T88" y="T89"/>
                </a:cxn>
                <a:cxn ang="T157">
                  <a:pos x="T90" y="T91"/>
                </a:cxn>
                <a:cxn ang="T158">
                  <a:pos x="T92" y="T93"/>
                </a:cxn>
                <a:cxn ang="T159">
                  <a:pos x="T94" y="T95"/>
                </a:cxn>
                <a:cxn ang="T160">
                  <a:pos x="T96" y="T97"/>
                </a:cxn>
                <a:cxn ang="T161">
                  <a:pos x="T98" y="T99"/>
                </a:cxn>
                <a:cxn ang="T162">
                  <a:pos x="T100" y="T101"/>
                </a:cxn>
                <a:cxn ang="T163">
                  <a:pos x="T102" y="T103"/>
                </a:cxn>
                <a:cxn ang="T164">
                  <a:pos x="T104" y="T105"/>
                </a:cxn>
                <a:cxn ang="T165">
                  <a:pos x="T106" y="T107"/>
                </a:cxn>
                <a:cxn ang="T166">
                  <a:pos x="T108" y="T109"/>
                </a:cxn>
                <a:cxn ang="T167">
                  <a:pos x="T110" y="T111"/>
                </a:cxn>
              </a:cxnLst>
              <a:rect l="0" t="0" r="r" b="b"/>
              <a:pathLst>
                <a:path w="111" h="84">
                  <a:moveTo>
                    <a:pt x="17" y="2"/>
                  </a:moveTo>
                  <a:cubicBezTo>
                    <a:pt x="22" y="0"/>
                    <a:pt x="26" y="1"/>
                    <a:pt x="29" y="4"/>
                  </a:cubicBezTo>
                  <a:cubicBezTo>
                    <a:pt x="27" y="21"/>
                    <a:pt x="24" y="37"/>
                    <a:pt x="20" y="51"/>
                  </a:cubicBezTo>
                  <a:cubicBezTo>
                    <a:pt x="15" y="50"/>
                    <a:pt x="10" y="49"/>
                    <a:pt x="5" y="48"/>
                  </a:cubicBezTo>
                  <a:cubicBezTo>
                    <a:pt x="6" y="31"/>
                    <a:pt x="11" y="15"/>
                    <a:pt x="17" y="2"/>
                  </a:cubicBezTo>
                  <a:close/>
                  <a:moveTo>
                    <a:pt x="20" y="68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74" y="76"/>
                    <a:pt x="80" y="76"/>
                    <a:pt x="107" y="76"/>
                  </a:cubicBezTo>
                  <a:cubicBezTo>
                    <a:pt x="111" y="76"/>
                    <a:pt x="111" y="76"/>
                    <a:pt x="111" y="76"/>
                  </a:cubicBezTo>
                  <a:cubicBezTo>
                    <a:pt x="111" y="72"/>
                    <a:pt x="111" y="72"/>
                    <a:pt x="111" y="72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11" y="26"/>
                    <a:pt x="111" y="26"/>
                    <a:pt x="111" y="26"/>
                  </a:cubicBezTo>
                  <a:cubicBezTo>
                    <a:pt x="110" y="24"/>
                    <a:pt x="110" y="24"/>
                    <a:pt x="110" y="24"/>
                  </a:cubicBezTo>
                  <a:cubicBezTo>
                    <a:pt x="96" y="11"/>
                    <a:pt x="96" y="11"/>
                    <a:pt x="96" y="11"/>
                  </a:cubicBezTo>
                  <a:cubicBezTo>
                    <a:pt x="95" y="10"/>
                    <a:pt x="95" y="10"/>
                    <a:pt x="95" y="10"/>
                  </a:cubicBezTo>
                  <a:cubicBezTo>
                    <a:pt x="93" y="10"/>
                    <a:pt x="93" y="10"/>
                    <a:pt x="93" y="10"/>
                  </a:cubicBezTo>
                  <a:cubicBezTo>
                    <a:pt x="33" y="10"/>
                    <a:pt x="33" y="10"/>
                    <a:pt x="33" y="10"/>
                  </a:cubicBezTo>
                  <a:cubicBezTo>
                    <a:pt x="33" y="12"/>
                    <a:pt x="33" y="15"/>
                    <a:pt x="33" y="17"/>
                  </a:cubicBezTo>
                  <a:cubicBezTo>
                    <a:pt x="89" y="17"/>
                    <a:pt x="89" y="17"/>
                    <a:pt x="89" y="17"/>
                  </a:cubicBezTo>
                  <a:cubicBezTo>
                    <a:pt x="88" y="29"/>
                    <a:pt x="88" y="29"/>
                    <a:pt x="88" y="29"/>
                  </a:cubicBezTo>
                  <a:cubicBezTo>
                    <a:pt x="88" y="31"/>
                    <a:pt x="88" y="31"/>
                    <a:pt x="88" y="31"/>
                  </a:cubicBezTo>
                  <a:cubicBezTo>
                    <a:pt x="90" y="31"/>
                    <a:pt x="90" y="31"/>
                    <a:pt x="90" y="31"/>
                  </a:cubicBezTo>
                  <a:cubicBezTo>
                    <a:pt x="104" y="31"/>
                    <a:pt x="104" y="31"/>
                    <a:pt x="104" y="31"/>
                  </a:cubicBezTo>
                  <a:cubicBezTo>
                    <a:pt x="104" y="68"/>
                    <a:pt x="104" y="68"/>
                    <a:pt x="104" y="68"/>
                  </a:cubicBezTo>
                  <a:cubicBezTo>
                    <a:pt x="84" y="68"/>
                    <a:pt x="61" y="68"/>
                    <a:pt x="20" y="68"/>
                  </a:cubicBezTo>
                  <a:close/>
                  <a:moveTo>
                    <a:pt x="102" y="27"/>
                  </a:moveTo>
                  <a:cubicBezTo>
                    <a:pt x="92" y="27"/>
                    <a:pt x="92" y="27"/>
                    <a:pt x="92" y="27"/>
                  </a:cubicBezTo>
                  <a:cubicBezTo>
                    <a:pt x="93" y="19"/>
                    <a:pt x="93" y="19"/>
                    <a:pt x="93" y="19"/>
                  </a:cubicBezTo>
                  <a:cubicBezTo>
                    <a:pt x="102" y="27"/>
                    <a:pt x="102" y="27"/>
                    <a:pt x="102" y="27"/>
                  </a:cubicBezTo>
                  <a:close/>
                  <a:moveTo>
                    <a:pt x="34" y="45"/>
                  </a:moveTo>
                  <a:cubicBezTo>
                    <a:pt x="79" y="45"/>
                    <a:pt x="79" y="45"/>
                    <a:pt x="79" y="45"/>
                  </a:cubicBezTo>
                  <a:cubicBezTo>
                    <a:pt x="79" y="48"/>
                    <a:pt x="79" y="48"/>
                    <a:pt x="79" y="48"/>
                  </a:cubicBezTo>
                  <a:cubicBezTo>
                    <a:pt x="34" y="48"/>
                    <a:pt x="34" y="48"/>
                    <a:pt x="34" y="48"/>
                  </a:cubicBezTo>
                  <a:cubicBezTo>
                    <a:pt x="34" y="45"/>
                    <a:pt x="34" y="45"/>
                    <a:pt x="34" y="45"/>
                  </a:cubicBezTo>
                  <a:close/>
                  <a:moveTo>
                    <a:pt x="34" y="34"/>
                  </a:moveTo>
                  <a:cubicBezTo>
                    <a:pt x="75" y="34"/>
                    <a:pt x="75" y="34"/>
                    <a:pt x="75" y="34"/>
                  </a:cubicBezTo>
                  <a:cubicBezTo>
                    <a:pt x="75" y="37"/>
                    <a:pt x="75" y="37"/>
                    <a:pt x="75" y="37"/>
                  </a:cubicBezTo>
                  <a:cubicBezTo>
                    <a:pt x="34" y="37"/>
                    <a:pt x="34" y="37"/>
                    <a:pt x="34" y="37"/>
                  </a:cubicBezTo>
                  <a:cubicBezTo>
                    <a:pt x="34" y="34"/>
                    <a:pt x="34" y="34"/>
                    <a:pt x="34" y="34"/>
                  </a:cubicBezTo>
                  <a:close/>
                  <a:moveTo>
                    <a:pt x="34" y="23"/>
                  </a:moveTo>
                  <a:cubicBezTo>
                    <a:pt x="75" y="23"/>
                    <a:pt x="75" y="23"/>
                    <a:pt x="75" y="23"/>
                  </a:cubicBezTo>
                  <a:cubicBezTo>
                    <a:pt x="75" y="26"/>
                    <a:pt x="75" y="26"/>
                    <a:pt x="75" y="26"/>
                  </a:cubicBezTo>
                  <a:cubicBezTo>
                    <a:pt x="34" y="26"/>
                    <a:pt x="34" y="26"/>
                    <a:pt x="34" y="26"/>
                  </a:cubicBezTo>
                  <a:cubicBezTo>
                    <a:pt x="34" y="23"/>
                    <a:pt x="34" y="23"/>
                    <a:pt x="34" y="23"/>
                  </a:cubicBezTo>
                  <a:close/>
                  <a:moveTo>
                    <a:pt x="4" y="70"/>
                  </a:moveTo>
                  <a:cubicBezTo>
                    <a:pt x="10" y="72"/>
                    <a:pt x="10" y="72"/>
                    <a:pt x="10" y="72"/>
                  </a:cubicBezTo>
                  <a:cubicBezTo>
                    <a:pt x="10" y="79"/>
                    <a:pt x="10" y="79"/>
                    <a:pt x="10" y="79"/>
                  </a:cubicBezTo>
                  <a:cubicBezTo>
                    <a:pt x="5" y="84"/>
                    <a:pt x="5" y="84"/>
                    <a:pt x="5" y="84"/>
                  </a:cubicBezTo>
                  <a:cubicBezTo>
                    <a:pt x="4" y="84"/>
                    <a:pt x="3" y="83"/>
                    <a:pt x="2" y="83"/>
                  </a:cubicBezTo>
                  <a:cubicBezTo>
                    <a:pt x="0" y="76"/>
                    <a:pt x="0" y="76"/>
                    <a:pt x="0" y="76"/>
                  </a:cubicBezTo>
                  <a:cubicBezTo>
                    <a:pt x="4" y="70"/>
                    <a:pt x="4" y="70"/>
                    <a:pt x="4" y="70"/>
                  </a:cubicBezTo>
                  <a:close/>
                  <a:moveTo>
                    <a:pt x="4" y="51"/>
                  </a:moveTo>
                  <a:cubicBezTo>
                    <a:pt x="4" y="57"/>
                    <a:pt x="3" y="63"/>
                    <a:pt x="2" y="68"/>
                  </a:cubicBezTo>
                  <a:cubicBezTo>
                    <a:pt x="6" y="69"/>
                    <a:pt x="9" y="70"/>
                    <a:pt x="13" y="71"/>
                  </a:cubicBezTo>
                  <a:cubicBezTo>
                    <a:pt x="14" y="65"/>
                    <a:pt x="16" y="60"/>
                    <a:pt x="18" y="54"/>
                  </a:cubicBezTo>
                  <a:cubicBezTo>
                    <a:pt x="14" y="53"/>
                    <a:pt x="9" y="52"/>
                    <a:pt x="4" y="51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" name="组合 4"/>
          <p:cNvGrpSpPr/>
          <p:nvPr/>
        </p:nvGrpSpPr>
        <p:grpSpPr bwMode="auto">
          <a:xfrm>
            <a:off x="4198939" y="2155825"/>
            <a:ext cx="1041400" cy="1041400"/>
            <a:chOff x="4199225" y="2155364"/>
            <a:chExt cx="1041578" cy="1041578"/>
          </a:xfrm>
        </p:grpSpPr>
        <p:sp>
          <p:nvSpPr>
            <p:cNvPr id="22" name="任意多边形 21"/>
            <p:cNvSpPr/>
            <p:nvPr/>
          </p:nvSpPr>
          <p:spPr>
            <a:xfrm>
              <a:off x="4199225" y="2155364"/>
              <a:ext cx="1041578" cy="1041578"/>
            </a:xfrm>
            <a:custGeom>
              <a:avLst/>
              <a:gdLst>
                <a:gd name="connsiteX0" fmla="*/ 0 w 1041578"/>
                <a:gd name="connsiteY0" fmla="*/ 520789 h 1041578"/>
                <a:gd name="connsiteX1" fmla="*/ 520789 w 1041578"/>
                <a:gd name="connsiteY1" fmla="*/ 0 h 1041578"/>
                <a:gd name="connsiteX2" fmla="*/ 1041578 w 1041578"/>
                <a:gd name="connsiteY2" fmla="*/ 520789 h 1041578"/>
                <a:gd name="connsiteX3" fmla="*/ 520789 w 1041578"/>
                <a:gd name="connsiteY3" fmla="*/ 1041578 h 1041578"/>
                <a:gd name="connsiteX4" fmla="*/ 0 w 1041578"/>
                <a:gd name="connsiteY4" fmla="*/ 520789 h 1041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578" h="1041578">
                  <a:moveTo>
                    <a:pt x="0" y="520789"/>
                  </a:moveTo>
                  <a:cubicBezTo>
                    <a:pt x="0" y="233165"/>
                    <a:pt x="233165" y="0"/>
                    <a:pt x="520789" y="0"/>
                  </a:cubicBezTo>
                  <a:cubicBezTo>
                    <a:pt x="808413" y="0"/>
                    <a:pt x="1041578" y="233165"/>
                    <a:pt x="1041578" y="520789"/>
                  </a:cubicBezTo>
                  <a:cubicBezTo>
                    <a:pt x="1041578" y="808413"/>
                    <a:pt x="808413" y="1041578"/>
                    <a:pt x="520789" y="1041578"/>
                  </a:cubicBezTo>
                  <a:cubicBezTo>
                    <a:pt x="233165" y="1041578"/>
                    <a:pt x="0" y="808413"/>
                    <a:pt x="0" y="520789"/>
                  </a:cubicBezTo>
                  <a:close/>
                </a:path>
              </a:pathLst>
            </a:custGeom>
            <a:noFill/>
            <a:ln w="38100">
              <a:solidFill>
                <a:srgbClr val="044875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81746" tIns="181746" rIns="181746" bIns="181746" spcCol="1270" anchor="ctr"/>
            <a:lstStyle/>
            <a:p>
              <a:pPr algn="ctr" defTabSz="102235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300"/>
            </a:p>
          </p:txBody>
        </p:sp>
        <p:sp>
          <p:nvSpPr>
            <p:cNvPr id="7248" name="Freeform 74"/>
            <p:cNvSpPr>
              <a:spLocks noEditPoints="1"/>
            </p:cNvSpPr>
            <p:nvPr/>
          </p:nvSpPr>
          <p:spPr bwMode="auto">
            <a:xfrm>
              <a:off x="4492253" y="2527232"/>
              <a:ext cx="455523" cy="297842"/>
            </a:xfrm>
            <a:custGeom>
              <a:avLst/>
              <a:gdLst>
                <a:gd name="T0" fmla="*/ 381084100 w 99"/>
                <a:gd name="T1" fmla="*/ 1217793459 h 65"/>
                <a:gd name="T2" fmla="*/ 1122086585 w 99"/>
                <a:gd name="T3" fmla="*/ 1364767030 h 65"/>
                <a:gd name="T4" fmla="*/ 1841914152 w 99"/>
                <a:gd name="T5" fmla="*/ 1196797889 h 65"/>
                <a:gd name="T6" fmla="*/ 1841914152 w 99"/>
                <a:gd name="T7" fmla="*/ 482916437 h 65"/>
                <a:gd name="T8" fmla="*/ 1122086585 w 99"/>
                <a:gd name="T9" fmla="*/ 587898868 h 65"/>
                <a:gd name="T10" fmla="*/ 381084100 w 99"/>
                <a:gd name="T11" fmla="*/ 482916437 h 65"/>
                <a:gd name="T12" fmla="*/ 381084100 w 99"/>
                <a:gd name="T13" fmla="*/ 1217793459 h 65"/>
                <a:gd name="T14" fmla="*/ 2095971753 w 99"/>
                <a:gd name="T15" fmla="*/ 167969141 h 65"/>
                <a:gd name="T16" fmla="*/ 2095971753 w 99"/>
                <a:gd name="T17" fmla="*/ 356938435 h 65"/>
                <a:gd name="T18" fmla="*/ 1122086585 w 99"/>
                <a:gd name="T19" fmla="*/ 503912007 h 65"/>
                <a:gd name="T20" fmla="*/ 148201417 w 99"/>
                <a:gd name="T21" fmla="*/ 356938435 h 65"/>
                <a:gd name="T22" fmla="*/ 148201417 w 99"/>
                <a:gd name="T23" fmla="*/ 713876870 h 65"/>
                <a:gd name="T24" fmla="*/ 190542050 w 99"/>
                <a:gd name="T25" fmla="*/ 776868162 h 65"/>
                <a:gd name="T26" fmla="*/ 105856183 w 99"/>
                <a:gd name="T27" fmla="*/ 860855024 h 65"/>
                <a:gd name="T28" fmla="*/ 42340633 w 99"/>
                <a:gd name="T29" fmla="*/ 776868162 h 65"/>
                <a:gd name="T30" fmla="*/ 84685867 w 99"/>
                <a:gd name="T31" fmla="*/ 713876870 h 65"/>
                <a:gd name="T32" fmla="*/ 84685867 w 99"/>
                <a:gd name="T33" fmla="*/ 167969141 h 65"/>
                <a:gd name="T34" fmla="*/ 1122086585 w 99"/>
                <a:gd name="T35" fmla="*/ 0 h 65"/>
                <a:gd name="T36" fmla="*/ 2095971753 w 99"/>
                <a:gd name="T37" fmla="*/ 167969141 h 65"/>
                <a:gd name="T38" fmla="*/ 169371734 w 99"/>
                <a:gd name="T39" fmla="*/ 881850594 h 65"/>
                <a:gd name="T40" fmla="*/ 63515550 w 99"/>
                <a:gd name="T41" fmla="*/ 881850594 h 65"/>
                <a:gd name="T42" fmla="*/ 0 w 99"/>
                <a:gd name="T43" fmla="*/ 1217793459 h 65"/>
                <a:gd name="T44" fmla="*/ 42340633 w 99"/>
                <a:gd name="T45" fmla="*/ 1217793459 h 65"/>
                <a:gd name="T46" fmla="*/ 63515550 w 99"/>
                <a:gd name="T47" fmla="*/ 1175797737 h 65"/>
                <a:gd name="T48" fmla="*/ 63515550 w 99"/>
                <a:gd name="T49" fmla="*/ 1217793459 h 65"/>
                <a:gd name="T50" fmla="*/ 127026500 w 99"/>
                <a:gd name="T51" fmla="*/ 1238789029 h 65"/>
                <a:gd name="T52" fmla="*/ 148201417 w 99"/>
                <a:gd name="T53" fmla="*/ 1196797889 h 65"/>
                <a:gd name="T54" fmla="*/ 148201417 w 99"/>
                <a:gd name="T55" fmla="*/ 1238789029 h 65"/>
                <a:gd name="T56" fmla="*/ 169371734 w 99"/>
                <a:gd name="T57" fmla="*/ 1238789029 h 65"/>
                <a:gd name="T58" fmla="*/ 169371734 w 99"/>
                <a:gd name="T59" fmla="*/ 1070815305 h 65"/>
                <a:gd name="T60" fmla="*/ 190542050 w 99"/>
                <a:gd name="T61" fmla="*/ 1217793459 h 65"/>
                <a:gd name="T62" fmla="*/ 232887284 w 99"/>
                <a:gd name="T63" fmla="*/ 1217793459 h 65"/>
                <a:gd name="T64" fmla="*/ 169371734 w 99"/>
                <a:gd name="T65" fmla="*/ 881850594 h 6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99" h="65">
                  <a:moveTo>
                    <a:pt x="18" y="58"/>
                  </a:moveTo>
                  <a:cubicBezTo>
                    <a:pt x="30" y="58"/>
                    <a:pt x="42" y="60"/>
                    <a:pt x="53" y="65"/>
                  </a:cubicBezTo>
                  <a:cubicBezTo>
                    <a:pt x="64" y="60"/>
                    <a:pt x="75" y="57"/>
                    <a:pt x="87" y="57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58"/>
                    <a:pt x="18" y="58"/>
                    <a:pt x="18" y="58"/>
                  </a:cubicBezTo>
                  <a:close/>
                  <a:moveTo>
                    <a:pt x="99" y="8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5"/>
                    <a:pt x="9" y="36"/>
                    <a:pt x="9" y="37"/>
                  </a:cubicBezTo>
                  <a:cubicBezTo>
                    <a:pt x="9" y="39"/>
                    <a:pt x="7" y="41"/>
                    <a:pt x="5" y="41"/>
                  </a:cubicBezTo>
                  <a:cubicBezTo>
                    <a:pt x="4" y="41"/>
                    <a:pt x="2" y="39"/>
                    <a:pt x="2" y="37"/>
                  </a:cubicBezTo>
                  <a:cubicBezTo>
                    <a:pt x="2" y="36"/>
                    <a:pt x="3" y="35"/>
                    <a:pt x="4" y="34"/>
                  </a:cubicBezTo>
                  <a:cubicBezTo>
                    <a:pt x="4" y="25"/>
                    <a:pt x="4" y="17"/>
                    <a:pt x="4" y="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9" y="8"/>
                    <a:pt x="99" y="8"/>
                    <a:pt x="99" y="8"/>
                  </a:cubicBezTo>
                  <a:close/>
                  <a:moveTo>
                    <a:pt x="8" y="42"/>
                  </a:moveTo>
                  <a:cubicBezTo>
                    <a:pt x="6" y="43"/>
                    <a:pt x="5" y="43"/>
                    <a:pt x="3" y="42"/>
                  </a:cubicBezTo>
                  <a:cubicBezTo>
                    <a:pt x="2" y="47"/>
                    <a:pt x="1" y="52"/>
                    <a:pt x="0" y="58"/>
                  </a:cubicBezTo>
                  <a:cubicBezTo>
                    <a:pt x="1" y="58"/>
                    <a:pt x="2" y="58"/>
                    <a:pt x="2" y="58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4" y="59"/>
                    <a:pt x="5" y="59"/>
                    <a:pt x="6" y="59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8" y="59"/>
                    <a:pt x="8" y="5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0" y="58"/>
                    <a:pt x="10" y="58"/>
                    <a:pt x="11" y="58"/>
                  </a:cubicBezTo>
                  <a:cubicBezTo>
                    <a:pt x="10" y="52"/>
                    <a:pt x="9" y="47"/>
                    <a:pt x="8" y="42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6907213" y="3719513"/>
            <a:ext cx="1041400" cy="1041400"/>
            <a:chOff x="6907679" y="3719090"/>
            <a:chExt cx="1041578" cy="1041578"/>
          </a:xfrm>
        </p:grpSpPr>
        <p:sp>
          <p:nvSpPr>
            <p:cNvPr id="12" name="任意多边形 11"/>
            <p:cNvSpPr/>
            <p:nvPr/>
          </p:nvSpPr>
          <p:spPr>
            <a:xfrm>
              <a:off x="6907679" y="3719090"/>
              <a:ext cx="1041578" cy="1041578"/>
            </a:xfrm>
            <a:custGeom>
              <a:avLst/>
              <a:gdLst>
                <a:gd name="connsiteX0" fmla="*/ 0 w 1041578"/>
                <a:gd name="connsiteY0" fmla="*/ 520789 h 1041578"/>
                <a:gd name="connsiteX1" fmla="*/ 520789 w 1041578"/>
                <a:gd name="connsiteY1" fmla="*/ 0 h 1041578"/>
                <a:gd name="connsiteX2" fmla="*/ 1041578 w 1041578"/>
                <a:gd name="connsiteY2" fmla="*/ 520789 h 1041578"/>
                <a:gd name="connsiteX3" fmla="*/ 520789 w 1041578"/>
                <a:gd name="connsiteY3" fmla="*/ 1041578 h 1041578"/>
                <a:gd name="connsiteX4" fmla="*/ 0 w 1041578"/>
                <a:gd name="connsiteY4" fmla="*/ 520789 h 1041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578" h="1041578">
                  <a:moveTo>
                    <a:pt x="0" y="520789"/>
                  </a:moveTo>
                  <a:cubicBezTo>
                    <a:pt x="0" y="233165"/>
                    <a:pt x="233165" y="0"/>
                    <a:pt x="520789" y="0"/>
                  </a:cubicBezTo>
                  <a:cubicBezTo>
                    <a:pt x="808413" y="0"/>
                    <a:pt x="1041578" y="233165"/>
                    <a:pt x="1041578" y="520789"/>
                  </a:cubicBezTo>
                  <a:cubicBezTo>
                    <a:pt x="1041578" y="808413"/>
                    <a:pt x="808413" y="1041578"/>
                    <a:pt x="520789" y="1041578"/>
                  </a:cubicBezTo>
                  <a:cubicBezTo>
                    <a:pt x="233165" y="1041578"/>
                    <a:pt x="0" y="808413"/>
                    <a:pt x="0" y="520789"/>
                  </a:cubicBezTo>
                  <a:close/>
                </a:path>
              </a:pathLst>
            </a:cu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81746" tIns="181746" rIns="181746" bIns="181746" spcCol="1270" anchor="ctr"/>
            <a:lstStyle/>
            <a:p>
              <a:pPr algn="ctr" defTabSz="102235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300"/>
            </a:p>
          </p:txBody>
        </p:sp>
        <p:sp>
          <p:nvSpPr>
            <p:cNvPr id="34" name="Freeform 30"/>
            <p:cNvSpPr>
              <a:spLocks noEditPoints="1"/>
            </p:cNvSpPr>
            <p:nvPr/>
          </p:nvSpPr>
          <p:spPr bwMode="auto">
            <a:xfrm>
              <a:off x="7258576" y="4016003"/>
              <a:ext cx="339783" cy="447752"/>
            </a:xfrm>
            <a:custGeom>
              <a:avLst/>
              <a:gdLst>
                <a:gd name="T0" fmla="*/ 60 w 74"/>
                <a:gd name="T1" fmla="*/ 0 h 97"/>
                <a:gd name="T2" fmla="*/ 72 w 74"/>
                <a:gd name="T3" fmla="*/ 11 h 97"/>
                <a:gd name="T4" fmla="*/ 70 w 74"/>
                <a:gd name="T5" fmla="*/ 52 h 97"/>
                <a:gd name="T6" fmla="*/ 63 w 74"/>
                <a:gd name="T7" fmla="*/ 11 h 97"/>
                <a:gd name="T8" fmla="*/ 60 w 74"/>
                <a:gd name="T9" fmla="*/ 8 h 97"/>
                <a:gd name="T10" fmla="*/ 26 w 74"/>
                <a:gd name="T11" fmla="*/ 11 h 97"/>
                <a:gd name="T12" fmla="*/ 26 w 74"/>
                <a:gd name="T13" fmla="*/ 18 h 97"/>
                <a:gd name="T14" fmla="*/ 19 w 74"/>
                <a:gd name="T15" fmla="*/ 24 h 97"/>
                <a:gd name="T16" fmla="*/ 12 w 74"/>
                <a:gd name="T17" fmla="*/ 24 h 97"/>
                <a:gd name="T18" fmla="*/ 8 w 74"/>
                <a:gd name="T19" fmla="*/ 79 h 97"/>
                <a:gd name="T20" fmla="*/ 9 w 74"/>
                <a:gd name="T21" fmla="*/ 81 h 97"/>
                <a:gd name="T22" fmla="*/ 28 w 74"/>
                <a:gd name="T23" fmla="*/ 82 h 97"/>
                <a:gd name="T24" fmla="*/ 37 w 74"/>
                <a:gd name="T25" fmla="*/ 90 h 97"/>
                <a:gd name="T26" fmla="*/ 3 w 74"/>
                <a:gd name="T27" fmla="*/ 87 h 97"/>
                <a:gd name="T28" fmla="*/ 3 w 74"/>
                <a:gd name="T29" fmla="*/ 87 h 97"/>
                <a:gd name="T30" fmla="*/ 0 w 74"/>
                <a:gd name="T31" fmla="*/ 20 h 97"/>
                <a:gd name="T32" fmla="*/ 1 w 74"/>
                <a:gd name="T33" fmla="*/ 17 h 97"/>
                <a:gd name="T34" fmla="*/ 19 w 74"/>
                <a:gd name="T35" fmla="*/ 0 h 97"/>
                <a:gd name="T36" fmla="*/ 17 w 74"/>
                <a:gd name="T37" fmla="*/ 52 h 97"/>
                <a:gd name="T38" fmla="*/ 27 w 74"/>
                <a:gd name="T39" fmla="*/ 56 h 97"/>
                <a:gd name="T40" fmla="*/ 17 w 74"/>
                <a:gd name="T41" fmla="*/ 52 h 97"/>
                <a:gd name="T42" fmla="*/ 17 w 74"/>
                <a:gd name="T43" fmla="*/ 44 h 97"/>
                <a:gd name="T44" fmla="*/ 56 w 74"/>
                <a:gd name="T45" fmla="*/ 40 h 97"/>
                <a:gd name="T46" fmla="*/ 17 w 74"/>
                <a:gd name="T47" fmla="*/ 28 h 97"/>
                <a:gd name="T48" fmla="*/ 56 w 74"/>
                <a:gd name="T49" fmla="*/ 33 h 97"/>
                <a:gd name="T50" fmla="*/ 17 w 74"/>
                <a:gd name="T51" fmla="*/ 28 h 97"/>
                <a:gd name="T52" fmla="*/ 34 w 74"/>
                <a:gd name="T53" fmla="*/ 22 h 97"/>
                <a:gd name="T54" fmla="*/ 56 w 74"/>
                <a:gd name="T55" fmla="*/ 17 h 97"/>
                <a:gd name="T56" fmla="*/ 41 w 74"/>
                <a:gd name="T57" fmla="*/ 69 h 97"/>
                <a:gd name="T58" fmla="*/ 41 w 74"/>
                <a:gd name="T59" fmla="*/ 69 h 97"/>
                <a:gd name="T60" fmla="*/ 31 w 74"/>
                <a:gd name="T61" fmla="*/ 66 h 97"/>
                <a:gd name="T62" fmla="*/ 47 w 74"/>
                <a:gd name="T63" fmla="*/ 86 h 97"/>
                <a:gd name="T64" fmla="*/ 59 w 74"/>
                <a:gd name="T65" fmla="*/ 87 h 97"/>
                <a:gd name="T66" fmla="*/ 71 w 74"/>
                <a:gd name="T67" fmla="*/ 96 h 97"/>
                <a:gd name="T68" fmla="*/ 72 w 74"/>
                <a:gd name="T69" fmla="*/ 90 h 97"/>
                <a:gd name="T70" fmla="*/ 63 w 74"/>
                <a:gd name="T71" fmla="*/ 80 h 97"/>
                <a:gd name="T72" fmla="*/ 64 w 74"/>
                <a:gd name="T73" fmla="*/ 57 h 97"/>
                <a:gd name="T74" fmla="*/ 38 w 74"/>
                <a:gd name="T75" fmla="*/ 54 h 97"/>
                <a:gd name="T76" fmla="*/ 42 w 74"/>
                <a:gd name="T77" fmla="*/ 58 h 97"/>
                <a:gd name="T78" fmla="*/ 40 w 74"/>
                <a:gd name="T79" fmla="*/ 76 h 97"/>
                <a:gd name="T80" fmla="*/ 57 w 74"/>
                <a:gd name="T81" fmla="*/ 78 h 97"/>
                <a:gd name="T82" fmla="*/ 59 w 74"/>
                <a:gd name="T83" fmla="*/ 61 h 97"/>
                <a:gd name="T84" fmla="*/ 21 w 74"/>
                <a:gd name="T85" fmla="*/ 9 h 97"/>
                <a:gd name="T86" fmla="*/ 13 w 74"/>
                <a:gd name="T87" fmla="*/ 19 h 97"/>
                <a:gd name="T88" fmla="*/ 17 w 74"/>
                <a:gd name="T89" fmla="*/ 20 h 97"/>
                <a:gd name="T90" fmla="*/ 18 w 74"/>
                <a:gd name="T91" fmla="*/ 20 h 97"/>
                <a:gd name="T92" fmla="*/ 22 w 74"/>
                <a:gd name="T93" fmla="*/ 17 h 97"/>
                <a:gd name="T94" fmla="*/ 22 w 74"/>
                <a:gd name="T95" fmla="*/ 15 h 97"/>
                <a:gd name="T96" fmla="*/ 21 w 74"/>
                <a:gd name="T97" fmla="*/ 11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4" h="97">
                  <a:moveTo>
                    <a:pt x="2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1"/>
                    <a:pt x="68" y="3"/>
                  </a:cubicBezTo>
                  <a:cubicBezTo>
                    <a:pt x="70" y="5"/>
                    <a:pt x="72" y="8"/>
                    <a:pt x="72" y="1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1" y="55"/>
                    <a:pt x="70" y="53"/>
                    <a:pt x="70" y="52"/>
                  </a:cubicBezTo>
                  <a:cubicBezTo>
                    <a:pt x="68" y="50"/>
                    <a:pt x="66" y="48"/>
                    <a:pt x="63" y="47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9"/>
                    <a:pt x="62" y="9"/>
                  </a:cubicBezTo>
                  <a:cubicBezTo>
                    <a:pt x="62" y="8"/>
                    <a:pt x="61" y="8"/>
                    <a:pt x="60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6" y="19"/>
                    <a:pt x="25" y="21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8" y="24"/>
                    <a:pt x="17" y="24"/>
                    <a:pt x="16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80"/>
                    <a:pt x="9" y="80"/>
                    <a:pt x="9" y="81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10" y="81"/>
                    <a:pt x="10" y="82"/>
                    <a:pt x="11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82"/>
                    <a:pt x="29" y="83"/>
                    <a:pt x="29" y="84"/>
                  </a:cubicBezTo>
                  <a:cubicBezTo>
                    <a:pt x="31" y="86"/>
                    <a:pt x="34" y="88"/>
                    <a:pt x="37" y="90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8" y="90"/>
                    <a:pt x="5" y="89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" y="85"/>
                    <a:pt x="0" y="82"/>
                    <a:pt x="0" y="7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lose/>
                  <a:moveTo>
                    <a:pt x="17" y="52"/>
                  </a:moveTo>
                  <a:cubicBezTo>
                    <a:pt x="17" y="56"/>
                    <a:pt x="17" y="56"/>
                    <a:pt x="1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7" y="52"/>
                    <a:pt x="17" y="52"/>
                    <a:pt x="17" y="52"/>
                  </a:cubicBezTo>
                  <a:close/>
                  <a:moveTo>
                    <a:pt x="17" y="40"/>
                  </a:moveTo>
                  <a:cubicBezTo>
                    <a:pt x="17" y="44"/>
                    <a:pt x="17" y="44"/>
                    <a:pt x="17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17" y="40"/>
                    <a:pt x="17" y="40"/>
                    <a:pt x="17" y="40"/>
                  </a:cubicBezTo>
                  <a:close/>
                  <a:moveTo>
                    <a:pt x="17" y="28"/>
                  </a:moveTo>
                  <a:cubicBezTo>
                    <a:pt x="17" y="33"/>
                    <a:pt x="17" y="33"/>
                    <a:pt x="17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34" y="17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34" y="17"/>
                    <a:pt x="34" y="17"/>
                    <a:pt x="34" y="17"/>
                  </a:cubicBezTo>
                  <a:close/>
                  <a:moveTo>
                    <a:pt x="41" y="69"/>
                  </a:moveTo>
                  <a:cubicBezTo>
                    <a:pt x="43" y="64"/>
                    <a:pt x="48" y="61"/>
                    <a:pt x="55" y="60"/>
                  </a:cubicBezTo>
                  <a:cubicBezTo>
                    <a:pt x="48" y="56"/>
                    <a:pt x="39" y="62"/>
                    <a:pt x="41" y="69"/>
                  </a:cubicBezTo>
                  <a:close/>
                  <a:moveTo>
                    <a:pt x="38" y="54"/>
                  </a:moveTo>
                  <a:cubicBezTo>
                    <a:pt x="34" y="57"/>
                    <a:pt x="32" y="61"/>
                    <a:pt x="31" y="66"/>
                  </a:cubicBezTo>
                  <a:cubicBezTo>
                    <a:pt x="31" y="70"/>
                    <a:pt x="32" y="75"/>
                    <a:pt x="35" y="79"/>
                  </a:cubicBezTo>
                  <a:cubicBezTo>
                    <a:pt x="38" y="83"/>
                    <a:pt x="43" y="86"/>
                    <a:pt x="47" y="86"/>
                  </a:cubicBezTo>
                  <a:cubicBezTo>
                    <a:pt x="51" y="87"/>
                    <a:pt x="55" y="86"/>
                    <a:pt x="58" y="84"/>
                  </a:cubicBezTo>
                  <a:cubicBezTo>
                    <a:pt x="58" y="85"/>
                    <a:pt x="58" y="86"/>
                    <a:pt x="59" y="87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7" y="97"/>
                    <a:pt x="69" y="97"/>
                    <a:pt x="71" y="96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3" y="94"/>
                    <a:pt x="74" y="91"/>
                    <a:pt x="72" y="90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5" y="81"/>
                    <a:pt x="64" y="80"/>
                    <a:pt x="63" y="80"/>
                  </a:cubicBezTo>
                  <a:cubicBezTo>
                    <a:pt x="66" y="77"/>
                    <a:pt x="67" y="74"/>
                    <a:pt x="68" y="70"/>
                  </a:cubicBezTo>
                  <a:cubicBezTo>
                    <a:pt x="68" y="66"/>
                    <a:pt x="67" y="61"/>
                    <a:pt x="64" y="57"/>
                  </a:cubicBezTo>
                  <a:cubicBezTo>
                    <a:pt x="61" y="53"/>
                    <a:pt x="56" y="50"/>
                    <a:pt x="52" y="50"/>
                  </a:cubicBezTo>
                  <a:cubicBezTo>
                    <a:pt x="47" y="49"/>
                    <a:pt x="42" y="50"/>
                    <a:pt x="38" y="54"/>
                  </a:cubicBezTo>
                  <a:close/>
                  <a:moveTo>
                    <a:pt x="51" y="56"/>
                  </a:moveTo>
                  <a:cubicBezTo>
                    <a:pt x="48" y="56"/>
                    <a:pt x="45" y="56"/>
                    <a:pt x="42" y="58"/>
                  </a:cubicBezTo>
                  <a:cubicBezTo>
                    <a:pt x="39" y="61"/>
                    <a:pt x="38" y="63"/>
                    <a:pt x="37" y="67"/>
                  </a:cubicBezTo>
                  <a:cubicBezTo>
                    <a:pt x="37" y="70"/>
                    <a:pt x="38" y="73"/>
                    <a:pt x="40" y="76"/>
                  </a:cubicBezTo>
                  <a:cubicBezTo>
                    <a:pt x="42" y="78"/>
                    <a:pt x="45" y="80"/>
                    <a:pt x="48" y="80"/>
                  </a:cubicBezTo>
                  <a:cubicBezTo>
                    <a:pt x="51" y="80"/>
                    <a:pt x="54" y="80"/>
                    <a:pt x="57" y="78"/>
                  </a:cubicBezTo>
                  <a:cubicBezTo>
                    <a:pt x="60" y="76"/>
                    <a:pt x="61" y="73"/>
                    <a:pt x="61" y="69"/>
                  </a:cubicBezTo>
                  <a:cubicBezTo>
                    <a:pt x="62" y="66"/>
                    <a:pt x="61" y="63"/>
                    <a:pt x="59" y="61"/>
                  </a:cubicBezTo>
                  <a:cubicBezTo>
                    <a:pt x="57" y="58"/>
                    <a:pt x="54" y="56"/>
                    <a:pt x="51" y="56"/>
                  </a:cubicBezTo>
                  <a:close/>
                  <a:moveTo>
                    <a:pt x="21" y="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9" y="20"/>
                    <a:pt x="20" y="19"/>
                    <a:pt x="21" y="19"/>
                  </a:cubicBezTo>
                  <a:cubicBezTo>
                    <a:pt x="21" y="18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11"/>
                    <a:pt x="21" y="11"/>
                    <a:pt x="21" y="11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7" name="组合 16"/>
          <p:cNvGrpSpPr/>
          <p:nvPr/>
        </p:nvGrpSpPr>
        <p:grpSpPr bwMode="auto">
          <a:xfrm>
            <a:off x="4198939" y="3719513"/>
            <a:ext cx="1041400" cy="1041400"/>
            <a:chOff x="4199225" y="3719090"/>
            <a:chExt cx="1041578" cy="1041578"/>
          </a:xfrm>
        </p:grpSpPr>
        <p:sp>
          <p:nvSpPr>
            <p:cNvPr id="18" name="任意多边形 17"/>
            <p:cNvSpPr/>
            <p:nvPr/>
          </p:nvSpPr>
          <p:spPr>
            <a:xfrm>
              <a:off x="4199225" y="3719090"/>
              <a:ext cx="1041578" cy="1041578"/>
            </a:xfrm>
            <a:custGeom>
              <a:avLst/>
              <a:gdLst>
                <a:gd name="connsiteX0" fmla="*/ 0 w 1041578"/>
                <a:gd name="connsiteY0" fmla="*/ 520789 h 1041578"/>
                <a:gd name="connsiteX1" fmla="*/ 520789 w 1041578"/>
                <a:gd name="connsiteY1" fmla="*/ 0 h 1041578"/>
                <a:gd name="connsiteX2" fmla="*/ 1041578 w 1041578"/>
                <a:gd name="connsiteY2" fmla="*/ 520789 h 1041578"/>
                <a:gd name="connsiteX3" fmla="*/ 520789 w 1041578"/>
                <a:gd name="connsiteY3" fmla="*/ 1041578 h 1041578"/>
                <a:gd name="connsiteX4" fmla="*/ 0 w 1041578"/>
                <a:gd name="connsiteY4" fmla="*/ 520789 h 1041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578" h="1041578">
                  <a:moveTo>
                    <a:pt x="0" y="520789"/>
                  </a:moveTo>
                  <a:cubicBezTo>
                    <a:pt x="0" y="233165"/>
                    <a:pt x="233165" y="0"/>
                    <a:pt x="520789" y="0"/>
                  </a:cubicBezTo>
                  <a:cubicBezTo>
                    <a:pt x="808413" y="0"/>
                    <a:pt x="1041578" y="233165"/>
                    <a:pt x="1041578" y="520789"/>
                  </a:cubicBezTo>
                  <a:cubicBezTo>
                    <a:pt x="1041578" y="808413"/>
                    <a:pt x="808413" y="1041578"/>
                    <a:pt x="520789" y="1041578"/>
                  </a:cubicBezTo>
                  <a:cubicBezTo>
                    <a:pt x="233165" y="1041578"/>
                    <a:pt x="0" y="808413"/>
                    <a:pt x="0" y="520789"/>
                  </a:cubicBezTo>
                  <a:close/>
                </a:path>
              </a:pathLst>
            </a:cu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81746" tIns="181746" rIns="181746" bIns="181746" spcCol="1270" anchor="ctr"/>
            <a:lstStyle/>
            <a:p>
              <a:pPr algn="ctr" defTabSz="102235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300"/>
            </a:p>
          </p:txBody>
        </p:sp>
        <p:sp>
          <p:nvSpPr>
            <p:cNvPr id="35" name="Freeform 71"/>
            <p:cNvSpPr>
              <a:spLocks noEditPoints="1"/>
            </p:cNvSpPr>
            <p:nvPr/>
          </p:nvSpPr>
          <p:spPr bwMode="auto">
            <a:xfrm>
              <a:off x="4504077" y="3989011"/>
              <a:ext cx="431874" cy="457278"/>
            </a:xfrm>
            <a:custGeom>
              <a:avLst/>
              <a:gdLst>
                <a:gd name="T0" fmla="*/ 170 w 222"/>
                <a:gd name="T1" fmla="*/ 29 h 235"/>
                <a:gd name="T2" fmla="*/ 182 w 222"/>
                <a:gd name="T3" fmla="*/ 7 h 235"/>
                <a:gd name="T4" fmla="*/ 151 w 222"/>
                <a:gd name="T5" fmla="*/ 19 h 235"/>
                <a:gd name="T6" fmla="*/ 7 w 222"/>
                <a:gd name="T7" fmla="*/ 159 h 235"/>
                <a:gd name="T8" fmla="*/ 31 w 222"/>
                <a:gd name="T9" fmla="*/ 223 h 235"/>
                <a:gd name="T10" fmla="*/ 31 w 222"/>
                <a:gd name="T11" fmla="*/ 171 h 235"/>
                <a:gd name="T12" fmla="*/ 109 w 222"/>
                <a:gd name="T13" fmla="*/ 114 h 235"/>
                <a:gd name="T14" fmla="*/ 116 w 222"/>
                <a:gd name="T15" fmla="*/ 93 h 235"/>
                <a:gd name="T16" fmla="*/ 87 w 222"/>
                <a:gd name="T17" fmla="*/ 104 h 235"/>
                <a:gd name="T18" fmla="*/ 76 w 222"/>
                <a:gd name="T19" fmla="*/ 100 h 235"/>
                <a:gd name="T20" fmla="*/ 116 w 222"/>
                <a:gd name="T21" fmla="*/ 83 h 235"/>
                <a:gd name="T22" fmla="*/ 132 w 222"/>
                <a:gd name="T23" fmla="*/ 90 h 235"/>
                <a:gd name="T24" fmla="*/ 132 w 222"/>
                <a:gd name="T25" fmla="*/ 19 h 235"/>
                <a:gd name="T26" fmla="*/ 180 w 222"/>
                <a:gd name="T27" fmla="*/ 0 h 235"/>
                <a:gd name="T28" fmla="*/ 182 w 222"/>
                <a:gd name="T29" fmla="*/ 0 h 235"/>
                <a:gd name="T30" fmla="*/ 222 w 222"/>
                <a:gd name="T31" fmla="*/ 19 h 235"/>
                <a:gd name="T32" fmla="*/ 173 w 222"/>
                <a:gd name="T33" fmla="*/ 187 h 235"/>
                <a:gd name="T34" fmla="*/ 158 w 222"/>
                <a:gd name="T35" fmla="*/ 180 h 235"/>
                <a:gd name="T36" fmla="*/ 106 w 222"/>
                <a:gd name="T37" fmla="*/ 211 h 235"/>
                <a:gd name="T38" fmla="*/ 90 w 222"/>
                <a:gd name="T39" fmla="*/ 201 h 235"/>
                <a:gd name="T40" fmla="*/ 38 w 222"/>
                <a:gd name="T41" fmla="*/ 235 h 235"/>
                <a:gd name="T42" fmla="*/ 2 w 222"/>
                <a:gd name="T43" fmla="*/ 218 h 235"/>
                <a:gd name="T44" fmla="*/ 0 w 222"/>
                <a:gd name="T45" fmla="*/ 213 h 235"/>
                <a:gd name="T46" fmla="*/ 0 w 222"/>
                <a:gd name="T47" fmla="*/ 147 h 235"/>
                <a:gd name="T48" fmla="*/ 47 w 222"/>
                <a:gd name="T49" fmla="*/ 128 h 235"/>
                <a:gd name="T50" fmla="*/ 50 w 222"/>
                <a:gd name="T51" fmla="*/ 128 h 235"/>
                <a:gd name="T52" fmla="*/ 90 w 222"/>
                <a:gd name="T53" fmla="*/ 147 h 235"/>
                <a:gd name="T54" fmla="*/ 99 w 222"/>
                <a:gd name="T55" fmla="*/ 199 h 235"/>
                <a:gd name="T56" fmla="*/ 76 w 222"/>
                <a:gd name="T57" fmla="*/ 114 h 235"/>
                <a:gd name="T58" fmla="*/ 68 w 222"/>
                <a:gd name="T59" fmla="*/ 138 h 235"/>
                <a:gd name="T60" fmla="*/ 68 w 222"/>
                <a:gd name="T61" fmla="*/ 102 h 235"/>
                <a:gd name="T62" fmla="*/ 139 w 222"/>
                <a:gd name="T63" fmla="*/ 95 h 235"/>
                <a:gd name="T64" fmla="*/ 158 w 222"/>
                <a:gd name="T65" fmla="*/ 102 h 235"/>
                <a:gd name="T66" fmla="*/ 165 w 222"/>
                <a:gd name="T67" fmla="*/ 175 h 235"/>
                <a:gd name="T68" fmla="*/ 139 w 222"/>
                <a:gd name="T69" fmla="*/ 31 h 235"/>
                <a:gd name="T70" fmla="*/ 139 w 222"/>
                <a:gd name="T71" fmla="*/ 95 h 235"/>
                <a:gd name="T72" fmla="*/ 38 w 222"/>
                <a:gd name="T73" fmla="*/ 159 h 235"/>
                <a:gd name="T74" fmla="*/ 47 w 222"/>
                <a:gd name="T75" fmla="*/ 138 h 235"/>
                <a:gd name="T76" fmla="*/ 19 w 222"/>
                <a:gd name="T77" fmla="*/ 149 h 235"/>
                <a:gd name="T78" fmla="*/ 173 w 222"/>
                <a:gd name="T79" fmla="*/ 36 h 235"/>
                <a:gd name="T80" fmla="*/ 173 w 222"/>
                <a:gd name="T81" fmla="*/ 38 h 2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22" h="235">
                  <a:moveTo>
                    <a:pt x="151" y="19"/>
                  </a:moveTo>
                  <a:lnTo>
                    <a:pt x="170" y="29"/>
                  </a:lnTo>
                  <a:lnTo>
                    <a:pt x="203" y="19"/>
                  </a:lnTo>
                  <a:lnTo>
                    <a:pt x="182" y="7"/>
                  </a:lnTo>
                  <a:lnTo>
                    <a:pt x="151" y="19"/>
                  </a:lnTo>
                  <a:lnTo>
                    <a:pt x="151" y="19"/>
                  </a:lnTo>
                  <a:close/>
                  <a:moveTo>
                    <a:pt x="31" y="171"/>
                  </a:moveTo>
                  <a:lnTo>
                    <a:pt x="7" y="159"/>
                  </a:lnTo>
                  <a:lnTo>
                    <a:pt x="7" y="211"/>
                  </a:lnTo>
                  <a:lnTo>
                    <a:pt x="31" y="223"/>
                  </a:lnTo>
                  <a:lnTo>
                    <a:pt x="31" y="171"/>
                  </a:lnTo>
                  <a:lnTo>
                    <a:pt x="31" y="171"/>
                  </a:lnTo>
                  <a:close/>
                  <a:moveTo>
                    <a:pt x="87" y="104"/>
                  </a:moveTo>
                  <a:lnTo>
                    <a:pt x="109" y="114"/>
                  </a:lnTo>
                  <a:lnTo>
                    <a:pt x="137" y="102"/>
                  </a:lnTo>
                  <a:lnTo>
                    <a:pt x="116" y="93"/>
                  </a:lnTo>
                  <a:lnTo>
                    <a:pt x="87" y="104"/>
                  </a:lnTo>
                  <a:lnTo>
                    <a:pt x="87" y="104"/>
                  </a:lnTo>
                  <a:close/>
                  <a:moveTo>
                    <a:pt x="68" y="102"/>
                  </a:moveTo>
                  <a:lnTo>
                    <a:pt x="76" y="100"/>
                  </a:lnTo>
                  <a:lnTo>
                    <a:pt x="116" y="83"/>
                  </a:lnTo>
                  <a:lnTo>
                    <a:pt x="116" y="83"/>
                  </a:lnTo>
                  <a:lnTo>
                    <a:pt x="118" y="83"/>
                  </a:lnTo>
                  <a:lnTo>
                    <a:pt x="132" y="90"/>
                  </a:lnTo>
                  <a:lnTo>
                    <a:pt x="132" y="24"/>
                  </a:lnTo>
                  <a:lnTo>
                    <a:pt x="132" y="19"/>
                  </a:lnTo>
                  <a:lnTo>
                    <a:pt x="139" y="14"/>
                  </a:lnTo>
                  <a:lnTo>
                    <a:pt x="180" y="0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15" y="14"/>
                  </a:lnTo>
                  <a:lnTo>
                    <a:pt x="222" y="19"/>
                  </a:lnTo>
                  <a:lnTo>
                    <a:pt x="222" y="168"/>
                  </a:lnTo>
                  <a:lnTo>
                    <a:pt x="173" y="187"/>
                  </a:lnTo>
                  <a:lnTo>
                    <a:pt x="168" y="185"/>
                  </a:lnTo>
                  <a:lnTo>
                    <a:pt x="158" y="180"/>
                  </a:lnTo>
                  <a:lnTo>
                    <a:pt x="158" y="192"/>
                  </a:lnTo>
                  <a:lnTo>
                    <a:pt x="106" y="211"/>
                  </a:lnTo>
                  <a:lnTo>
                    <a:pt x="102" y="209"/>
                  </a:lnTo>
                  <a:lnTo>
                    <a:pt x="90" y="201"/>
                  </a:lnTo>
                  <a:lnTo>
                    <a:pt x="90" y="216"/>
                  </a:lnTo>
                  <a:lnTo>
                    <a:pt x="38" y="235"/>
                  </a:lnTo>
                  <a:lnTo>
                    <a:pt x="33" y="232"/>
                  </a:lnTo>
                  <a:lnTo>
                    <a:pt x="2" y="218"/>
                  </a:lnTo>
                  <a:lnTo>
                    <a:pt x="0" y="216"/>
                  </a:lnTo>
                  <a:lnTo>
                    <a:pt x="0" y="213"/>
                  </a:lnTo>
                  <a:lnTo>
                    <a:pt x="0" y="154"/>
                  </a:lnTo>
                  <a:lnTo>
                    <a:pt x="0" y="147"/>
                  </a:lnTo>
                  <a:lnTo>
                    <a:pt x="7" y="145"/>
                  </a:lnTo>
                  <a:lnTo>
                    <a:pt x="47" y="128"/>
                  </a:lnTo>
                  <a:lnTo>
                    <a:pt x="47" y="128"/>
                  </a:lnTo>
                  <a:lnTo>
                    <a:pt x="50" y="128"/>
                  </a:lnTo>
                  <a:lnTo>
                    <a:pt x="80" y="145"/>
                  </a:lnTo>
                  <a:lnTo>
                    <a:pt x="90" y="147"/>
                  </a:lnTo>
                  <a:lnTo>
                    <a:pt x="90" y="194"/>
                  </a:lnTo>
                  <a:lnTo>
                    <a:pt x="99" y="199"/>
                  </a:lnTo>
                  <a:lnTo>
                    <a:pt x="99" y="126"/>
                  </a:lnTo>
                  <a:lnTo>
                    <a:pt x="76" y="114"/>
                  </a:lnTo>
                  <a:lnTo>
                    <a:pt x="76" y="142"/>
                  </a:lnTo>
                  <a:lnTo>
                    <a:pt x="68" y="138"/>
                  </a:lnTo>
                  <a:lnTo>
                    <a:pt x="68" y="109"/>
                  </a:lnTo>
                  <a:lnTo>
                    <a:pt x="68" y="102"/>
                  </a:lnTo>
                  <a:lnTo>
                    <a:pt x="68" y="102"/>
                  </a:lnTo>
                  <a:close/>
                  <a:moveTo>
                    <a:pt x="139" y="95"/>
                  </a:moveTo>
                  <a:lnTo>
                    <a:pt x="149" y="100"/>
                  </a:lnTo>
                  <a:lnTo>
                    <a:pt x="158" y="102"/>
                  </a:lnTo>
                  <a:lnTo>
                    <a:pt x="158" y="171"/>
                  </a:lnTo>
                  <a:lnTo>
                    <a:pt x="165" y="175"/>
                  </a:lnTo>
                  <a:lnTo>
                    <a:pt x="165" y="43"/>
                  </a:lnTo>
                  <a:lnTo>
                    <a:pt x="139" y="31"/>
                  </a:lnTo>
                  <a:lnTo>
                    <a:pt x="139" y="95"/>
                  </a:lnTo>
                  <a:lnTo>
                    <a:pt x="139" y="95"/>
                  </a:lnTo>
                  <a:close/>
                  <a:moveTo>
                    <a:pt x="19" y="149"/>
                  </a:moveTo>
                  <a:lnTo>
                    <a:pt x="38" y="159"/>
                  </a:lnTo>
                  <a:lnTo>
                    <a:pt x="71" y="147"/>
                  </a:lnTo>
                  <a:lnTo>
                    <a:pt x="47" y="138"/>
                  </a:lnTo>
                  <a:lnTo>
                    <a:pt x="19" y="149"/>
                  </a:lnTo>
                  <a:lnTo>
                    <a:pt x="19" y="149"/>
                  </a:lnTo>
                  <a:close/>
                  <a:moveTo>
                    <a:pt x="173" y="38"/>
                  </a:moveTo>
                  <a:lnTo>
                    <a:pt x="173" y="36"/>
                  </a:lnTo>
                  <a:lnTo>
                    <a:pt x="173" y="38"/>
                  </a:lnTo>
                  <a:lnTo>
                    <a:pt x="173" y="38"/>
                  </a:lnTo>
                  <a:lnTo>
                    <a:pt x="173" y="38"/>
                  </a:ln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13" name="组合 12"/>
          <p:cNvGrpSpPr/>
          <p:nvPr/>
        </p:nvGrpSpPr>
        <p:grpSpPr bwMode="auto">
          <a:xfrm>
            <a:off x="5553075" y="4500563"/>
            <a:ext cx="1041400" cy="1041400"/>
            <a:chOff x="5553452" y="4500954"/>
            <a:chExt cx="1041578" cy="1041578"/>
          </a:xfrm>
        </p:grpSpPr>
        <p:sp>
          <p:nvSpPr>
            <p:cNvPr id="14" name="任意多边形 13"/>
            <p:cNvSpPr/>
            <p:nvPr/>
          </p:nvSpPr>
          <p:spPr>
            <a:xfrm>
              <a:off x="5553452" y="4500954"/>
              <a:ext cx="1041578" cy="1041578"/>
            </a:xfrm>
            <a:custGeom>
              <a:avLst/>
              <a:gdLst>
                <a:gd name="connsiteX0" fmla="*/ 0 w 1041578"/>
                <a:gd name="connsiteY0" fmla="*/ 520789 h 1041578"/>
                <a:gd name="connsiteX1" fmla="*/ 520789 w 1041578"/>
                <a:gd name="connsiteY1" fmla="*/ 0 h 1041578"/>
                <a:gd name="connsiteX2" fmla="*/ 1041578 w 1041578"/>
                <a:gd name="connsiteY2" fmla="*/ 520789 h 1041578"/>
                <a:gd name="connsiteX3" fmla="*/ 520789 w 1041578"/>
                <a:gd name="connsiteY3" fmla="*/ 1041578 h 1041578"/>
                <a:gd name="connsiteX4" fmla="*/ 0 w 1041578"/>
                <a:gd name="connsiteY4" fmla="*/ 520789 h 1041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578" h="1041578">
                  <a:moveTo>
                    <a:pt x="0" y="520789"/>
                  </a:moveTo>
                  <a:cubicBezTo>
                    <a:pt x="0" y="233165"/>
                    <a:pt x="233165" y="0"/>
                    <a:pt x="520789" y="0"/>
                  </a:cubicBezTo>
                  <a:cubicBezTo>
                    <a:pt x="808413" y="0"/>
                    <a:pt x="1041578" y="233165"/>
                    <a:pt x="1041578" y="520789"/>
                  </a:cubicBezTo>
                  <a:cubicBezTo>
                    <a:pt x="1041578" y="808413"/>
                    <a:pt x="808413" y="1041578"/>
                    <a:pt x="520789" y="1041578"/>
                  </a:cubicBezTo>
                  <a:cubicBezTo>
                    <a:pt x="233165" y="1041578"/>
                    <a:pt x="0" y="808413"/>
                    <a:pt x="0" y="520789"/>
                  </a:cubicBezTo>
                  <a:close/>
                </a:path>
              </a:pathLst>
            </a:custGeom>
            <a:noFill/>
            <a:ln w="38100">
              <a:solidFill>
                <a:srgbClr val="044875"/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81746" tIns="181746" rIns="181746" bIns="181746" spcCol="1270" anchor="ctr"/>
            <a:lstStyle/>
            <a:p>
              <a:pPr algn="ctr" defTabSz="102235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300"/>
            </a:p>
          </p:txBody>
        </p:sp>
        <p:sp>
          <p:nvSpPr>
            <p:cNvPr id="7242" name="Freeform 306"/>
            <p:cNvSpPr>
              <a:spLocks noEditPoints="1"/>
            </p:cNvSpPr>
            <p:nvPr/>
          </p:nvSpPr>
          <p:spPr bwMode="auto">
            <a:xfrm>
              <a:off x="5845528" y="4819420"/>
              <a:ext cx="457426" cy="455348"/>
            </a:xfrm>
            <a:custGeom>
              <a:avLst/>
              <a:gdLst>
                <a:gd name="T0" fmla="*/ 1280922173 w 99"/>
                <a:gd name="T1" fmla="*/ 190395257 h 99"/>
                <a:gd name="T2" fmla="*/ 1729245858 w 99"/>
                <a:gd name="T3" fmla="*/ 211552841 h 99"/>
                <a:gd name="T4" fmla="*/ 1686548144 w 99"/>
                <a:gd name="T5" fmla="*/ 423101083 h 99"/>
                <a:gd name="T6" fmla="*/ 2049476401 w 99"/>
                <a:gd name="T7" fmla="*/ 655811507 h 99"/>
                <a:gd name="T8" fmla="*/ 1921383260 w 99"/>
                <a:gd name="T9" fmla="*/ 803896196 h 99"/>
                <a:gd name="T10" fmla="*/ 2113520661 w 99"/>
                <a:gd name="T11" fmla="*/ 1205844295 h 99"/>
                <a:gd name="T12" fmla="*/ 1921383260 w 99"/>
                <a:gd name="T13" fmla="*/ 1269307847 h 99"/>
                <a:gd name="T14" fmla="*/ 1900032092 w 99"/>
                <a:gd name="T15" fmla="*/ 1713566513 h 99"/>
                <a:gd name="T16" fmla="*/ 1707894691 w 99"/>
                <a:gd name="T17" fmla="*/ 1671260545 h 99"/>
                <a:gd name="T18" fmla="*/ 1451713028 w 99"/>
                <a:gd name="T19" fmla="*/ 2052051059 h 99"/>
                <a:gd name="T20" fmla="*/ 1302268720 w 99"/>
                <a:gd name="T21" fmla="*/ 1903966370 h 99"/>
                <a:gd name="T22" fmla="*/ 896647369 w 99"/>
                <a:gd name="T23" fmla="*/ 2094361627 h 99"/>
                <a:gd name="T24" fmla="*/ 832598488 w 99"/>
                <a:gd name="T25" fmla="*/ 1925119355 h 99"/>
                <a:gd name="T26" fmla="*/ 384274804 w 99"/>
                <a:gd name="T27" fmla="*/ 1882808786 h 99"/>
                <a:gd name="T28" fmla="*/ 426972518 w 99"/>
                <a:gd name="T29" fmla="*/ 1692413529 h 99"/>
                <a:gd name="T30" fmla="*/ 64044260 w 99"/>
                <a:gd name="T31" fmla="*/ 1438550120 h 99"/>
                <a:gd name="T32" fmla="*/ 192137402 w 99"/>
                <a:gd name="T33" fmla="*/ 1290465431 h 99"/>
                <a:gd name="T34" fmla="*/ 0 w 99"/>
                <a:gd name="T35" fmla="*/ 888517333 h 99"/>
                <a:gd name="T36" fmla="*/ 192137402 w 99"/>
                <a:gd name="T37" fmla="*/ 825053780 h 99"/>
                <a:gd name="T38" fmla="*/ 213488569 w 99"/>
                <a:gd name="T39" fmla="*/ 380795114 h 99"/>
                <a:gd name="T40" fmla="*/ 405625971 w 99"/>
                <a:gd name="T41" fmla="*/ 423101083 h 99"/>
                <a:gd name="T42" fmla="*/ 661807633 w 99"/>
                <a:gd name="T43" fmla="*/ 63463553 h 99"/>
                <a:gd name="T44" fmla="*/ 811251942 w 99"/>
                <a:gd name="T45" fmla="*/ 190395257 h 99"/>
                <a:gd name="T46" fmla="*/ 1216873292 w 99"/>
                <a:gd name="T47" fmla="*/ 0 h 99"/>
                <a:gd name="T48" fmla="*/ 768554228 w 99"/>
                <a:gd name="T49" fmla="*/ 1227001878 h 99"/>
                <a:gd name="T50" fmla="*/ 960691630 w 99"/>
                <a:gd name="T51" fmla="*/ 994291454 h 99"/>
                <a:gd name="T52" fmla="*/ 1238224459 w 99"/>
                <a:gd name="T53" fmla="*/ 1163533726 h 99"/>
                <a:gd name="T54" fmla="*/ 1366317601 w 99"/>
                <a:gd name="T55" fmla="*/ 1184691310 h 99"/>
                <a:gd name="T56" fmla="*/ 1152829032 w 99"/>
                <a:gd name="T57" fmla="*/ 1142380742 h 99"/>
                <a:gd name="T58" fmla="*/ 1238224459 w 99"/>
                <a:gd name="T59" fmla="*/ 1459707704 h 99"/>
                <a:gd name="T60" fmla="*/ 1515757289 w 99"/>
                <a:gd name="T61" fmla="*/ 1502018272 h 99"/>
                <a:gd name="T62" fmla="*/ 1515757289 w 99"/>
                <a:gd name="T63" fmla="*/ 592343355 h 99"/>
                <a:gd name="T64" fmla="*/ 597763373 w 99"/>
                <a:gd name="T65" fmla="*/ 592343355 h 99"/>
                <a:gd name="T66" fmla="*/ 597763373 w 99"/>
                <a:gd name="T67" fmla="*/ 1502018272 h 99"/>
                <a:gd name="T68" fmla="*/ 1174180199 w 99"/>
                <a:gd name="T69" fmla="*/ 1671260545 h 99"/>
                <a:gd name="T70" fmla="*/ 1024735890 w 99"/>
                <a:gd name="T71" fmla="*/ 1396239552 h 99"/>
                <a:gd name="T72" fmla="*/ 747203061 w 99"/>
                <a:gd name="T73" fmla="*/ 1586639408 h 99"/>
                <a:gd name="T74" fmla="*/ 896647369 w 99"/>
                <a:gd name="T75" fmla="*/ 1502018272 h 99"/>
                <a:gd name="T76" fmla="*/ 960691630 w 99"/>
                <a:gd name="T77" fmla="*/ 1100070174 h 99"/>
                <a:gd name="T78" fmla="*/ 811251942 w 99"/>
                <a:gd name="T79" fmla="*/ 1248154863 h 99"/>
                <a:gd name="T80" fmla="*/ 1088784771 w 99"/>
                <a:gd name="T81" fmla="*/ 782743212 h 99"/>
                <a:gd name="T82" fmla="*/ 1088784771 w 99"/>
                <a:gd name="T83" fmla="*/ 973138469 h 99"/>
                <a:gd name="T84" fmla="*/ 1088784771 w 99"/>
                <a:gd name="T85" fmla="*/ 782743212 h 9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9" h="99">
                  <a:moveTo>
                    <a:pt x="59" y="8"/>
                  </a:moveTo>
                  <a:cubicBezTo>
                    <a:pt x="59" y="9"/>
                    <a:pt x="60" y="9"/>
                    <a:pt x="60" y="9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9"/>
                    <a:pt x="79" y="19"/>
                    <a:pt x="79" y="20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9"/>
                    <a:pt x="90" y="60"/>
                    <a:pt x="90" y="60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80" y="78"/>
                    <a:pt x="80" y="78"/>
                    <a:pt x="80" y="78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62" y="90"/>
                    <a:pt x="62" y="90"/>
                    <a:pt x="62" y="90"/>
                  </a:cubicBezTo>
                  <a:cubicBezTo>
                    <a:pt x="62" y="90"/>
                    <a:pt x="61" y="90"/>
                    <a:pt x="61" y="9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0" y="91"/>
                    <a:pt x="40" y="91"/>
                    <a:pt x="40" y="91"/>
                  </a:cubicBezTo>
                  <a:cubicBezTo>
                    <a:pt x="40" y="91"/>
                    <a:pt x="39" y="91"/>
                    <a:pt x="39" y="91"/>
                  </a:cubicBezTo>
                  <a:cubicBezTo>
                    <a:pt x="33" y="97"/>
                    <a:pt x="33" y="97"/>
                    <a:pt x="33" y="97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11" y="83"/>
                    <a:pt x="11" y="83"/>
                    <a:pt x="11" y="83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1"/>
                    <a:pt x="9" y="61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8" y="39"/>
                    <a:pt x="9" y="39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19" y="20"/>
                    <a:pt x="19" y="2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8" y="9"/>
                    <a:pt x="38" y="9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36" y="58"/>
                  </a:moveTo>
                  <a:cubicBezTo>
                    <a:pt x="37" y="52"/>
                    <a:pt x="37" y="52"/>
                    <a:pt x="37" y="52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6"/>
                    <a:pt x="64" y="56"/>
                    <a:pt x="64" y="56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2" y="62"/>
                    <a:pt x="52" y="62"/>
                    <a:pt x="52" y="62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63" y="77"/>
                    <a:pt x="67" y="74"/>
                    <a:pt x="71" y="71"/>
                  </a:cubicBezTo>
                  <a:cubicBezTo>
                    <a:pt x="76" y="66"/>
                    <a:pt x="80" y="58"/>
                    <a:pt x="80" y="50"/>
                  </a:cubicBezTo>
                  <a:cubicBezTo>
                    <a:pt x="80" y="41"/>
                    <a:pt x="76" y="34"/>
                    <a:pt x="71" y="28"/>
                  </a:cubicBezTo>
                  <a:cubicBezTo>
                    <a:pt x="65" y="23"/>
                    <a:pt x="58" y="19"/>
                    <a:pt x="49" y="19"/>
                  </a:cubicBezTo>
                  <a:cubicBezTo>
                    <a:pt x="41" y="19"/>
                    <a:pt x="34" y="23"/>
                    <a:pt x="28" y="28"/>
                  </a:cubicBezTo>
                  <a:cubicBezTo>
                    <a:pt x="23" y="34"/>
                    <a:pt x="19" y="41"/>
                    <a:pt x="19" y="50"/>
                  </a:cubicBezTo>
                  <a:cubicBezTo>
                    <a:pt x="19" y="58"/>
                    <a:pt x="23" y="66"/>
                    <a:pt x="28" y="71"/>
                  </a:cubicBezTo>
                  <a:cubicBezTo>
                    <a:pt x="34" y="76"/>
                    <a:pt x="41" y="80"/>
                    <a:pt x="49" y="80"/>
                  </a:cubicBezTo>
                  <a:cubicBezTo>
                    <a:pt x="52" y="80"/>
                    <a:pt x="54" y="80"/>
                    <a:pt x="55" y="79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7" y="69"/>
                    <a:pt x="45" y="73"/>
                    <a:pt x="4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6" y="58"/>
                    <a:pt x="36" y="58"/>
                    <a:pt x="36" y="58"/>
                  </a:cubicBezTo>
                  <a:close/>
                  <a:moveTo>
                    <a:pt x="51" y="37"/>
                  </a:moveTo>
                  <a:cubicBezTo>
                    <a:pt x="48" y="37"/>
                    <a:pt x="46" y="39"/>
                    <a:pt x="46" y="41"/>
                  </a:cubicBezTo>
                  <a:cubicBezTo>
                    <a:pt x="46" y="44"/>
                    <a:pt x="48" y="46"/>
                    <a:pt x="51" y="46"/>
                  </a:cubicBezTo>
                  <a:cubicBezTo>
                    <a:pt x="53" y="46"/>
                    <a:pt x="55" y="44"/>
                    <a:pt x="55" y="41"/>
                  </a:cubicBezTo>
                  <a:cubicBezTo>
                    <a:pt x="55" y="39"/>
                    <a:pt x="53" y="37"/>
                    <a:pt x="51" y="37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3" name="组合 22"/>
          <p:cNvGrpSpPr/>
          <p:nvPr/>
        </p:nvGrpSpPr>
        <p:grpSpPr bwMode="auto">
          <a:xfrm>
            <a:off x="4610100" y="2152652"/>
            <a:ext cx="2914651" cy="2640013"/>
            <a:chOff x="4609333" y="2151997"/>
            <a:chExt cx="2915626" cy="2641183"/>
          </a:xfrm>
        </p:grpSpPr>
        <p:cxnSp>
          <p:nvCxnSpPr>
            <p:cNvPr id="26" name="直接箭头连接符 25"/>
            <p:cNvCxnSpPr/>
            <p:nvPr/>
          </p:nvCxnSpPr>
          <p:spPr>
            <a:xfrm rot="4020000" flipV="1">
              <a:off x="6591975" y="2200448"/>
              <a:ext cx="289053" cy="192151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/>
            <p:nvPr/>
          </p:nvCxnSpPr>
          <p:spPr>
            <a:xfrm rot="4020000" flipH="1">
              <a:off x="5275496" y="4552578"/>
              <a:ext cx="289053" cy="192152"/>
            </a:xfrm>
            <a:prstGeom prst="straightConnector1">
              <a:avLst/>
            </a:prstGeom>
            <a:ln w="38100">
              <a:solidFill>
                <a:srgbClr val="044875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/>
            <p:nvPr/>
          </p:nvCxnSpPr>
          <p:spPr>
            <a:xfrm flipV="1">
              <a:off x="6619781" y="4531126"/>
              <a:ext cx="287434" cy="192173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/>
            <p:nvPr/>
          </p:nvCxnSpPr>
          <p:spPr>
            <a:xfrm rot="7560000" flipH="1">
              <a:off x="4561676" y="3347925"/>
              <a:ext cx="289053" cy="193740"/>
            </a:xfrm>
            <a:prstGeom prst="straightConnector1">
              <a:avLst/>
            </a:prstGeom>
            <a:ln w="38100">
              <a:solidFill>
                <a:schemeClr val="bg2">
                  <a:lumMod val="25000"/>
                </a:schemeClr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/>
            <p:nvPr/>
          </p:nvCxnSpPr>
          <p:spPr>
            <a:xfrm rot="14160000" flipH="1" flipV="1">
              <a:off x="7284357" y="3355071"/>
              <a:ext cx="287465" cy="193740"/>
            </a:xfrm>
            <a:prstGeom prst="straightConnector1">
              <a:avLst/>
            </a:prstGeom>
            <a:ln w="38100">
              <a:solidFill>
                <a:srgbClr val="044875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/>
            <p:nvPr/>
          </p:nvCxnSpPr>
          <p:spPr>
            <a:xfrm flipV="1">
              <a:off x="5266778" y="2199643"/>
              <a:ext cx="289022" cy="193761"/>
            </a:xfrm>
            <a:prstGeom prst="straightConnector1">
              <a:avLst/>
            </a:prstGeom>
            <a:ln w="38100">
              <a:solidFill>
                <a:srgbClr val="044875"/>
              </a:solidFill>
              <a:headEnd type="stealt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 bwMode="auto">
          <a:xfrm>
            <a:off x="5553075" y="1373188"/>
            <a:ext cx="1041400" cy="1041400"/>
            <a:chOff x="5553452" y="1373500"/>
            <a:chExt cx="1041578" cy="1041578"/>
          </a:xfrm>
        </p:grpSpPr>
        <p:sp>
          <p:nvSpPr>
            <p:cNvPr id="8" name="任意多边形 7"/>
            <p:cNvSpPr/>
            <p:nvPr/>
          </p:nvSpPr>
          <p:spPr>
            <a:xfrm>
              <a:off x="5553452" y="1373500"/>
              <a:ext cx="1041578" cy="1041578"/>
            </a:xfrm>
            <a:custGeom>
              <a:avLst/>
              <a:gdLst>
                <a:gd name="connsiteX0" fmla="*/ 0 w 1041578"/>
                <a:gd name="connsiteY0" fmla="*/ 520789 h 1041578"/>
                <a:gd name="connsiteX1" fmla="*/ 520789 w 1041578"/>
                <a:gd name="connsiteY1" fmla="*/ 0 h 1041578"/>
                <a:gd name="connsiteX2" fmla="*/ 1041578 w 1041578"/>
                <a:gd name="connsiteY2" fmla="*/ 520789 h 1041578"/>
                <a:gd name="connsiteX3" fmla="*/ 520789 w 1041578"/>
                <a:gd name="connsiteY3" fmla="*/ 1041578 h 1041578"/>
                <a:gd name="connsiteX4" fmla="*/ 0 w 1041578"/>
                <a:gd name="connsiteY4" fmla="*/ 520789 h 10415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041578" h="1041578">
                  <a:moveTo>
                    <a:pt x="0" y="520789"/>
                  </a:moveTo>
                  <a:cubicBezTo>
                    <a:pt x="0" y="233165"/>
                    <a:pt x="233165" y="0"/>
                    <a:pt x="520789" y="0"/>
                  </a:cubicBezTo>
                  <a:cubicBezTo>
                    <a:pt x="808413" y="0"/>
                    <a:pt x="1041578" y="233165"/>
                    <a:pt x="1041578" y="520789"/>
                  </a:cubicBezTo>
                  <a:cubicBezTo>
                    <a:pt x="1041578" y="808413"/>
                    <a:pt x="808413" y="1041578"/>
                    <a:pt x="520789" y="1041578"/>
                  </a:cubicBezTo>
                  <a:cubicBezTo>
                    <a:pt x="233165" y="1041578"/>
                    <a:pt x="0" y="808413"/>
                    <a:pt x="0" y="520789"/>
                  </a:cubicBezTo>
                  <a:close/>
                </a:path>
              </a:pathLst>
            </a:cu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lIns="181746" tIns="181746" rIns="181746" bIns="181746" spcCol="1270" anchor="ctr"/>
            <a:lstStyle/>
            <a:p>
              <a:pPr algn="ctr" defTabSz="1022350" eaLnBrk="1" fontAlgn="auto" hangingPunct="1">
                <a:lnSpc>
                  <a:spcPct val="90000"/>
                </a:lnSpc>
                <a:spcAft>
                  <a:spcPct val="35000"/>
                </a:spcAft>
                <a:defRPr/>
              </a:pPr>
              <a:endParaRPr lang="zh-CN" altLang="en-US" sz="2300"/>
            </a:p>
          </p:txBody>
        </p:sp>
        <p:sp>
          <p:nvSpPr>
            <p:cNvPr id="48" name="Freeform 48"/>
            <p:cNvSpPr>
              <a:spLocks noEditPoints="1"/>
            </p:cNvSpPr>
            <p:nvPr/>
          </p:nvSpPr>
          <p:spPr bwMode="auto">
            <a:xfrm>
              <a:off x="5913877" y="1649772"/>
              <a:ext cx="320730" cy="509674"/>
            </a:xfrm>
            <a:custGeom>
              <a:avLst/>
              <a:gdLst>
                <a:gd name="T0" fmla="*/ 57 w 67"/>
                <a:gd name="T1" fmla="*/ 10 h 106"/>
                <a:gd name="T2" fmla="*/ 62 w 67"/>
                <a:gd name="T3" fmla="*/ 51 h 106"/>
                <a:gd name="T4" fmla="*/ 51 w 67"/>
                <a:gd name="T5" fmla="*/ 66 h 106"/>
                <a:gd name="T6" fmla="*/ 55 w 67"/>
                <a:gd name="T7" fmla="*/ 65 h 106"/>
                <a:gd name="T8" fmla="*/ 57 w 67"/>
                <a:gd name="T9" fmla="*/ 73 h 106"/>
                <a:gd name="T10" fmla="*/ 56 w 67"/>
                <a:gd name="T11" fmla="*/ 80 h 106"/>
                <a:gd name="T12" fmla="*/ 57 w 67"/>
                <a:gd name="T13" fmla="*/ 86 h 106"/>
                <a:gd name="T14" fmla="*/ 55 w 67"/>
                <a:gd name="T15" fmla="*/ 93 h 106"/>
                <a:gd name="T16" fmla="*/ 15 w 67"/>
                <a:gd name="T17" fmla="*/ 97 h 106"/>
                <a:gd name="T18" fmla="*/ 12 w 67"/>
                <a:gd name="T19" fmla="*/ 95 h 106"/>
                <a:gd name="T20" fmla="*/ 12 w 67"/>
                <a:gd name="T21" fmla="*/ 83 h 106"/>
                <a:gd name="T22" fmla="*/ 12 w 67"/>
                <a:gd name="T23" fmla="*/ 82 h 106"/>
                <a:gd name="T24" fmla="*/ 12 w 67"/>
                <a:gd name="T25" fmla="*/ 71 h 106"/>
                <a:gd name="T26" fmla="*/ 15 w 67"/>
                <a:gd name="T27" fmla="*/ 69 h 106"/>
                <a:gd name="T28" fmla="*/ 16 w 67"/>
                <a:gd name="T29" fmla="*/ 63 h 106"/>
                <a:gd name="T30" fmla="*/ 0 w 67"/>
                <a:gd name="T31" fmla="*/ 34 h 106"/>
                <a:gd name="T32" fmla="*/ 33 w 67"/>
                <a:gd name="T33" fmla="*/ 0 h 106"/>
                <a:gd name="T34" fmla="*/ 28 w 67"/>
                <a:gd name="T35" fmla="*/ 41 h 106"/>
                <a:gd name="T36" fmla="*/ 30 w 67"/>
                <a:gd name="T37" fmla="*/ 39 h 106"/>
                <a:gd name="T38" fmla="*/ 33 w 67"/>
                <a:gd name="T39" fmla="*/ 41 h 106"/>
                <a:gd name="T40" fmla="*/ 36 w 67"/>
                <a:gd name="T41" fmla="*/ 39 h 106"/>
                <a:gd name="T42" fmla="*/ 39 w 67"/>
                <a:gd name="T43" fmla="*/ 41 h 106"/>
                <a:gd name="T44" fmla="*/ 43 w 67"/>
                <a:gd name="T45" fmla="*/ 38 h 106"/>
                <a:gd name="T46" fmla="*/ 39 w 67"/>
                <a:gd name="T47" fmla="*/ 52 h 106"/>
                <a:gd name="T48" fmla="*/ 44 w 67"/>
                <a:gd name="T49" fmla="*/ 66 h 106"/>
                <a:gd name="T50" fmla="*/ 44 w 67"/>
                <a:gd name="T51" fmla="*/ 58 h 106"/>
                <a:gd name="T52" fmla="*/ 56 w 67"/>
                <a:gd name="T53" fmla="*/ 47 h 106"/>
                <a:gd name="T54" fmla="*/ 52 w 67"/>
                <a:gd name="T55" fmla="*/ 15 h 106"/>
                <a:gd name="T56" fmla="*/ 15 w 67"/>
                <a:gd name="T57" fmla="*/ 15 h 106"/>
                <a:gd name="T58" fmla="*/ 11 w 67"/>
                <a:gd name="T59" fmla="*/ 48 h 106"/>
                <a:gd name="T60" fmla="*/ 23 w 67"/>
                <a:gd name="T61" fmla="*/ 59 h 106"/>
                <a:gd name="T62" fmla="*/ 23 w 67"/>
                <a:gd name="T63" fmla="*/ 67 h 106"/>
                <a:gd name="T64" fmla="*/ 29 w 67"/>
                <a:gd name="T65" fmla="*/ 52 h 106"/>
                <a:gd name="T66" fmla="*/ 25 w 67"/>
                <a:gd name="T67" fmla="*/ 38 h 106"/>
                <a:gd name="T68" fmla="*/ 40 w 67"/>
                <a:gd name="T69" fmla="*/ 43 h 106"/>
                <a:gd name="T70" fmla="*/ 36 w 67"/>
                <a:gd name="T71" fmla="*/ 42 h 106"/>
                <a:gd name="T72" fmla="*/ 30 w 67"/>
                <a:gd name="T73" fmla="*/ 42 h 106"/>
                <a:gd name="T74" fmla="*/ 27 w 67"/>
                <a:gd name="T75" fmla="*/ 42 h 106"/>
                <a:gd name="T76" fmla="*/ 32 w 67"/>
                <a:gd name="T77" fmla="*/ 51 h 106"/>
                <a:gd name="T78" fmla="*/ 32 w 67"/>
                <a:gd name="T79" fmla="*/ 67 h 106"/>
                <a:gd name="T80" fmla="*/ 35 w 67"/>
                <a:gd name="T81" fmla="*/ 51 h 106"/>
                <a:gd name="T82" fmla="*/ 35 w 67"/>
                <a:gd name="T83" fmla="*/ 50 h 106"/>
                <a:gd name="T84" fmla="*/ 43 w 67"/>
                <a:gd name="T85" fmla="*/ 96 h 106"/>
                <a:gd name="T86" fmla="*/ 34 w 67"/>
                <a:gd name="T87" fmla="*/ 106 h 106"/>
                <a:gd name="T88" fmla="*/ 43 w 67"/>
                <a:gd name="T89" fmla="*/ 96 h 106"/>
                <a:gd name="T90" fmla="*/ 17 w 67"/>
                <a:gd name="T91" fmla="*/ 88 h 106"/>
                <a:gd name="T92" fmla="*/ 17 w 67"/>
                <a:gd name="T93" fmla="*/ 90 h 106"/>
                <a:gd name="T94" fmla="*/ 50 w 67"/>
                <a:gd name="T95" fmla="*/ 86 h 106"/>
                <a:gd name="T96" fmla="*/ 50 w 67"/>
                <a:gd name="T97" fmla="*/ 73 h 106"/>
                <a:gd name="T98" fmla="*/ 17 w 67"/>
                <a:gd name="T99" fmla="*/ 77 h 106"/>
                <a:gd name="T100" fmla="*/ 50 w 67"/>
                <a:gd name="T101" fmla="*/ 74 h 106"/>
                <a:gd name="T102" fmla="*/ 50 w 67"/>
                <a:gd name="T103" fmla="*/ 7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chemeClr val="bg2">
                <a:lumMod val="25000"/>
              </a:schemeClr>
            </a:solidFill>
            <a:ln>
              <a:noFill/>
            </a:ln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>
                <a:solidFill>
                  <a:prstClr val="black"/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24" name="组合 23"/>
          <p:cNvGrpSpPr/>
          <p:nvPr/>
        </p:nvGrpSpPr>
        <p:grpSpPr bwMode="auto">
          <a:xfrm>
            <a:off x="5224463" y="2457452"/>
            <a:ext cx="1687512" cy="1954213"/>
            <a:chOff x="5225107" y="2457523"/>
            <a:chExt cx="1687472" cy="1954095"/>
          </a:xfrm>
        </p:grpSpPr>
        <p:sp>
          <p:nvSpPr>
            <p:cNvPr id="50" name="等腰三角形 49"/>
            <p:cNvSpPr/>
            <p:nvPr/>
          </p:nvSpPr>
          <p:spPr>
            <a:xfrm>
              <a:off x="5266381" y="2457523"/>
              <a:ext cx="1614449" cy="406375"/>
            </a:xfrm>
            <a:prstGeom prst="triangle">
              <a:avLst/>
            </a:prstGeom>
            <a:noFill/>
            <a:ln w="381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3" name="任意多边形 52"/>
            <p:cNvSpPr/>
            <p:nvPr/>
          </p:nvSpPr>
          <p:spPr>
            <a:xfrm>
              <a:off x="5225107" y="2911521"/>
              <a:ext cx="765157" cy="1500097"/>
            </a:xfrm>
            <a:custGeom>
              <a:avLst/>
              <a:gdLst>
                <a:gd name="connsiteX0" fmla="*/ 0 w 850900"/>
                <a:gd name="connsiteY0" fmla="*/ 0 h 1536700"/>
                <a:gd name="connsiteX1" fmla="*/ 850900 w 850900"/>
                <a:gd name="connsiteY1" fmla="*/ 1536700 h 1536700"/>
                <a:gd name="connsiteX2" fmla="*/ 0 w 850900"/>
                <a:gd name="connsiteY2" fmla="*/ 1117600 h 1536700"/>
                <a:gd name="connsiteX3" fmla="*/ 0 w 850900"/>
                <a:gd name="connsiteY3" fmla="*/ 0 h 153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0900" h="1536700">
                  <a:moveTo>
                    <a:pt x="0" y="0"/>
                  </a:moveTo>
                  <a:lnTo>
                    <a:pt x="850900" y="1536700"/>
                  </a:lnTo>
                  <a:lnTo>
                    <a:pt x="0" y="1117600"/>
                  </a:lnTo>
                  <a:cubicBezTo>
                    <a:pt x="2117" y="745067"/>
                    <a:pt x="4233" y="372533"/>
                    <a:pt x="0" y="0"/>
                  </a:cubicBezTo>
                  <a:close/>
                </a:path>
              </a:pathLst>
            </a:custGeom>
            <a:noFill/>
            <a:ln w="381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4" name="任意多边形 53"/>
            <p:cNvSpPr/>
            <p:nvPr/>
          </p:nvSpPr>
          <p:spPr>
            <a:xfrm flipH="1">
              <a:off x="6074399" y="2903584"/>
              <a:ext cx="838180" cy="1508034"/>
            </a:xfrm>
            <a:custGeom>
              <a:avLst/>
              <a:gdLst>
                <a:gd name="connsiteX0" fmla="*/ 0 w 850900"/>
                <a:gd name="connsiteY0" fmla="*/ 0 h 1536700"/>
                <a:gd name="connsiteX1" fmla="*/ 850900 w 850900"/>
                <a:gd name="connsiteY1" fmla="*/ 1536700 h 1536700"/>
                <a:gd name="connsiteX2" fmla="*/ 0 w 850900"/>
                <a:gd name="connsiteY2" fmla="*/ 1117600 h 1536700"/>
                <a:gd name="connsiteX3" fmla="*/ 0 w 850900"/>
                <a:gd name="connsiteY3" fmla="*/ 0 h 1536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50900" h="1536700">
                  <a:moveTo>
                    <a:pt x="0" y="0"/>
                  </a:moveTo>
                  <a:lnTo>
                    <a:pt x="850900" y="1536700"/>
                  </a:lnTo>
                  <a:lnTo>
                    <a:pt x="0" y="1117600"/>
                  </a:lnTo>
                  <a:cubicBezTo>
                    <a:pt x="2117" y="745067"/>
                    <a:pt x="4233" y="372533"/>
                    <a:pt x="0" y="0"/>
                  </a:cubicBezTo>
                  <a:close/>
                </a:path>
              </a:pathLst>
            </a:custGeom>
            <a:noFill/>
            <a:ln w="381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93" name="文本框 92"/>
          <p:cNvSpPr txBox="1">
            <a:spLocks noChangeArrowheads="1"/>
          </p:cNvSpPr>
          <p:nvPr/>
        </p:nvSpPr>
        <p:spPr bwMode="auto">
          <a:xfrm>
            <a:off x="5459413" y="3046414"/>
            <a:ext cx="1169987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044875"/>
                </a:solidFill>
              </a:rPr>
              <a:t>YOUR TITLE</a:t>
            </a:r>
            <a:endParaRPr lang="zh-CN" altLang="en-US" sz="2400" b="1">
              <a:solidFill>
                <a:srgbClr val="044875"/>
              </a:solidFill>
            </a:endParaRPr>
          </a:p>
        </p:txBody>
      </p:sp>
      <p:grpSp>
        <p:nvGrpSpPr>
          <p:cNvPr id="94" name="组合 93"/>
          <p:cNvGrpSpPr/>
          <p:nvPr/>
        </p:nvGrpSpPr>
        <p:grpSpPr bwMode="auto">
          <a:xfrm>
            <a:off x="7800975" y="1430340"/>
            <a:ext cx="4305300" cy="1182921"/>
            <a:chOff x="7713778" y="1200595"/>
            <a:chExt cx="4304959" cy="1182768"/>
          </a:xfrm>
        </p:grpSpPr>
        <p:grpSp>
          <p:nvGrpSpPr>
            <p:cNvPr id="7224" name="组合 56"/>
            <p:cNvGrpSpPr/>
            <p:nvPr/>
          </p:nvGrpSpPr>
          <p:grpSpPr bwMode="auto">
            <a:xfrm>
              <a:off x="8893198" y="1200595"/>
              <a:ext cx="3125539" cy="1182768"/>
              <a:chOff x="6833481" y="934388"/>
              <a:chExt cx="3125539" cy="1182768"/>
            </a:xfrm>
          </p:grpSpPr>
          <p:sp>
            <p:nvSpPr>
              <p:cNvPr id="59" name="文本框 58"/>
              <p:cNvSpPr txBox="1"/>
              <p:nvPr/>
            </p:nvSpPr>
            <p:spPr>
              <a:xfrm>
                <a:off x="6833481" y="934388"/>
                <a:ext cx="2425508" cy="46160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chemeClr val="bg2">
                        <a:lumMod val="25000"/>
                      </a:schemeClr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Add Your Title</a:t>
                </a:r>
                <a:endPara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60" name="文本框 59"/>
              <p:cNvSpPr txBox="1"/>
              <p:nvPr/>
            </p:nvSpPr>
            <p:spPr bwMode="auto">
              <a:xfrm>
                <a:off x="6833481" y="1370894"/>
                <a:ext cx="3125539" cy="746262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fontAlgn="auto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Remember that happiness is a way of travel, not a destination. </a:t>
                </a:r>
                <a:r>
                  <a:rPr lang="en-US" altLang="zh-CN" sz="1600" dirty="0" smtClean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way </a:t>
                </a: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of travel.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61" name="直接连接符 60"/>
              <p:cNvCxnSpPr/>
              <p:nvPr/>
            </p:nvCxnSpPr>
            <p:spPr>
              <a:xfrm>
                <a:off x="6922374" y="1370894"/>
                <a:ext cx="177785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文本框 57"/>
            <p:cNvSpPr txBox="1"/>
            <p:nvPr/>
          </p:nvSpPr>
          <p:spPr>
            <a:xfrm>
              <a:off x="7713778" y="1427578"/>
              <a:ext cx="1500069" cy="64603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04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  <p:sp>
          <p:nvSpPr>
            <p:cNvPr id="92" name="椭圆 91"/>
            <p:cNvSpPr/>
            <p:nvPr/>
          </p:nvSpPr>
          <p:spPr>
            <a:xfrm>
              <a:off x="8050301" y="1316467"/>
              <a:ext cx="825435" cy="825393"/>
            </a:xfrm>
            <a:prstGeom prst="ellipse">
              <a:avLst/>
            </a:prstGeom>
            <a:noFill/>
            <a:ln w="254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95" name="组合 94"/>
          <p:cNvGrpSpPr/>
          <p:nvPr/>
        </p:nvGrpSpPr>
        <p:grpSpPr bwMode="auto">
          <a:xfrm>
            <a:off x="7800975" y="2959101"/>
            <a:ext cx="4305300" cy="1182921"/>
            <a:chOff x="7713778" y="1200595"/>
            <a:chExt cx="4304959" cy="1182767"/>
          </a:xfrm>
        </p:grpSpPr>
        <p:grpSp>
          <p:nvGrpSpPr>
            <p:cNvPr id="7218" name="组合 95"/>
            <p:cNvGrpSpPr/>
            <p:nvPr/>
          </p:nvGrpSpPr>
          <p:grpSpPr bwMode="auto">
            <a:xfrm>
              <a:off x="8893198" y="1200595"/>
              <a:ext cx="3125539" cy="1182767"/>
              <a:chOff x="6833481" y="934388"/>
              <a:chExt cx="3125539" cy="1182767"/>
            </a:xfrm>
          </p:grpSpPr>
          <p:sp>
            <p:nvSpPr>
              <p:cNvPr id="99" name="文本框 98"/>
              <p:cNvSpPr txBox="1"/>
              <p:nvPr/>
            </p:nvSpPr>
            <p:spPr>
              <a:xfrm>
                <a:off x="6833481" y="934388"/>
                <a:ext cx="2425508" cy="46160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44875"/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Add Your Title</a:t>
                </a:r>
                <a:endParaRPr lang="zh-CN" altLang="en-US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0" name="文本框 99"/>
              <p:cNvSpPr txBox="1"/>
              <p:nvPr/>
            </p:nvSpPr>
            <p:spPr bwMode="auto">
              <a:xfrm>
                <a:off x="6833481" y="1370894"/>
                <a:ext cx="3125539" cy="74626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fontAlgn="auto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Remember that happiness is a way of travel, not a destination. </a:t>
                </a:r>
                <a:r>
                  <a:rPr lang="en-US" altLang="zh-CN" sz="1600" dirty="0" smtClean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way </a:t>
                </a: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of travel.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101" name="直接连接符 100"/>
              <p:cNvCxnSpPr/>
              <p:nvPr/>
            </p:nvCxnSpPr>
            <p:spPr>
              <a:xfrm>
                <a:off x="6922374" y="1370894"/>
                <a:ext cx="1777859" cy="0"/>
              </a:xfrm>
              <a:prstGeom prst="line">
                <a:avLst/>
              </a:prstGeom>
              <a:ln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7219" name="文本框 96"/>
            <p:cNvSpPr txBox="1">
              <a:spLocks noChangeArrowheads="1"/>
            </p:cNvSpPr>
            <p:nvPr/>
          </p:nvSpPr>
          <p:spPr bwMode="auto">
            <a:xfrm>
              <a:off x="7713778" y="1427098"/>
              <a:ext cx="1499423" cy="6463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3600">
                  <a:solidFill>
                    <a:srgbClr val="044875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3600">
                <a:solidFill>
                  <a:srgbClr val="044875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98" name="椭圆 97"/>
            <p:cNvSpPr/>
            <p:nvPr/>
          </p:nvSpPr>
          <p:spPr>
            <a:xfrm>
              <a:off x="8050301" y="1316468"/>
              <a:ext cx="825435" cy="825393"/>
            </a:xfrm>
            <a:prstGeom prst="ellipse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102" name="组合 101"/>
          <p:cNvGrpSpPr/>
          <p:nvPr/>
        </p:nvGrpSpPr>
        <p:grpSpPr bwMode="auto">
          <a:xfrm>
            <a:off x="7800975" y="4486277"/>
            <a:ext cx="4305300" cy="1182921"/>
            <a:chOff x="7713778" y="1200595"/>
            <a:chExt cx="4304959" cy="1182767"/>
          </a:xfrm>
        </p:grpSpPr>
        <p:grpSp>
          <p:nvGrpSpPr>
            <p:cNvPr id="7212" name="组合 102"/>
            <p:cNvGrpSpPr/>
            <p:nvPr/>
          </p:nvGrpSpPr>
          <p:grpSpPr bwMode="auto">
            <a:xfrm>
              <a:off x="8893198" y="1200595"/>
              <a:ext cx="3125539" cy="1182767"/>
              <a:chOff x="6833481" y="934388"/>
              <a:chExt cx="3125539" cy="1182767"/>
            </a:xfrm>
          </p:grpSpPr>
          <p:sp>
            <p:nvSpPr>
              <p:cNvPr id="106" name="文本框 105"/>
              <p:cNvSpPr txBox="1"/>
              <p:nvPr/>
            </p:nvSpPr>
            <p:spPr>
              <a:xfrm>
                <a:off x="6833481" y="934388"/>
                <a:ext cx="2425508" cy="461605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chemeClr val="bg2">
                        <a:lumMod val="25000"/>
                      </a:schemeClr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Add Your Title</a:t>
                </a:r>
                <a:endParaRPr lang="zh-CN" altLang="en-US" sz="2400" b="1" dirty="0">
                  <a:solidFill>
                    <a:schemeClr val="bg2">
                      <a:lumMod val="25000"/>
                    </a:schemeClr>
                  </a:solidFill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07" name="文本框 106"/>
              <p:cNvSpPr txBox="1"/>
              <p:nvPr/>
            </p:nvSpPr>
            <p:spPr bwMode="auto">
              <a:xfrm>
                <a:off x="6833481" y="1370894"/>
                <a:ext cx="3125539" cy="74626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eaLnBrk="1" fontAlgn="auto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Remember that happiness is a way of travel, not a destination. </a:t>
                </a:r>
                <a:r>
                  <a:rPr lang="en-US" altLang="zh-CN" sz="1600" dirty="0" smtClean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way </a:t>
                </a: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of travel.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108" name="直接连接符 107"/>
              <p:cNvCxnSpPr/>
              <p:nvPr/>
            </p:nvCxnSpPr>
            <p:spPr>
              <a:xfrm>
                <a:off x="6922374" y="1370894"/>
                <a:ext cx="1777859" cy="0"/>
              </a:xfrm>
              <a:prstGeom prst="line">
                <a:avLst/>
              </a:prstGeom>
              <a:ln>
                <a:solidFill>
                  <a:schemeClr val="bg2">
                    <a:lumMod val="25000"/>
                  </a:schemeClr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4" name="文本框 103"/>
            <p:cNvSpPr txBox="1"/>
            <p:nvPr/>
          </p:nvSpPr>
          <p:spPr>
            <a:xfrm>
              <a:off x="7713778" y="1427579"/>
              <a:ext cx="1500069" cy="64602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6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06</a:t>
              </a:r>
              <a:endParaRPr lang="zh-CN" altLang="en-US" sz="36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  <p:sp>
          <p:nvSpPr>
            <p:cNvPr id="105" name="椭圆 104"/>
            <p:cNvSpPr/>
            <p:nvPr/>
          </p:nvSpPr>
          <p:spPr>
            <a:xfrm>
              <a:off x="8050301" y="1316468"/>
              <a:ext cx="825435" cy="825393"/>
            </a:xfrm>
            <a:prstGeom prst="ellipse">
              <a:avLst/>
            </a:prstGeom>
            <a:noFill/>
            <a:ln w="2540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112" name="组合 111"/>
          <p:cNvGrpSpPr/>
          <p:nvPr/>
        </p:nvGrpSpPr>
        <p:grpSpPr bwMode="auto">
          <a:xfrm>
            <a:off x="85725" y="1430339"/>
            <a:ext cx="4260851" cy="1178158"/>
            <a:chOff x="307975" y="1417223"/>
            <a:chExt cx="4261440" cy="1178115"/>
          </a:xfrm>
        </p:grpSpPr>
        <p:grpSp>
          <p:nvGrpSpPr>
            <p:cNvPr id="7205" name="组合 86"/>
            <p:cNvGrpSpPr/>
            <p:nvPr/>
          </p:nvGrpSpPr>
          <p:grpSpPr bwMode="auto">
            <a:xfrm>
              <a:off x="307975" y="1417223"/>
              <a:ext cx="3126221" cy="1178115"/>
              <a:chOff x="399947" y="2108125"/>
              <a:chExt cx="3126221" cy="1178115"/>
            </a:xfrm>
          </p:grpSpPr>
          <p:sp>
            <p:nvSpPr>
              <p:cNvPr id="89" name="文本框 88"/>
              <p:cNvSpPr txBox="1"/>
              <p:nvPr/>
            </p:nvSpPr>
            <p:spPr>
              <a:xfrm>
                <a:off x="1089017" y="2108125"/>
                <a:ext cx="2426036" cy="46164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44875"/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Add Your Title</a:t>
                </a:r>
                <a:endParaRPr lang="zh-CN" altLang="en-US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90" name="文本框 89"/>
              <p:cNvSpPr txBox="1"/>
              <p:nvPr/>
            </p:nvSpPr>
            <p:spPr bwMode="auto">
              <a:xfrm>
                <a:off x="399947" y="2539909"/>
                <a:ext cx="3126221" cy="7463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r" eaLnBrk="1" fontAlgn="auto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Remember that happiness is a way of travel, not a destination. </a:t>
                </a:r>
                <a:r>
                  <a:rPr lang="en-US" altLang="zh-CN" sz="1600" dirty="0" smtClean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way </a:t>
                </a: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of travel.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直接连接符 90"/>
              <p:cNvCxnSpPr/>
              <p:nvPr/>
            </p:nvCxnSpPr>
            <p:spPr>
              <a:xfrm>
                <a:off x="1605027" y="2546259"/>
                <a:ext cx="1778246" cy="0"/>
              </a:xfrm>
              <a:prstGeom prst="line">
                <a:avLst/>
              </a:prstGeom>
              <a:ln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206" name="组合 110"/>
            <p:cNvGrpSpPr/>
            <p:nvPr/>
          </p:nvGrpSpPr>
          <p:grpSpPr bwMode="auto">
            <a:xfrm>
              <a:off x="3069992" y="1556048"/>
              <a:ext cx="1499423" cy="825201"/>
              <a:chOff x="3011936" y="1294791"/>
              <a:chExt cx="1499423" cy="825201"/>
            </a:xfrm>
          </p:grpSpPr>
          <p:sp>
            <p:nvSpPr>
              <p:cNvPr id="7207" name="文本框 87"/>
              <p:cNvSpPr txBox="1">
                <a:spLocks noChangeArrowheads="1"/>
              </p:cNvSpPr>
              <p:nvPr/>
            </p:nvSpPr>
            <p:spPr bwMode="auto">
              <a:xfrm>
                <a:off x="3011936" y="1398070"/>
                <a:ext cx="1499423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01</a:t>
                </a:r>
                <a:endParaRPr lang="zh-CN" altLang="en-US" sz="360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10" name="椭圆 109"/>
              <p:cNvSpPr/>
              <p:nvPr/>
            </p:nvSpPr>
            <p:spPr>
              <a:xfrm>
                <a:off x="3349148" y="1294073"/>
                <a:ext cx="825615" cy="825470"/>
              </a:xfrm>
              <a:prstGeom prst="ellipse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  <p:grpSp>
        <p:nvGrpSpPr>
          <p:cNvPr id="113" name="组合 112"/>
          <p:cNvGrpSpPr/>
          <p:nvPr/>
        </p:nvGrpSpPr>
        <p:grpSpPr bwMode="auto">
          <a:xfrm>
            <a:off x="85725" y="4481514"/>
            <a:ext cx="4260851" cy="1178158"/>
            <a:chOff x="307975" y="1417223"/>
            <a:chExt cx="4261440" cy="1178115"/>
          </a:xfrm>
        </p:grpSpPr>
        <p:grpSp>
          <p:nvGrpSpPr>
            <p:cNvPr id="7198" name="组合 113"/>
            <p:cNvGrpSpPr/>
            <p:nvPr/>
          </p:nvGrpSpPr>
          <p:grpSpPr bwMode="auto">
            <a:xfrm>
              <a:off x="307975" y="1417223"/>
              <a:ext cx="3126221" cy="1178115"/>
              <a:chOff x="399947" y="2108125"/>
              <a:chExt cx="3126221" cy="1178115"/>
            </a:xfrm>
          </p:grpSpPr>
          <p:sp>
            <p:nvSpPr>
              <p:cNvPr id="118" name="文本框 117"/>
              <p:cNvSpPr txBox="1"/>
              <p:nvPr/>
            </p:nvSpPr>
            <p:spPr>
              <a:xfrm>
                <a:off x="1089017" y="2108125"/>
                <a:ext cx="2426036" cy="46164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44875"/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Add Your Title</a:t>
                </a:r>
                <a:endParaRPr lang="zh-CN" altLang="en-US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19" name="文本框 118"/>
              <p:cNvSpPr txBox="1"/>
              <p:nvPr/>
            </p:nvSpPr>
            <p:spPr bwMode="auto">
              <a:xfrm>
                <a:off x="399947" y="2539909"/>
                <a:ext cx="3126221" cy="746331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r" eaLnBrk="1" fontAlgn="auto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Remember that happiness is a way of travel, not a destination. </a:t>
                </a:r>
                <a:r>
                  <a:rPr lang="en-US" altLang="zh-CN" sz="1600" dirty="0" smtClean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way </a:t>
                </a: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of travel.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120" name="直接连接符 119"/>
              <p:cNvCxnSpPr/>
              <p:nvPr/>
            </p:nvCxnSpPr>
            <p:spPr>
              <a:xfrm>
                <a:off x="1605027" y="2546259"/>
                <a:ext cx="1778246" cy="0"/>
              </a:xfrm>
              <a:prstGeom prst="line">
                <a:avLst/>
              </a:prstGeom>
              <a:ln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99" name="组合 114"/>
            <p:cNvGrpSpPr/>
            <p:nvPr/>
          </p:nvGrpSpPr>
          <p:grpSpPr bwMode="auto">
            <a:xfrm>
              <a:off x="3069992" y="1556048"/>
              <a:ext cx="1499423" cy="825201"/>
              <a:chOff x="3011936" y="1294791"/>
              <a:chExt cx="1499423" cy="825201"/>
            </a:xfrm>
          </p:grpSpPr>
          <p:sp>
            <p:nvSpPr>
              <p:cNvPr id="7200" name="文本框 115"/>
              <p:cNvSpPr txBox="1">
                <a:spLocks noChangeArrowheads="1"/>
              </p:cNvSpPr>
              <p:nvPr/>
            </p:nvSpPr>
            <p:spPr bwMode="auto">
              <a:xfrm>
                <a:off x="3011936" y="1398070"/>
                <a:ext cx="1499423" cy="6463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8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2pPr>
                <a:lvl3pPr>
                  <a:defRPr sz="2000"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3pPr>
                <a:lvl4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4pPr>
                <a:lvl5pPr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5pPr>
                <a:lvl6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6pPr>
                <a:lvl7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7pPr>
                <a:lvl8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8pPr>
                <a:lvl9pPr eaLnBrk="0" fontAlgn="base" hangingPunct="0">
                  <a:spcAft>
                    <a:spcPct val="0"/>
                  </a:spcAft>
                  <a:buFont typeface="Arial" panose="020B0604020202020204" pitchFamily="34" charset="0"/>
                  <a:defRPr>
                    <a:solidFill>
                      <a:schemeClr val="tx1"/>
                    </a:solidFill>
                    <a:latin typeface="Calibri" panose="020F0502020204030204" pitchFamily="34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600">
                    <a:solidFill>
                      <a:srgbClr val="044875"/>
                    </a:solidFill>
                    <a:latin typeface="Impact" panose="020B0806030902050204" pitchFamily="34" charset="0"/>
                  </a:rPr>
                  <a:t>03</a:t>
                </a:r>
                <a:endParaRPr lang="zh-CN" altLang="en-US" sz="3600">
                  <a:solidFill>
                    <a:srgbClr val="044875"/>
                  </a:solidFill>
                  <a:latin typeface="Impact" panose="020B0806030902050204" pitchFamily="34" charset="0"/>
                </a:endParaRPr>
              </a:p>
            </p:txBody>
          </p:sp>
          <p:sp>
            <p:nvSpPr>
              <p:cNvPr id="117" name="椭圆 116"/>
              <p:cNvSpPr/>
              <p:nvPr/>
            </p:nvSpPr>
            <p:spPr>
              <a:xfrm>
                <a:off x="3349148" y="1294073"/>
                <a:ext cx="825615" cy="825470"/>
              </a:xfrm>
              <a:prstGeom prst="ellipse">
                <a:avLst/>
              </a:prstGeom>
              <a:noFill/>
              <a:ln w="2540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  <p:grpSp>
        <p:nvGrpSpPr>
          <p:cNvPr id="121" name="组合 120"/>
          <p:cNvGrpSpPr/>
          <p:nvPr/>
        </p:nvGrpSpPr>
        <p:grpSpPr bwMode="auto">
          <a:xfrm>
            <a:off x="85725" y="2955926"/>
            <a:ext cx="4260851" cy="1178158"/>
            <a:chOff x="307975" y="1417223"/>
            <a:chExt cx="4261440" cy="1178114"/>
          </a:xfrm>
        </p:grpSpPr>
        <p:grpSp>
          <p:nvGrpSpPr>
            <p:cNvPr id="7191" name="组合 121"/>
            <p:cNvGrpSpPr/>
            <p:nvPr/>
          </p:nvGrpSpPr>
          <p:grpSpPr bwMode="auto">
            <a:xfrm>
              <a:off x="307975" y="1417223"/>
              <a:ext cx="3126221" cy="1178114"/>
              <a:chOff x="399947" y="2108125"/>
              <a:chExt cx="3126221" cy="1178114"/>
            </a:xfrm>
          </p:grpSpPr>
          <p:sp>
            <p:nvSpPr>
              <p:cNvPr id="126" name="文本框 125"/>
              <p:cNvSpPr txBox="1"/>
              <p:nvPr/>
            </p:nvSpPr>
            <p:spPr>
              <a:xfrm>
                <a:off x="1089017" y="2108125"/>
                <a:ext cx="2426036" cy="461648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b="1" dirty="0">
                    <a:solidFill>
                      <a:srgbClr val="044875"/>
                    </a:solidFill>
                    <a:latin typeface="+mj-lt"/>
                    <a:ea typeface="+mn-ea"/>
                    <a:cs typeface="Arial" panose="020B0604020202020204" pitchFamily="34" charset="0"/>
                  </a:rPr>
                  <a:t>Add Your Title</a:t>
                </a:r>
                <a:endParaRPr lang="zh-CN" altLang="en-US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endParaRPr>
              </a:p>
            </p:txBody>
          </p:sp>
          <p:sp>
            <p:nvSpPr>
              <p:cNvPr id="127" name="文本框 126"/>
              <p:cNvSpPr txBox="1"/>
              <p:nvPr/>
            </p:nvSpPr>
            <p:spPr bwMode="auto">
              <a:xfrm>
                <a:off x="399947" y="2539909"/>
                <a:ext cx="3126221" cy="746330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r" eaLnBrk="1" fontAlgn="auto" hangingPunct="1">
                  <a:lnSpc>
                    <a:spcPts val="1700"/>
                  </a:lnSpc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Remember that happiness is a way of travel, not a destination. </a:t>
                </a:r>
                <a:r>
                  <a:rPr lang="en-US" altLang="zh-CN" sz="1600" dirty="0" smtClean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way </a:t>
                </a:r>
                <a:r>
                  <a:rPr lang="en-US" altLang="zh-CN" sz="1600" dirty="0">
                    <a:solidFill>
                      <a:schemeClr val="bg2">
                        <a:lumMod val="25000"/>
                      </a:schemeClr>
                    </a:solidFill>
                    <a:latin typeface="微软雅黑 Light" panose="020B0502040204020203" pitchFamily="34" charset="-122"/>
                    <a:ea typeface="+mn-ea"/>
                    <a:cs typeface="Arial" panose="020B0604020202020204" pitchFamily="34" charset="0"/>
                  </a:rPr>
                  <a:t>of travel.</a:t>
                </a:r>
                <a:endPara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endParaRPr>
              </a:p>
            </p:txBody>
          </p:sp>
          <p:cxnSp>
            <p:nvCxnSpPr>
              <p:cNvPr id="128" name="直接连接符 127"/>
              <p:cNvCxnSpPr/>
              <p:nvPr/>
            </p:nvCxnSpPr>
            <p:spPr>
              <a:xfrm>
                <a:off x="1605027" y="2546259"/>
                <a:ext cx="1778246" cy="0"/>
              </a:xfrm>
              <a:prstGeom prst="line">
                <a:avLst/>
              </a:prstGeom>
              <a:ln>
                <a:solidFill>
                  <a:srgbClr val="044875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192" name="组合 122"/>
            <p:cNvGrpSpPr/>
            <p:nvPr/>
          </p:nvGrpSpPr>
          <p:grpSpPr bwMode="auto">
            <a:xfrm>
              <a:off x="3069992" y="1556048"/>
              <a:ext cx="1499423" cy="825201"/>
              <a:chOff x="3011936" y="1294791"/>
              <a:chExt cx="1499423" cy="825201"/>
            </a:xfrm>
          </p:grpSpPr>
          <p:sp>
            <p:nvSpPr>
              <p:cNvPr id="124" name="文本框 123"/>
              <p:cNvSpPr txBox="1"/>
              <p:nvPr/>
            </p:nvSpPr>
            <p:spPr>
              <a:xfrm>
                <a:off x="3012551" y="1397257"/>
                <a:ext cx="1498808" cy="646089"/>
              </a:xfrm>
              <a:prstGeom prst="rect">
                <a:avLst/>
              </a:prstGeom>
              <a:noFill/>
            </p:spPr>
            <p:txBody>
              <a:bodyPr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3600" dirty="0">
                    <a:solidFill>
                      <a:schemeClr val="bg2">
                        <a:lumMod val="25000"/>
                      </a:schemeClr>
                    </a:solidFill>
                    <a:latin typeface="Impact" panose="020B0806030902050204" pitchFamily="34" charset="0"/>
                    <a:ea typeface="+mn-ea"/>
                  </a:rPr>
                  <a:t>02</a:t>
                </a:r>
                <a:endParaRPr lang="zh-CN" altLang="en-US" sz="36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endParaRPr>
              </a:p>
            </p:txBody>
          </p:sp>
          <p:sp>
            <p:nvSpPr>
              <p:cNvPr id="125" name="椭圆 124"/>
              <p:cNvSpPr/>
              <p:nvPr/>
            </p:nvSpPr>
            <p:spPr>
              <a:xfrm>
                <a:off x="3349148" y="1294074"/>
                <a:ext cx="825615" cy="825469"/>
              </a:xfrm>
              <a:prstGeom prst="ellipse">
                <a:avLst/>
              </a:prstGeom>
              <a:noFill/>
              <a:ln w="25400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</p:grpSp>
      <p:pic>
        <p:nvPicPr>
          <p:cNvPr id="85" name="图片 8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075" y="5331432"/>
            <a:ext cx="2525922" cy="182287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52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Scale>
                                      <p:cBhvr>
                                        <p:cTn id="73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</p:cBhvr>
                                      <p:from x="250000" y="250000"/>
                                      <p:to x="100000" y="100000"/>
                                    </p:animScale>
                                    <p:animMotion origin="layout" path="M -0.46736 0.92887  C -0.37517 0.88508  -0.02552 0.75279  0.0908 0.66613  C  0.20747 0.57948  0.21649 0.50394  0.23177 0.40825  C 0.24705 0.31256  0.22118 0.15964   0.18264 0.09152  C 0.1441 0.02341  0.03802 0.0  0.0 0.0  " pathEditMode="relative" ptsTypes="">
                                      <p:cBhvr>
                                        <p:cTn id="74" dur="1000" decel="50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Effect transition="in" filter="fade">
                                      <p:cBhvr>
                                        <p:cTn id="75" dur="10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899"/>
                            </p:stCondLst>
                            <p:childTnLst>
                              <p:par>
                                <p:cTn id="7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1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0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8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1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4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500"/>
                                        <p:tgtEl>
                                          <p:spTgt spid="1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2399"/>
                            </p:stCondLst>
                            <p:childTnLst>
                              <p:par>
                                <p:cTn id="90" presetID="1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500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6" dur="500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5" grpId="0" animBg="1"/>
      <p:bldP spid="16" grpId="0" animBg="1"/>
      <p:bldP spid="9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946151" y="2000250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2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19101" y="2638425"/>
            <a:ext cx="5715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25714" y="2638425"/>
            <a:ext cx="1766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791326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主要研究内容</a:t>
            </a: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14" y="-305593"/>
            <a:ext cx="3818798" cy="27558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/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513138" y="254002"/>
            <a:ext cx="8678863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550863" y="82550"/>
            <a:ext cx="3395663" cy="584775"/>
            <a:chOff x="551544" y="82976"/>
            <a:chExt cx="3395256" cy="583764"/>
          </a:xfrm>
        </p:grpSpPr>
        <p:sp>
          <p:nvSpPr>
            <p:cNvPr id="9293" name="文本框 12"/>
            <p:cNvSpPr txBox="1">
              <a:spLocks noChangeArrowheads="1"/>
            </p:cNvSpPr>
            <p:nvPr/>
          </p:nvSpPr>
          <p:spPr bwMode="auto">
            <a:xfrm>
              <a:off x="654960" y="111278"/>
              <a:ext cx="32918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主要研究内容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51544" y="82976"/>
              <a:ext cx="723813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02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63" name="文本框 62"/>
          <p:cNvSpPr txBox="1"/>
          <p:nvPr/>
        </p:nvSpPr>
        <p:spPr bwMode="auto">
          <a:xfrm>
            <a:off x="787400" y="1320801"/>
            <a:ext cx="5048251" cy="964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rPr>
              <a:t>Remember that happiness is a way of travel, not a destination. Remember that happiness is a way of travel. Remember that happiness is a way of travel, not a destination. 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" name="组合 1"/>
          <p:cNvGrpSpPr/>
          <p:nvPr/>
        </p:nvGrpSpPr>
        <p:grpSpPr bwMode="auto">
          <a:xfrm>
            <a:off x="238125" y="766763"/>
            <a:ext cx="5729288" cy="1941512"/>
            <a:chOff x="238407" y="766950"/>
            <a:chExt cx="5728511" cy="1940706"/>
          </a:xfrm>
        </p:grpSpPr>
        <p:grpSp>
          <p:nvGrpSpPr>
            <p:cNvPr id="9283" name="组合 3"/>
            <p:cNvGrpSpPr/>
            <p:nvPr/>
          </p:nvGrpSpPr>
          <p:grpSpPr bwMode="auto">
            <a:xfrm>
              <a:off x="238407" y="766950"/>
              <a:ext cx="5724700" cy="1940706"/>
              <a:chOff x="238407" y="766950"/>
              <a:chExt cx="5724700" cy="1940706"/>
            </a:xfrm>
          </p:grpSpPr>
          <p:sp>
            <p:nvSpPr>
              <p:cNvPr id="61" name="矩形 60"/>
              <p:cNvSpPr/>
              <p:nvPr/>
            </p:nvSpPr>
            <p:spPr>
              <a:xfrm>
                <a:off x="238407" y="997041"/>
                <a:ext cx="5712639" cy="1521781"/>
              </a:xfrm>
              <a:prstGeom prst="rect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62" name="文本框 61"/>
              <p:cNvSpPr txBox="1"/>
              <p:nvPr/>
            </p:nvSpPr>
            <p:spPr>
              <a:xfrm>
                <a:off x="382055" y="766950"/>
                <a:ext cx="3081998" cy="461665"/>
              </a:xfrm>
              <a:prstGeom prst="rect">
                <a:avLst/>
              </a:prstGeom>
              <a:blipFill>
                <a:blip r:embed="rId1" cstate="screen"/>
                <a:stretch>
                  <a:fillRect/>
                </a:stretch>
              </a:blipFill>
            </p:spPr>
            <p:txBody>
              <a:bodyPr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dirty="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rPr>
                  <a:t>ADD YOUR TITLE</a:t>
                </a:r>
                <a:endParaRPr lang="zh-CN" altLang="en-US" sz="24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64" name="矩形 63"/>
              <p:cNvSpPr/>
              <p:nvPr/>
            </p:nvSpPr>
            <p:spPr>
              <a:xfrm>
                <a:off x="586023" y="781231"/>
                <a:ext cx="171427" cy="46177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grpSp>
            <p:nvGrpSpPr>
              <p:cNvPr id="9290" name="组合 78"/>
              <p:cNvGrpSpPr/>
              <p:nvPr/>
            </p:nvGrpSpPr>
            <p:grpSpPr bwMode="auto">
              <a:xfrm>
                <a:off x="5349240" y="2102118"/>
                <a:ext cx="613867" cy="605538"/>
                <a:chOff x="5502097" y="2295716"/>
                <a:chExt cx="461010" cy="454755"/>
              </a:xfrm>
            </p:grpSpPr>
            <p:sp>
              <p:nvSpPr>
                <p:cNvPr id="77" name="矩形 76"/>
                <p:cNvSpPr/>
                <p:nvPr/>
              </p:nvSpPr>
              <p:spPr>
                <a:xfrm>
                  <a:off x="5594053" y="2381042"/>
                  <a:ext cx="369533" cy="369429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78" name="矩形 77"/>
                <p:cNvSpPr/>
                <p:nvPr/>
              </p:nvSpPr>
              <p:spPr>
                <a:xfrm>
                  <a:off x="5502265" y="2295239"/>
                  <a:ext cx="255097" cy="255025"/>
                </a:xfrm>
                <a:prstGeom prst="rect">
                  <a:avLst/>
                </a:prstGeom>
                <a:solidFill>
                  <a:srgbClr val="044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</p:grpSp>
        <p:sp>
          <p:nvSpPr>
            <p:cNvPr id="9284" name="文本框 79"/>
            <p:cNvSpPr txBox="1">
              <a:spLocks noChangeArrowheads="1"/>
            </p:cNvSpPr>
            <p:nvPr/>
          </p:nvSpPr>
          <p:spPr bwMode="auto">
            <a:xfrm>
              <a:off x="5488594" y="2241447"/>
              <a:ext cx="478324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Impact" panose="020B0806030902050204" pitchFamily="34" charset="0"/>
                </a:rPr>
                <a:t>01</a:t>
              </a:r>
              <a:endParaRPr lang="zh-CN" altLang="en-US" sz="200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68" name="文本框 67"/>
          <p:cNvSpPr txBox="1"/>
          <p:nvPr/>
        </p:nvSpPr>
        <p:spPr bwMode="auto">
          <a:xfrm>
            <a:off x="787400" y="3154364"/>
            <a:ext cx="5048251" cy="964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rPr>
              <a:t>Remember that happiness is a way of travel, not a destination. Remember that happiness is a way of travel. Remember that happiness is a way of travel, not a destination. 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238125" y="2600326"/>
            <a:ext cx="5729288" cy="1941513"/>
            <a:chOff x="238407" y="2600596"/>
            <a:chExt cx="5728511" cy="1940544"/>
          </a:xfrm>
        </p:grpSpPr>
        <p:grpSp>
          <p:nvGrpSpPr>
            <p:cNvPr id="9273" name="组合 4"/>
            <p:cNvGrpSpPr/>
            <p:nvPr/>
          </p:nvGrpSpPr>
          <p:grpSpPr bwMode="auto">
            <a:xfrm>
              <a:off x="238407" y="2600596"/>
              <a:ext cx="5724700" cy="1940544"/>
              <a:chOff x="238407" y="2600596"/>
              <a:chExt cx="5724700" cy="1940544"/>
            </a:xfrm>
          </p:grpSpPr>
          <p:sp>
            <p:nvSpPr>
              <p:cNvPr id="66" name="矩形 65"/>
              <p:cNvSpPr/>
              <p:nvPr/>
            </p:nvSpPr>
            <p:spPr>
              <a:xfrm>
                <a:off x="238407" y="2830669"/>
                <a:ext cx="5712639" cy="1521652"/>
              </a:xfrm>
              <a:prstGeom prst="rect">
                <a:avLst/>
              </a:prstGeom>
              <a:noFill/>
              <a:ln w="19050">
                <a:solidFill>
                  <a:srgbClr val="044875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382055" y="2600596"/>
                <a:ext cx="3081998" cy="461665"/>
              </a:xfrm>
              <a:prstGeom prst="rect">
                <a:avLst/>
              </a:prstGeom>
              <a:blipFill>
                <a:blip r:embed="rId1" cstate="screen"/>
                <a:stretch>
                  <a:fillRect/>
                </a:stretch>
              </a:blipFill>
            </p:spPr>
            <p:txBody>
              <a:bodyPr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dirty="0">
                    <a:solidFill>
                      <a:srgbClr val="044875"/>
                    </a:solidFill>
                    <a:latin typeface="+mn-lt"/>
                    <a:ea typeface="+mn-ea"/>
                  </a:rPr>
                  <a:t>ADD YOUR TITLE</a:t>
                </a:r>
                <a:endParaRPr lang="zh-CN" altLang="en-US" sz="2400" dirty="0">
                  <a:solidFill>
                    <a:srgbClr val="044875"/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69" name="矩形 68"/>
              <p:cNvSpPr/>
              <p:nvPr/>
            </p:nvSpPr>
            <p:spPr>
              <a:xfrm>
                <a:off x="586023" y="2614877"/>
                <a:ext cx="171427" cy="461731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grpSp>
            <p:nvGrpSpPr>
              <p:cNvPr id="9280" name="组合 82"/>
              <p:cNvGrpSpPr/>
              <p:nvPr/>
            </p:nvGrpSpPr>
            <p:grpSpPr bwMode="auto">
              <a:xfrm>
                <a:off x="5349240" y="3935602"/>
                <a:ext cx="613867" cy="605538"/>
                <a:chOff x="5502097" y="2295716"/>
                <a:chExt cx="461010" cy="454755"/>
              </a:xfrm>
            </p:grpSpPr>
            <p:sp>
              <p:nvSpPr>
                <p:cNvPr id="85" name="矩形 84"/>
                <p:cNvSpPr/>
                <p:nvPr/>
              </p:nvSpPr>
              <p:spPr>
                <a:xfrm>
                  <a:off x="5594053" y="2381073"/>
                  <a:ext cx="369533" cy="369398"/>
                </a:xfrm>
                <a:prstGeom prst="rect">
                  <a:avLst/>
                </a:prstGeom>
                <a:solidFill>
                  <a:srgbClr val="044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86" name="矩形 85"/>
                <p:cNvSpPr/>
                <p:nvPr/>
              </p:nvSpPr>
              <p:spPr>
                <a:xfrm>
                  <a:off x="5502265" y="2295277"/>
                  <a:ext cx="255097" cy="255004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</p:grpSp>
        <p:sp>
          <p:nvSpPr>
            <p:cNvPr id="9274" name="文本框 83"/>
            <p:cNvSpPr txBox="1">
              <a:spLocks noChangeArrowheads="1"/>
            </p:cNvSpPr>
            <p:nvPr/>
          </p:nvSpPr>
          <p:spPr bwMode="auto">
            <a:xfrm>
              <a:off x="5488594" y="4074931"/>
              <a:ext cx="478324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Impact" panose="020B0806030902050204" pitchFamily="34" charset="0"/>
                </a:rPr>
                <a:t>02</a:t>
              </a:r>
              <a:endParaRPr lang="zh-CN" altLang="en-US" sz="200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73" name="文本框 72"/>
          <p:cNvSpPr txBox="1"/>
          <p:nvPr/>
        </p:nvSpPr>
        <p:spPr bwMode="auto">
          <a:xfrm>
            <a:off x="787400" y="4987927"/>
            <a:ext cx="5048251" cy="964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rPr>
              <a:t>Remember that happiness is a way of travel, not a destination. Remember that happiness is a way of travel. Remember that happiness is a way of travel, not a destination. 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238125" y="4433890"/>
            <a:ext cx="5729288" cy="1938337"/>
            <a:chOff x="238407" y="4434080"/>
            <a:chExt cx="5728511" cy="1937907"/>
          </a:xfrm>
        </p:grpSpPr>
        <p:grpSp>
          <p:nvGrpSpPr>
            <p:cNvPr id="9263" name="组合 5"/>
            <p:cNvGrpSpPr/>
            <p:nvPr/>
          </p:nvGrpSpPr>
          <p:grpSpPr bwMode="auto">
            <a:xfrm>
              <a:off x="238407" y="4434080"/>
              <a:ext cx="5724700" cy="1937907"/>
              <a:chOff x="238407" y="4434080"/>
              <a:chExt cx="5724700" cy="1937907"/>
            </a:xfrm>
          </p:grpSpPr>
          <p:sp>
            <p:nvSpPr>
              <p:cNvPr id="71" name="矩形 70"/>
              <p:cNvSpPr/>
              <p:nvPr/>
            </p:nvSpPr>
            <p:spPr>
              <a:xfrm>
                <a:off x="238407" y="4664216"/>
                <a:ext cx="5712639" cy="1520488"/>
              </a:xfrm>
              <a:prstGeom prst="rect">
                <a:avLst/>
              </a:prstGeom>
              <a:noFill/>
              <a:ln w="19050">
                <a:solidFill>
                  <a:schemeClr val="bg2">
                    <a:lumMod val="2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72" name="文本框 71"/>
              <p:cNvSpPr txBox="1"/>
              <p:nvPr/>
            </p:nvSpPr>
            <p:spPr>
              <a:xfrm>
                <a:off x="382055" y="4434080"/>
                <a:ext cx="3081998" cy="461665"/>
              </a:xfrm>
              <a:prstGeom prst="rect">
                <a:avLst/>
              </a:prstGeom>
              <a:blipFill>
                <a:blip r:embed="rId1" cstate="screen"/>
                <a:stretch>
                  <a:fillRect/>
                </a:stretch>
              </a:blipFill>
            </p:spPr>
            <p:txBody>
              <a:bodyPr>
                <a:spAutoFit/>
              </a:bodyPr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2400" dirty="0">
                    <a:solidFill>
                      <a:schemeClr val="bg2">
                        <a:lumMod val="25000"/>
                      </a:schemeClr>
                    </a:solidFill>
                    <a:latin typeface="+mn-lt"/>
                    <a:ea typeface="+mn-ea"/>
                  </a:rPr>
                  <a:t>ADD YOUR TITLE</a:t>
                </a:r>
                <a:endParaRPr lang="zh-CN" altLang="en-US" sz="24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</a:endParaRPr>
              </a:p>
            </p:txBody>
          </p:sp>
          <p:sp>
            <p:nvSpPr>
              <p:cNvPr id="74" name="矩形 73"/>
              <p:cNvSpPr/>
              <p:nvPr/>
            </p:nvSpPr>
            <p:spPr>
              <a:xfrm>
                <a:off x="586023" y="4448364"/>
                <a:ext cx="171427" cy="46186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grpSp>
            <p:nvGrpSpPr>
              <p:cNvPr id="9270" name="组合 87"/>
              <p:cNvGrpSpPr/>
              <p:nvPr/>
            </p:nvGrpSpPr>
            <p:grpSpPr bwMode="auto">
              <a:xfrm>
                <a:off x="5349240" y="5766449"/>
                <a:ext cx="613867" cy="605538"/>
                <a:chOff x="5502097" y="2295716"/>
                <a:chExt cx="461010" cy="454755"/>
              </a:xfrm>
            </p:grpSpPr>
            <p:sp>
              <p:nvSpPr>
                <p:cNvPr id="90" name="矩形 89"/>
                <p:cNvSpPr/>
                <p:nvPr/>
              </p:nvSpPr>
              <p:spPr>
                <a:xfrm>
                  <a:off x="5594053" y="2380970"/>
                  <a:ext cx="369533" cy="369501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91" name="矩形 90"/>
                <p:cNvSpPr/>
                <p:nvPr/>
              </p:nvSpPr>
              <p:spPr>
                <a:xfrm>
                  <a:off x="5502265" y="2295151"/>
                  <a:ext cx="255097" cy="255075"/>
                </a:xfrm>
                <a:prstGeom prst="rect">
                  <a:avLst/>
                </a:prstGeom>
                <a:solidFill>
                  <a:srgbClr val="044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</p:grpSp>
        <p:sp>
          <p:nvSpPr>
            <p:cNvPr id="9264" name="文本框 88"/>
            <p:cNvSpPr txBox="1">
              <a:spLocks noChangeArrowheads="1"/>
            </p:cNvSpPr>
            <p:nvPr/>
          </p:nvSpPr>
          <p:spPr bwMode="auto">
            <a:xfrm>
              <a:off x="5488594" y="5905778"/>
              <a:ext cx="478324" cy="400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Impact" panose="020B0806030902050204" pitchFamily="34" charset="0"/>
                </a:rPr>
                <a:t>03</a:t>
              </a:r>
              <a:endParaRPr lang="zh-CN" altLang="en-US" sz="200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42" name="文本框 41"/>
          <p:cNvSpPr txBox="1"/>
          <p:nvPr/>
        </p:nvSpPr>
        <p:spPr bwMode="auto">
          <a:xfrm>
            <a:off x="6773863" y="1320801"/>
            <a:ext cx="5048251" cy="964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rPr>
              <a:t>Remember that happiness is a way of travel, not a destination. Remember that happiness is a way of travel. Remember that happiness is a way of travel, not a destination. 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 bwMode="auto">
          <a:xfrm>
            <a:off x="6224589" y="766763"/>
            <a:ext cx="5727700" cy="1941512"/>
            <a:chOff x="6224731" y="766950"/>
            <a:chExt cx="5727203" cy="1940706"/>
          </a:xfrm>
        </p:grpSpPr>
        <p:sp>
          <p:nvSpPr>
            <p:cNvPr id="38" name="矩形 37"/>
            <p:cNvSpPr/>
            <p:nvPr/>
          </p:nvSpPr>
          <p:spPr>
            <a:xfrm>
              <a:off x="6224731" y="997041"/>
              <a:ext cx="5711329" cy="1521781"/>
            </a:xfrm>
            <a:prstGeom prst="rect">
              <a:avLst/>
            </a:prstGeom>
            <a:noFill/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文本框 40"/>
            <p:cNvSpPr txBox="1"/>
            <p:nvPr/>
          </p:nvSpPr>
          <p:spPr>
            <a:xfrm>
              <a:off x="6368379" y="766950"/>
              <a:ext cx="3081998" cy="461665"/>
            </a:xfrm>
            <a:prstGeom prst="rect">
              <a:avLst/>
            </a:prstGeom>
            <a:blipFill>
              <a:blip r:embed="rId1" cstate="screen"/>
              <a:stretch>
                <a:fillRect/>
              </a:stretch>
            </a:blipFill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</a:rPr>
                <a:t>ADD YOUR TITLE</a:t>
              </a:r>
              <a:endParaRPr lang="zh-CN" altLang="en-US" sz="24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45" name="矩形 44"/>
            <p:cNvSpPr/>
            <p:nvPr/>
          </p:nvSpPr>
          <p:spPr>
            <a:xfrm>
              <a:off x="6572363" y="781231"/>
              <a:ext cx="171435" cy="461771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9259" name="组合 104"/>
            <p:cNvGrpSpPr/>
            <p:nvPr/>
          </p:nvGrpSpPr>
          <p:grpSpPr bwMode="auto">
            <a:xfrm>
              <a:off x="11334256" y="2102118"/>
              <a:ext cx="613867" cy="605538"/>
              <a:chOff x="5502097" y="2295716"/>
              <a:chExt cx="461010" cy="454755"/>
            </a:xfrm>
          </p:grpSpPr>
          <p:sp>
            <p:nvSpPr>
              <p:cNvPr id="107" name="矩形 106"/>
              <p:cNvSpPr/>
              <p:nvPr/>
            </p:nvSpPr>
            <p:spPr>
              <a:xfrm>
                <a:off x="5594035" y="2381042"/>
                <a:ext cx="369551" cy="369429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08" name="矩形 107"/>
              <p:cNvSpPr/>
              <p:nvPr/>
            </p:nvSpPr>
            <p:spPr>
              <a:xfrm>
                <a:off x="5502243" y="2295239"/>
                <a:ext cx="255109" cy="255025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9260" name="文本框 105"/>
            <p:cNvSpPr txBox="1">
              <a:spLocks noChangeArrowheads="1"/>
            </p:cNvSpPr>
            <p:nvPr/>
          </p:nvSpPr>
          <p:spPr bwMode="auto">
            <a:xfrm>
              <a:off x="11473610" y="2241447"/>
              <a:ext cx="478324" cy="3999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Impact" panose="020B0806030902050204" pitchFamily="34" charset="0"/>
                </a:rPr>
                <a:t>04</a:t>
              </a:r>
              <a:endParaRPr lang="zh-CN" altLang="en-US" sz="200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0" name="文本框 49"/>
          <p:cNvSpPr txBox="1"/>
          <p:nvPr/>
        </p:nvSpPr>
        <p:spPr bwMode="auto">
          <a:xfrm>
            <a:off x="6773863" y="3154364"/>
            <a:ext cx="5048251" cy="964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rPr>
              <a:t>Remember that happiness is a way of travel, not a destination. Remember that happiness is a way of travel. Remember that happiness is a way of travel, not a destination. 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/>
        </p:nvGrpSpPr>
        <p:grpSpPr bwMode="auto">
          <a:xfrm>
            <a:off x="6224589" y="2600326"/>
            <a:ext cx="5727700" cy="1941513"/>
            <a:chOff x="6224731" y="2600596"/>
            <a:chExt cx="5727203" cy="1940544"/>
          </a:xfrm>
        </p:grpSpPr>
        <p:sp>
          <p:nvSpPr>
            <p:cNvPr id="48" name="矩形 47"/>
            <p:cNvSpPr/>
            <p:nvPr/>
          </p:nvSpPr>
          <p:spPr>
            <a:xfrm>
              <a:off x="6224731" y="2830669"/>
              <a:ext cx="5711329" cy="1521652"/>
            </a:xfrm>
            <a:prstGeom prst="rect">
              <a:avLst/>
            </a:prstGeom>
            <a:noFill/>
            <a:ln w="1905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6368379" y="2600596"/>
              <a:ext cx="3081998" cy="461665"/>
            </a:xfrm>
            <a:prstGeom prst="rect">
              <a:avLst/>
            </a:prstGeom>
            <a:blipFill>
              <a:blip r:embed="rId1" cstate="screen"/>
              <a:stretch>
                <a:fillRect/>
              </a:stretch>
            </a:blipFill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solidFill>
                    <a:srgbClr val="044875"/>
                  </a:solidFill>
                  <a:latin typeface="+mn-lt"/>
                  <a:ea typeface="+mn-ea"/>
                </a:rPr>
                <a:t>ADD YOUR TITLE</a:t>
              </a:r>
              <a:endParaRPr lang="zh-CN" altLang="en-US" sz="2400" dirty="0">
                <a:solidFill>
                  <a:srgbClr val="044875"/>
                </a:solidFill>
                <a:latin typeface="+mn-lt"/>
                <a:ea typeface="+mn-ea"/>
              </a:endParaRPr>
            </a:p>
          </p:txBody>
        </p:sp>
        <p:sp>
          <p:nvSpPr>
            <p:cNvPr id="51" name="矩形 50"/>
            <p:cNvSpPr/>
            <p:nvPr/>
          </p:nvSpPr>
          <p:spPr>
            <a:xfrm>
              <a:off x="6572363" y="2614877"/>
              <a:ext cx="171435" cy="461731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9250" name="组合 100"/>
            <p:cNvGrpSpPr/>
            <p:nvPr/>
          </p:nvGrpSpPr>
          <p:grpSpPr bwMode="auto">
            <a:xfrm>
              <a:off x="11334256" y="3935602"/>
              <a:ext cx="613867" cy="605538"/>
              <a:chOff x="5502097" y="2295716"/>
              <a:chExt cx="461010" cy="454755"/>
            </a:xfrm>
          </p:grpSpPr>
          <p:sp>
            <p:nvSpPr>
              <p:cNvPr id="103" name="矩形 102"/>
              <p:cNvSpPr/>
              <p:nvPr/>
            </p:nvSpPr>
            <p:spPr>
              <a:xfrm>
                <a:off x="5594035" y="2381073"/>
                <a:ext cx="369551" cy="369398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04" name="矩形 103"/>
              <p:cNvSpPr/>
              <p:nvPr/>
            </p:nvSpPr>
            <p:spPr>
              <a:xfrm>
                <a:off x="5502243" y="2295277"/>
                <a:ext cx="255109" cy="255004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9251" name="文本框 101"/>
            <p:cNvSpPr txBox="1">
              <a:spLocks noChangeArrowheads="1"/>
            </p:cNvSpPr>
            <p:nvPr/>
          </p:nvSpPr>
          <p:spPr bwMode="auto">
            <a:xfrm>
              <a:off x="11473610" y="4074931"/>
              <a:ext cx="478324" cy="3999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Impact" panose="020B0806030902050204" pitchFamily="34" charset="0"/>
                </a:rPr>
                <a:t>05</a:t>
              </a:r>
              <a:endParaRPr lang="zh-CN" altLang="en-US" sz="200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  <p:sp>
        <p:nvSpPr>
          <p:cNvPr id="55" name="文本框 54"/>
          <p:cNvSpPr txBox="1"/>
          <p:nvPr/>
        </p:nvSpPr>
        <p:spPr bwMode="auto">
          <a:xfrm>
            <a:off x="6773863" y="4987927"/>
            <a:ext cx="5048251" cy="96436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rPr>
              <a:t>Remember that happiness is a way of travel, not a destination. Remember that happiness is a way of travel. Remember that happiness is a way of travel, not a destination. 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/>
        </p:nvGrpSpPr>
        <p:grpSpPr bwMode="auto">
          <a:xfrm>
            <a:off x="6224589" y="4433890"/>
            <a:ext cx="5727700" cy="1938337"/>
            <a:chOff x="6224731" y="4434080"/>
            <a:chExt cx="5727203" cy="1937907"/>
          </a:xfrm>
        </p:grpSpPr>
        <p:sp>
          <p:nvSpPr>
            <p:cNvPr id="53" name="矩形 52"/>
            <p:cNvSpPr/>
            <p:nvPr/>
          </p:nvSpPr>
          <p:spPr>
            <a:xfrm>
              <a:off x="6224731" y="4664216"/>
              <a:ext cx="5711329" cy="1520488"/>
            </a:xfrm>
            <a:prstGeom prst="rect">
              <a:avLst/>
            </a:prstGeom>
            <a:noFill/>
            <a:ln w="19050">
              <a:solidFill>
                <a:schemeClr val="bg2">
                  <a:lumMod val="2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4" name="文本框 53"/>
            <p:cNvSpPr txBox="1"/>
            <p:nvPr/>
          </p:nvSpPr>
          <p:spPr>
            <a:xfrm>
              <a:off x="6368379" y="4434080"/>
              <a:ext cx="3081998" cy="461665"/>
            </a:xfrm>
            <a:prstGeom prst="rect">
              <a:avLst/>
            </a:prstGeom>
            <a:blipFill>
              <a:blip r:embed="rId1" cstate="screen"/>
              <a:stretch>
                <a:fillRect/>
              </a:stretch>
            </a:blipFill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</a:rPr>
                <a:t>ADD YOUR TITLE</a:t>
              </a:r>
              <a:endParaRPr lang="zh-CN" altLang="en-US" sz="24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6572363" y="4448364"/>
              <a:ext cx="171435" cy="461861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9241" name="组合 96"/>
            <p:cNvGrpSpPr/>
            <p:nvPr/>
          </p:nvGrpSpPr>
          <p:grpSpPr bwMode="auto">
            <a:xfrm>
              <a:off x="11334256" y="5766449"/>
              <a:ext cx="613867" cy="605538"/>
              <a:chOff x="5502097" y="2295716"/>
              <a:chExt cx="461010" cy="454755"/>
            </a:xfrm>
          </p:grpSpPr>
          <p:sp>
            <p:nvSpPr>
              <p:cNvPr id="99" name="矩形 98"/>
              <p:cNvSpPr/>
              <p:nvPr/>
            </p:nvSpPr>
            <p:spPr>
              <a:xfrm>
                <a:off x="5594035" y="2380970"/>
                <a:ext cx="369551" cy="369501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00" name="矩形 99"/>
              <p:cNvSpPr/>
              <p:nvPr/>
            </p:nvSpPr>
            <p:spPr>
              <a:xfrm>
                <a:off x="5502243" y="2295151"/>
                <a:ext cx="255109" cy="255075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9242" name="文本框 97"/>
            <p:cNvSpPr txBox="1">
              <a:spLocks noChangeArrowheads="1"/>
            </p:cNvSpPr>
            <p:nvPr/>
          </p:nvSpPr>
          <p:spPr bwMode="auto">
            <a:xfrm>
              <a:off x="11473610" y="5905778"/>
              <a:ext cx="478324" cy="4000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000">
                  <a:solidFill>
                    <a:schemeClr val="bg1"/>
                  </a:solidFill>
                  <a:latin typeface="Impact" panose="020B0806030902050204" pitchFamily="34" charset="0"/>
                </a:rPr>
                <a:t>06</a:t>
              </a:r>
              <a:endParaRPr lang="zh-CN" altLang="en-US" sz="2000">
                <a:solidFill>
                  <a:schemeClr val="bg1"/>
                </a:solidFill>
                <a:latin typeface="Impact" panose="020B0806030902050204" pitchFamily="34" charset="0"/>
              </a:endParaRPr>
            </a:p>
          </p:txBody>
        </p: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5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500"/>
                            </p:stCondLst>
                            <p:childTnLst>
                              <p:par>
                                <p:cTn id="2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000"/>
                            </p:stCondLst>
                            <p:childTnLst>
                              <p:par>
                                <p:cTn id="31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0"/>
                            </p:stCondLst>
                            <p:childTnLst>
                              <p:par>
                                <p:cTn id="3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500"/>
                            </p:stCondLst>
                            <p:childTnLst>
                              <p:par>
                                <p:cTn id="39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1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7500"/>
                            </p:stCondLst>
                            <p:childTnLst>
                              <p:par>
                                <p:cTn id="43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8000"/>
                            </p:stCondLst>
                            <p:childTnLst>
                              <p:par>
                                <p:cTn id="47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0"/>
                            </p:stCondLst>
                            <p:childTnLst>
                              <p:par>
                                <p:cTn id="51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10500"/>
                            </p:stCondLst>
                            <p:childTnLst>
                              <p:par>
                                <p:cTn id="55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12500"/>
                            </p:stCondLst>
                            <p:childTnLst>
                              <p:par>
                                <p:cTn id="5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3000"/>
                            </p:stCondLst>
                            <p:childTnLst>
                              <p:par>
                                <p:cTn id="6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65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0"/>
                            </p:stCondLst>
                            <p:childTnLst>
                              <p:par>
                                <p:cTn id="67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63" grpId="0"/>
      <p:bldP spid="68" grpId="0"/>
      <p:bldP spid="73" grpId="0"/>
      <p:bldP spid="42" grpId="0"/>
      <p:bldP spid="50" grpId="0"/>
      <p:bldP spid="5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946151" y="2000250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3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19101" y="2638425"/>
            <a:ext cx="5715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25714" y="2638425"/>
            <a:ext cx="1766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791326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项目原理分析</a:t>
            </a: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14" y="-305593"/>
            <a:ext cx="3818798" cy="27558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/>
      <p:bldP spid="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82977" y="254002"/>
            <a:ext cx="8709025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550865" y="82550"/>
            <a:ext cx="3381375" cy="584775"/>
            <a:chOff x="551544" y="82976"/>
            <a:chExt cx="3380742" cy="583764"/>
          </a:xfrm>
        </p:grpSpPr>
        <p:sp>
          <p:nvSpPr>
            <p:cNvPr id="11338" name="文本框 12"/>
            <p:cNvSpPr txBox="1">
              <a:spLocks noChangeArrowheads="1"/>
            </p:cNvSpPr>
            <p:nvPr/>
          </p:nvSpPr>
          <p:spPr bwMode="auto">
            <a:xfrm>
              <a:off x="640446" y="111278"/>
              <a:ext cx="32918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项目原理分析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51544" y="82976"/>
              <a:ext cx="723765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03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5" name="组合 4"/>
          <p:cNvGrpSpPr/>
          <p:nvPr/>
        </p:nvGrpSpPr>
        <p:grpSpPr bwMode="auto">
          <a:xfrm>
            <a:off x="146052" y="1195388"/>
            <a:ext cx="2957513" cy="4838700"/>
            <a:chOff x="146663" y="1194708"/>
            <a:chExt cx="2956560" cy="4838700"/>
          </a:xfrm>
        </p:grpSpPr>
        <p:grpSp>
          <p:nvGrpSpPr>
            <p:cNvPr id="11332" name="组合 8"/>
            <p:cNvGrpSpPr/>
            <p:nvPr/>
          </p:nvGrpSpPr>
          <p:grpSpPr bwMode="auto">
            <a:xfrm>
              <a:off x="146663" y="1194708"/>
              <a:ext cx="2956560" cy="4838700"/>
              <a:chOff x="146663" y="1194708"/>
              <a:chExt cx="2956560" cy="4838700"/>
            </a:xfrm>
          </p:grpSpPr>
          <p:grpSp>
            <p:nvGrpSpPr>
              <p:cNvPr id="11334" name="组合 3"/>
              <p:cNvGrpSpPr/>
              <p:nvPr/>
            </p:nvGrpSpPr>
            <p:grpSpPr bwMode="auto">
              <a:xfrm>
                <a:off x="146663" y="1194708"/>
                <a:ext cx="2956560" cy="4838700"/>
                <a:chOff x="304800" y="1466850"/>
                <a:chExt cx="2705100" cy="4838700"/>
              </a:xfrm>
            </p:grpSpPr>
            <p:sp>
              <p:nvSpPr>
                <p:cNvPr id="2" name="矩形 1"/>
                <p:cNvSpPr/>
                <p:nvPr/>
              </p:nvSpPr>
              <p:spPr>
                <a:xfrm>
                  <a:off x="304800" y="1466850"/>
                  <a:ext cx="2705100" cy="704850"/>
                </a:xfrm>
                <a:prstGeom prst="rect">
                  <a:avLst/>
                </a:prstGeom>
                <a:solidFill>
                  <a:srgbClr val="044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18" name="矩形 17"/>
                <p:cNvSpPr/>
                <p:nvPr/>
              </p:nvSpPr>
              <p:spPr>
                <a:xfrm>
                  <a:off x="304800" y="2171700"/>
                  <a:ext cx="2705100" cy="413385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19" name="矩形 18"/>
              <p:cNvSpPr/>
              <p:nvPr/>
            </p:nvSpPr>
            <p:spPr>
              <a:xfrm>
                <a:off x="146663" y="5804808"/>
                <a:ext cx="2956560" cy="228600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11333" name="文本框 2"/>
            <p:cNvSpPr txBox="1">
              <a:spLocks noChangeArrowheads="1"/>
            </p:cNvSpPr>
            <p:nvPr/>
          </p:nvSpPr>
          <p:spPr bwMode="auto">
            <a:xfrm>
              <a:off x="272393" y="1316300"/>
              <a:ext cx="2705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</a:rPr>
                <a:t>Add Your Title Here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23" name="矩形 22"/>
          <p:cNvSpPr/>
          <p:nvPr/>
        </p:nvSpPr>
        <p:spPr>
          <a:xfrm>
            <a:off x="82551" y="2124076"/>
            <a:ext cx="2944813" cy="35548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6" name="组合 5"/>
          <p:cNvGrpSpPr/>
          <p:nvPr/>
        </p:nvGrpSpPr>
        <p:grpSpPr bwMode="auto">
          <a:xfrm>
            <a:off x="3179764" y="1195388"/>
            <a:ext cx="2955925" cy="4838700"/>
            <a:chOff x="3179561" y="1194708"/>
            <a:chExt cx="2956560" cy="4838700"/>
          </a:xfrm>
        </p:grpSpPr>
        <p:grpSp>
          <p:nvGrpSpPr>
            <p:cNvPr id="11326" name="组合 19"/>
            <p:cNvGrpSpPr/>
            <p:nvPr/>
          </p:nvGrpSpPr>
          <p:grpSpPr bwMode="auto">
            <a:xfrm>
              <a:off x="3179561" y="1194708"/>
              <a:ext cx="2956560" cy="4838700"/>
              <a:chOff x="3179561" y="1194708"/>
              <a:chExt cx="2956560" cy="4838700"/>
            </a:xfrm>
          </p:grpSpPr>
          <p:grpSp>
            <p:nvGrpSpPr>
              <p:cNvPr id="11328" name="组合 27"/>
              <p:cNvGrpSpPr/>
              <p:nvPr/>
            </p:nvGrpSpPr>
            <p:grpSpPr bwMode="auto">
              <a:xfrm>
                <a:off x="3179561" y="1194708"/>
                <a:ext cx="2956560" cy="4838700"/>
                <a:chOff x="304800" y="1466850"/>
                <a:chExt cx="2705100" cy="4838700"/>
              </a:xfrm>
            </p:grpSpPr>
            <p:sp>
              <p:nvSpPr>
                <p:cNvPr id="30" name="矩形 29"/>
                <p:cNvSpPr/>
                <p:nvPr/>
              </p:nvSpPr>
              <p:spPr>
                <a:xfrm>
                  <a:off x="304800" y="1466850"/>
                  <a:ext cx="2705100" cy="704850"/>
                </a:xfrm>
                <a:prstGeom prst="rect">
                  <a:avLst/>
                </a:prstGeom>
                <a:solidFill>
                  <a:schemeClr val="bg2">
                    <a:lumMod val="2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>
                  <a:off x="304800" y="2171700"/>
                  <a:ext cx="2705100" cy="413385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29" name="矩形 28"/>
              <p:cNvSpPr/>
              <p:nvPr/>
            </p:nvSpPr>
            <p:spPr>
              <a:xfrm>
                <a:off x="3179561" y="5804808"/>
                <a:ext cx="2956560" cy="228600"/>
              </a:xfrm>
              <a:prstGeom prst="rect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11327" name="文本框 25"/>
            <p:cNvSpPr txBox="1">
              <a:spLocks noChangeArrowheads="1"/>
            </p:cNvSpPr>
            <p:nvPr/>
          </p:nvSpPr>
          <p:spPr bwMode="auto">
            <a:xfrm>
              <a:off x="3305291" y="1316300"/>
              <a:ext cx="2705099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</a:rPr>
                <a:t>Add Your Title Here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3128963" y="2124076"/>
            <a:ext cx="2944812" cy="35548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24" name="组合 23"/>
          <p:cNvGrpSpPr/>
          <p:nvPr/>
        </p:nvGrpSpPr>
        <p:grpSpPr bwMode="auto">
          <a:xfrm>
            <a:off x="6211888" y="1195388"/>
            <a:ext cx="2957512" cy="4838700"/>
            <a:chOff x="6212458" y="1194708"/>
            <a:chExt cx="2956560" cy="4838700"/>
          </a:xfrm>
        </p:grpSpPr>
        <p:grpSp>
          <p:nvGrpSpPr>
            <p:cNvPr id="11320" name="组合 20"/>
            <p:cNvGrpSpPr/>
            <p:nvPr/>
          </p:nvGrpSpPr>
          <p:grpSpPr bwMode="auto">
            <a:xfrm>
              <a:off x="6212458" y="1194708"/>
              <a:ext cx="2956560" cy="4838700"/>
              <a:chOff x="6212458" y="1194708"/>
              <a:chExt cx="2956560" cy="4838700"/>
            </a:xfrm>
          </p:grpSpPr>
          <p:grpSp>
            <p:nvGrpSpPr>
              <p:cNvPr id="11322" name="组合 35"/>
              <p:cNvGrpSpPr/>
              <p:nvPr/>
            </p:nvGrpSpPr>
            <p:grpSpPr bwMode="auto">
              <a:xfrm>
                <a:off x="6212458" y="1194708"/>
                <a:ext cx="2956560" cy="4838700"/>
                <a:chOff x="304800" y="1466850"/>
                <a:chExt cx="2705100" cy="4838700"/>
              </a:xfrm>
            </p:grpSpPr>
            <p:sp>
              <p:nvSpPr>
                <p:cNvPr id="38" name="矩形 37"/>
                <p:cNvSpPr/>
                <p:nvPr/>
              </p:nvSpPr>
              <p:spPr>
                <a:xfrm>
                  <a:off x="304800" y="1466850"/>
                  <a:ext cx="2705100" cy="704850"/>
                </a:xfrm>
                <a:prstGeom prst="rect">
                  <a:avLst/>
                </a:prstGeom>
                <a:solidFill>
                  <a:srgbClr val="044875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  <p:sp>
              <p:nvSpPr>
                <p:cNvPr id="39" name="矩形 38"/>
                <p:cNvSpPr/>
                <p:nvPr/>
              </p:nvSpPr>
              <p:spPr>
                <a:xfrm>
                  <a:off x="304800" y="2171700"/>
                  <a:ext cx="2705100" cy="4133850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/>
                </a:p>
              </p:txBody>
            </p:sp>
          </p:grpSp>
          <p:sp>
            <p:nvSpPr>
              <p:cNvPr id="37" name="矩形 36"/>
              <p:cNvSpPr/>
              <p:nvPr/>
            </p:nvSpPr>
            <p:spPr>
              <a:xfrm>
                <a:off x="6212458" y="5804808"/>
                <a:ext cx="2956560" cy="228600"/>
              </a:xfrm>
              <a:prstGeom prst="rect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</p:grpSp>
        <p:sp>
          <p:nvSpPr>
            <p:cNvPr id="11321" name="文本框 33"/>
            <p:cNvSpPr txBox="1">
              <a:spLocks noChangeArrowheads="1"/>
            </p:cNvSpPr>
            <p:nvPr/>
          </p:nvSpPr>
          <p:spPr bwMode="auto">
            <a:xfrm>
              <a:off x="6338188" y="1316300"/>
              <a:ext cx="27051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>
                  <a:solidFill>
                    <a:schemeClr val="bg1"/>
                  </a:solidFill>
                </a:rPr>
                <a:t>Add Your Title Here</a:t>
              </a:r>
              <a:endParaRPr lang="zh-CN" altLang="en-US" sz="2400">
                <a:solidFill>
                  <a:schemeClr val="bg1"/>
                </a:solidFill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6162676" y="2124076"/>
            <a:ext cx="2944813" cy="3554819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r>
              <a:rPr lang="en-US" altLang="zh-CN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otherwise.</a:t>
            </a: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  <a:p>
            <a:pPr marL="285750" indent="-285750" eaLnBrk="1" fontAlgn="auto" hangingPunct="1">
              <a:lnSpc>
                <a:spcPts val="18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Ø"/>
              <a:defRPr/>
            </a:pPr>
            <a:endParaRPr lang="en-US" altLang="zh-CN" sz="1600" dirty="0">
              <a:solidFill>
                <a:schemeClr val="bg2">
                  <a:lumMod val="25000"/>
                </a:schemeClr>
              </a:solidFill>
              <a:latin typeface="微软雅黑 Light" panose="020B0502040204020203" pitchFamily="34" charset="-122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45" name="组合 44"/>
          <p:cNvGrpSpPr/>
          <p:nvPr/>
        </p:nvGrpSpPr>
        <p:grpSpPr bwMode="auto">
          <a:xfrm>
            <a:off x="9296401" y="1195389"/>
            <a:ext cx="1336675" cy="1533525"/>
            <a:chOff x="9296155" y="1194708"/>
            <a:chExt cx="1336423" cy="1533978"/>
          </a:xfrm>
        </p:grpSpPr>
        <p:sp>
          <p:nvSpPr>
            <p:cNvPr id="7" name="矩形 6"/>
            <p:cNvSpPr/>
            <p:nvPr/>
          </p:nvSpPr>
          <p:spPr>
            <a:xfrm>
              <a:off x="9296155" y="1194708"/>
              <a:ext cx="1336423" cy="1533978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315" name="组合 21"/>
            <p:cNvGrpSpPr/>
            <p:nvPr/>
          </p:nvGrpSpPr>
          <p:grpSpPr bwMode="auto">
            <a:xfrm>
              <a:off x="9562793" y="1568061"/>
              <a:ext cx="803146" cy="966445"/>
              <a:chOff x="9562793" y="1568061"/>
              <a:chExt cx="803146" cy="966445"/>
            </a:xfrm>
          </p:grpSpPr>
          <p:sp>
            <p:nvSpPr>
              <p:cNvPr id="11316" name="Freeform 74"/>
              <p:cNvSpPr>
                <a:spLocks noEditPoints="1"/>
              </p:cNvSpPr>
              <p:nvPr/>
            </p:nvSpPr>
            <p:spPr bwMode="auto">
              <a:xfrm>
                <a:off x="9695239" y="1568061"/>
                <a:ext cx="538255" cy="351936"/>
              </a:xfrm>
              <a:custGeom>
                <a:avLst/>
                <a:gdLst>
                  <a:gd name="T0" fmla="*/ 532084097 w 99"/>
                  <a:gd name="T1" fmla="*/ 1700311104 h 65"/>
                  <a:gd name="T2" fmla="*/ 1566686324 w 99"/>
                  <a:gd name="T3" fmla="*/ 1905522278 h 65"/>
                  <a:gd name="T4" fmla="*/ 2147483646 w 99"/>
                  <a:gd name="T5" fmla="*/ 1670997542 h 65"/>
                  <a:gd name="T6" fmla="*/ 2147483646 w 99"/>
                  <a:gd name="T7" fmla="*/ 674260646 h 65"/>
                  <a:gd name="T8" fmla="*/ 1566686324 w 99"/>
                  <a:gd name="T9" fmla="*/ 820839283 h 65"/>
                  <a:gd name="T10" fmla="*/ 532084097 w 99"/>
                  <a:gd name="T11" fmla="*/ 674260646 h 65"/>
                  <a:gd name="T12" fmla="*/ 532084097 w 99"/>
                  <a:gd name="T13" fmla="*/ 1700311104 h 65"/>
                  <a:gd name="T14" fmla="*/ 2147483646 w 99"/>
                  <a:gd name="T15" fmla="*/ 234524736 h 65"/>
                  <a:gd name="T16" fmla="*/ 2147483646 w 99"/>
                  <a:gd name="T17" fmla="*/ 498368448 h 65"/>
                  <a:gd name="T18" fmla="*/ 1566686324 w 99"/>
                  <a:gd name="T19" fmla="*/ 703579622 h 65"/>
                  <a:gd name="T20" fmla="*/ 206918271 w 99"/>
                  <a:gd name="T21" fmla="*/ 498368448 h 65"/>
                  <a:gd name="T22" fmla="*/ 206918271 w 99"/>
                  <a:gd name="T23" fmla="*/ 996736896 h 65"/>
                  <a:gd name="T24" fmla="*/ 266039330 w 99"/>
                  <a:gd name="T25" fmla="*/ 1084682995 h 65"/>
                  <a:gd name="T26" fmla="*/ 147802648 w 99"/>
                  <a:gd name="T27" fmla="*/ 1201942656 h 65"/>
                  <a:gd name="T28" fmla="*/ 59121059 w 99"/>
                  <a:gd name="T29" fmla="*/ 1084682995 h 65"/>
                  <a:gd name="T30" fmla="*/ 118242119 w 99"/>
                  <a:gd name="T31" fmla="*/ 996736896 h 65"/>
                  <a:gd name="T32" fmla="*/ 118242119 w 99"/>
                  <a:gd name="T33" fmla="*/ 234524736 h 65"/>
                  <a:gd name="T34" fmla="*/ 1566686324 w 99"/>
                  <a:gd name="T35" fmla="*/ 0 h 65"/>
                  <a:gd name="T36" fmla="*/ 2147483646 w 99"/>
                  <a:gd name="T37" fmla="*/ 234524736 h 65"/>
                  <a:gd name="T38" fmla="*/ 236478800 w 99"/>
                  <a:gd name="T39" fmla="*/ 1231261632 h 65"/>
                  <a:gd name="T40" fmla="*/ 88681589 w 99"/>
                  <a:gd name="T41" fmla="*/ 1231261632 h 65"/>
                  <a:gd name="T42" fmla="*/ 0 w 99"/>
                  <a:gd name="T43" fmla="*/ 1700311104 h 65"/>
                  <a:gd name="T44" fmla="*/ 59121059 w 99"/>
                  <a:gd name="T45" fmla="*/ 1700311104 h 65"/>
                  <a:gd name="T46" fmla="*/ 88681589 w 99"/>
                  <a:gd name="T47" fmla="*/ 1641678566 h 65"/>
                  <a:gd name="T48" fmla="*/ 88681589 w 99"/>
                  <a:gd name="T49" fmla="*/ 1700311104 h 65"/>
                  <a:gd name="T50" fmla="*/ 177363178 w 99"/>
                  <a:gd name="T51" fmla="*/ 1729630080 h 65"/>
                  <a:gd name="T52" fmla="*/ 206918271 w 99"/>
                  <a:gd name="T53" fmla="*/ 1670997542 h 65"/>
                  <a:gd name="T54" fmla="*/ 206918271 w 99"/>
                  <a:gd name="T55" fmla="*/ 1729630080 h 65"/>
                  <a:gd name="T56" fmla="*/ 236478800 w 99"/>
                  <a:gd name="T57" fmla="*/ 1729630080 h 65"/>
                  <a:gd name="T58" fmla="*/ 236478800 w 99"/>
                  <a:gd name="T59" fmla="*/ 1495099930 h 65"/>
                  <a:gd name="T60" fmla="*/ 266039330 w 99"/>
                  <a:gd name="T61" fmla="*/ 1700311104 h 65"/>
                  <a:gd name="T62" fmla="*/ 325160389 w 99"/>
                  <a:gd name="T63" fmla="*/ 1700311104 h 65"/>
                  <a:gd name="T64" fmla="*/ 236478800 w 99"/>
                  <a:gd name="T65" fmla="*/ 1231261632 h 65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99" h="65">
                    <a:moveTo>
                      <a:pt x="18" y="58"/>
                    </a:moveTo>
                    <a:cubicBezTo>
                      <a:pt x="30" y="58"/>
                      <a:pt x="42" y="60"/>
                      <a:pt x="53" y="65"/>
                    </a:cubicBezTo>
                    <a:cubicBezTo>
                      <a:pt x="64" y="60"/>
                      <a:pt x="75" y="57"/>
                      <a:pt x="87" y="57"/>
                    </a:cubicBezTo>
                    <a:cubicBezTo>
                      <a:pt x="87" y="23"/>
                      <a:pt x="87" y="23"/>
                      <a:pt x="87" y="23"/>
                    </a:cubicBezTo>
                    <a:cubicBezTo>
                      <a:pt x="53" y="28"/>
                      <a:pt x="53" y="28"/>
                      <a:pt x="53" y="28"/>
                    </a:cubicBezTo>
                    <a:cubicBezTo>
                      <a:pt x="18" y="23"/>
                      <a:pt x="18" y="23"/>
                      <a:pt x="18" y="23"/>
                    </a:cubicBezTo>
                    <a:cubicBezTo>
                      <a:pt x="18" y="58"/>
                      <a:pt x="18" y="58"/>
                      <a:pt x="18" y="58"/>
                    </a:cubicBezTo>
                    <a:close/>
                    <a:moveTo>
                      <a:pt x="99" y="8"/>
                    </a:moveTo>
                    <a:cubicBezTo>
                      <a:pt x="99" y="17"/>
                      <a:pt x="99" y="17"/>
                      <a:pt x="99" y="17"/>
                    </a:cubicBezTo>
                    <a:cubicBezTo>
                      <a:pt x="53" y="24"/>
                      <a:pt x="53" y="24"/>
                      <a:pt x="53" y="24"/>
                    </a:cubicBezTo>
                    <a:cubicBezTo>
                      <a:pt x="7" y="17"/>
                      <a:pt x="7" y="17"/>
                      <a:pt x="7" y="17"/>
                    </a:cubicBezTo>
                    <a:cubicBezTo>
                      <a:pt x="7" y="34"/>
                      <a:pt x="7" y="34"/>
                      <a:pt x="7" y="34"/>
                    </a:cubicBezTo>
                    <a:cubicBezTo>
                      <a:pt x="8" y="35"/>
                      <a:pt x="9" y="36"/>
                      <a:pt x="9" y="37"/>
                    </a:cubicBezTo>
                    <a:cubicBezTo>
                      <a:pt x="9" y="39"/>
                      <a:pt x="7" y="41"/>
                      <a:pt x="5" y="41"/>
                    </a:cubicBezTo>
                    <a:cubicBezTo>
                      <a:pt x="4" y="41"/>
                      <a:pt x="2" y="39"/>
                      <a:pt x="2" y="37"/>
                    </a:cubicBezTo>
                    <a:cubicBezTo>
                      <a:pt x="2" y="36"/>
                      <a:pt x="3" y="35"/>
                      <a:pt x="4" y="34"/>
                    </a:cubicBezTo>
                    <a:cubicBezTo>
                      <a:pt x="4" y="25"/>
                      <a:pt x="4" y="17"/>
                      <a:pt x="4" y="8"/>
                    </a:cubicBezTo>
                    <a:cubicBezTo>
                      <a:pt x="53" y="0"/>
                      <a:pt x="53" y="0"/>
                      <a:pt x="53" y="0"/>
                    </a:cubicBezTo>
                    <a:cubicBezTo>
                      <a:pt x="99" y="8"/>
                      <a:pt x="99" y="8"/>
                      <a:pt x="99" y="8"/>
                    </a:cubicBezTo>
                    <a:close/>
                    <a:moveTo>
                      <a:pt x="8" y="42"/>
                    </a:moveTo>
                    <a:cubicBezTo>
                      <a:pt x="6" y="43"/>
                      <a:pt x="5" y="43"/>
                      <a:pt x="3" y="42"/>
                    </a:cubicBezTo>
                    <a:cubicBezTo>
                      <a:pt x="2" y="47"/>
                      <a:pt x="1" y="52"/>
                      <a:pt x="0" y="58"/>
                    </a:cubicBezTo>
                    <a:cubicBezTo>
                      <a:pt x="1" y="58"/>
                      <a:pt x="2" y="58"/>
                      <a:pt x="2" y="58"/>
                    </a:cubicBezTo>
                    <a:cubicBezTo>
                      <a:pt x="3" y="56"/>
                      <a:pt x="3" y="56"/>
                      <a:pt x="3" y="56"/>
                    </a:cubicBezTo>
                    <a:cubicBezTo>
                      <a:pt x="3" y="58"/>
                      <a:pt x="3" y="58"/>
                      <a:pt x="3" y="58"/>
                    </a:cubicBezTo>
                    <a:cubicBezTo>
                      <a:pt x="4" y="59"/>
                      <a:pt x="5" y="59"/>
                      <a:pt x="6" y="59"/>
                    </a:cubicBezTo>
                    <a:cubicBezTo>
                      <a:pt x="7" y="57"/>
                      <a:pt x="7" y="57"/>
                      <a:pt x="7" y="57"/>
                    </a:cubicBezTo>
                    <a:cubicBezTo>
                      <a:pt x="7" y="59"/>
                      <a:pt x="7" y="59"/>
                      <a:pt x="7" y="59"/>
                    </a:cubicBezTo>
                    <a:cubicBezTo>
                      <a:pt x="7" y="59"/>
                      <a:pt x="8" y="59"/>
                      <a:pt x="8" y="59"/>
                    </a:cubicBezTo>
                    <a:cubicBezTo>
                      <a:pt x="8" y="51"/>
                      <a:pt x="8" y="51"/>
                      <a:pt x="8" y="51"/>
                    </a:cubicBezTo>
                    <a:cubicBezTo>
                      <a:pt x="9" y="58"/>
                      <a:pt x="9" y="58"/>
                      <a:pt x="9" y="58"/>
                    </a:cubicBezTo>
                    <a:cubicBezTo>
                      <a:pt x="10" y="58"/>
                      <a:pt x="10" y="58"/>
                      <a:pt x="11" y="58"/>
                    </a:cubicBezTo>
                    <a:cubicBezTo>
                      <a:pt x="10" y="52"/>
                      <a:pt x="9" y="47"/>
                      <a:pt x="8" y="4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17" name="组合 70"/>
              <p:cNvGrpSpPr/>
              <p:nvPr/>
            </p:nvGrpSpPr>
            <p:grpSpPr bwMode="auto">
              <a:xfrm>
                <a:off x="9562793" y="2088734"/>
                <a:ext cx="803146" cy="445772"/>
                <a:chOff x="9503808" y="2106876"/>
                <a:chExt cx="803146" cy="445772"/>
              </a:xfrm>
            </p:grpSpPr>
            <p:sp>
              <p:nvSpPr>
                <p:cNvPr id="11318" name="文本框 7"/>
                <p:cNvSpPr txBox="1">
                  <a:spLocks noChangeArrowheads="1"/>
                </p:cNvSpPr>
                <p:nvPr/>
              </p:nvSpPr>
              <p:spPr bwMode="auto">
                <a:xfrm>
                  <a:off x="9503808" y="2152420"/>
                  <a:ext cx="803146" cy="400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>
                      <a:solidFill>
                        <a:schemeClr val="bg1"/>
                      </a:solidFill>
                    </a:rPr>
                    <a:t>TITLE</a:t>
                  </a:r>
                  <a:endParaRPr lang="zh-CN" altLang="en-US" sz="200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69" name="直接连接符 68"/>
                <p:cNvCxnSpPr/>
                <p:nvPr/>
              </p:nvCxnSpPr>
              <p:spPr>
                <a:xfrm>
                  <a:off x="9622861" y="2106876"/>
                  <a:ext cx="545997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6" name="组合 45"/>
          <p:cNvGrpSpPr/>
          <p:nvPr/>
        </p:nvGrpSpPr>
        <p:grpSpPr bwMode="auto">
          <a:xfrm>
            <a:off x="10709276" y="1195390"/>
            <a:ext cx="1336675" cy="1533525"/>
            <a:chOff x="10708915" y="1194708"/>
            <a:chExt cx="1336423" cy="1533978"/>
          </a:xfrm>
        </p:grpSpPr>
        <p:sp>
          <p:nvSpPr>
            <p:cNvPr id="48" name="矩形 47"/>
            <p:cNvSpPr/>
            <p:nvPr/>
          </p:nvSpPr>
          <p:spPr>
            <a:xfrm>
              <a:off x="10708915" y="1194708"/>
              <a:ext cx="1336423" cy="1533978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309" name="组合 39"/>
            <p:cNvGrpSpPr/>
            <p:nvPr/>
          </p:nvGrpSpPr>
          <p:grpSpPr bwMode="auto">
            <a:xfrm>
              <a:off x="10975553" y="1504766"/>
              <a:ext cx="803146" cy="1029740"/>
              <a:chOff x="10975553" y="1504766"/>
              <a:chExt cx="803146" cy="1029740"/>
            </a:xfrm>
          </p:grpSpPr>
          <p:sp>
            <p:nvSpPr>
              <p:cNvPr id="11310" name="Freeform 48"/>
              <p:cNvSpPr>
                <a:spLocks noEditPoints="1"/>
              </p:cNvSpPr>
              <p:nvPr/>
            </p:nvSpPr>
            <p:spPr bwMode="auto">
              <a:xfrm>
                <a:off x="11227025" y="1504766"/>
                <a:ext cx="300203" cy="476905"/>
              </a:xfrm>
              <a:custGeom>
                <a:avLst/>
                <a:gdLst>
                  <a:gd name="T0" fmla="*/ 1144342472 w 67"/>
                  <a:gd name="T1" fmla="*/ 202419178 h 106"/>
                  <a:gd name="T2" fmla="*/ 1244722290 w 67"/>
                  <a:gd name="T3" fmla="*/ 1032337357 h 106"/>
                  <a:gd name="T4" fmla="*/ 1023884898 w 67"/>
                  <a:gd name="T5" fmla="*/ 1335968374 h 106"/>
                  <a:gd name="T6" fmla="*/ 1104186960 w 67"/>
                  <a:gd name="T7" fmla="*/ 1315726906 h 106"/>
                  <a:gd name="T8" fmla="*/ 1144342472 w 67"/>
                  <a:gd name="T9" fmla="*/ 1477663148 h 106"/>
                  <a:gd name="T10" fmla="*/ 1124264716 w 67"/>
                  <a:gd name="T11" fmla="*/ 1619353423 h 106"/>
                  <a:gd name="T12" fmla="*/ 1144342472 w 67"/>
                  <a:gd name="T13" fmla="*/ 1740806729 h 106"/>
                  <a:gd name="T14" fmla="*/ 1104186960 w 67"/>
                  <a:gd name="T15" fmla="*/ 1882501504 h 106"/>
                  <a:gd name="T16" fmla="*/ 301143935 w 67"/>
                  <a:gd name="T17" fmla="*/ 1963467375 h 106"/>
                  <a:gd name="T18" fmla="*/ 240915148 w 67"/>
                  <a:gd name="T19" fmla="*/ 1922984439 h 106"/>
                  <a:gd name="T20" fmla="*/ 240915148 w 67"/>
                  <a:gd name="T21" fmla="*/ 1680082326 h 106"/>
                  <a:gd name="T22" fmla="*/ 240915148 w 67"/>
                  <a:gd name="T23" fmla="*/ 1659840858 h 106"/>
                  <a:gd name="T24" fmla="*/ 240915148 w 67"/>
                  <a:gd name="T25" fmla="*/ 1437175713 h 106"/>
                  <a:gd name="T26" fmla="*/ 301143935 w 67"/>
                  <a:gd name="T27" fmla="*/ 1396692777 h 106"/>
                  <a:gd name="T28" fmla="*/ 321217210 w 67"/>
                  <a:gd name="T29" fmla="*/ 1275243970 h 106"/>
                  <a:gd name="T30" fmla="*/ 0 w 67"/>
                  <a:gd name="T31" fmla="*/ 688227904 h 106"/>
                  <a:gd name="T32" fmla="*/ 662512176 w 67"/>
                  <a:gd name="T33" fmla="*/ 0 h 106"/>
                  <a:gd name="T34" fmla="*/ 562132358 w 67"/>
                  <a:gd name="T35" fmla="*/ 829918179 h 106"/>
                  <a:gd name="T36" fmla="*/ 602283389 w 67"/>
                  <a:gd name="T37" fmla="*/ 789435244 h 106"/>
                  <a:gd name="T38" fmla="*/ 662512176 w 67"/>
                  <a:gd name="T39" fmla="*/ 829918179 h 106"/>
                  <a:gd name="T40" fmla="*/ 722740963 w 67"/>
                  <a:gd name="T41" fmla="*/ 789435244 h 106"/>
                  <a:gd name="T42" fmla="*/ 782969750 w 67"/>
                  <a:gd name="T43" fmla="*/ 829918179 h 106"/>
                  <a:gd name="T44" fmla="*/ 863276293 w 67"/>
                  <a:gd name="T45" fmla="*/ 769193776 h 106"/>
                  <a:gd name="T46" fmla="*/ 782969750 w 67"/>
                  <a:gd name="T47" fmla="*/ 1052578825 h 106"/>
                  <a:gd name="T48" fmla="*/ 883349568 w 67"/>
                  <a:gd name="T49" fmla="*/ 1335968374 h 106"/>
                  <a:gd name="T50" fmla="*/ 883349568 w 67"/>
                  <a:gd name="T51" fmla="*/ 1174032132 h 106"/>
                  <a:gd name="T52" fmla="*/ 1124264716 w 67"/>
                  <a:gd name="T53" fmla="*/ 951371486 h 106"/>
                  <a:gd name="T54" fmla="*/ 1043958173 w 67"/>
                  <a:gd name="T55" fmla="*/ 303631016 h 106"/>
                  <a:gd name="T56" fmla="*/ 301143935 w 67"/>
                  <a:gd name="T57" fmla="*/ 303631016 h 106"/>
                  <a:gd name="T58" fmla="*/ 220837392 w 67"/>
                  <a:gd name="T59" fmla="*/ 971612954 h 106"/>
                  <a:gd name="T60" fmla="*/ 461752540 w 67"/>
                  <a:gd name="T61" fmla="*/ 1194273599 h 106"/>
                  <a:gd name="T62" fmla="*/ 461752540 w 67"/>
                  <a:gd name="T63" fmla="*/ 1356209842 h 106"/>
                  <a:gd name="T64" fmla="*/ 582210114 w 67"/>
                  <a:gd name="T65" fmla="*/ 1052578825 h 106"/>
                  <a:gd name="T66" fmla="*/ 501903571 w 67"/>
                  <a:gd name="T67" fmla="*/ 769193776 h 106"/>
                  <a:gd name="T68" fmla="*/ 803047506 w 67"/>
                  <a:gd name="T69" fmla="*/ 870401115 h 106"/>
                  <a:gd name="T70" fmla="*/ 722740963 w 67"/>
                  <a:gd name="T71" fmla="*/ 850159647 h 106"/>
                  <a:gd name="T72" fmla="*/ 602283389 w 67"/>
                  <a:gd name="T73" fmla="*/ 850159647 h 106"/>
                  <a:gd name="T74" fmla="*/ 542054602 w 67"/>
                  <a:gd name="T75" fmla="*/ 850159647 h 106"/>
                  <a:gd name="T76" fmla="*/ 642438901 w 67"/>
                  <a:gd name="T77" fmla="*/ 1032337357 h 106"/>
                  <a:gd name="T78" fmla="*/ 642438901 w 67"/>
                  <a:gd name="T79" fmla="*/ 1356209842 h 106"/>
                  <a:gd name="T80" fmla="*/ 702663207 w 67"/>
                  <a:gd name="T81" fmla="*/ 1032337357 h 106"/>
                  <a:gd name="T82" fmla="*/ 702663207 w 67"/>
                  <a:gd name="T83" fmla="*/ 1012095889 h 106"/>
                  <a:gd name="T84" fmla="*/ 863276293 w 67"/>
                  <a:gd name="T85" fmla="*/ 1943225907 h 106"/>
                  <a:gd name="T86" fmla="*/ 682589932 w 67"/>
                  <a:gd name="T87" fmla="*/ 2145645085 h 106"/>
                  <a:gd name="T88" fmla="*/ 863276293 w 67"/>
                  <a:gd name="T89" fmla="*/ 1943225907 h 106"/>
                  <a:gd name="T90" fmla="*/ 341294966 w 67"/>
                  <a:gd name="T91" fmla="*/ 1781289665 h 106"/>
                  <a:gd name="T92" fmla="*/ 341294966 w 67"/>
                  <a:gd name="T93" fmla="*/ 1821772601 h 106"/>
                  <a:gd name="T94" fmla="*/ 1003807142 w 67"/>
                  <a:gd name="T95" fmla="*/ 1740806729 h 106"/>
                  <a:gd name="T96" fmla="*/ 1003807142 w 67"/>
                  <a:gd name="T97" fmla="*/ 1477663148 h 106"/>
                  <a:gd name="T98" fmla="*/ 341294966 w 67"/>
                  <a:gd name="T99" fmla="*/ 1558629019 h 106"/>
                  <a:gd name="T100" fmla="*/ 1003807142 w 67"/>
                  <a:gd name="T101" fmla="*/ 1497904616 h 106"/>
                  <a:gd name="T102" fmla="*/ 1003807142 w 67"/>
                  <a:gd name="T103" fmla="*/ 1477663148 h 10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0" t="0" r="r" b="b"/>
                <a:pathLst>
                  <a:path w="67" h="106">
                    <a:moveTo>
                      <a:pt x="33" y="0"/>
                    </a:moveTo>
                    <a:cubicBezTo>
                      <a:pt x="43" y="0"/>
                      <a:pt x="51" y="4"/>
                      <a:pt x="57" y="10"/>
                    </a:cubicBezTo>
                    <a:cubicBezTo>
                      <a:pt x="63" y="16"/>
                      <a:pt x="67" y="25"/>
                      <a:pt x="67" y="34"/>
                    </a:cubicBezTo>
                    <a:cubicBezTo>
                      <a:pt x="67" y="40"/>
                      <a:pt x="65" y="46"/>
                      <a:pt x="62" y="51"/>
                    </a:cubicBezTo>
                    <a:cubicBezTo>
                      <a:pt x="59" y="56"/>
                      <a:pt x="56" y="59"/>
                      <a:pt x="51" y="62"/>
                    </a:cubicBezTo>
                    <a:cubicBezTo>
                      <a:pt x="51" y="66"/>
                      <a:pt x="51" y="66"/>
                      <a:pt x="51" y="66"/>
                    </a:cubicBezTo>
                    <a:cubicBezTo>
                      <a:pt x="53" y="66"/>
                      <a:pt x="53" y="66"/>
                      <a:pt x="53" y="66"/>
                    </a:cubicBezTo>
                    <a:cubicBezTo>
                      <a:pt x="55" y="65"/>
                      <a:pt x="55" y="65"/>
                      <a:pt x="55" y="65"/>
                    </a:cubicBezTo>
                    <a:cubicBezTo>
                      <a:pt x="56" y="68"/>
                      <a:pt x="56" y="68"/>
                      <a:pt x="56" y="68"/>
                    </a:cubicBezTo>
                    <a:cubicBezTo>
                      <a:pt x="57" y="70"/>
                      <a:pt x="57" y="72"/>
                      <a:pt x="57" y="73"/>
                    </a:cubicBezTo>
                    <a:cubicBezTo>
                      <a:pt x="57" y="75"/>
                      <a:pt x="57" y="77"/>
                      <a:pt x="56" y="79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56" y="80"/>
                      <a:pt x="56" y="80"/>
                      <a:pt x="56" y="80"/>
                    </a:cubicBezTo>
                    <a:cubicBezTo>
                      <a:pt x="57" y="82"/>
                      <a:pt x="57" y="84"/>
                      <a:pt x="57" y="86"/>
                    </a:cubicBezTo>
                    <a:cubicBezTo>
                      <a:pt x="57" y="88"/>
                      <a:pt x="57" y="90"/>
                      <a:pt x="56" y="92"/>
                    </a:cubicBezTo>
                    <a:cubicBezTo>
                      <a:pt x="55" y="93"/>
                      <a:pt x="55" y="93"/>
                      <a:pt x="55" y="93"/>
                    </a:cubicBezTo>
                    <a:cubicBezTo>
                      <a:pt x="53" y="94"/>
                      <a:pt x="53" y="94"/>
                      <a:pt x="53" y="94"/>
                    </a:cubicBezTo>
                    <a:cubicBezTo>
                      <a:pt x="15" y="97"/>
                      <a:pt x="15" y="97"/>
                      <a:pt x="15" y="97"/>
                    </a:cubicBezTo>
                    <a:cubicBezTo>
                      <a:pt x="13" y="97"/>
                      <a:pt x="13" y="97"/>
                      <a:pt x="13" y="97"/>
                    </a:cubicBezTo>
                    <a:cubicBezTo>
                      <a:pt x="12" y="95"/>
                      <a:pt x="12" y="95"/>
                      <a:pt x="12" y="95"/>
                    </a:cubicBezTo>
                    <a:cubicBezTo>
                      <a:pt x="11" y="93"/>
                      <a:pt x="11" y="91"/>
                      <a:pt x="10" y="90"/>
                    </a:cubicBezTo>
                    <a:cubicBezTo>
                      <a:pt x="10" y="88"/>
                      <a:pt x="11" y="86"/>
                      <a:pt x="12" y="83"/>
                    </a:cubicBezTo>
                    <a:cubicBezTo>
                      <a:pt x="12" y="83"/>
                      <a:pt x="12" y="83"/>
                      <a:pt x="12" y="83"/>
                    </a:cubicBezTo>
                    <a:cubicBezTo>
                      <a:pt x="12" y="82"/>
                      <a:pt x="12" y="82"/>
                      <a:pt x="12" y="82"/>
                    </a:cubicBezTo>
                    <a:cubicBezTo>
                      <a:pt x="11" y="81"/>
                      <a:pt x="11" y="79"/>
                      <a:pt x="10" y="77"/>
                    </a:cubicBezTo>
                    <a:cubicBezTo>
                      <a:pt x="10" y="75"/>
                      <a:pt x="11" y="73"/>
                      <a:pt x="12" y="71"/>
                    </a:cubicBezTo>
                    <a:cubicBezTo>
                      <a:pt x="13" y="69"/>
                      <a:pt x="13" y="69"/>
                      <a:pt x="13" y="69"/>
                    </a:cubicBezTo>
                    <a:cubicBezTo>
                      <a:pt x="15" y="69"/>
                      <a:pt x="15" y="69"/>
                      <a:pt x="15" y="69"/>
                    </a:cubicBezTo>
                    <a:cubicBezTo>
                      <a:pt x="16" y="69"/>
                      <a:pt x="16" y="69"/>
                      <a:pt x="16" y="69"/>
                    </a:cubicBezTo>
                    <a:cubicBezTo>
                      <a:pt x="16" y="63"/>
                      <a:pt x="16" y="63"/>
                      <a:pt x="16" y="63"/>
                    </a:cubicBezTo>
                    <a:cubicBezTo>
                      <a:pt x="11" y="60"/>
                      <a:pt x="7" y="56"/>
                      <a:pt x="5" y="51"/>
                    </a:cubicBezTo>
                    <a:cubicBezTo>
                      <a:pt x="2" y="46"/>
                      <a:pt x="0" y="40"/>
                      <a:pt x="0" y="34"/>
                    </a:cubicBezTo>
                    <a:cubicBezTo>
                      <a:pt x="0" y="25"/>
                      <a:pt x="4" y="16"/>
                      <a:pt x="10" y="10"/>
                    </a:cubicBezTo>
                    <a:cubicBezTo>
                      <a:pt x="16" y="4"/>
                      <a:pt x="24" y="0"/>
                      <a:pt x="33" y="0"/>
                    </a:cubicBezTo>
                    <a:close/>
                    <a:moveTo>
                      <a:pt x="26" y="40"/>
                    </a:moveTo>
                    <a:cubicBezTo>
                      <a:pt x="27" y="41"/>
                      <a:pt x="27" y="41"/>
                      <a:pt x="28" y="41"/>
                    </a:cubicBezTo>
                    <a:cubicBezTo>
                      <a:pt x="28" y="41"/>
                      <a:pt x="29" y="41"/>
                      <a:pt x="30" y="40"/>
                    </a:cubicBezTo>
                    <a:cubicBezTo>
                      <a:pt x="30" y="39"/>
                      <a:pt x="30" y="39"/>
                      <a:pt x="30" y="39"/>
                    </a:cubicBezTo>
                    <a:cubicBezTo>
                      <a:pt x="31" y="40"/>
                      <a:pt x="31" y="40"/>
                      <a:pt x="31" y="40"/>
                    </a:cubicBezTo>
                    <a:cubicBezTo>
                      <a:pt x="32" y="41"/>
                      <a:pt x="32" y="41"/>
                      <a:pt x="33" y="41"/>
                    </a:cubicBezTo>
                    <a:cubicBezTo>
                      <a:pt x="34" y="41"/>
                      <a:pt x="35" y="41"/>
                      <a:pt x="35" y="40"/>
                    </a:cubicBezTo>
                    <a:cubicBezTo>
                      <a:pt x="36" y="39"/>
                      <a:pt x="36" y="39"/>
                      <a:pt x="36" y="39"/>
                    </a:cubicBezTo>
                    <a:cubicBezTo>
                      <a:pt x="36" y="40"/>
                      <a:pt x="36" y="40"/>
                      <a:pt x="36" y="40"/>
                    </a:cubicBezTo>
                    <a:cubicBezTo>
                      <a:pt x="37" y="41"/>
                      <a:pt x="38" y="41"/>
                      <a:pt x="39" y="41"/>
                    </a:cubicBezTo>
                    <a:cubicBezTo>
                      <a:pt x="40" y="41"/>
                      <a:pt x="41" y="41"/>
                      <a:pt x="42" y="40"/>
                    </a:cubicBezTo>
                    <a:cubicBezTo>
                      <a:pt x="43" y="38"/>
                      <a:pt x="43" y="38"/>
                      <a:pt x="43" y="38"/>
                    </a:cubicBezTo>
                    <a:cubicBezTo>
                      <a:pt x="46" y="40"/>
                      <a:pt x="46" y="40"/>
                      <a:pt x="46" y="40"/>
                    </a:cubicBezTo>
                    <a:cubicBezTo>
                      <a:pt x="39" y="52"/>
                      <a:pt x="39" y="52"/>
                      <a:pt x="39" y="52"/>
                    </a:cubicBezTo>
                    <a:cubicBezTo>
                      <a:pt x="39" y="67"/>
                      <a:pt x="39" y="67"/>
                      <a:pt x="39" y="67"/>
                    </a:cubicBezTo>
                    <a:cubicBezTo>
                      <a:pt x="44" y="66"/>
                      <a:pt x="44" y="66"/>
                      <a:pt x="44" y="66"/>
                    </a:cubicBezTo>
                    <a:cubicBezTo>
                      <a:pt x="44" y="60"/>
                      <a:pt x="44" y="60"/>
                      <a:pt x="44" y="60"/>
                    </a:cubicBezTo>
                    <a:cubicBezTo>
                      <a:pt x="44" y="58"/>
                      <a:pt x="44" y="58"/>
                      <a:pt x="44" y="58"/>
                    </a:cubicBezTo>
                    <a:cubicBezTo>
                      <a:pt x="46" y="57"/>
                      <a:pt x="46" y="57"/>
                      <a:pt x="46" y="57"/>
                    </a:cubicBezTo>
                    <a:cubicBezTo>
                      <a:pt x="50" y="55"/>
                      <a:pt x="54" y="52"/>
                      <a:pt x="56" y="47"/>
                    </a:cubicBezTo>
                    <a:cubicBezTo>
                      <a:pt x="59" y="44"/>
                      <a:pt x="60" y="39"/>
                      <a:pt x="60" y="34"/>
                    </a:cubicBezTo>
                    <a:cubicBezTo>
                      <a:pt x="60" y="27"/>
                      <a:pt x="57" y="20"/>
                      <a:pt x="52" y="15"/>
                    </a:cubicBezTo>
                    <a:cubicBezTo>
                      <a:pt x="47" y="10"/>
                      <a:pt x="41" y="7"/>
                      <a:pt x="33" y="7"/>
                    </a:cubicBezTo>
                    <a:cubicBezTo>
                      <a:pt x="26" y="7"/>
                      <a:pt x="19" y="10"/>
                      <a:pt x="15" y="15"/>
                    </a:cubicBezTo>
                    <a:cubicBezTo>
                      <a:pt x="10" y="20"/>
                      <a:pt x="7" y="27"/>
                      <a:pt x="7" y="34"/>
                    </a:cubicBezTo>
                    <a:cubicBezTo>
                      <a:pt x="7" y="39"/>
                      <a:pt x="8" y="44"/>
                      <a:pt x="11" y="48"/>
                    </a:cubicBezTo>
                    <a:cubicBezTo>
                      <a:pt x="13" y="52"/>
                      <a:pt x="17" y="55"/>
                      <a:pt x="21" y="58"/>
                    </a:cubicBezTo>
                    <a:cubicBezTo>
                      <a:pt x="23" y="59"/>
                      <a:pt x="23" y="59"/>
                      <a:pt x="23" y="59"/>
                    </a:cubicBezTo>
                    <a:cubicBezTo>
                      <a:pt x="23" y="61"/>
                      <a:pt x="23" y="61"/>
                      <a:pt x="23" y="61"/>
                    </a:cubicBezTo>
                    <a:cubicBezTo>
                      <a:pt x="23" y="67"/>
                      <a:pt x="23" y="67"/>
                      <a:pt x="23" y="67"/>
                    </a:cubicBezTo>
                    <a:cubicBezTo>
                      <a:pt x="29" y="67"/>
                      <a:pt x="29" y="67"/>
                      <a:pt x="29" y="67"/>
                    </a:cubicBezTo>
                    <a:cubicBezTo>
                      <a:pt x="29" y="52"/>
                      <a:pt x="29" y="52"/>
                      <a:pt x="29" y="52"/>
                    </a:cubicBezTo>
                    <a:cubicBezTo>
                      <a:pt x="22" y="40"/>
                      <a:pt x="22" y="40"/>
                      <a:pt x="22" y="40"/>
                    </a:cubicBezTo>
                    <a:cubicBezTo>
                      <a:pt x="25" y="38"/>
                      <a:pt x="25" y="38"/>
                      <a:pt x="25" y="38"/>
                    </a:cubicBezTo>
                    <a:cubicBezTo>
                      <a:pt x="26" y="40"/>
                      <a:pt x="26" y="40"/>
                      <a:pt x="26" y="40"/>
                    </a:cubicBezTo>
                    <a:close/>
                    <a:moveTo>
                      <a:pt x="40" y="43"/>
                    </a:moveTo>
                    <a:cubicBezTo>
                      <a:pt x="40" y="43"/>
                      <a:pt x="40" y="43"/>
                      <a:pt x="39" y="43"/>
                    </a:cubicBezTo>
                    <a:cubicBezTo>
                      <a:pt x="38" y="43"/>
                      <a:pt x="37" y="43"/>
                      <a:pt x="36" y="42"/>
                    </a:cubicBezTo>
                    <a:cubicBezTo>
                      <a:pt x="35" y="42"/>
                      <a:pt x="34" y="43"/>
                      <a:pt x="33" y="43"/>
                    </a:cubicBezTo>
                    <a:cubicBezTo>
                      <a:pt x="32" y="43"/>
                      <a:pt x="31" y="42"/>
                      <a:pt x="30" y="42"/>
                    </a:cubicBezTo>
                    <a:cubicBezTo>
                      <a:pt x="29" y="42"/>
                      <a:pt x="28" y="43"/>
                      <a:pt x="28" y="43"/>
                    </a:cubicBezTo>
                    <a:cubicBezTo>
                      <a:pt x="27" y="43"/>
                      <a:pt x="27" y="43"/>
                      <a:pt x="27" y="42"/>
                    </a:cubicBezTo>
                    <a:cubicBezTo>
                      <a:pt x="32" y="50"/>
                      <a:pt x="32" y="50"/>
                      <a:pt x="32" y="50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51"/>
                      <a:pt x="32" y="51"/>
                      <a:pt x="32" y="51"/>
                    </a:cubicBezTo>
                    <a:cubicBezTo>
                      <a:pt x="32" y="67"/>
                      <a:pt x="32" y="67"/>
                      <a:pt x="32" y="67"/>
                    </a:cubicBezTo>
                    <a:cubicBezTo>
                      <a:pt x="35" y="67"/>
                      <a:pt x="35" y="67"/>
                      <a:pt x="35" y="67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1"/>
                      <a:pt x="35" y="51"/>
                      <a:pt x="35" y="51"/>
                    </a:cubicBezTo>
                    <a:cubicBezTo>
                      <a:pt x="35" y="50"/>
                      <a:pt x="35" y="50"/>
                      <a:pt x="35" y="50"/>
                    </a:cubicBezTo>
                    <a:cubicBezTo>
                      <a:pt x="40" y="43"/>
                      <a:pt x="40" y="43"/>
                      <a:pt x="40" y="43"/>
                    </a:cubicBezTo>
                    <a:close/>
                    <a:moveTo>
                      <a:pt x="43" y="96"/>
                    </a:moveTo>
                    <a:cubicBezTo>
                      <a:pt x="24" y="98"/>
                      <a:pt x="24" y="98"/>
                      <a:pt x="24" y="98"/>
                    </a:cubicBezTo>
                    <a:cubicBezTo>
                      <a:pt x="25" y="103"/>
                      <a:pt x="29" y="106"/>
                      <a:pt x="34" y="106"/>
                    </a:cubicBezTo>
                    <a:cubicBezTo>
                      <a:pt x="39" y="106"/>
                      <a:pt x="43" y="102"/>
                      <a:pt x="43" y="97"/>
                    </a:cubicBezTo>
                    <a:cubicBezTo>
                      <a:pt x="43" y="97"/>
                      <a:pt x="43" y="97"/>
                      <a:pt x="43" y="96"/>
                    </a:cubicBezTo>
                    <a:close/>
                    <a:moveTo>
                      <a:pt x="50" y="85"/>
                    </a:moveTo>
                    <a:cubicBezTo>
                      <a:pt x="17" y="88"/>
                      <a:pt x="17" y="88"/>
                      <a:pt x="17" y="88"/>
                    </a:cubicBezTo>
                    <a:cubicBezTo>
                      <a:pt x="17" y="89"/>
                      <a:pt x="17" y="89"/>
                      <a:pt x="17" y="89"/>
                    </a:cubicBezTo>
                    <a:cubicBezTo>
                      <a:pt x="17" y="89"/>
                      <a:pt x="17" y="90"/>
                      <a:pt x="17" y="90"/>
                    </a:cubicBezTo>
                    <a:cubicBezTo>
                      <a:pt x="50" y="87"/>
                      <a:pt x="50" y="87"/>
                      <a:pt x="50" y="87"/>
                    </a:cubicBezTo>
                    <a:cubicBezTo>
                      <a:pt x="50" y="87"/>
                      <a:pt x="50" y="86"/>
                      <a:pt x="50" y="86"/>
                    </a:cubicBezTo>
                    <a:cubicBezTo>
                      <a:pt x="50" y="86"/>
                      <a:pt x="50" y="86"/>
                      <a:pt x="50" y="85"/>
                    </a:cubicBezTo>
                    <a:close/>
                    <a:moveTo>
                      <a:pt x="50" y="73"/>
                    </a:moveTo>
                    <a:cubicBezTo>
                      <a:pt x="17" y="76"/>
                      <a:pt x="17" y="76"/>
                      <a:pt x="17" y="76"/>
                    </a:cubicBezTo>
                    <a:cubicBezTo>
                      <a:pt x="17" y="76"/>
                      <a:pt x="17" y="76"/>
                      <a:pt x="17" y="77"/>
                    </a:cubicBezTo>
                    <a:cubicBezTo>
                      <a:pt x="17" y="77"/>
                      <a:pt x="17" y="77"/>
                      <a:pt x="17" y="77"/>
                    </a:cubicBezTo>
                    <a:cubicBezTo>
                      <a:pt x="50" y="74"/>
                      <a:pt x="50" y="74"/>
                      <a:pt x="50" y="74"/>
                    </a:cubicBezTo>
                    <a:cubicBezTo>
                      <a:pt x="50" y="74"/>
                      <a:pt x="50" y="74"/>
                      <a:pt x="50" y="73"/>
                    </a:cubicBezTo>
                    <a:cubicBezTo>
                      <a:pt x="50" y="73"/>
                      <a:pt x="50" y="73"/>
                      <a:pt x="50" y="73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11" name="组合 71"/>
              <p:cNvGrpSpPr/>
              <p:nvPr/>
            </p:nvGrpSpPr>
            <p:grpSpPr bwMode="auto">
              <a:xfrm>
                <a:off x="10975553" y="2088734"/>
                <a:ext cx="803146" cy="445772"/>
                <a:chOff x="9503808" y="2106876"/>
                <a:chExt cx="803146" cy="445772"/>
              </a:xfrm>
            </p:grpSpPr>
            <p:sp>
              <p:nvSpPr>
                <p:cNvPr id="11312" name="文本框 72"/>
                <p:cNvSpPr txBox="1">
                  <a:spLocks noChangeArrowheads="1"/>
                </p:cNvSpPr>
                <p:nvPr/>
              </p:nvSpPr>
              <p:spPr bwMode="auto">
                <a:xfrm>
                  <a:off x="9503808" y="2152420"/>
                  <a:ext cx="803146" cy="40022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>
                      <a:solidFill>
                        <a:schemeClr val="bg1"/>
                      </a:solidFill>
                    </a:rPr>
                    <a:t>TITLE</a:t>
                  </a:r>
                  <a:endParaRPr lang="zh-CN" altLang="en-US" sz="200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74" name="直接连接符 73"/>
                <p:cNvCxnSpPr/>
                <p:nvPr/>
              </p:nvCxnSpPr>
              <p:spPr>
                <a:xfrm>
                  <a:off x="9622861" y="2106876"/>
                  <a:ext cx="545997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7" name="组合 46"/>
          <p:cNvGrpSpPr/>
          <p:nvPr/>
        </p:nvGrpSpPr>
        <p:grpSpPr bwMode="auto">
          <a:xfrm>
            <a:off x="9296401" y="2846390"/>
            <a:ext cx="1336675" cy="1527175"/>
            <a:chOff x="9296155" y="2846424"/>
            <a:chExt cx="1336423" cy="1527514"/>
          </a:xfrm>
        </p:grpSpPr>
        <p:sp>
          <p:nvSpPr>
            <p:cNvPr id="59" name="矩形 58"/>
            <p:cNvSpPr/>
            <p:nvPr/>
          </p:nvSpPr>
          <p:spPr>
            <a:xfrm>
              <a:off x="9296155" y="2846424"/>
              <a:ext cx="1336423" cy="1527514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303" name="组合 40"/>
            <p:cNvGrpSpPr/>
            <p:nvPr/>
          </p:nvGrpSpPr>
          <p:grpSpPr bwMode="auto">
            <a:xfrm>
              <a:off x="9562793" y="3085967"/>
              <a:ext cx="803146" cy="1140797"/>
              <a:chOff x="9562793" y="3085967"/>
              <a:chExt cx="803146" cy="1140797"/>
            </a:xfrm>
          </p:grpSpPr>
          <p:sp>
            <p:nvSpPr>
              <p:cNvPr id="11304" name="Freeform 71"/>
              <p:cNvSpPr>
                <a:spLocks noEditPoints="1"/>
              </p:cNvSpPr>
              <p:nvPr/>
            </p:nvSpPr>
            <p:spPr bwMode="auto">
              <a:xfrm>
                <a:off x="9709040" y="3085967"/>
                <a:ext cx="510652" cy="540555"/>
              </a:xfrm>
              <a:custGeom>
                <a:avLst/>
                <a:gdLst>
                  <a:gd name="T0" fmla="*/ 899483595 w 222"/>
                  <a:gd name="T1" fmla="*/ 153441712 h 235"/>
                  <a:gd name="T2" fmla="*/ 962976961 w 222"/>
                  <a:gd name="T3" fmla="*/ 37038369 h 235"/>
                  <a:gd name="T4" fmla="*/ 798951858 w 222"/>
                  <a:gd name="T5" fmla="*/ 100529429 h 235"/>
                  <a:gd name="T6" fmla="*/ 37038372 w 222"/>
                  <a:gd name="T7" fmla="*/ 841280698 h 235"/>
                  <a:gd name="T8" fmla="*/ 164022803 w 222"/>
                  <a:gd name="T9" fmla="*/ 1179909653 h 235"/>
                  <a:gd name="T10" fmla="*/ 164022803 w 222"/>
                  <a:gd name="T11" fmla="*/ 904774058 h 235"/>
                  <a:gd name="T12" fmla="*/ 576728529 w 222"/>
                  <a:gd name="T13" fmla="*/ 603183472 h 235"/>
                  <a:gd name="T14" fmla="*/ 613764600 w 222"/>
                  <a:gd name="T15" fmla="*/ 492070667 h 235"/>
                  <a:gd name="T16" fmla="*/ 460322875 w 222"/>
                  <a:gd name="T17" fmla="*/ 550271189 h 235"/>
                  <a:gd name="T18" fmla="*/ 402122348 w 222"/>
                  <a:gd name="T19" fmla="*/ 529106735 h 235"/>
                  <a:gd name="T20" fmla="*/ 613764600 w 222"/>
                  <a:gd name="T21" fmla="*/ 439158383 h 235"/>
                  <a:gd name="T22" fmla="*/ 698422421 w 222"/>
                  <a:gd name="T23" fmla="*/ 476196752 h 235"/>
                  <a:gd name="T24" fmla="*/ 698422421 w 222"/>
                  <a:gd name="T25" fmla="*/ 100529429 h 235"/>
                  <a:gd name="T26" fmla="*/ 952393583 w 222"/>
                  <a:gd name="T27" fmla="*/ 0 h 235"/>
                  <a:gd name="T28" fmla="*/ 962976961 w 222"/>
                  <a:gd name="T29" fmla="*/ 0 h 235"/>
                  <a:gd name="T30" fmla="*/ 1174619212 w 222"/>
                  <a:gd name="T31" fmla="*/ 100529429 h 235"/>
                  <a:gd name="T32" fmla="*/ 915357511 w 222"/>
                  <a:gd name="T33" fmla="*/ 989431872 h 235"/>
                  <a:gd name="T34" fmla="*/ 835990229 w 222"/>
                  <a:gd name="T35" fmla="*/ 952393503 h 235"/>
                  <a:gd name="T36" fmla="*/ 560854612 w 222"/>
                  <a:gd name="T37" fmla="*/ 1116416292 h 235"/>
                  <a:gd name="T38" fmla="*/ 476196791 w 222"/>
                  <a:gd name="T39" fmla="*/ 1063506309 h 235"/>
                  <a:gd name="T40" fmla="*/ 201061174 w 222"/>
                  <a:gd name="T41" fmla="*/ 1243403013 h 235"/>
                  <a:gd name="T42" fmla="*/ 10581077 w 222"/>
                  <a:gd name="T43" fmla="*/ 1153454661 h 235"/>
                  <a:gd name="T44" fmla="*/ 0 w 222"/>
                  <a:gd name="T45" fmla="*/ 1126999669 h 235"/>
                  <a:gd name="T46" fmla="*/ 0 w 222"/>
                  <a:gd name="T47" fmla="*/ 777787338 h 235"/>
                  <a:gd name="T48" fmla="*/ 248680623 w 222"/>
                  <a:gd name="T49" fmla="*/ 677257909 h 235"/>
                  <a:gd name="T50" fmla="*/ 264554540 w 222"/>
                  <a:gd name="T51" fmla="*/ 677257909 h 235"/>
                  <a:gd name="T52" fmla="*/ 476196791 w 222"/>
                  <a:gd name="T53" fmla="*/ 777787338 h 235"/>
                  <a:gd name="T54" fmla="*/ 523816241 w 222"/>
                  <a:gd name="T55" fmla="*/ 1052925232 h 235"/>
                  <a:gd name="T56" fmla="*/ 402122348 w 222"/>
                  <a:gd name="T57" fmla="*/ 603183472 h 235"/>
                  <a:gd name="T58" fmla="*/ 359793438 w 222"/>
                  <a:gd name="T59" fmla="*/ 730167893 h 235"/>
                  <a:gd name="T60" fmla="*/ 359793438 w 222"/>
                  <a:gd name="T61" fmla="*/ 539690112 h 235"/>
                  <a:gd name="T62" fmla="*/ 735460792 w 222"/>
                  <a:gd name="T63" fmla="*/ 502651743 h 235"/>
                  <a:gd name="T64" fmla="*/ 835990229 w 222"/>
                  <a:gd name="T65" fmla="*/ 539690112 h 235"/>
                  <a:gd name="T66" fmla="*/ 873028601 w 222"/>
                  <a:gd name="T67" fmla="*/ 925938512 h 235"/>
                  <a:gd name="T68" fmla="*/ 735460792 w 222"/>
                  <a:gd name="T69" fmla="*/ 164022789 h 235"/>
                  <a:gd name="T70" fmla="*/ 735460792 w 222"/>
                  <a:gd name="T71" fmla="*/ 502651743 h 235"/>
                  <a:gd name="T72" fmla="*/ 201061174 w 222"/>
                  <a:gd name="T73" fmla="*/ 841280698 h 235"/>
                  <a:gd name="T74" fmla="*/ 248680623 w 222"/>
                  <a:gd name="T75" fmla="*/ 730167893 h 235"/>
                  <a:gd name="T76" fmla="*/ 100529437 w 222"/>
                  <a:gd name="T77" fmla="*/ 788370715 h 235"/>
                  <a:gd name="T78" fmla="*/ 915357511 w 222"/>
                  <a:gd name="T79" fmla="*/ 190477781 h 235"/>
                  <a:gd name="T80" fmla="*/ 915357511 w 222"/>
                  <a:gd name="T81" fmla="*/ 201061157 h 23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222" h="235">
                    <a:moveTo>
                      <a:pt x="151" y="19"/>
                    </a:moveTo>
                    <a:lnTo>
                      <a:pt x="170" y="29"/>
                    </a:lnTo>
                    <a:lnTo>
                      <a:pt x="203" y="19"/>
                    </a:lnTo>
                    <a:lnTo>
                      <a:pt x="182" y="7"/>
                    </a:lnTo>
                    <a:lnTo>
                      <a:pt x="151" y="19"/>
                    </a:lnTo>
                    <a:close/>
                    <a:moveTo>
                      <a:pt x="31" y="171"/>
                    </a:moveTo>
                    <a:lnTo>
                      <a:pt x="7" y="159"/>
                    </a:lnTo>
                    <a:lnTo>
                      <a:pt x="7" y="211"/>
                    </a:lnTo>
                    <a:lnTo>
                      <a:pt x="31" y="223"/>
                    </a:lnTo>
                    <a:lnTo>
                      <a:pt x="31" y="171"/>
                    </a:lnTo>
                    <a:close/>
                    <a:moveTo>
                      <a:pt x="87" y="104"/>
                    </a:moveTo>
                    <a:lnTo>
                      <a:pt x="109" y="114"/>
                    </a:lnTo>
                    <a:lnTo>
                      <a:pt x="137" y="102"/>
                    </a:lnTo>
                    <a:lnTo>
                      <a:pt x="116" y="93"/>
                    </a:lnTo>
                    <a:lnTo>
                      <a:pt x="87" y="104"/>
                    </a:lnTo>
                    <a:close/>
                    <a:moveTo>
                      <a:pt x="68" y="102"/>
                    </a:moveTo>
                    <a:lnTo>
                      <a:pt x="76" y="100"/>
                    </a:lnTo>
                    <a:lnTo>
                      <a:pt x="116" y="83"/>
                    </a:lnTo>
                    <a:lnTo>
                      <a:pt x="118" y="83"/>
                    </a:lnTo>
                    <a:lnTo>
                      <a:pt x="132" y="90"/>
                    </a:lnTo>
                    <a:lnTo>
                      <a:pt x="132" y="24"/>
                    </a:lnTo>
                    <a:lnTo>
                      <a:pt x="132" y="19"/>
                    </a:lnTo>
                    <a:lnTo>
                      <a:pt x="139" y="14"/>
                    </a:lnTo>
                    <a:lnTo>
                      <a:pt x="180" y="0"/>
                    </a:lnTo>
                    <a:lnTo>
                      <a:pt x="182" y="0"/>
                    </a:lnTo>
                    <a:lnTo>
                      <a:pt x="215" y="14"/>
                    </a:lnTo>
                    <a:lnTo>
                      <a:pt x="222" y="19"/>
                    </a:lnTo>
                    <a:lnTo>
                      <a:pt x="222" y="168"/>
                    </a:lnTo>
                    <a:lnTo>
                      <a:pt x="173" y="187"/>
                    </a:lnTo>
                    <a:lnTo>
                      <a:pt x="168" y="185"/>
                    </a:lnTo>
                    <a:lnTo>
                      <a:pt x="158" y="180"/>
                    </a:lnTo>
                    <a:lnTo>
                      <a:pt x="158" y="192"/>
                    </a:lnTo>
                    <a:lnTo>
                      <a:pt x="106" y="211"/>
                    </a:lnTo>
                    <a:lnTo>
                      <a:pt x="102" y="209"/>
                    </a:lnTo>
                    <a:lnTo>
                      <a:pt x="90" y="201"/>
                    </a:lnTo>
                    <a:lnTo>
                      <a:pt x="90" y="216"/>
                    </a:lnTo>
                    <a:lnTo>
                      <a:pt x="38" y="235"/>
                    </a:lnTo>
                    <a:lnTo>
                      <a:pt x="33" y="232"/>
                    </a:lnTo>
                    <a:lnTo>
                      <a:pt x="2" y="218"/>
                    </a:lnTo>
                    <a:lnTo>
                      <a:pt x="0" y="216"/>
                    </a:lnTo>
                    <a:lnTo>
                      <a:pt x="0" y="213"/>
                    </a:lnTo>
                    <a:lnTo>
                      <a:pt x="0" y="154"/>
                    </a:lnTo>
                    <a:lnTo>
                      <a:pt x="0" y="147"/>
                    </a:lnTo>
                    <a:lnTo>
                      <a:pt x="7" y="145"/>
                    </a:lnTo>
                    <a:lnTo>
                      <a:pt x="47" y="128"/>
                    </a:lnTo>
                    <a:lnTo>
                      <a:pt x="50" y="128"/>
                    </a:lnTo>
                    <a:lnTo>
                      <a:pt x="80" y="145"/>
                    </a:lnTo>
                    <a:lnTo>
                      <a:pt x="90" y="147"/>
                    </a:lnTo>
                    <a:lnTo>
                      <a:pt x="90" y="194"/>
                    </a:lnTo>
                    <a:lnTo>
                      <a:pt x="99" y="199"/>
                    </a:lnTo>
                    <a:lnTo>
                      <a:pt x="99" y="126"/>
                    </a:lnTo>
                    <a:lnTo>
                      <a:pt x="76" y="114"/>
                    </a:lnTo>
                    <a:lnTo>
                      <a:pt x="76" y="142"/>
                    </a:lnTo>
                    <a:lnTo>
                      <a:pt x="68" y="138"/>
                    </a:lnTo>
                    <a:lnTo>
                      <a:pt x="68" y="109"/>
                    </a:lnTo>
                    <a:lnTo>
                      <a:pt x="68" y="102"/>
                    </a:lnTo>
                    <a:close/>
                    <a:moveTo>
                      <a:pt x="139" y="95"/>
                    </a:moveTo>
                    <a:lnTo>
                      <a:pt x="149" y="100"/>
                    </a:lnTo>
                    <a:lnTo>
                      <a:pt x="158" y="102"/>
                    </a:lnTo>
                    <a:lnTo>
                      <a:pt x="158" y="171"/>
                    </a:lnTo>
                    <a:lnTo>
                      <a:pt x="165" y="175"/>
                    </a:lnTo>
                    <a:lnTo>
                      <a:pt x="165" y="43"/>
                    </a:lnTo>
                    <a:lnTo>
                      <a:pt x="139" y="31"/>
                    </a:lnTo>
                    <a:lnTo>
                      <a:pt x="139" y="95"/>
                    </a:lnTo>
                    <a:close/>
                    <a:moveTo>
                      <a:pt x="19" y="149"/>
                    </a:moveTo>
                    <a:lnTo>
                      <a:pt x="38" y="159"/>
                    </a:lnTo>
                    <a:lnTo>
                      <a:pt x="71" y="147"/>
                    </a:lnTo>
                    <a:lnTo>
                      <a:pt x="47" y="138"/>
                    </a:lnTo>
                    <a:lnTo>
                      <a:pt x="19" y="149"/>
                    </a:lnTo>
                    <a:close/>
                    <a:moveTo>
                      <a:pt x="173" y="38"/>
                    </a:moveTo>
                    <a:lnTo>
                      <a:pt x="173" y="36"/>
                    </a:lnTo>
                    <a:lnTo>
                      <a:pt x="173" y="38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05" name="组合 76"/>
              <p:cNvGrpSpPr/>
              <p:nvPr/>
            </p:nvGrpSpPr>
            <p:grpSpPr bwMode="auto">
              <a:xfrm>
                <a:off x="9562793" y="3780081"/>
                <a:ext cx="803146" cy="446683"/>
                <a:chOff x="9503808" y="2105936"/>
                <a:chExt cx="803146" cy="446683"/>
              </a:xfrm>
            </p:grpSpPr>
            <p:sp>
              <p:nvSpPr>
                <p:cNvPr id="11306" name="文本框 80"/>
                <p:cNvSpPr txBox="1">
                  <a:spLocks noChangeArrowheads="1"/>
                </p:cNvSpPr>
                <p:nvPr/>
              </p:nvSpPr>
              <p:spPr bwMode="auto">
                <a:xfrm>
                  <a:off x="9503808" y="2152420"/>
                  <a:ext cx="803146" cy="4001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>
                      <a:solidFill>
                        <a:schemeClr val="bg1"/>
                      </a:solidFill>
                    </a:rPr>
                    <a:t>TITLE</a:t>
                  </a:r>
                  <a:endParaRPr lang="zh-CN" altLang="en-US" sz="200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82" name="直接连接符 81"/>
                <p:cNvCxnSpPr/>
                <p:nvPr/>
              </p:nvCxnSpPr>
              <p:spPr>
                <a:xfrm>
                  <a:off x="9622861" y="2105936"/>
                  <a:ext cx="545997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49" name="组合 48"/>
          <p:cNvGrpSpPr/>
          <p:nvPr/>
        </p:nvGrpSpPr>
        <p:grpSpPr bwMode="auto">
          <a:xfrm>
            <a:off x="10709276" y="2846390"/>
            <a:ext cx="1336675" cy="1527175"/>
            <a:chOff x="10708915" y="2846424"/>
            <a:chExt cx="1336423" cy="1527514"/>
          </a:xfrm>
        </p:grpSpPr>
        <p:sp>
          <p:nvSpPr>
            <p:cNvPr id="60" name="矩形 59"/>
            <p:cNvSpPr/>
            <p:nvPr/>
          </p:nvSpPr>
          <p:spPr>
            <a:xfrm>
              <a:off x="10708915" y="2846424"/>
              <a:ext cx="1336423" cy="1527514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297" name="组合 41"/>
            <p:cNvGrpSpPr/>
            <p:nvPr/>
          </p:nvGrpSpPr>
          <p:grpSpPr bwMode="auto">
            <a:xfrm>
              <a:off x="10975553" y="3186220"/>
              <a:ext cx="803146" cy="1040544"/>
              <a:chOff x="10975553" y="3186220"/>
              <a:chExt cx="803146" cy="1040544"/>
            </a:xfrm>
          </p:grpSpPr>
          <p:sp>
            <p:nvSpPr>
              <p:cNvPr id="11298" name="Freeform 59"/>
              <p:cNvSpPr>
                <a:spLocks noEditPoints="1"/>
              </p:cNvSpPr>
              <p:nvPr/>
            </p:nvSpPr>
            <p:spPr bwMode="auto">
              <a:xfrm>
                <a:off x="11101376" y="3186220"/>
                <a:ext cx="551500" cy="417294"/>
              </a:xfrm>
              <a:custGeom>
                <a:avLst/>
                <a:gdLst>
                  <a:gd name="T0" fmla="*/ 419656721 w 111"/>
                  <a:gd name="T1" fmla="*/ 49359919 h 84"/>
                  <a:gd name="T2" fmla="*/ 715886748 w 111"/>
                  <a:gd name="T3" fmla="*/ 98714870 h 84"/>
                  <a:gd name="T4" fmla="*/ 493711743 w 111"/>
                  <a:gd name="T5" fmla="*/ 1258623285 h 84"/>
                  <a:gd name="T6" fmla="*/ 123426694 w 111"/>
                  <a:gd name="T7" fmla="*/ 1184588375 h 84"/>
                  <a:gd name="T8" fmla="*/ 419656721 w 111"/>
                  <a:gd name="T9" fmla="*/ 49359919 h 84"/>
                  <a:gd name="T10" fmla="*/ 493711743 w 111"/>
                  <a:gd name="T11" fmla="*/ 1678162724 h 84"/>
                  <a:gd name="T12" fmla="*/ 419656721 w 111"/>
                  <a:gd name="T13" fmla="*/ 1875597432 h 84"/>
                  <a:gd name="T14" fmla="*/ 2147483646 w 111"/>
                  <a:gd name="T15" fmla="*/ 1875597432 h 84"/>
                  <a:gd name="T16" fmla="*/ 2147483646 w 111"/>
                  <a:gd name="T17" fmla="*/ 1875597432 h 84"/>
                  <a:gd name="T18" fmla="*/ 2147483646 w 111"/>
                  <a:gd name="T19" fmla="*/ 1776882562 h 84"/>
                  <a:gd name="T20" fmla="*/ 2147483646 w 111"/>
                  <a:gd name="T21" fmla="*/ 666329098 h 84"/>
                  <a:gd name="T22" fmla="*/ 2147483646 w 111"/>
                  <a:gd name="T23" fmla="*/ 641649138 h 84"/>
                  <a:gd name="T24" fmla="*/ 2147483646 w 111"/>
                  <a:gd name="T25" fmla="*/ 592294187 h 84"/>
                  <a:gd name="T26" fmla="*/ 2147483646 w 111"/>
                  <a:gd name="T27" fmla="*/ 271469618 h 84"/>
                  <a:gd name="T28" fmla="*/ 2147483646 w 111"/>
                  <a:gd name="T29" fmla="*/ 246789659 h 84"/>
                  <a:gd name="T30" fmla="*/ 2147483646 w 111"/>
                  <a:gd name="T31" fmla="*/ 246789659 h 84"/>
                  <a:gd name="T32" fmla="*/ 814625122 w 111"/>
                  <a:gd name="T33" fmla="*/ 246789659 h 84"/>
                  <a:gd name="T34" fmla="*/ 814625122 w 111"/>
                  <a:gd name="T35" fmla="*/ 419539439 h 84"/>
                  <a:gd name="T36" fmla="*/ 2147483646 w 111"/>
                  <a:gd name="T37" fmla="*/ 419539439 h 84"/>
                  <a:gd name="T38" fmla="*/ 2147483646 w 111"/>
                  <a:gd name="T39" fmla="*/ 715689017 h 84"/>
                  <a:gd name="T40" fmla="*/ 2147483646 w 111"/>
                  <a:gd name="T41" fmla="*/ 765043968 h 84"/>
                  <a:gd name="T42" fmla="*/ 2147483646 w 111"/>
                  <a:gd name="T43" fmla="*/ 765043968 h 84"/>
                  <a:gd name="T44" fmla="*/ 2147483646 w 111"/>
                  <a:gd name="T45" fmla="*/ 765043968 h 84"/>
                  <a:gd name="T46" fmla="*/ 2147483646 w 111"/>
                  <a:gd name="T47" fmla="*/ 1678162724 h 84"/>
                  <a:gd name="T48" fmla="*/ 493711743 w 111"/>
                  <a:gd name="T49" fmla="*/ 1678162724 h 84"/>
                  <a:gd name="T50" fmla="*/ 2147483646 w 111"/>
                  <a:gd name="T51" fmla="*/ 666329098 h 84"/>
                  <a:gd name="T52" fmla="*/ 2147483646 w 111"/>
                  <a:gd name="T53" fmla="*/ 666329098 h 84"/>
                  <a:gd name="T54" fmla="*/ 2147483646 w 111"/>
                  <a:gd name="T55" fmla="*/ 468899358 h 84"/>
                  <a:gd name="T56" fmla="*/ 2147483646 w 111"/>
                  <a:gd name="T57" fmla="*/ 666329098 h 84"/>
                  <a:gd name="T58" fmla="*/ 839313441 w 111"/>
                  <a:gd name="T59" fmla="*/ 1110548496 h 84"/>
                  <a:gd name="T60" fmla="*/ 1950168590 w 111"/>
                  <a:gd name="T61" fmla="*/ 1110548496 h 84"/>
                  <a:gd name="T62" fmla="*/ 1950168590 w 111"/>
                  <a:gd name="T63" fmla="*/ 1184588375 h 84"/>
                  <a:gd name="T64" fmla="*/ 839313441 w 111"/>
                  <a:gd name="T65" fmla="*/ 1184588375 h 84"/>
                  <a:gd name="T66" fmla="*/ 839313441 w 111"/>
                  <a:gd name="T67" fmla="*/ 1110548496 h 84"/>
                  <a:gd name="T68" fmla="*/ 839313441 w 111"/>
                  <a:gd name="T69" fmla="*/ 839083846 h 84"/>
                  <a:gd name="T70" fmla="*/ 1851425248 w 111"/>
                  <a:gd name="T71" fmla="*/ 839083846 h 84"/>
                  <a:gd name="T72" fmla="*/ 1851425248 w 111"/>
                  <a:gd name="T73" fmla="*/ 913118757 h 84"/>
                  <a:gd name="T74" fmla="*/ 839313441 w 111"/>
                  <a:gd name="T75" fmla="*/ 913118757 h 84"/>
                  <a:gd name="T76" fmla="*/ 839313441 w 111"/>
                  <a:gd name="T77" fmla="*/ 839083846 h 84"/>
                  <a:gd name="T78" fmla="*/ 839313441 w 111"/>
                  <a:gd name="T79" fmla="*/ 567614228 h 84"/>
                  <a:gd name="T80" fmla="*/ 1851425248 w 111"/>
                  <a:gd name="T81" fmla="*/ 567614228 h 84"/>
                  <a:gd name="T82" fmla="*/ 1851425248 w 111"/>
                  <a:gd name="T83" fmla="*/ 641649138 h 84"/>
                  <a:gd name="T84" fmla="*/ 839313441 w 111"/>
                  <a:gd name="T85" fmla="*/ 641649138 h 84"/>
                  <a:gd name="T86" fmla="*/ 839313441 w 111"/>
                  <a:gd name="T87" fmla="*/ 567614228 h 84"/>
                  <a:gd name="T88" fmla="*/ 98743342 w 111"/>
                  <a:gd name="T89" fmla="*/ 1727522643 h 84"/>
                  <a:gd name="T90" fmla="*/ 246858356 w 111"/>
                  <a:gd name="T91" fmla="*/ 1776882562 h 84"/>
                  <a:gd name="T92" fmla="*/ 246858356 w 111"/>
                  <a:gd name="T93" fmla="*/ 1949632343 h 84"/>
                  <a:gd name="T94" fmla="*/ 123426694 w 111"/>
                  <a:gd name="T95" fmla="*/ 2073027172 h 84"/>
                  <a:gd name="T96" fmla="*/ 49371671 w 111"/>
                  <a:gd name="T97" fmla="*/ 2048347212 h 84"/>
                  <a:gd name="T98" fmla="*/ 0 w 111"/>
                  <a:gd name="T99" fmla="*/ 1875597432 h 84"/>
                  <a:gd name="T100" fmla="*/ 98743342 w 111"/>
                  <a:gd name="T101" fmla="*/ 1727522643 h 84"/>
                  <a:gd name="T102" fmla="*/ 98743342 w 111"/>
                  <a:gd name="T103" fmla="*/ 1258623285 h 84"/>
                  <a:gd name="T104" fmla="*/ 49371671 w 111"/>
                  <a:gd name="T105" fmla="*/ 1678162724 h 84"/>
                  <a:gd name="T106" fmla="*/ 320913378 w 111"/>
                  <a:gd name="T107" fmla="*/ 1752202603 h 84"/>
                  <a:gd name="T108" fmla="*/ 444340072 w 111"/>
                  <a:gd name="T109" fmla="*/ 1332658196 h 84"/>
                  <a:gd name="T110" fmla="*/ 98743342 w 111"/>
                  <a:gd name="T111" fmla="*/ 1258623285 h 84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</a:gdLst>
                <a:ahLst/>
                <a:cxnLst>
                  <a:cxn ang="T112">
                    <a:pos x="T0" y="T1"/>
                  </a:cxn>
                  <a:cxn ang="T113">
                    <a:pos x="T2" y="T3"/>
                  </a:cxn>
                  <a:cxn ang="T114">
                    <a:pos x="T4" y="T5"/>
                  </a:cxn>
                  <a:cxn ang="T115">
                    <a:pos x="T6" y="T7"/>
                  </a:cxn>
                  <a:cxn ang="T116">
                    <a:pos x="T8" y="T9"/>
                  </a:cxn>
                  <a:cxn ang="T117">
                    <a:pos x="T10" y="T11"/>
                  </a:cxn>
                  <a:cxn ang="T118">
                    <a:pos x="T12" y="T13"/>
                  </a:cxn>
                  <a:cxn ang="T119">
                    <a:pos x="T14" y="T15"/>
                  </a:cxn>
                  <a:cxn ang="T120">
                    <a:pos x="T16" y="T17"/>
                  </a:cxn>
                  <a:cxn ang="T121">
                    <a:pos x="T18" y="T19"/>
                  </a:cxn>
                  <a:cxn ang="T122">
                    <a:pos x="T20" y="T21"/>
                  </a:cxn>
                  <a:cxn ang="T123">
                    <a:pos x="T22" y="T23"/>
                  </a:cxn>
                  <a:cxn ang="T124">
                    <a:pos x="T24" y="T25"/>
                  </a:cxn>
                  <a:cxn ang="T125">
                    <a:pos x="T26" y="T27"/>
                  </a:cxn>
                  <a:cxn ang="T126">
                    <a:pos x="T28" y="T29"/>
                  </a:cxn>
                  <a:cxn ang="T127">
                    <a:pos x="T30" y="T31"/>
                  </a:cxn>
                  <a:cxn ang="T128">
                    <a:pos x="T32" y="T33"/>
                  </a:cxn>
                  <a:cxn ang="T129">
                    <a:pos x="T34" y="T35"/>
                  </a:cxn>
                  <a:cxn ang="T130">
                    <a:pos x="T36" y="T37"/>
                  </a:cxn>
                  <a:cxn ang="T131">
                    <a:pos x="T38" y="T39"/>
                  </a:cxn>
                  <a:cxn ang="T132">
                    <a:pos x="T40" y="T41"/>
                  </a:cxn>
                  <a:cxn ang="T133">
                    <a:pos x="T42" y="T43"/>
                  </a:cxn>
                  <a:cxn ang="T134">
                    <a:pos x="T44" y="T45"/>
                  </a:cxn>
                  <a:cxn ang="T135">
                    <a:pos x="T46" y="T47"/>
                  </a:cxn>
                  <a:cxn ang="T136">
                    <a:pos x="T48" y="T49"/>
                  </a:cxn>
                  <a:cxn ang="T137">
                    <a:pos x="T50" y="T51"/>
                  </a:cxn>
                  <a:cxn ang="T138">
                    <a:pos x="T52" y="T53"/>
                  </a:cxn>
                  <a:cxn ang="T139">
                    <a:pos x="T54" y="T55"/>
                  </a:cxn>
                  <a:cxn ang="T140">
                    <a:pos x="T56" y="T57"/>
                  </a:cxn>
                  <a:cxn ang="T141">
                    <a:pos x="T58" y="T59"/>
                  </a:cxn>
                  <a:cxn ang="T142">
                    <a:pos x="T60" y="T61"/>
                  </a:cxn>
                  <a:cxn ang="T143">
                    <a:pos x="T62" y="T63"/>
                  </a:cxn>
                  <a:cxn ang="T144">
                    <a:pos x="T64" y="T65"/>
                  </a:cxn>
                  <a:cxn ang="T145">
                    <a:pos x="T66" y="T67"/>
                  </a:cxn>
                  <a:cxn ang="T146">
                    <a:pos x="T68" y="T69"/>
                  </a:cxn>
                  <a:cxn ang="T147">
                    <a:pos x="T70" y="T71"/>
                  </a:cxn>
                  <a:cxn ang="T148">
                    <a:pos x="T72" y="T73"/>
                  </a:cxn>
                  <a:cxn ang="T149">
                    <a:pos x="T74" y="T75"/>
                  </a:cxn>
                  <a:cxn ang="T150">
                    <a:pos x="T76" y="T77"/>
                  </a:cxn>
                  <a:cxn ang="T151">
                    <a:pos x="T78" y="T79"/>
                  </a:cxn>
                  <a:cxn ang="T152">
                    <a:pos x="T80" y="T81"/>
                  </a:cxn>
                  <a:cxn ang="T153">
                    <a:pos x="T82" y="T83"/>
                  </a:cxn>
                  <a:cxn ang="T154">
                    <a:pos x="T84" y="T85"/>
                  </a:cxn>
                  <a:cxn ang="T155">
                    <a:pos x="T86" y="T87"/>
                  </a:cxn>
                  <a:cxn ang="T156">
                    <a:pos x="T88" y="T89"/>
                  </a:cxn>
                  <a:cxn ang="T157">
                    <a:pos x="T90" y="T91"/>
                  </a:cxn>
                  <a:cxn ang="T158">
                    <a:pos x="T92" y="T93"/>
                  </a:cxn>
                  <a:cxn ang="T159">
                    <a:pos x="T94" y="T95"/>
                  </a:cxn>
                  <a:cxn ang="T160">
                    <a:pos x="T96" y="T97"/>
                  </a:cxn>
                  <a:cxn ang="T161">
                    <a:pos x="T98" y="T99"/>
                  </a:cxn>
                  <a:cxn ang="T162">
                    <a:pos x="T100" y="T101"/>
                  </a:cxn>
                  <a:cxn ang="T163">
                    <a:pos x="T102" y="T103"/>
                  </a:cxn>
                  <a:cxn ang="T164">
                    <a:pos x="T104" y="T105"/>
                  </a:cxn>
                  <a:cxn ang="T165">
                    <a:pos x="T106" y="T107"/>
                  </a:cxn>
                  <a:cxn ang="T166">
                    <a:pos x="T108" y="T109"/>
                  </a:cxn>
                  <a:cxn ang="T167">
                    <a:pos x="T110" y="T111"/>
                  </a:cxn>
                </a:cxnLst>
                <a:rect l="0" t="0" r="r" b="b"/>
                <a:pathLst>
                  <a:path w="111" h="84">
                    <a:moveTo>
                      <a:pt x="17" y="2"/>
                    </a:moveTo>
                    <a:cubicBezTo>
                      <a:pt x="22" y="0"/>
                      <a:pt x="26" y="1"/>
                      <a:pt x="29" y="4"/>
                    </a:cubicBezTo>
                    <a:cubicBezTo>
                      <a:pt x="27" y="21"/>
                      <a:pt x="24" y="37"/>
                      <a:pt x="20" y="51"/>
                    </a:cubicBezTo>
                    <a:cubicBezTo>
                      <a:pt x="15" y="50"/>
                      <a:pt x="10" y="49"/>
                      <a:pt x="5" y="48"/>
                    </a:cubicBezTo>
                    <a:cubicBezTo>
                      <a:pt x="6" y="31"/>
                      <a:pt x="11" y="15"/>
                      <a:pt x="17" y="2"/>
                    </a:cubicBezTo>
                    <a:close/>
                    <a:moveTo>
                      <a:pt x="20" y="68"/>
                    </a:moveTo>
                    <a:cubicBezTo>
                      <a:pt x="17" y="76"/>
                      <a:pt x="17" y="76"/>
                      <a:pt x="17" y="76"/>
                    </a:cubicBezTo>
                    <a:cubicBezTo>
                      <a:pt x="74" y="76"/>
                      <a:pt x="80" y="76"/>
                      <a:pt x="107" y="76"/>
                    </a:cubicBezTo>
                    <a:cubicBezTo>
                      <a:pt x="111" y="76"/>
                      <a:pt x="111" y="76"/>
                      <a:pt x="111" y="76"/>
                    </a:cubicBezTo>
                    <a:cubicBezTo>
                      <a:pt x="111" y="72"/>
                      <a:pt x="111" y="72"/>
                      <a:pt x="111" y="72"/>
                    </a:cubicBezTo>
                    <a:cubicBezTo>
                      <a:pt x="111" y="27"/>
                      <a:pt x="111" y="27"/>
                      <a:pt x="111" y="27"/>
                    </a:cubicBezTo>
                    <a:cubicBezTo>
                      <a:pt x="111" y="26"/>
                      <a:pt x="111" y="26"/>
                      <a:pt x="111" y="26"/>
                    </a:cubicBezTo>
                    <a:cubicBezTo>
                      <a:pt x="110" y="24"/>
                      <a:pt x="110" y="24"/>
                      <a:pt x="110" y="24"/>
                    </a:cubicBezTo>
                    <a:cubicBezTo>
                      <a:pt x="96" y="11"/>
                      <a:pt x="96" y="11"/>
                      <a:pt x="96" y="11"/>
                    </a:cubicBezTo>
                    <a:cubicBezTo>
                      <a:pt x="95" y="10"/>
                      <a:pt x="95" y="10"/>
                      <a:pt x="95" y="10"/>
                    </a:cubicBezTo>
                    <a:cubicBezTo>
                      <a:pt x="93" y="10"/>
                      <a:pt x="93" y="10"/>
                      <a:pt x="93" y="10"/>
                    </a:cubicBezTo>
                    <a:cubicBezTo>
                      <a:pt x="33" y="10"/>
                      <a:pt x="33" y="10"/>
                      <a:pt x="33" y="10"/>
                    </a:cubicBezTo>
                    <a:cubicBezTo>
                      <a:pt x="33" y="12"/>
                      <a:pt x="33" y="15"/>
                      <a:pt x="33" y="17"/>
                    </a:cubicBezTo>
                    <a:cubicBezTo>
                      <a:pt x="89" y="17"/>
                      <a:pt x="89" y="17"/>
                      <a:pt x="89" y="17"/>
                    </a:cubicBezTo>
                    <a:cubicBezTo>
                      <a:pt x="88" y="29"/>
                      <a:pt x="88" y="29"/>
                      <a:pt x="88" y="29"/>
                    </a:cubicBezTo>
                    <a:cubicBezTo>
                      <a:pt x="88" y="31"/>
                      <a:pt x="88" y="31"/>
                      <a:pt x="88" y="31"/>
                    </a:cubicBezTo>
                    <a:cubicBezTo>
                      <a:pt x="90" y="31"/>
                      <a:pt x="90" y="31"/>
                      <a:pt x="90" y="31"/>
                    </a:cubicBezTo>
                    <a:cubicBezTo>
                      <a:pt x="104" y="31"/>
                      <a:pt x="104" y="31"/>
                      <a:pt x="104" y="31"/>
                    </a:cubicBezTo>
                    <a:cubicBezTo>
                      <a:pt x="104" y="68"/>
                      <a:pt x="104" y="68"/>
                      <a:pt x="104" y="68"/>
                    </a:cubicBezTo>
                    <a:cubicBezTo>
                      <a:pt x="84" y="68"/>
                      <a:pt x="61" y="68"/>
                      <a:pt x="20" y="68"/>
                    </a:cubicBezTo>
                    <a:close/>
                    <a:moveTo>
                      <a:pt x="102" y="27"/>
                    </a:moveTo>
                    <a:cubicBezTo>
                      <a:pt x="92" y="27"/>
                      <a:pt x="92" y="27"/>
                      <a:pt x="92" y="27"/>
                    </a:cubicBezTo>
                    <a:cubicBezTo>
                      <a:pt x="93" y="19"/>
                      <a:pt x="93" y="19"/>
                      <a:pt x="93" y="19"/>
                    </a:cubicBezTo>
                    <a:cubicBezTo>
                      <a:pt x="102" y="27"/>
                      <a:pt x="102" y="27"/>
                      <a:pt x="102" y="27"/>
                    </a:cubicBezTo>
                    <a:close/>
                    <a:moveTo>
                      <a:pt x="34" y="45"/>
                    </a:moveTo>
                    <a:cubicBezTo>
                      <a:pt x="79" y="45"/>
                      <a:pt x="79" y="45"/>
                      <a:pt x="79" y="45"/>
                    </a:cubicBezTo>
                    <a:cubicBezTo>
                      <a:pt x="79" y="48"/>
                      <a:pt x="79" y="48"/>
                      <a:pt x="79" y="48"/>
                    </a:cubicBezTo>
                    <a:cubicBezTo>
                      <a:pt x="34" y="48"/>
                      <a:pt x="34" y="48"/>
                      <a:pt x="34" y="48"/>
                    </a:cubicBezTo>
                    <a:cubicBezTo>
                      <a:pt x="34" y="45"/>
                      <a:pt x="34" y="45"/>
                      <a:pt x="34" y="45"/>
                    </a:cubicBezTo>
                    <a:close/>
                    <a:moveTo>
                      <a:pt x="34" y="34"/>
                    </a:moveTo>
                    <a:cubicBezTo>
                      <a:pt x="75" y="34"/>
                      <a:pt x="75" y="34"/>
                      <a:pt x="75" y="34"/>
                    </a:cubicBezTo>
                    <a:cubicBezTo>
                      <a:pt x="75" y="37"/>
                      <a:pt x="75" y="37"/>
                      <a:pt x="75" y="37"/>
                    </a:cubicBezTo>
                    <a:cubicBezTo>
                      <a:pt x="34" y="37"/>
                      <a:pt x="34" y="37"/>
                      <a:pt x="34" y="37"/>
                    </a:cubicBezTo>
                    <a:cubicBezTo>
                      <a:pt x="34" y="34"/>
                      <a:pt x="34" y="34"/>
                      <a:pt x="34" y="34"/>
                    </a:cubicBezTo>
                    <a:close/>
                    <a:moveTo>
                      <a:pt x="34" y="23"/>
                    </a:moveTo>
                    <a:cubicBezTo>
                      <a:pt x="75" y="23"/>
                      <a:pt x="75" y="23"/>
                      <a:pt x="75" y="23"/>
                    </a:cubicBezTo>
                    <a:cubicBezTo>
                      <a:pt x="75" y="26"/>
                      <a:pt x="75" y="26"/>
                      <a:pt x="75" y="26"/>
                    </a:cubicBezTo>
                    <a:cubicBezTo>
                      <a:pt x="34" y="26"/>
                      <a:pt x="34" y="26"/>
                      <a:pt x="34" y="26"/>
                    </a:cubicBezTo>
                    <a:cubicBezTo>
                      <a:pt x="34" y="23"/>
                      <a:pt x="34" y="23"/>
                      <a:pt x="34" y="23"/>
                    </a:cubicBezTo>
                    <a:close/>
                    <a:moveTo>
                      <a:pt x="4" y="70"/>
                    </a:moveTo>
                    <a:cubicBezTo>
                      <a:pt x="10" y="72"/>
                      <a:pt x="10" y="72"/>
                      <a:pt x="10" y="72"/>
                    </a:cubicBezTo>
                    <a:cubicBezTo>
                      <a:pt x="10" y="79"/>
                      <a:pt x="10" y="79"/>
                      <a:pt x="10" y="79"/>
                    </a:cubicBezTo>
                    <a:cubicBezTo>
                      <a:pt x="5" y="84"/>
                      <a:pt x="5" y="84"/>
                      <a:pt x="5" y="84"/>
                    </a:cubicBezTo>
                    <a:cubicBezTo>
                      <a:pt x="4" y="84"/>
                      <a:pt x="3" y="83"/>
                      <a:pt x="2" y="83"/>
                    </a:cubicBezTo>
                    <a:cubicBezTo>
                      <a:pt x="0" y="76"/>
                      <a:pt x="0" y="76"/>
                      <a:pt x="0" y="76"/>
                    </a:cubicBezTo>
                    <a:cubicBezTo>
                      <a:pt x="4" y="70"/>
                      <a:pt x="4" y="70"/>
                      <a:pt x="4" y="70"/>
                    </a:cubicBezTo>
                    <a:close/>
                    <a:moveTo>
                      <a:pt x="4" y="51"/>
                    </a:moveTo>
                    <a:cubicBezTo>
                      <a:pt x="4" y="57"/>
                      <a:pt x="3" y="63"/>
                      <a:pt x="2" y="68"/>
                    </a:cubicBezTo>
                    <a:cubicBezTo>
                      <a:pt x="6" y="69"/>
                      <a:pt x="9" y="70"/>
                      <a:pt x="13" y="71"/>
                    </a:cubicBezTo>
                    <a:cubicBezTo>
                      <a:pt x="14" y="65"/>
                      <a:pt x="16" y="60"/>
                      <a:pt x="18" y="54"/>
                    </a:cubicBezTo>
                    <a:cubicBezTo>
                      <a:pt x="14" y="53"/>
                      <a:pt x="9" y="52"/>
                      <a:pt x="4" y="5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99" name="组合 77"/>
              <p:cNvGrpSpPr/>
              <p:nvPr/>
            </p:nvGrpSpPr>
            <p:grpSpPr bwMode="auto">
              <a:xfrm>
                <a:off x="10975553" y="3780081"/>
                <a:ext cx="803146" cy="446683"/>
                <a:chOff x="9503808" y="2105936"/>
                <a:chExt cx="803146" cy="446683"/>
              </a:xfrm>
            </p:grpSpPr>
            <p:sp>
              <p:nvSpPr>
                <p:cNvPr id="11300" name="文本框 78"/>
                <p:cNvSpPr txBox="1">
                  <a:spLocks noChangeArrowheads="1"/>
                </p:cNvSpPr>
                <p:nvPr/>
              </p:nvSpPr>
              <p:spPr bwMode="auto">
                <a:xfrm>
                  <a:off x="9503808" y="2152420"/>
                  <a:ext cx="803146" cy="400199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>
                      <a:solidFill>
                        <a:schemeClr val="bg1"/>
                      </a:solidFill>
                    </a:rPr>
                    <a:t>TITLE</a:t>
                  </a:r>
                  <a:endParaRPr lang="zh-CN" altLang="en-US" sz="200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80" name="直接连接符 79"/>
                <p:cNvCxnSpPr/>
                <p:nvPr/>
              </p:nvCxnSpPr>
              <p:spPr>
                <a:xfrm>
                  <a:off x="9622861" y="2105936"/>
                  <a:ext cx="545997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0" name="组合 49"/>
          <p:cNvGrpSpPr/>
          <p:nvPr/>
        </p:nvGrpSpPr>
        <p:grpSpPr bwMode="auto">
          <a:xfrm>
            <a:off x="9296401" y="4491039"/>
            <a:ext cx="1336675" cy="1543050"/>
            <a:chOff x="9296155" y="4491676"/>
            <a:chExt cx="1336423" cy="1541732"/>
          </a:xfrm>
        </p:grpSpPr>
        <p:sp>
          <p:nvSpPr>
            <p:cNvPr id="61" name="矩形 60"/>
            <p:cNvSpPr/>
            <p:nvPr/>
          </p:nvSpPr>
          <p:spPr>
            <a:xfrm>
              <a:off x="9296155" y="4491676"/>
              <a:ext cx="1336423" cy="154173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291" name="组合 42"/>
            <p:cNvGrpSpPr/>
            <p:nvPr/>
          </p:nvGrpSpPr>
          <p:grpSpPr bwMode="auto">
            <a:xfrm>
              <a:off x="9562793" y="4734711"/>
              <a:ext cx="803146" cy="1155879"/>
              <a:chOff x="9562793" y="4734711"/>
              <a:chExt cx="803146" cy="1155879"/>
            </a:xfrm>
          </p:grpSpPr>
          <p:sp>
            <p:nvSpPr>
              <p:cNvPr id="11292" name="Freeform 283"/>
              <p:cNvSpPr>
                <a:spLocks noEditPoints="1"/>
              </p:cNvSpPr>
              <p:nvPr/>
            </p:nvSpPr>
            <p:spPr bwMode="auto">
              <a:xfrm>
                <a:off x="9743708" y="4734711"/>
                <a:ext cx="441316" cy="559000"/>
              </a:xfrm>
              <a:custGeom>
                <a:avLst/>
                <a:gdLst>
                  <a:gd name="T0" fmla="*/ 884782835 w 95"/>
                  <a:gd name="T1" fmla="*/ 0 h 120"/>
                  <a:gd name="T2" fmla="*/ 625823251 w 95"/>
                  <a:gd name="T3" fmla="*/ 151898933 h 120"/>
                  <a:gd name="T4" fmla="*/ 625823251 w 95"/>
                  <a:gd name="T5" fmla="*/ 151898933 h 120"/>
                  <a:gd name="T6" fmla="*/ 302120288 w 95"/>
                  <a:gd name="T7" fmla="*/ 21698517 h 120"/>
                  <a:gd name="T8" fmla="*/ 64738734 w 95"/>
                  <a:gd name="T9" fmla="*/ 173602108 h 120"/>
                  <a:gd name="T10" fmla="*/ 0 w 95"/>
                  <a:gd name="T11" fmla="*/ 455701458 h 120"/>
                  <a:gd name="T12" fmla="*/ 64738734 w 95"/>
                  <a:gd name="T13" fmla="*/ 737800808 h 120"/>
                  <a:gd name="T14" fmla="*/ 302120288 w 95"/>
                  <a:gd name="T15" fmla="*/ 868001225 h 120"/>
                  <a:gd name="T16" fmla="*/ 668979311 w 95"/>
                  <a:gd name="T17" fmla="*/ 802901017 h 120"/>
                  <a:gd name="T18" fmla="*/ 884782835 w 95"/>
                  <a:gd name="T19" fmla="*/ 889704400 h 120"/>
                  <a:gd name="T20" fmla="*/ 927943540 w 95"/>
                  <a:gd name="T21" fmla="*/ 889704400 h 120"/>
                  <a:gd name="T22" fmla="*/ 1230063828 w 95"/>
                  <a:gd name="T23" fmla="*/ 1215205442 h 120"/>
                  <a:gd name="T24" fmla="*/ 1467440736 w 95"/>
                  <a:gd name="T25" fmla="*/ 1258602475 h 120"/>
                  <a:gd name="T26" fmla="*/ 1424280031 w 95"/>
                  <a:gd name="T27" fmla="*/ 1692605417 h 120"/>
                  <a:gd name="T28" fmla="*/ 1402702002 w 95"/>
                  <a:gd name="T29" fmla="*/ 2147483646 h 120"/>
                  <a:gd name="T30" fmla="*/ 1618500880 w 95"/>
                  <a:gd name="T31" fmla="*/ 2147483646 h 120"/>
                  <a:gd name="T32" fmla="*/ 1661661585 w 95"/>
                  <a:gd name="T33" fmla="*/ 1822805833 h 120"/>
                  <a:gd name="T34" fmla="*/ 1769561024 w 95"/>
                  <a:gd name="T35" fmla="*/ 1822805833 h 120"/>
                  <a:gd name="T36" fmla="*/ 1812721729 w 95"/>
                  <a:gd name="T37" fmla="*/ 2147483646 h 120"/>
                  <a:gd name="T38" fmla="*/ 2050103283 w 95"/>
                  <a:gd name="T39" fmla="*/ 2147483646 h 120"/>
                  <a:gd name="T40" fmla="*/ 1985364548 w 95"/>
                  <a:gd name="T41" fmla="*/ 1692605417 h 120"/>
                  <a:gd name="T42" fmla="*/ 2028525253 w 95"/>
                  <a:gd name="T43" fmla="*/ 889704400 h 120"/>
                  <a:gd name="T44" fmla="*/ 1596922850 w 95"/>
                  <a:gd name="T45" fmla="*/ 889704400 h 120"/>
                  <a:gd name="T46" fmla="*/ 1510601441 w 95"/>
                  <a:gd name="T47" fmla="*/ 759503983 h 120"/>
                  <a:gd name="T48" fmla="*/ 1532184116 w 95"/>
                  <a:gd name="T49" fmla="*/ 759503983 h 120"/>
                  <a:gd name="T50" fmla="*/ 1704822290 w 95"/>
                  <a:gd name="T51" fmla="*/ 824604192 h 120"/>
                  <a:gd name="T52" fmla="*/ 1963781873 w 95"/>
                  <a:gd name="T53" fmla="*/ 564203358 h 120"/>
                  <a:gd name="T54" fmla="*/ 1704822290 w 95"/>
                  <a:gd name="T55" fmla="*/ 303802525 h 120"/>
                  <a:gd name="T56" fmla="*/ 1532184116 w 95"/>
                  <a:gd name="T57" fmla="*/ 390601250 h 120"/>
                  <a:gd name="T58" fmla="*/ 1035842979 w 95"/>
                  <a:gd name="T59" fmla="*/ 43401692 h 120"/>
                  <a:gd name="T60" fmla="*/ 884782835 w 95"/>
                  <a:gd name="T61" fmla="*/ 0 h 120"/>
                  <a:gd name="T62" fmla="*/ 1402702002 w 95"/>
                  <a:gd name="T63" fmla="*/ 933101433 h 120"/>
                  <a:gd name="T64" fmla="*/ 1251641857 w 95"/>
                  <a:gd name="T65" fmla="*/ 998201642 h 120"/>
                  <a:gd name="T66" fmla="*/ 1100581713 w 95"/>
                  <a:gd name="T67" fmla="*/ 846302708 h 120"/>
                  <a:gd name="T68" fmla="*/ 1337963267 w 95"/>
                  <a:gd name="T69" fmla="*/ 802901017 h 120"/>
                  <a:gd name="T70" fmla="*/ 1402702002 w 95"/>
                  <a:gd name="T71" fmla="*/ 933101433 h 120"/>
                  <a:gd name="T72" fmla="*/ 215798879 w 95"/>
                  <a:gd name="T73" fmla="*/ 260400833 h 120"/>
                  <a:gd name="T74" fmla="*/ 302120288 w 95"/>
                  <a:gd name="T75" fmla="*/ 195300625 h 120"/>
                  <a:gd name="T76" fmla="*/ 388441698 w 95"/>
                  <a:gd name="T77" fmla="*/ 260400833 h 120"/>
                  <a:gd name="T78" fmla="*/ 453180432 w 95"/>
                  <a:gd name="T79" fmla="*/ 455701458 h 120"/>
                  <a:gd name="T80" fmla="*/ 388441698 w 95"/>
                  <a:gd name="T81" fmla="*/ 651002083 h 120"/>
                  <a:gd name="T82" fmla="*/ 302120288 w 95"/>
                  <a:gd name="T83" fmla="*/ 694403775 h 120"/>
                  <a:gd name="T84" fmla="*/ 215798879 w 95"/>
                  <a:gd name="T85" fmla="*/ 651002083 h 120"/>
                  <a:gd name="T86" fmla="*/ 151060144 w 95"/>
                  <a:gd name="T87" fmla="*/ 455701458 h 120"/>
                  <a:gd name="T88" fmla="*/ 215798879 w 95"/>
                  <a:gd name="T89" fmla="*/ 260400833 h 120"/>
                  <a:gd name="T90" fmla="*/ 755300720 w 95"/>
                  <a:gd name="T91" fmla="*/ 238702317 h 120"/>
                  <a:gd name="T92" fmla="*/ 884782835 w 95"/>
                  <a:gd name="T93" fmla="*/ 173602108 h 120"/>
                  <a:gd name="T94" fmla="*/ 1014260304 w 95"/>
                  <a:gd name="T95" fmla="*/ 238702317 h 120"/>
                  <a:gd name="T96" fmla="*/ 1079003684 w 95"/>
                  <a:gd name="T97" fmla="*/ 455701458 h 120"/>
                  <a:gd name="T98" fmla="*/ 1014260304 w 95"/>
                  <a:gd name="T99" fmla="*/ 651002083 h 120"/>
                  <a:gd name="T100" fmla="*/ 884782835 w 95"/>
                  <a:gd name="T101" fmla="*/ 737800808 h 120"/>
                  <a:gd name="T102" fmla="*/ 755300720 w 95"/>
                  <a:gd name="T103" fmla="*/ 651002083 h 120"/>
                  <a:gd name="T104" fmla="*/ 712140016 w 95"/>
                  <a:gd name="T105" fmla="*/ 455701458 h 120"/>
                  <a:gd name="T106" fmla="*/ 755300720 w 95"/>
                  <a:gd name="T107" fmla="*/ 238702317 h 120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95" h="120">
                    <a:moveTo>
                      <a:pt x="41" y="0"/>
                    </a:moveTo>
                    <a:cubicBezTo>
                      <a:pt x="37" y="0"/>
                      <a:pt x="32" y="2"/>
                      <a:pt x="29" y="7"/>
                    </a:cubicBezTo>
                    <a:cubicBezTo>
                      <a:pt x="29" y="7"/>
                      <a:pt x="29" y="7"/>
                      <a:pt x="29" y="7"/>
                    </a:cubicBezTo>
                    <a:cubicBezTo>
                      <a:pt x="25" y="6"/>
                      <a:pt x="18" y="1"/>
                      <a:pt x="14" y="1"/>
                    </a:cubicBezTo>
                    <a:cubicBezTo>
                      <a:pt x="10" y="1"/>
                      <a:pt x="6" y="4"/>
                      <a:pt x="3" y="8"/>
                    </a:cubicBezTo>
                    <a:cubicBezTo>
                      <a:pt x="1" y="11"/>
                      <a:pt x="0" y="16"/>
                      <a:pt x="0" y="21"/>
                    </a:cubicBezTo>
                    <a:cubicBezTo>
                      <a:pt x="0" y="26"/>
                      <a:pt x="1" y="30"/>
                      <a:pt x="3" y="34"/>
                    </a:cubicBezTo>
                    <a:cubicBezTo>
                      <a:pt x="6" y="38"/>
                      <a:pt x="10" y="40"/>
                      <a:pt x="14" y="40"/>
                    </a:cubicBezTo>
                    <a:cubicBezTo>
                      <a:pt x="18" y="40"/>
                      <a:pt x="27" y="38"/>
                      <a:pt x="31" y="37"/>
                    </a:cubicBezTo>
                    <a:cubicBezTo>
                      <a:pt x="34" y="40"/>
                      <a:pt x="38" y="41"/>
                      <a:pt x="41" y="41"/>
                    </a:cubicBezTo>
                    <a:cubicBezTo>
                      <a:pt x="42" y="41"/>
                      <a:pt x="43" y="41"/>
                      <a:pt x="43" y="41"/>
                    </a:cubicBezTo>
                    <a:cubicBezTo>
                      <a:pt x="57" y="56"/>
                      <a:pt x="57" y="56"/>
                      <a:pt x="57" y="56"/>
                    </a:cubicBezTo>
                    <a:cubicBezTo>
                      <a:pt x="68" y="58"/>
                      <a:pt x="68" y="58"/>
                      <a:pt x="68" y="58"/>
                    </a:cubicBezTo>
                    <a:cubicBezTo>
                      <a:pt x="66" y="78"/>
                      <a:pt x="66" y="78"/>
                      <a:pt x="66" y="78"/>
                    </a:cubicBezTo>
                    <a:cubicBezTo>
                      <a:pt x="65" y="120"/>
                      <a:pt x="65" y="120"/>
                      <a:pt x="65" y="120"/>
                    </a:cubicBezTo>
                    <a:cubicBezTo>
                      <a:pt x="75" y="120"/>
                      <a:pt x="75" y="120"/>
                      <a:pt x="75" y="120"/>
                    </a:cubicBezTo>
                    <a:cubicBezTo>
                      <a:pt x="77" y="84"/>
                      <a:pt x="77" y="84"/>
                      <a:pt x="77" y="84"/>
                    </a:cubicBezTo>
                    <a:cubicBezTo>
                      <a:pt x="82" y="84"/>
                      <a:pt x="82" y="84"/>
                      <a:pt x="82" y="84"/>
                    </a:cubicBezTo>
                    <a:cubicBezTo>
                      <a:pt x="84" y="120"/>
                      <a:pt x="84" y="120"/>
                      <a:pt x="84" y="120"/>
                    </a:cubicBezTo>
                    <a:cubicBezTo>
                      <a:pt x="95" y="120"/>
                      <a:pt x="95" y="120"/>
                      <a:pt x="95" y="120"/>
                    </a:cubicBezTo>
                    <a:cubicBezTo>
                      <a:pt x="92" y="78"/>
                      <a:pt x="92" y="78"/>
                      <a:pt x="92" y="78"/>
                    </a:cubicBezTo>
                    <a:cubicBezTo>
                      <a:pt x="94" y="41"/>
                      <a:pt x="94" y="41"/>
                      <a:pt x="94" y="41"/>
                    </a:cubicBezTo>
                    <a:cubicBezTo>
                      <a:pt x="74" y="41"/>
                      <a:pt x="74" y="41"/>
                      <a:pt x="74" y="41"/>
                    </a:cubicBezTo>
                    <a:cubicBezTo>
                      <a:pt x="70" y="35"/>
                      <a:pt x="70" y="35"/>
                      <a:pt x="70" y="35"/>
                    </a:cubicBezTo>
                    <a:cubicBezTo>
                      <a:pt x="71" y="35"/>
                      <a:pt x="71" y="35"/>
                      <a:pt x="71" y="35"/>
                    </a:cubicBezTo>
                    <a:cubicBezTo>
                      <a:pt x="73" y="37"/>
                      <a:pt x="76" y="38"/>
                      <a:pt x="79" y="38"/>
                    </a:cubicBezTo>
                    <a:cubicBezTo>
                      <a:pt x="86" y="38"/>
                      <a:pt x="91" y="33"/>
                      <a:pt x="91" y="26"/>
                    </a:cubicBezTo>
                    <a:cubicBezTo>
                      <a:pt x="91" y="19"/>
                      <a:pt x="86" y="14"/>
                      <a:pt x="79" y="14"/>
                    </a:cubicBezTo>
                    <a:cubicBezTo>
                      <a:pt x="76" y="14"/>
                      <a:pt x="73" y="15"/>
                      <a:pt x="71" y="18"/>
                    </a:cubicBezTo>
                    <a:cubicBezTo>
                      <a:pt x="48" y="2"/>
                      <a:pt x="48" y="2"/>
                      <a:pt x="48" y="2"/>
                    </a:cubicBezTo>
                    <a:cubicBezTo>
                      <a:pt x="46" y="1"/>
                      <a:pt x="44" y="0"/>
                      <a:pt x="41" y="0"/>
                    </a:cubicBezTo>
                    <a:close/>
                    <a:moveTo>
                      <a:pt x="65" y="43"/>
                    </a:moveTo>
                    <a:cubicBezTo>
                      <a:pt x="58" y="46"/>
                      <a:pt x="58" y="46"/>
                      <a:pt x="58" y="46"/>
                    </a:cubicBezTo>
                    <a:cubicBezTo>
                      <a:pt x="51" y="39"/>
                      <a:pt x="51" y="39"/>
                      <a:pt x="51" y="39"/>
                    </a:cubicBezTo>
                    <a:cubicBezTo>
                      <a:pt x="62" y="37"/>
                      <a:pt x="62" y="37"/>
                      <a:pt x="62" y="37"/>
                    </a:cubicBezTo>
                    <a:cubicBezTo>
                      <a:pt x="65" y="43"/>
                      <a:pt x="65" y="43"/>
                      <a:pt x="65" y="43"/>
                    </a:cubicBezTo>
                    <a:close/>
                    <a:moveTo>
                      <a:pt x="10" y="12"/>
                    </a:moveTo>
                    <a:cubicBezTo>
                      <a:pt x="11" y="10"/>
                      <a:pt x="12" y="9"/>
                      <a:pt x="14" y="9"/>
                    </a:cubicBezTo>
                    <a:cubicBezTo>
                      <a:pt x="16" y="9"/>
                      <a:pt x="17" y="10"/>
                      <a:pt x="18" y="12"/>
                    </a:cubicBezTo>
                    <a:cubicBezTo>
                      <a:pt x="20" y="14"/>
                      <a:pt x="21" y="17"/>
                      <a:pt x="21" y="21"/>
                    </a:cubicBezTo>
                    <a:cubicBezTo>
                      <a:pt x="21" y="24"/>
                      <a:pt x="20" y="27"/>
                      <a:pt x="18" y="30"/>
                    </a:cubicBezTo>
                    <a:cubicBezTo>
                      <a:pt x="17" y="31"/>
                      <a:pt x="16" y="32"/>
                      <a:pt x="14" y="32"/>
                    </a:cubicBezTo>
                    <a:cubicBezTo>
                      <a:pt x="12" y="32"/>
                      <a:pt x="11" y="31"/>
                      <a:pt x="10" y="30"/>
                    </a:cubicBezTo>
                    <a:cubicBezTo>
                      <a:pt x="8" y="27"/>
                      <a:pt x="7" y="24"/>
                      <a:pt x="7" y="21"/>
                    </a:cubicBezTo>
                    <a:cubicBezTo>
                      <a:pt x="7" y="17"/>
                      <a:pt x="8" y="14"/>
                      <a:pt x="10" y="12"/>
                    </a:cubicBezTo>
                    <a:close/>
                    <a:moveTo>
                      <a:pt x="35" y="11"/>
                    </a:moveTo>
                    <a:cubicBezTo>
                      <a:pt x="37" y="9"/>
                      <a:pt x="39" y="8"/>
                      <a:pt x="41" y="8"/>
                    </a:cubicBezTo>
                    <a:cubicBezTo>
                      <a:pt x="43" y="8"/>
                      <a:pt x="45" y="9"/>
                      <a:pt x="47" y="11"/>
                    </a:cubicBezTo>
                    <a:cubicBezTo>
                      <a:pt x="49" y="13"/>
                      <a:pt x="50" y="17"/>
                      <a:pt x="50" y="21"/>
                    </a:cubicBezTo>
                    <a:cubicBezTo>
                      <a:pt x="50" y="24"/>
                      <a:pt x="49" y="28"/>
                      <a:pt x="47" y="30"/>
                    </a:cubicBezTo>
                    <a:cubicBezTo>
                      <a:pt x="45" y="32"/>
                      <a:pt x="43" y="34"/>
                      <a:pt x="41" y="34"/>
                    </a:cubicBezTo>
                    <a:cubicBezTo>
                      <a:pt x="39" y="34"/>
                      <a:pt x="37" y="32"/>
                      <a:pt x="35" y="30"/>
                    </a:cubicBezTo>
                    <a:cubicBezTo>
                      <a:pt x="34" y="28"/>
                      <a:pt x="33" y="24"/>
                      <a:pt x="33" y="21"/>
                    </a:cubicBezTo>
                    <a:cubicBezTo>
                      <a:pt x="33" y="17"/>
                      <a:pt x="34" y="13"/>
                      <a:pt x="35" y="11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93" name="组合 84"/>
              <p:cNvGrpSpPr/>
              <p:nvPr/>
            </p:nvGrpSpPr>
            <p:grpSpPr bwMode="auto">
              <a:xfrm>
                <a:off x="9562793" y="5444948"/>
                <a:ext cx="803146" cy="445642"/>
                <a:chOff x="9503808" y="2106546"/>
                <a:chExt cx="803146" cy="445642"/>
              </a:xfrm>
            </p:grpSpPr>
            <p:sp>
              <p:nvSpPr>
                <p:cNvPr id="11294" name="文本框 88"/>
                <p:cNvSpPr txBox="1">
                  <a:spLocks noChangeArrowheads="1"/>
                </p:cNvSpPr>
                <p:nvPr/>
              </p:nvSpPr>
              <p:spPr bwMode="auto">
                <a:xfrm>
                  <a:off x="9503808" y="2152420"/>
                  <a:ext cx="803146" cy="3997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>
                      <a:solidFill>
                        <a:schemeClr val="bg1"/>
                      </a:solidFill>
                    </a:rPr>
                    <a:t>TITLE</a:t>
                  </a:r>
                  <a:endParaRPr lang="zh-CN" altLang="en-US" sz="200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90" name="直接连接符 89"/>
                <p:cNvCxnSpPr/>
                <p:nvPr/>
              </p:nvCxnSpPr>
              <p:spPr>
                <a:xfrm>
                  <a:off x="9622861" y="2106546"/>
                  <a:ext cx="545997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grpSp>
        <p:nvGrpSpPr>
          <p:cNvPr id="51" name="组合 50"/>
          <p:cNvGrpSpPr/>
          <p:nvPr/>
        </p:nvGrpSpPr>
        <p:grpSpPr bwMode="auto">
          <a:xfrm>
            <a:off x="10709276" y="4491039"/>
            <a:ext cx="1336675" cy="1543050"/>
            <a:chOff x="10708915" y="4491676"/>
            <a:chExt cx="1336423" cy="1541732"/>
          </a:xfrm>
        </p:grpSpPr>
        <p:sp>
          <p:nvSpPr>
            <p:cNvPr id="62" name="矩形 61"/>
            <p:cNvSpPr/>
            <p:nvPr/>
          </p:nvSpPr>
          <p:spPr>
            <a:xfrm>
              <a:off x="10708915" y="4491676"/>
              <a:ext cx="1336423" cy="1541732"/>
            </a:xfrm>
            <a:prstGeom prst="rect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grpSp>
          <p:nvGrpSpPr>
            <p:cNvPr id="11285" name="组合 43"/>
            <p:cNvGrpSpPr/>
            <p:nvPr/>
          </p:nvGrpSpPr>
          <p:grpSpPr bwMode="auto">
            <a:xfrm>
              <a:off x="10975553" y="4742336"/>
              <a:ext cx="803146" cy="1148254"/>
              <a:chOff x="10975553" y="4742336"/>
              <a:chExt cx="803146" cy="1148254"/>
            </a:xfrm>
          </p:grpSpPr>
          <p:sp>
            <p:nvSpPr>
              <p:cNvPr id="11286" name="Freeform 306"/>
              <p:cNvSpPr>
                <a:spLocks noEditPoints="1"/>
              </p:cNvSpPr>
              <p:nvPr/>
            </p:nvSpPr>
            <p:spPr bwMode="auto">
              <a:xfrm>
                <a:off x="11106874" y="4742336"/>
                <a:ext cx="540505" cy="538049"/>
              </a:xfrm>
              <a:custGeom>
                <a:avLst/>
                <a:gdLst>
                  <a:gd name="T0" fmla="*/ 1788465529 w 99"/>
                  <a:gd name="T1" fmla="*/ 265839685 h 99"/>
                  <a:gd name="T2" fmla="*/ 2147483646 w 99"/>
                  <a:gd name="T3" fmla="*/ 295372596 h 99"/>
                  <a:gd name="T4" fmla="*/ 2147483646 w 99"/>
                  <a:gd name="T5" fmla="*/ 590750628 h 99"/>
                  <a:gd name="T6" fmla="*/ 2147483646 w 99"/>
                  <a:gd name="T7" fmla="*/ 915661571 h 99"/>
                  <a:gd name="T8" fmla="*/ 2147483646 w 99"/>
                  <a:gd name="T9" fmla="*/ 1122424562 h 99"/>
                  <a:gd name="T10" fmla="*/ 2147483646 w 99"/>
                  <a:gd name="T11" fmla="*/ 1683636844 h 99"/>
                  <a:gd name="T12" fmla="*/ 2147483646 w 99"/>
                  <a:gd name="T13" fmla="*/ 1772246449 h 99"/>
                  <a:gd name="T14" fmla="*/ 2147483646 w 99"/>
                  <a:gd name="T15" fmla="*/ 2147483646 h 99"/>
                  <a:gd name="T16" fmla="*/ 2147483646 w 99"/>
                  <a:gd name="T17" fmla="*/ 2147483646 h 99"/>
                  <a:gd name="T18" fmla="*/ 2026926508 w 99"/>
                  <a:gd name="T19" fmla="*/ 2147483646 h 99"/>
                  <a:gd name="T20" fmla="*/ 1818269739 w 99"/>
                  <a:gd name="T21" fmla="*/ 2147483646 h 99"/>
                  <a:gd name="T22" fmla="*/ 1251924233 w 99"/>
                  <a:gd name="T23" fmla="*/ 2147483646 h 99"/>
                  <a:gd name="T24" fmla="*/ 1162500683 w 99"/>
                  <a:gd name="T25" fmla="*/ 2147483646 h 99"/>
                  <a:gd name="T26" fmla="*/ 536541297 w 99"/>
                  <a:gd name="T27" fmla="*/ 2147483646 h 99"/>
                  <a:gd name="T28" fmla="*/ 596155176 w 99"/>
                  <a:gd name="T29" fmla="*/ 2147483646 h 99"/>
                  <a:gd name="T30" fmla="*/ 89423549 w 99"/>
                  <a:gd name="T31" fmla="*/ 2008547787 h 99"/>
                  <a:gd name="T32" fmla="*/ 268270648 w 99"/>
                  <a:gd name="T33" fmla="*/ 1801784795 h 99"/>
                  <a:gd name="T34" fmla="*/ 0 w 99"/>
                  <a:gd name="T35" fmla="*/ 1240572514 h 99"/>
                  <a:gd name="T36" fmla="*/ 268270648 w 99"/>
                  <a:gd name="T37" fmla="*/ 1151962909 h 99"/>
                  <a:gd name="T38" fmla="*/ 298074858 w 99"/>
                  <a:gd name="T39" fmla="*/ 531673935 h 99"/>
                  <a:gd name="T40" fmla="*/ 566345507 w 99"/>
                  <a:gd name="T41" fmla="*/ 590750628 h 99"/>
                  <a:gd name="T42" fmla="*/ 924039704 w 99"/>
                  <a:gd name="T43" fmla="*/ 88615040 h 99"/>
                  <a:gd name="T44" fmla="*/ 1132696473 w 99"/>
                  <a:gd name="T45" fmla="*/ 265839685 h 99"/>
                  <a:gd name="T46" fmla="*/ 1699041980 w 99"/>
                  <a:gd name="T47" fmla="*/ 0 h 99"/>
                  <a:gd name="T48" fmla="*/ 1073077134 w 99"/>
                  <a:gd name="T49" fmla="*/ 1713175190 h 99"/>
                  <a:gd name="T50" fmla="*/ 1341347782 w 99"/>
                  <a:gd name="T51" fmla="*/ 1388258812 h 99"/>
                  <a:gd name="T52" fmla="*/ 1728846190 w 99"/>
                  <a:gd name="T53" fmla="*/ 1624560150 h 99"/>
                  <a:gd name="T54" fmla="*/ 1907693289 w 99"/>
                  <a:gd name="T55" fmla="*/ 1654098497 h 99"/>
                  <a:gd name="T56" fmla="*/ 1609618430 w 99"/>
                  <a:gd name="T57" fmla="*/ 1595021804 h 99"/>
                  <a:gd name="T58" fmla="*/ 1728846190 w 99"/>
                  <a:gd name="T59" fmla="*/ 2038086133 h 99"/>
                  <a:gd name="T60" fmla="*/ 2116350057 w 99"/>
                  <a:gd name="T61" fmla="*/ 2097162827 h 99"/>
                  <a:gd name="T62" fmla="*/ 2116350057 w 99"/>
                  <a:gd name="T63" fmla="*/ 827046531 h 99"/>
                  <a:gd name="T64" fmla="*/ 834616155 w 99"/>
                  <a:gd name="T65" fmla="*/ 827046531 h 99"/>
                  <a:gd name="T66" fmla="*/ 834616155 w 99"/>
                  <a:gd name="T67" fmla="*/ 2097162827 h 99"/>
                  <a:gd name="T68" fmla="*/ 1639428100 w 99"/>
                  <a:gd name="T69" fmla="*/ 2147483646 h 99"/>
                  <a:gd name="T70" fmla="*/ 1430771331 w 99"/>
                  <a:gd name="T71" fmla="*/ 1949471093 h 99"/>
                  <a:gd name="T72" fmla="*/ 1043272924 w 99"/>
                  <a:gd name="T73" fmla="*/ 2147483646 h 99"/>
                  <a:gd name="T74" fmla="*/ 1251924233 w 99"/>
                  <a:gd name="T75" fmla="*/ 2097162827 h 99"/>
                  <a:gd name="T76" fmla="*/ 1341347782 w 99"/>
                  <a:gd name="T77" fmla="*/ 1535950545 h 99"/>
                  <a:gd name="T78" fmla="*/ 1132696473 w 99"/>
                  <a:gd name="T79" fmla="*/ 1742708102 h 99"/>
                  <a:gd name="T80" fmla="*/ 1520194881 w 99"/>
                  <a:gd name="T81" fmla="*/ 1092886216 h 99"/>
                  <a:gd name="T82" fmla="*/ 1520194881 w 99"/>
                  <a:gd name="T83" fmla="*/ 1358725900 h 99"/>
                  <a:gd name="T84" fmla="*/ 1520194881 w 99"/>
                  <a:gd name="T85" fmla="*/ 1092886216 h 99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99" h="99">
                    <a:moveTo>
                      <a:pt x="59" y="8"/>
                    </a:moveTo>
                    <a:cubicBezTo>
                      <a:pt x="59" y="9"/>
                      <a:pt x="60" y="9"/>
                      <a:pt x="60" y="9"/>
                    </a:cubicBezTo>
                    <a:cubicBezTo>
                      <a:pt x="66" y="2"/>
                      <a:pt x="66" y="2"/>
                      <a:pt x="66" y="2"/>
                    </a:cubicBezTo>
                    <a:cubicBezTo>
                      <a:pt x="81" y="10"/>
                      <a:pt x="81" y="10"/>
                      <a:pt x="81" y="10"/>
                    </a:cubicBezTo>
                    <a:cubicBezTo>
                      <a:pt x="78" y="19"/>
                      <a:pt x="78" y="19"/>
                      <a:pt x="78" y="19"/>
                    </a:cubicBezTo>
                    <a:cubicBezTo>
                      <a:pt x="78" y="19"/>
                      <a:pt x="79" y="19"/>
                      <a:pt x="79" y="20"/>
                    </a:cubicBezTo>
                    <a:cubicBezTo>
                      <a:pt x="88" y="17"/>
                      <a:pt x="88" y="17"/>
                      <a:pt x="88" y="17"/>
                    </a:cubicBezTo>
                    <a:cubicBezTo>
                      <a:pt x="96" y="31"/>
                      <a:pt x="96" y="31"/>
                      <a:pt x="96" y="31"/>
                    </a:cubicBezTo>
                    <a:cubicBezTo>
                      <a:pt x="90" y="37"/>
                      <a:pt x="90" y="37"/>
                      <a:pt x="90" y="37"/>
                    </a:cubicBezTo>
                    <a:cubicBezTo>
                      <a:pt x="90" y="38"/>
                      <a:pt x="90" y="38"/>
                      <a:pt x="90" y="38"/>
                    </a:cubicBezTo>
                    <a:cubicBezTo>
                      <a:pt x="99" y="40"/>
                      <a:pt x="99" y="40"/>
                      <a:pt x="99" y="40"/>
                    </a:cubicBezTo>
                    <a:cubicBezTo>
                      <a:pt x="99" y="57"/>
                      <a:pt x="99" y="57"/>
                      <a:pt x="99" y="57"/>
                    </a:cubicBezTo>
                    <a:cubicBezTo>
                      <a:pt x="91" y="59"/>
                      <a:pt x="91" y="59"/>
                      <a:pt x="91" y="59"/>
                    </a:cubicBezTo>
                    <a:cubicBezTo>
                      <a:pt x="91" y="59"/>
                      <a:pt x="90" y="60"/>
                      <a:pt x="90" y="60"/>
                    </a:cubicBezTo>
                    <a:cubicBezTo>
                      <a:pt x="97" y="67"/>
                      <a:pt x="97" y="67"/>
                      <a:pt x="97" y="67"/>
                    </a:cubicBezTo>
                    <a:cubicBezTo>
                      <a:pt x="89" y="81"/>
                      <a:pt x="89" y="81"/>
                      <a:pt x="89" y="81"/>
                    </a:cubicBezTo>
                    <a:cubicBezTo>
                      <a:pt x="80" y="78"/>
                      <a:pt x="80" y="78"/>
                      <a:pt x="80" y="78"/>
                    </a:cubicBezTo>
                    <a:cubicBezTo>
                      <a:pt x="80" y="79"/>
                      <a:pt x="80" y="79"/>
                      <a:pt x="80" y="79"/>
                    </a:cubicBezTo>
                    <a:cubicBezTo>
                      <a:pt x="82" y="88"/>
                      <a:pt x="82" y="88"/>
                      <a:pt x="82" y="88"/>
                    </a:cubicBezTo>
                    <a:cubicBezTo>
                      <a:pt x="68" y="97"/>
                      <a:pt x="68" y="97"/>
                      <a:pt x="68" y="97"/>
                    </a:cubicBezTo>
                    <a:cubicBezTo>
                      <a:pt x="62" y="90"/>
                      <a:pt x="62" y="90"/>
                      <a:pt x="62" y="90"/>
                    </a:cubicBezTo>
                    <a:cubicBezTo>
                      <a:pt x="62" y="90"/>
                      <a:pt x="61" y="90"/>
                      <a:pt x="61" y="90"/>
                    </a:cubicBezTo>
                    <a:cubicBezTo>
                      <a:pt x="59" y="99"/>
                      <a:pt x="59" y="99"/>
                      <a:pt x="59" y="99"/>
                    </a:cubicBezTo>
                    <a:cubicBezTo>
                      <a:pt x="42" y="99"/>
                      <a:pt x="42" y="99"/>
                      <a:pt x="42" y="99"/>
                    </a:cubicBezTo>
                    <a:cubicBezTo>
                      <a:pt x="40" y="91"/>
                      <a:pt x="40" y="91"/>
                      <a:pt x="40" y="91"/>
                    </a:cubicBezTo>
                    <a:cubicBezTo>
                      <a:pt x="40" y="91"/>
                      <a:pt x="39" y="91"/>
                      <a:pt x="39" y="91"/>
                    </a:cubicBezTo>
                    <a:cubicBezTo>
                      <a:pt x="33" y="97"/>
                      <a:pt x="33" y="97"/>
                      <a:pt x="33" y="97"/>
                    </a:cubicBezTo>
                    <a:cubicBezTo>
                      <a:pt x="18" y="89"/>
                      <a:pt x="18" y="89"/>
                      <a:pt x="18" y="89"/>
                    </a:cubicBezTo>
                    <a:cubicBezTo>
                      <a:pt x="21" y="81"/>
                      <a:pt x="21" y="81"/>
                      <a:pt x="21" y="81"/>
                    </a:cubicBezTo>
                    <a:cubicBezTo>
                      <a:pt x="20" y="80"/>
                      <a:pt x="20" y="80"/>
                      <a:pt x="20" y="80"/>
                    </a:cubicBezTo>
                    <a:cubicBezTo>
                      <a:pt x="11" y="83"/>
                      <a:pt x="11" y="83"/>
                      <a:pt x="11" y="83"/>
                    </a:cubicBezTo>
                    <a:cubicBezTo>
                      <a:pt x="3" y="68"/>
                      <a:pt x="3" y="68"/>
                      <a:pt x="3" y="68"/>
                    </a:cubicBezTo>
                    <a:cubicBezTo>
                      <a:pt x="9" y="62"/>
                      <a:pt x="9" y="62"/>
                      <a:pt x="9" y="62"/>
                    </a:cubicBezTo>
                    <a:cubicBezTo>
                      <a:pt x="9" y="62"/>
                      <a:pt x="9" y="61"/>
                      <a:pt x="9" y="61"/>
                    </a:cubicBezTo>
                    <a:cubicBezTo>
                      <a:pt x="0" y="59"/>
                      <a:pt x="0" y="59"/>
                      <a:pt x="0" y="59"/>
                    </a:cubicBezTo>
                    <a:cubicBezTo>
                      <a:pt x="0" y="42"/>
                      <a:pt x="0" y="42"/>
                      <a:pt x="0" y="42"/>
                    </a:cubicBezTo>
                    <a:cubicBezTo>
                      <a:pt x="8" y="40"/>
                      <a:pt x="8" y="40"/>
                      <a:pt x="8" y="40"/>
                    </a:cubicBezTo>
                    <a:cubicBezTo>
                      <a:pt x="8" y="40"/>
                      <a:pt x="8" y="39"/>
                      <a:pt x="9" y="39"/>
                    </a:cubicBezTo>
                    <a:cubicBezTo>
                      <a:pt x="2" y="33"/>
                      <a:pt x="2" y="33"/>
                      <a:pt x="2" y="33"/>
                    </a:cubicBezTo>
                    <a:cubicBezTo>
                      <a:pt x="10" y="18"/>
                      <a:pt x="10" y="18"/>
                      <a:pt x="10" y="18"/>
                    </a:cubicBezTo>
                    <a:cubicBezTo>
                      <a:pt x="18" y="21"/>
                      <a:pt x="18" y="21"/>
                      <a:pt x="18" y="21"/>
                    </a:cubicBezTo>
                    <a:cubicBezTo>
                      <a:pt x="19" y="21"/>
                      <a:pt x="19" y="20"/>
                      <a:pt x="19" y="20"/>
                    </a:cubicBezTo>
                    <a:cubicBezTo>
                      <a:pt x="17" y="11"/>
                      <a:pt x="17" y="11"/>
                      <a:pt x="17" y="11"/>
                    </a:cubicBezTo>
                    <a:cubicBezTo>
                      <a:pt x="31" y="3"/>
                      <a:pt x="31" y="3"/>
                      <a:pt x="31" y="3"/>
                    </a:cubicBezTo>
                    <a:cubicBezTo>
                      <a:pt x="37" y="9"/>
                      <a:pt x="37" y="9"/>
                      <a:pt x="37" y="9"/>
                    </a:cubicBezTo>
                    <a:cubicBezTo>
                      <a:pt x="37" y="9"/>
                      <a:pt x="38" y="9"/>
                      <a:pt x="38" y="9"/>
                    </a:cubicBezTo>
                    <a:cubicBezTo>
                      <a:pt x="40" y="0"/>
                      <a:pt x="40" y="0"/>
                      <a:pt x="40" y="0"/>
                    </a:cubicBezTo>
                    <a:cubicBezTo>
                      <a:pt x="57" y="0"/>
                      <a:pt x="57" y="0"/>
                      <a:pt x="57" y="0"/>
                    </a:cubicBezTo>
                    <a:cubicBezTo>
                      <a:pt x="59" y="8"/>
                      <a:pt x="59" y="8"/>
                      <a:pt x="59" y="8"/>
                    </a:cubicBezTo>
                    <a:close/>
                    <a:moveTo>
                      <a:pt x="36" y="58"/>
                    </a:moveTo>
                    <a:cubicBezTo>
                      <a:pt x="37" y="52"/>
                      <a:pt x="37" y="52"/>
                      <a:pt x="37" y="52"/>
                    </a:cubicBezTo>
                    <a:cubicBezTo>
                      <a:pt x="45" y="47"/>
                      <a:pt x="45" y="47"/>
                      <a:pt x="45" y="47"/>
                    </a:cubicBezTo>
                    <a:cubicBezTo>
                      <a:pt x="56" y="47"/>
                      <a:pt x="56" y="47"/>
                      <a:pt x="56" y="47"/>
                    </a:cubicBezTo>
                    <a:cubicBezTo>
                      <a:pt x="58" y="55"/>
                      <a:pt x="58" y="55"/>
                      <a:pt x="58" y="55"/>
                    </a:cubicBezTo>
                    <a:cubicBezTo>
                      <a:pt x="64" y="55"/>
                      <a:pt x="64" y="55"/>
                      <a:pt x="64" y="55"/>
                    </a:cubicBezTo>
                    <a:cubicBezTo>
                      <a:pt x="64" y="56"/>
                      <a:pt x="64" y="56"/>
                      <a:pt x="64" y="56"/>
                    </a:cubicBezTo>
                    <a:cubicBezTo>
                      <a:pt x="56" y="58"/>
                      <a:pt x="56" y="58"/>
                      <a:pt x="56" y="58"/>
                    </a:cubicBezTo>
                    <a:cubicBezTo>
                      <a:pt x="54" y="54"/>
                      <a:pt x="54" y="54"/>
                      <a:pt x="54" y="54"/>
                    </a:cubicBezTo>
                    <a:cubicBezTo>
                      <a:pt x="52" y="62"/>
                      <a:pt x="52" y="62"/>
                      <a:pt x="52" y="62"/>
                    </a:cubicBezTo>
                    <a:cubicBezTo>
                      <a:pt x="58" y="69"/>
                      <a:pt x="58" y="69"/>
                      <a:pt x="58" y="69"/>
                    </a:cubicBezTo>
                    <a:cubicBezTo>
                      <a:pt x="58" y="79"/>
                      <a:pt x="58" y="79"/>
                      <a:pt x="58" y="79"/>
                    </a:cubicBezTo>
                    <a:cubicBezTo>
                      <a:pt x="63" y="77"/>
                      <a:pt x="67" y="74"/>
                      <a:pt x="71" y="71"/>
                    </a:cubicBezTo>
                    <a:cubicBezTo>
                      <a:pt x="76" y="66"/>
                      <a:pt x="80" y="58"/>
                      <a:pt x="80" y="50"/>
                    </a:cubicBezTo>
                    <a:cubicBezTo>
                      <a:pt x="80" y="41"/>
                      <a:pt x="76" y="34"/>
                      <a:pt x="71" y="28"/>
                    </a:cubicBezTo>
                    <a:cubicBezTo>
                      <a:pt x="65" y="23"/>
                      <a:pt x="58" y="19"/>
                      <a:pt x="49" y="19"/>
                    </a:cubicBezTo>
                    <a:cubicBezTo>
                      <a:pt x="41" y="19"/>
                      <a:pt x="34" y="23"/>
                      <a:pt x="28" y="28"/>
                    </a:cubicBezTo>
                    <a:cubicBezTo>
                      <a:pt x="23" y="34"/>
                      <a:pt x="19" y="41"/>
                      <a:pt x="19" y="50"/>
                    </a:cubicBezTo>
                    <a:cubicBezTo>
                      <a:pt x="19" y="58"/>
                      <a:pt x="23" y="66"/>
                      <a:pt x="28" y="71"/>
                    </a:cubicBezTo>
                    <a:cubicBezTo>
                      <a:pt x="34" y="76"/>
                      <a:pt x="41" y="80"/>
                      <a:pt x="49" y="80"/>
                    </a:cubicBezTo>
                    <a:cubicBezTo>
                      <a:pt x="52" y="80"/>
                      <a:pt x="54" y="80"/>
                      <a:pt x="55" y="79"/>
                    </a:cubicBezTo>
                    <a:cubicBezTo>
                      <a:pt x="53" y="70"/>
                      <a:pt x="53" y="70"/>
                      <a:pt x="53" y="70"/>
                    </a:cubicBezTo>
                    <a:cubicBezTo>
                      <a:pt x="48" y="66"/>
                      <a:pt x="48" y="66"/>
                      <a:pt x="48" y="66"/>
                    </a:cubicBezTo>
                    <a:cubicBezTo>
                      <a:pt x="47" y="69"/>
                      <a:pt x="45" y="73"/>
                      <a:pt x="45" y="73"/>
                    </a:cubicBezTo>
                    <a:cubicBezTo>
                      <a:pt x="35" y="75"/>
                      <a:pt x="35" y="75"/>
                      <a:pt x="35" y="75"/>
                    </a:cubicBezTo>
                    <a:cubicBezTo>
                      <a:pt x="35" y="73"/>
                      <a:pt x="35" y="73"/>
                      <a:pt x="35" y="73"/>
                    </a:cubicBezTo>
                    <a:cubicBezTo>
                      <a:pt x="42" y="71"/>
                      <a:pt x="42" y="71"/>
                      <a:pt x="42" y="71"/>
                    </a:cubicBezTo>
                    <a:cubicBezTo>
                      <a:pt x="44" y="61"/>
                      <a:pt x="44" y="61"/>
                      <a:pt x="44" y="61"/>
                    </a:cubicBezTo>
                    <a:cubicBezTo>
                      <a:pt x="45" y="52"/>
                      <a:pt x="45" y="52"/>
                      <a:pt x="45" y="52"/>
                    </a:cubicBezTo>
                    <a:cubicBezTo>
                      <a:pt x="41" y="54"/>
                      <a:pt x="41" y="54"/>
                      <a:pt x="41" y="54"/>
                    </a:cubicBezTo>
                    <a:cubicBezTo>
                      <a:pt x="38" y="59"/>
                      <a:pt x="38" y="59"/>
                      <a:pt x="38" y="59"/>
                    </a:cubicBezTo>
                    <a:cubicBezTo>
                      <a:pt x="36" y="58"/>
                      <a:pt x="36" y="58"/>
                      <a:pt x="36" y="58"/>
                    </a:cubicBezTo>
                    <a:close/>
                    <a:moveTo>
                      <a:pt x="51" y="37"/>
                    </a:moveTo>
                    <a:cubicBezTo>
                      <a:pt x="48" y="37"/>
                      <a:pt x="46" y="39"/>
                      <a:pt x="46" y="41"/>
                    </a:cubicBezTo>
                    <a:cubicBezTo>
                      <a:pt x="46" y="44"/>
                      <a:pt x="48" y="46"/>
                      <a:pt x="51" y="46"/>
                    </a:cubicBezTo>
                    <a:cubicBezTo>
                      <a:pt x="53" y="46"/>
                      <a:pt x="55" y="44"/>
                      <a:pt x="55" y="41"/>
                    </a:cubicBezTo>
                    <a:cubicBezTo>
                      <a:pt x="55" y="39"/>
                      <a:pt x="53" y="37"/>
                      <a:pt x="51" y="37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287" name="组合 85"/>
              <p:cNvGrpSpPr/>
              <p:nvPr/>
            </p:nvGrpSpPr>
            <p:grpSpPr bwMode="auto">
              <a:xfrm>
                <a:off x="10975553" y="5444948"/>
                <a:ext cx="803146" cy="445642"/>
                <a:chOff x="9503808" y="2106546"/>
                <a:chExt cx="803146" cy="445642"/>
              </a:xfrm>
            </p:grpSpPr>
            <p:sp>
              <p:nvSpPr>
                <p:cNvPr id="11288" name="文本框 86"/>
                <p:cNvSpPr txBox="1">
                  <a:spLocks noChangeArrowheads="1"/>
                </p:cNvSpPr>
                <p:nvPr/>
              </p:nvSpPr>
              <p:spPr bwMode="auto">
                <a:xfrm>
                  <a:off x="9503808" y="2152420"/>
                  <a:ext cx="803146" cy="39976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>
                    <a:defRPr sz="28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1pPr>
                  <a:lvl2pPr marL="742950" indent="-285750">
                    <a:defRPr sz="24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2pPr>
                  <a:lvl3pPr>
                    <a:defRPr sz="2000"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3pPr>
                  <a:lvl4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4pPr>
                  <a:lvl5pPr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5pPr>
                  <a:lvl6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6pPr>
                  <a:lvl7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7pPr>
                  <a:lvl8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8pPr>
                  <a:lvl9pPr eaLnBrk="0" fontAlgn="base" hangingPunct="0">
                    <a:spcAft>
                      <a:spcPct val="0"/>
                    </a:spcAft>
                    <a:buFont typeface="Arial" panose="020B0604020202020204" pitchFamily="34" charset="0"/>
                    <a:defRPr>
                      <a:solidFill>
                        <a:schemeClr val="tx1"/>
                      </a:solidFill>
                      <a:latin typeface="Calibri" panose="020F0502020204030204" pitchFamily="34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000">
                      <a:solidFill>
                        <a:schemeClr val="bg1"/>
                      </a:solidFill>
                    </a:rPr>
                    <a:t>TITLE</a:t>
                  </a:r>
                  <a:endParaRPr lang="zh-CN" altLang="en-US" sz="200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88" name="直接连接符 87"/>
                <p:cNvCxnSpPr/>
                <p:nvPr/>
              </p:nvCxnSpPr>
              <p:spPr>
                <a:xfrm>
                  <a:off x="9622861" y="2106546"/>
                  <a:ext cx="545997" cy="0"/>
                </a:xfrm>
                <a:prstGeom prst="line">
                  <a:avLst/>
                </a:prstGeom>
                <a:ln w="19050">
                  <a:solidFill>
                    <a:schemeClr val="bg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2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2000"/>
                            </p:stCondLst>
                            <p:childTnLst>
                              <p:par>
                                <p:cTn id="37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2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5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3000"/>
                            </p:stCondLst>
                            <p:childTnLst>
                              <p:par>
                                <p:cTn id="4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4000"/>
                            </p:stCondLst>
                            <p:childTnLst>
                              <p:par>
                                <p:cTn id="56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4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0"/>
                            </p:stCondLst>
                            <p:childTnLst>
                              <p:par>
                                <p:cTn id="6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500"/>
                            </p:stCondLst>
                            <p:childTnLst>
                              <p:par>
                                <p:cTn id="7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3" dur="500"/>
                                        <p:tgtEl>
                                          <p:spTgt spid="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23" grpId="0" bldLvl="3" build="p"/>
      <p:bldP spid="27" grpId="0" bldLvl="3" build="p"/>
      <p:bldP spid="35" grpId="0" bldLvl="3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946151" y="2000250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4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19101" y="2638425"/>
            <a:ext cx="5715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25714" y="2638425"/>
            <a:ext cx="1766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791326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项目方案设计</a:t>
            </a: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14" y="-305593"/>
            <a:ext cx="3818798" cy="27558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/>
      <p:bldP spid="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497265" y="254002"/>
            <a:ext cx="8694737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550863" y="82550"/>
            <a:ext cx="3409951" cy="584775"/>
            <a:chOff x="551544" y="82976"/>
            <a:chExt cx="3409770" cy="583764"/>
          </a:xfrm>
        </p:grpSpPr>
        <p:sp>
          <p:nvSpPr>
            <p:cNvPr id="13358" name="文本框 12"/>
            <p:cNvSpPr txBox="1">
              <a:spLocks noChangeArrowheads="1"/>
            </p:cNvSpPr>
            <p:nvPr/>
          </p:nvSpPr>
          <p:spPr bwMode="auto">
            <a:xfrm>
              <a:off x="669474" y="111278"/>
              <a:ext cx="32918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项目方案设计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51544" y="82976"/>
              <a:ext cx="723862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04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8" name="组合 17"/>
          <p:cNvGrpSpPr/>
          <p:nvPr/>
        </p:nvGrpSpPr>
        <p:grpSpPr bwMode="auto">
          <a:xfrm>
            <a:off x="9440864" y="1147763"/>
            <a:ext cx="2200275" cy="2654300"/>
            <a:chOff x="9326343" y="1367749"/>
            <a:chExt cx="2200785" cy="2654355"/>
          </a:xfrm>
        </p:grpSpPr>
        <p:sp>
          <p:nvSpPr>
            <p:cNvPr id="19" name="L 形 18"/>
            <p:cNvSpPr/>
            <p:nvPr/>
          </p:nvSpPr>
          <p:spPr>
            <a:xfrm rot="5400000">
              <a:off x="9765528" y="2260503"/>
              <a:ext cx="1322415" cy="2200785"/>
            </a:xfrm>
            <a:prstGeom prst="corner">
              <a:avLst>
                <a:gd name="adj1" fmla="val 16120"/>
                <a:gd name="adj2" fmla="val 16110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57" name="Freeform 288"/>
            <p:cNvSpPr>
              <a:spLocks noEditPoints="1"/>
            </p:cNvSpPr>
            <p:nvPr/>
          </p:nvSpPr>
          <p:spPr bwMode="auto">
            <a:xfrm>
              <a:off x="9884865" y="1367749"/>
              <a:ext cx="1083740" cy="1034481"/>
            </a:xfrm>
            <a:custGeom>
              <a:avLst/>
              <a:gdLst>
                <a:gd name="T0" fmla="*/ 2147483646 w 109"/>
                <a:gd name="T1" fmla="*/ 989411448 h 104"/>
                <a:gd name="T2" fmla="*/ 2147483646 w 109"/>
                <a:gd name="T3" fmla="*/ 2147483646 h 104"/>
                <a:gd name="T4" fmla="*/ 2147483646 w 109"/>
                <a:gd name="T5" fmla="*/ 2147483646 h 104"/>
                <a:gd name="T6" fmla="*/ 2147483646 w 109"/>
                <a:gd name="T7" fmla="*/ 2147483646 h 104"/>
                <a:gd name="T8" fmla="*/ 2147483646 w 109"/>
                <a:gd name="T9" fmla="*/ 2147483646 h 104"/>
                <a:gd name="T10" fmla="*/ 2147483646 w 109"/>
                <a:gd name="T11" fmla="*/ 2147483646 h 104"/>
                <a:gd name="T12" fmla="*/ 2147483646 w 109"/>
                <a:gd name="T13" fmla="*/ 2147483646 h 104"/>
                <a:gd name="T14" fmla="*/ 2147483646 w 109"/>
                <a:gd name="T15" fmla="*/ 2147483646 h 104"/>
                <a:gd name="T16" fmla="*/ 2147483646 w 109"/>
                <a:gd name="T17" fmla="*/ 2147483646 h 104"/>
                <a:gd name="T18" fmla="*/ 2147483646 w 109"/>
                <a:gd name="T19" fmla="*/ 0 h 104"/>
                <a:gd name="T20" fmla="*/ 2147483646 w 109"/>
                <a:gd name="T21" fmla="*/ 2147483646 h 104"/>
                <a:gd name="T22" fmla="*/ 2147483646 w 109"/>
                <a:gd name="T23" fmla="*/ 2147483646 h 104"/>
                <a:gd name="T24" fmla="*/ 2147483646 w 109"/>
                <a:gd name="T25" fmla="*/ 2147483646 h 104"/>
                <a:gd name="T26" fmla="*/ 2147483646 w 109"/>
                <a:gd name="T27" fmla="*/ 2147483646 h 104"/>
                <a:gd name="T28" fmla="*/ 2147483646 w 109"/>
                <a:gd name="T29" fmla="*/ 2147483646 h 104"/>
                <a:gd name="T30" fmla="*/ 2147483646 w 109"/>
                <a:gd name="T31" fmla="*/ 2147483646 h 104"/>
                <a:gd name="T32" fmla="*/ 2147483646 w 109"/>
                <a:gd name="T33" fmla="*/ 2147483646 h 104"/>
                <a:gd name="T34" fmla="*/ 2147483646 w 109"/>
                <a:gd name="T35" fmla="*/ 2147483646 h 104"/>
                <a:gd name="T36" fmla="*/ 2147483646 w 109"/>
                <a:gd name="T37" fmla="*/ 2147483646 h 104"/>
                <a:gd name="T38" fmla="*/ 2147483646 w 109"/>
                <a:gd name="T39" fmla="*/ 2147483646 h 104"/>
                <a:gd name="T40" fmla="*/ 2147483646 w 109"/>
                <a:gd name="T41" fmla="*/ 2147483646 h 104"/>
                <a:gd name="T42" fmla="*/ 2147483646 w 109"/>
                <a:gd name="T43" fmla="*/ 2147483646 h 104"/>
                <a:gd name="T44" fmla="*/ 2147483646 w 109"/>
                <a:gd name="T45" fmla="*/ 2147483646 h 104"/>
                <a:gd name="T46" fmla="*/ 2147483646 w 109"/>
                <a:gd name="T47" fmla="*/ 2147483646 h 104"/>
                <a:gd name="T48" fmla="*/ 2147483646 w 109"/>
                <a:gd name="T49" fmla="*/ 2147483646 h 104"/>
                <a:gd name="T50" fmla="*/ 2147483646 w 109"/>
                <a:gd name="T51" fmla="*/ 2147483646 h 104"/>
                <a:gd name="T52" fmla="*/ 2147483646 w 109"/>
                <a:gd name="T53" fmla="*/ 2147483646 h 104"/>
                <a:gd name="T54" fmla="*/ 2147483646 w 109"/>
                <a:gd name="T55" fmla="*/ 2147483646 h 104"/>
                <a:gd name="T56" fmla="*/ 2147483646 w 109"/>
                <a:gd name="T57" fmla="*/ 2147483646 h 104"/>
                <a:gd name="T58" fmla="*/ 2147483646 w 109"/>
                <a:gd name="T59" fmla="*/ 2147483646 h 104"/>
                <a:gd name="T60" fmla="*/ 2147483646 w 109"/>
                <a:gd name="T61" fmla="*/ 2147483646 h 104"/>
                <a:gd name="T62" fmla="*/ 2147483646 w 109"/>
                <a:gd name="T63" fmla="*/ 2147483646 h 104"/>
                <a:gd name="T64" fmla="*/ 2147483646 w 109"/>
                <a:gd name="T65" fmla="*/ 2147483646 h 104"/>
                <a:gd name="T66" fmla="*/ 2147483646 w 109"/>
                <a:gd name="T67" fmla="*/ 2147483646 h 104"/>
                <a:gd name="T68" fmla="*/ 2147483646 w 109"/>
                <a:gd name="T69" fmla="*/ 2147483646 h 104"/>
                <a:gd name="T70" fmla="*/ 2147483646 w 109"/>
                <a:gd name="T71" fmla="*/ 593652837 h 104"/>
                <a:gd name="T72" fmla="*/ 2147483646 w 109"/>
                <a:gd name="T73" fmla="*/ 1583064285 h 104"/>
                <a:gd name="T74" fmla="*/ 2147483646 w 109"/>
                <a:gd name="T75" fmla="*/ 593652837 h 104"/>
                <a:gd name="T76" fmla="*/ 2147483646 w 109"/>
                <a:gd name="T77" fmla="*/ 593652837 h 104"/>
                <a:gd name="T78" fmla="*/ 2147483646 w 109"/>
                <a:gd name="T79" fmla="*/ 1583064285 h 104"/>
                <a:gd name="T80" fmla="*/ 2147483646 w 109"/>
                <a:gd name="T81" fmla="*/ 1682006424 h 104"/>
                <a:gd name="T82" fmla="*/ 2147483646 w 109"/>
                <a:gd name="T83" fmla="*/ 791527169 h 104"/>
                <a:gd name="T84" fmla="*/ 2147483646 w 109"/>
                <a:gd name="T85" fmla="*/ 2077774982 h 104"/>
                <a:gd name="T86" fmla="*/ 2147483646 w 109"/>
                <a:gd name="T87" fmla="*/ 1682006424 h 104"/>
                <a:gd name="T88" fmla="*/ 2147483646 w 109"/>
                <a:gd name="T89" fmla="*/ 989411448 h 104"/>
                <a:gd name="T90" fmla="*/ 2147483646 w 109"/>
                <a:gd name="T91" fmla="*/ 1978832843 h 104"/>
                <a:gd name="T92" fmla="*/ 2147483646 w 109"/>
                <a:gd name="T93" fmla="*/ 1385180006 h 10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109" h="104">
                  <a:moveTo>
                    <a:pt x="62" y="0"/>
                  </a:moveTo>
                  <a:cubicBezTo>
                    <a:pt x="71" y="0"/>
                    <a:pt x="80" y="3"/>
                    <a:pt x="86" y="10"/>
                  </a:cubicBezTo>
                  <a:cubicBezTo>
                    <a:pt x="92" y="16"/>
                    <a:pt x="96" y="24"/>
                    <a:pt x="96" y="34"/>
                  </a:cubicBezTo>
                  <a:cubicBezTo>
                    <a:pt x="96" y="38"/>
                    <a:pt x="95" y="42"/>
                    <a:pt x="94" y="46"/>
                  </a:cubicBezTo>
                  <a:cubicBezTo>
                    <a:pt x="92" y="48"/>
                    <a:pt x="92" y="48"/>
                    <a:pt x="92" y="48"/>
                  </a:cubicBezTo>
                  <a:cubicBezTo>
                    <a:pt x="89" y="52"/>
                    <a:pt x="86" y="56"/>
                    <a:pt x="83" y="58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82" y="53"/>
                    <a:pt x="82" y="53"/>
                    <a:pt x="82" y="53"/>
                  </a:cubicBezTo>
                  <a:cubicBezTo>
                    <a:pt x="84" y="51"/>
                    <a:pt x="86" y="49"/>
                    <a:pt x="87" y="46"/>
                  </a:cubicBezTo>
                  <a:cubicBezTo>
                    <a:pt x="86" y="46"/>
                    <a:pt x="86" y="47"/>
                    <a:pt x="85" y="47"/>
                  </a:cubicBezTo>
                  <a:cubicBezTo>
                    <a:pt x="83" y="48"/>
                    <a:pt x="80" y="49"/>
                    <a:pt x="78" y="50"/>
                  </a:cubicBezTo>
                  <a:cubicBezTo>
                    <a:pt x="78" y="50"/>
                    <a:pt x="77" y="51"/>
                    <a:pt x="77" y="51"/>
                  </a:cubicBezTo>
                  <a:cubicBezTo>
                    <a:pt x="65" y="47"/>
                    <a:pt x="54" y="47"/>
                    <a:pt x="44" y="49"/>
                  </a:cubicBezTo>
                  <a:cubicBezTo>
                    <a:pt x="42" y="49"/>
                    <a:pt x="40" y="48"/>
                    <a:pt x="38" y="47"/>
                  </a:cubicBezTo>
                  <a:cubicBezTo>
                    <a:pt x="38" y="47"/>
                    <a:pt x="37" y="46"/>
                    <a:pt x="36" y="46"/>
                  </a:cubicBezTo>
                  <a:cubicBezTo>
                    <a:pt x="37" y="48"/>
                    <a:pt x="38" y="49"/>
                    <a:pt x="39" y="51"/>
                  </a:cubicBezTo>
                  <a:cubicBezTo>
                    <a:pt x="38" y="52"/>
                    <a:pt x="36" y="52"/>
                    <a:pt x="34" y="53"/>
                  </a:cubicBezTo>
                  <a:cubicBezTo>
                    <a:pt x="30" y="48"/>
                    <a:pt x="28" y="41"/>
                    <a:pt x="28" y="34"/>
                  </a:cubicBezTo>
                  <a:cubicBezTo>
                    <a:pt x="28" y="24"/>
                    <a:pt x="31" y="16"/>
                    <a:pt x="38" y="10"/>
                  </a:cubicBezTo>
                  <a:cubicBezTo>
                    <a:pt x="44" y="3"/>
                    <a:pt x="52" y="0"/>
                    <a:pt x="62" y="0"/>
                  </a:cubicBezTo>
                  <a:close/>
                  <a:moveTo>
                    <a:pt x="0" y="104"/>
                  </a:moveTo>
                  <a:cubicBezTo>
                    <a:pt x="37" y="103"/>
                    <a:pt x="37" y="103"/>
                    <a:pt x="37" y="103"/>
                  </a:cubicBezTo>
                  <a:cubicBezTo>
                    <a:pt x="42" y="86"/>
                    <a:pt x="42" y="86"/>
                    <a:pt x="42" y="86"/>
                  </a:cubicBezTo>
                  <a:cubicBezTo>
                    <a:pt x="88" y="84"/>
                    <a:pt x="88" y="84"/>
                    <a:pt x="88" y="84"/>
                  </a:cubicBezTo>
                  <a:cubicBezTo>
                    <a:pt x="109" y="52"/>
                    <a:pt x="109" y="52"/>
                    <a:pt x="109" y="52"/>
                  </a:cubicBezTo>
                  <a:cubicBezTo>
                    <a:pt x="98" y="51"/>
                    <a:pt x="98" y="51"/>
                    <a:pt x="98" y="51"/>
                  </a:cubicBezTo>
                  <a:cubicBezTo>
                    <a:pt x="83" y="72"/>
                    <a:pt x="70" y="74"/>
                    <a:pt x="49" y="68"/>
                  </a:cubicBezTo>
                  <a:cubicBezTo>
                    <a:pt x="49" y="67"/>
                    <a:pt x="49" y="67"/>
                    <a:pt x="49" y="67"/>
                  </a:cubicBezTo>
                  <a:cubicBezTo>
                    <a:pt x="66" y="70"/>
                    <a:pt x="73" y="68"/>
                    <a:pt x="77" y="64"/>
                  </a:cubicBezTo>
                  <a:cubicBezTo>
                    <a:pt x="77" y="58"/>
                    <a:pt x="77" y="58"/>
                    <a:pt x="77" y="58"/>
                  </a:cubicBezTo>
                  <a:cubicBezTo>
                    <a:pt x="38" y="44"/>
                    <a:pt x="15" y="73"/>
                    <a:pt x="0" y="104"/>
                  </a:cubicBezTo>
                  <a:close/>
                  <a:moveTo>
                    <a:pt x="90" y="35"/>
                  </a:moveTo>
                  <a:cubicBezTo>
                    <a:pt x="80" y="35"/>
                    <a:pt x="80" y="35"/>
                    <a:pt x="80" y="35"/>
                  </a:cubicBezTo>
                  <a:cubicBezTo>
                    <a:pt x="80" y="38"/>
                    <a:pt x="80" y="41"/>
                    <a:pt x="79" y="43"/>
                  </a:cubicBezTo>
                  <a:cubicBezTo>
                    <a:pt x="80" y="43"/>
                    <a:pt x="81" y="42"/>
                    <a:pt x="83" y="42"/>
                  </a:cubicBezTo>
                  <a:cubicBezTo>
                    <a:pt x="86" y="40"/>
                    <a:pt x="89" y="38"/>
                    <a:pt x="90" y="35"/>
                  </a:cubicBezTo>
                  <a:close/>
                  <a:moveTo>
                    <a:pt x="74" y="35"/>
                  </a:moveTo>
                  <a:cubicBezTo>
                    <a:pt x="64" y="35"/>
                    <a:pt x="64" y="35"/>
                    <a:pt x="64" y="35"/>
                  </a:cubicBezTo>
                  <a:cubicBezTo>
                    <a:pt x="64" y="46"/>
                    <a:pt x="64" y="46"/>
                    <a:pt x="64" y="46"/>
                  </a:cubicBezTo>
                  <a:cubicBezTo>
                    <a:pt x="67" y="46"/>
                    <a:pt x="70" y="46"/>
                    <a:pt x="73" y="45"/>
                  </a:cubicBezTo>
                  <a:cubicBezTo>
                    <a:pt x="74" y="42"/>
                    <a:pt x="74" y="39"/>
                    <a:pt x="74" y="35"/>
                  </a:cubicBezTo>
                  <a:close/>
                  <a:moveTo>
                    <a:pt x="59" y="35"/>
                  </a:moveTo>
                  <a:cubicBezTo>
                    <a:pt x="50" y="35"/>
                    <a:pt x="50" y="35"/>
                    <a:pt x="50" y="35"/>
                  </a:cubicBezTo>
                  <a:cubicBezTo>
                    <a:pt x="50" y="39"/>
                    <a:pt x="50" y="42"/>
                    <a:pt x="51" y="45"/>
                  </a:cubicBezTo>
                  <a:cubicBezTo>
                    <a:pt x="53" y="46"/>
                    <a:pt x="56" y="46"/>
                    <a:pt x="59" y="46"/>
                  </a:cubicBezTo>
                  <a:cubicBezTo>
                    <a:pt x="59" y="35"/>
                    <a:pt x="59" y="35"/>
                    <a:pt x="59" y="35"/>
                  </a:cubicBezTo>
                  <a:close/>
                  <a:moveTo>
                    <a:pt x="44" y="35"/>
                  </a:moveTo>
                  <a:cubicBezTo>
                    <a:pt x="34" y="35"/>
                    <a:pt x="34" y="35"/>
                    <a:pt x="34" y="35"/>
                  </a:cubicBezTo>
                  <a:cubicBezTo>
                    <a:pt x="35" y="38"/>
                    <a:pt x="37" y="40"/>
                    <a:pt x="41" y="42"/>
                  </a:cubicBezTo>
                  <a:cubicBezTo>
                    <a:pt x="42" y="42"/>
                    <a:pt x="43" y="43"/>
                    <a:pt x="44" y="43"/>
                  </a:cubicBezTo>
                  <a:cubicBezTo>
                    <a:pt x="44" y="41"/>
                    <a:pt x="44" y="38"/>
                    <a:pt x="44" y="35"/>
                  </a:cubicBezTo>
                  <a:close/>
                  <a:moveTo>
                    <a:pt x="35" y="30"/>
                  </a:moveTo>
                  <a:cubicBezTo>
                    <a:pt x="44" y="30"/>
                    <a:pt x="44" y="30"/>
                    <a:pt x="44" y="30"/>
                  </a:cubicBezTo>
                  <a:cubicBezTo>
                    <a:pt x="44" y="28"/>
                    <a:pt x="44" y="26"/>
                    <a:pt x="44" y="24"/>
                  </a:cubicBezTo>
                  <a:cubicBezTo>
                    <a:pt x="43" y="24"/>
                    <a:pt x="42" y="25"/>
                    <a:pt x="41" y="25"/>
                  </a:cubicBezTo>
                  <a:cubicBezTo>
                    <a:pt x="38" y="27"/>
                    <a:pt x="36" y="28"/>
                    <a:pt x="35" y="30"/>
                  </a:cubicBezTo>
                  <a:close/>
                  <a:moveTo>
                    <a:pt x="50" y="30"/>
                  </a:moveTo>
                  <a:cubicBezTo>
                    <a:pt x="59" y="30"/>
                    <a:pt x="59" y="30"/>
                    <a:pt x="59" y="30"/>
                  </a:cubicBezTo>
                  <a:cubicBezTo>
                    <a:pt x="59" y="21"/>
                    <a:pt x="59" y="21"/>
                    <a:pt x="59" y="21"/>
                  </a:cubicBezTo>
                  <a:cubicBezTo>
                    <a:pt x="56" y="21"/>
                    <a:pt x="53" y="22"/>
                    <a:pt x="51" y="22"/>
                  </a:cubicBezTo>
                  <a:cubicBezTo>
                    <a:pt x="50" y="25"/>
                    <a:pt x="50" y="27"/>
                    <a:pt x="50" y="30"/>
                  </a:cubicBezTo>
                  <a:close/>
                  <a:moveTo>
                    <a:pt x="64" y="30"/>
                  </a:moveTo>
                  <a:cubicBezTo>
                    <a:pt x="74" y="30"/>
                    <a:pt x="74" y="30"/>
                    <a:pt x="74" y="30"/>
                  </a:cubicBezTo>
                  <a:cubicBezTo>
                    <a:pt x="74" y="27"/>
                    <a:pt x="73" y="25"/>
                    <a:pt x="73" y="22"/>
                  </a:cubicBezTo>
                  <a:cubicBezTo>
                    <a:pt x="70" y="22"/>
                    <a:pt x="67" y="21"/>
                    <a:pt x="64" y="21"/>
                  </a:cubicBezTo>
                  <a:cubicBezTo>
                    <a:pt x="64" y="30"/>
                    <a:pt x="64" y="30"/>
                    <a:pt x="64" y="30"/>
                  </a:cubicBezTo>
                  <a:close/>
                  <a:moveTo>
                    <a:pt x="80" y="30"/>
                  </a:moveTo>
                  <a:cubicBezTo>
                    <a:pt x="89" y="30"/>
                    <a:pt x="89" y="30"/>
                    <a:pt x="89" y="30"/>
                  </a:cubicBezTo>
                  <a:cubicBezTo>
                    <a:pt x="87" y="28"/>
                    <a:pt x="85" y="27"/>
                    <a:pt x="83" y="25"/>
                  </a:cubicBezTo>
                  <a:cubicBezTo>
                    <a:pt x="81" y="25"/>
                    <a:pt x="80" y="24"/>
                    <a:pt x="79" y="24"/>
                  </a:cubicBezTo>
                  <a:cubicBezTo>
                    <a:pt x="79" y="26"/>
                    <a:pt x="80" y="28"/>
                    <a:pt x="80" y="30"/>
                  </a:cubicBezTo>
                  <a:close/>
                  <a:moveTo>
                    <a:pt x="64" y="6"/>
                  </a:moveTo>
                  <a:cubicBezTo>
                    <a:pt x="64" y="15"/>
                    <a:pt x="64" y="15"/>
                    <a:pt x="64" y="15"/>
                  </a:cubicBezTo>
                  <a:cubicBezTo>
                    <a:pt x="67" y="15"/>
                    <a:pt x="69" y="16"/>
                    <a:pt x="71" y="16"/>
                  </a:cubicBezTo>
                  <a:cubicBezTo>
                    <a:pt x="71" y="15"/>
                    <a:pt x="70" y="14"/>
                    <a:pt x="70" y="13"/>
                  </a:cubicBezTo>
                  <a:cubicBezTo>
                    <a:pt x="68" y="10"/>
                    <a:pt x="66" y="7"/>
                    <a:pt x="64" y="6"/>
                  </a:cubicBezTo>
                  <a:close/>
                  <a:moveTo>
                    <a:pt x="59" y="15"/>
                  </a:moveTo>
                  <a:cubicBezTo>
                    <a:pt x="59" y="6"/>
                    <a:pt x="59" y="6"/>
                    <a:pt x="59" y="6"/>
                  </a:cubicBezTo>
                  <a:cubicBezTo>
                    <a:pt x="57" y="7"/>
                    <a:pt x="55" y="10"/>
                    <a:pt x="54" y="13"/>
                  </a:cubicBezTo>
                  <a:cubicBezTo>
                    <a:pt x="53" y="14"/>
                    <a:pt x="53" y="15"/>
                    <a:pt x="52" y="16"/>
                  </a:cubicBezTo>
                  <a:cubicBezTo>
                    <a:pt x="55" y="16"/>
                    <a:pt x="57" y="15"/>
                    <a:pt x="59" y="15"/>
                  </a:cubicBezTo>
                  <a:close/>
                  <a:moveTo>
                    <a:pt x="46" y="17"/>
                  </a:moveTo>
                  <a:cubicBezTo>
                    <a:pt x="46" y="15"/>
                    <a:pt x="47" y="12"/>
                    <a:pt x="48" y="10"/>
                  </a:cubicBezTo>
                  <a:cubicBezTo>
                    <a:pt x="49" y="10"/>
                    <a:pt x="49" y="9"/>
                    <a:pt x="50" y="8"/>
                  </a:cubicBezTo>
                  <a:cubicBezTo>
                    <a:pt x="47" y="10"/>
                    <a:pt x="44" y="11"/>
                    <a:pt x="42" y="14"/>
                  </a:cubicBezTo>
                  <a:cubicBezTo>
                    <a:pt x="40" y="16"/>
                    <a:pt x="38" y="18"/>
                    <a:pt x="36" y="21"/>
                  </a:cubicBezTo>
                  <a:cubicBezTo>
                    <a:pt x="37" y="21"/>
                    <a:pt x="38" y="20"/>
                    <a:pt x="38" y="20"/>
                  </a:cubicBezTo>
                  <a:cubicBezTo>
                    <a:pt x="41" y="19"/>
                    <a:pt x="43" y="18"/>
                    <a:pt x="46" y="17"/>
                  </a:cubicBezTo>
                  <a:close/>
                  <a:moveTo>
                    <a:pt x="74" y="8"/>
                  </a:moveTo>
                  <a:cubicBezTo>
                    <a:pt x="74" y="9"/>
                    <a:pt x="75" y="10"/>
                    <a:pt x="75" y="10"/>
                  </a:cubicBezTo>
                  <a:cubicBezTo>
                    <a:pt x="76" y="12"/>
                    <a:pt x="77" y="15"/>
                    <a:pt x="78" y="17"/>
                  </a:cubicBezTo>
                  <a:cubicBezTo>
                    <a:pt x="80" y="18"/>
                    <a:pt x="83" y="19"/>
                    <a:pt x="85" y="20"/>
                  </a:cubicBezTo>
                  <a:cubicBezTo>
                    <a:pt x="86" y="20"/>
                    <a:pt x="86" y="21"/>
                    <a:pt x="87" y="21"/>
                  </a:cubicBezTo>
                  <a:cubicBezTo>
                    <a:pt x="86" y="18"/>
                    <a:pt x="84" y="16"/>
                    <a:pt x="82" y="14"/>
                  </a:cubicBezTo>
                  <a:cubicBezTo>
                    <a:pt x="79" y="11"/>
                    <a:pt x="77" y="10"/>
                    <a:pt x="74" y="8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 bwMode="auto">
          <a:xfrm>
            <a:off x="4576764" y="2724150"/>
            <a:ext cx="2205037" cy="2281238"/>
            <a:chOff x="4461681" y="2944009"/>
            <a:chExt cx="2205196" cy="2281860"/>
          </a:xfrm>
        </p:grpSpPr>
        <p:sp>
          <p:nvSpPr>
            <p:cNvPr id="22" name="L 形 21"/>
            <p:cNvSpPr/>
            <p:nvPr/>
          </p:nvSpPr>
          <p:spPr>
            <a:xfrm rot="5400000">
              <a:off x="4900524" y="3464277"/>
              <a:ext cx="1322749" cy="2200434"/>
            </a:xfrm>
            <a:prstGeom prst="corner">
              <a:avLst>
                <a:gd name="adj1" fmla="val 16120"/>
                <a:gd name="adj2" fmla="val 16110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3" name="等腰三角形 22"/>
            <p:cNvSpPr/>
            <p:nvPr/>
          </p:nvSpPr>
          <p:spPr>
            <a:xfrm>
              <a:off x="6292200" y="3302882"/>
              <a:ext cx="374677" cy="374752"/>
            </a:xfrm>
            <a:prstGeom prst="triangle">
              <a:avLst>
                <a:gd name="adj" fmla="val 100000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55" name="Freeform 48"/>
            <p:cNvSpPr>
              <a:spLocks noEditPoints="1"/>
            </p:cNvSpPr>
            <p:nvPr/>
          </p:nvSpPr>
          <p:spPr bwMode="auto">
            <a:xfrm>
              <a:off x="5430453" y="2944009"/>
              <a:ext cx="449918" cy="714745"/>
            </a:xfrm>
            <a:custGeom>
              <a:avLst/>
              <a:gdLst>
                <a:gd name="T0" fmla="*/ 2147483646 w 67"/>
                <a:gd name="T1" fmla="*/ 454665477 h 106"/>
                <a:gd name="T2" fmla="*/ 2147483646 w 67"/>
                <a:gd name="T3" fmla="*/ 2147483646 h 106"/>
                <a:gd name="T4" fmla="*/ 2147483646 w 67"/>
                <a:gd name="T5" fmla="*/ 2147483646 h 106"/>
                <a:gd name="T6" fmla="*/ 2147483646 w 67"/>
                <a:gd name="T7" fmla="*/ 2147483646 h 106"/>
                <a:gd name="T8" fmla="*/ 2147483646 w 67"/>
                <a:gd name="T9" fmla="*/ 2147483646 h 106"/>
                <a:gd name="T10" fmla="*/ 2147483646 w 67"/>
                <a:gd name="T11" fmla="*/ 2147483646 h 106"/>
                <a:gd name="T12" fmla="*/ 2147483646 w 67"/>
                <a:gd name="T13" fmla="*/ 2147483646 h 106"/>
                <a:gd name="T14" fmla="*/ 2147483646 w 67"/>
                <a:gd name="T15" fmla="*/ 2147483646 h 106"/>
                <a:gd name="T16" fmla="*/ 676408064 w 67"/>
                <a:gd name="T17" fmla="*/ 2147483646 h 106"/>
                <a:gd name="T18" fmla="*/ 541123765 w 67"/>
                <a:gd name="T19" fmla="*/ 2147483646 h 106"/>
                <a:gd name="T20" fmla="*/ 541123765 w 67"/>
                <a:gd name="T21" fmla="*/ 2147483646 h 106"/>
                <a:gd name="T22" fmla="*/ 541123765 w 67"/>
                <a:gd name="T23" fmla="*/ 2147483646 h 106"/>
                <a:gd name="T24" fmla="*/ 541123765 w 67"/>
                <a:gd name="T25" fmla="*/ 2147483646 h 106"/>
                <a:gd name="T26" fmla="*/ 676408064 w 67"/>
                <a:gd name="T27" fmla="*/ 2147483646 h 106"/>
                <a:gd name="T28" fmla="*/ 721500592 w 67"/>
                <a:gd name="T29" fmla="*/ 2147483646 h 106"/>
                <a:gd name="T30" fmla="*/ 0 w 67"/>
                <a:gd name="T31" fmla="*/ 1545858577 h 106"/>
                <a:gd name="T32" fmla="*/ 1488093712 w 67"/>
                <a:gd name="T33" fmla="*/ 0 h 106"/>
                <a:gd name="T34" fmla="*/ 1262624357 w 67"/>
                <a:gd name="T35" fmla="*/ 1864122389 h 106"/>
                <a:gd name="T36" fmla="*/ 1352816128 w 67"/>
                <a:gd name="T37" fmla="*/ 1773187945 h 106"/>
                <a:gd name="T38" fmla="*/ 1488093712 w 67"/>
                <a:gd name="T39" fmla="*/ 1864122389 h 106"/>
                <a:gd name="T40" fmla="*/ 1623378011 w 67"/>
                <a:gd name="T41" fmla="*/ 1773187945 h 106"/>
                <a:gd name="T42" fmla="*/ 1758662310 w 67"/>
                <a:gd name="T43" fmla="*/ 1864122389 h 106"/>
                <a:gd name="T44" fmla="*/ 1939032422 w 67"/>
                <a:gd name="T45" fmla="*/ 1727720723 h 106"/>
                <a:gd name="T46" fmla="*/ 1758662310 w 67"/>
                <a:gd name="T47" fmla="*/ 2147483646 h 106"/>
                <a:gd name="T48" fmla="*/ 1984131665 w 67"/>
                <a:gd name="T49" fmla="*/ 2147483646 h 106"/>
                <a:gd name="T50" fmla="*/ 1984131665 w 67"/>
                <a:gd name="T51" fmla="*/ 2147483646 h 106"/>
                <a:gd name="T52" fmla="*/ 2147483646 w 67"/>
                <a:gd name="T53" fmla="*/ 2136918978 h 106"/>
                <a:gd name="T54" fmla="*/ 2147483646 w 67"/>
                <a:gd name="T55" fmla="*/ 681994845 h 106"/>
                <a:gd name="T56" fmla="*/ 676408064 w 67"/>
                <a:gd name="T57" fmla="*/ 681994845 h 106"/>
                <a:gd name="T58" fmla="*/ 496031237 w 67"/>
                <a:gd name="T59" fmla="*/ 2147483646 h 106"/>
                <a:gd name="T60" fmla="*/ 1037155003 w 67"/>
                <a:gd name="T61" fmla="*/ 2147483646 h 106"/>
                <a:gd name="T62" fmla="*/ 1037155003 w 67"/>
                <a:gd name="T63" fmla="*/ 2147483646 h 106"/>
                <a:gd name="T64" fmla="*/ 1307723601 w 67"/>
                <a:gd name="T65" fmla="*/ 2147483646 h 106"/>
                <a:gd name="T66" fmla="*/ 1127346774 w 67"/>
                <a:gd name="T67" fmla="*/ 1727720723 h 106"/>
                <a:gd name="T68" fmla="*/ 1803754838 w 67"/>
                <a:gd name="T69" fmla="*/ 1955056833 h 106"/>
                <a:gd name="T70" fmla="*/ 1623378011 w 67"/>
                <a:gd name="T71" fmla="*/ 1909589611 h 106"/>
                <a:gd name="T72" fmla="*/ 1352816128 w 67"/>
                <a:gd name="T73" fmla="*/ 1909589611 h 106"/>
                <a:gd name="T74" fmla="*/ 1217531830 w 67"/>
                <a:gd name="T75" fmla="*/ 1909589611 h 106"/>
                <a:gd name="T76" fmla="*/ 1443001184 w 67"/>
                <a:gd name="T77" fmla="*/ 2147483646 h 106"/>
                <a:gd name="T78" fmla="*/ 1443001184 w 67"/>
                <a:gd name="T79" fmla="*/ 2147483646 h 106"/>
                <a:gd name="T80" fmla="*/ 1578285483 w 67"/>
                <a:gd name="T81" fmla="*/ 2147483646 h 106"/>
                <a:gd name="T82" fmla="*/ 1578285483 w 67"/>
                <a:gd name="T83" fmla="*/ 2147483646 h 106"/>
                <a:gd name="T84" fmla="*/ 1939032422 w 67"/>
                <a:gd name="T85" fmla="*/ 2147483646 h 106"/>
                <a:gd name="T86" fmla="*/ 1533192955 w 67"/>
                <a:gd name="T87" fmla="*/ 2147483646 h 106"/>
                <a:gd name="T88" fmla="*/ 1939032422 w 67"/>
                <a:gd name="T89" fmla="*/ 2147483646 h 106"/>
                <a:gd name="T90" fmla="*/ 766593120 w 67"/>
                <a:gd name="T91" fmla="*/ 2147483646 h 106"/>
                <a:gd name="T92" fmla="*/ 766593120 w 67"/>
                <a:gd name="T93" fmla="*/ 2147483646 h 106"/>
                <a:gd name="T94" fmla="*/ 2147483646 w 67"/>
                <a:gd name="T95" fmla="*/ 2147483646 h 106"/>
                <a:gd name="T96" fmla="*/ 2147483646 w 67"/>
                <a:gd name="T97" fmla="*/ 2147483646 h 106"/>
                <a:gd name="T98" fmla="*/ 766593120 w 67"/>
                <a:gd name="T99" fmla="*/ 2147483646 h 106"/>
                <a:gd name="T100" fmla="*/ 2147483646 w 67"/>
                <a:gd name="T101" fmla="*/ 2147483646 h 106"/>
                <a:gd name="T102" fmla="*/ 2147483646 w 67"/>
                <a:gd name="T103" fmla="*/ 2147483646 h 10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</a:gdLst>
              <a:ahLst/>
              <a:cxnLst>
                <a:cxn ang="T104">
                  <a:pos x="T0" y="T1"/>
                </a:cxn>
                <a:cxn ang="T105">
                  <a:pos x="T2" y="T3"/>
                </a:cxn>
                <a:cxn ang="T106">
                  <a:pos x="T4" y="T5"/>
                </a:cxn>
                <a:cxn ang="T107">
                  <a:pos x="T6" y="T7"/>
                </a:cxn>
                <a:cxn ang="T108">
                  <a:pos x="T8" y="T9"/>
                </a:cxn>
                <a:cxn ang="T109">
                  <a:pos x="T10" y="T11"/>
                </a:cxn>
                <a:cxn ang="T110">
                  <a:pos x="T12" y="T13"/>
                </a:cxn>
                <a:cxn ang="T111">
                  <a:pos x="T14" y="T15"/>
                </a:cxn>
                <a:cxn ang="T112">
                  <a:pos x="T16" y="T17"/>
                </a:cxn>
                <a:cxn ang="T113">
                  <a:pos x="T18" y="T19"/>
                </a:cxn>
                <a:cxn ang="T114">
                  <a:pos x="T20" y="T21"/>
                </a:cxn>
                <a:cxn ang="T115">
                  <a:pos x="T22" y="T23"/>
                </a:cxn>
                <a:cxn ang="T116">
                  <a:pos x="T24" y="T25"/>
                </a:cxn>
                <a:cxn ang="T117">
                  <a:pos x="T26" y="T27"/>
                </a:cxn>
                <a:cxn ang="T118">
                  <a:pos x="T28" y="T29"/>
                </a:cxn>
                <a:cxn ang="T119">
                  <a:pos x="T30" y="T31"/>
                </a:cxn>
                <a:cxn ang="T120">
                  <a:pos x="T32" y="T33"/>
                </a:cxn>
                <a:cxn ang="T121">
                  <a:pos x="T34" y="T35"/>
                </a:cxn>
                <a:cxn ang="T122">
                  <a:pos x="T36" y="T37"/>
                </a:cxn>
                <a:cxn ang="T123">
                  <a:pos x="T38" y="T39"/>
                </a:cxn>
                <a:cxn ang="T124">
                  <a:pos x="T40" y="T41"/>
                </a:cxn>
                <a:cxn ang="T125">
                  <a:pos x="T42" y="T43"/>
                </a:cxn>
                <a:cxn ang="T126">
                  <a:pos x="T44" y="T45"/>
                </a:cxn>
                <a:cxn ang="T127">
                  <a:pos x="T46" y="T47"/>
                </a:cxn>
                <a:cxn ang="T128">
                  <a:pos x="T48" y="T49"/>
                </a:cxn>
                <a:cxn ang="T129">
                  <a:pos x="T50" y="T51"/>
                </a:cxn>
                <a:cxn ang="T130">
                  <a:pos x="T52" y="T53"/>
                </a:cxn>
                <a:cxn ang="T131">
                  <a:pos x="T54" y="T55"/>
                </a:cxn>
                <a:cxn ang="T132">
                  <a:pos x="T56" y="T57"/>
                </a:cxn>
                <a:cxn ang="T133">
                  <a:pos x="T58" y="T59"/>
                </a:cxn>
                <a:cxn ang="T134">
                  <a:pos x="T60" y="T61"/>
                </a:cxn>
                <a:cxn ang="T135">
                  <a:pos x="T62" y="T63"/>
                </a:cxn>
                <a:cxn ang="T136">
                  <a:pos x="T64" y="T65"/>
                </a:cxn>
                <a:cxn ang="T137">
                  <a:pos x="T66" y="T67"/>
                </a:cxn>
                <a:cxn ang="T138">
                  <a:pos x="T68" y="T69"/>
                </a:cxn>
                <a:cxn ang="T139">
                  <a:pos x="T70" y="T71"/>
                </a:cxn>
                <a:cxn ang="T140">
                  <a:pos x="T72" y="T73"/>
                </a:cxn>
                <a:cxn ang="T141">
                  <a:pos x="T74" y="T75"/>
                </a:cxn>
                <a:cxn ang="T142">
                  <a:pos x="T76" y="T77"/>
                </a:cxn>
                <a:cxn ang="T143">
                  <a:pos x="T78" y="T79"/>
                </a:cxn>
                <a:cxn ang="T144">
                  <a:pos x="T80" y="T81"/>
                </a:cxn>
                <a:cxn ang="T145">
                  <a:pos x="T82" y="T83"/>
                </a:cxn>
                <a:cxn ang="T146">
                  <a:pos x="T84" y="T85"/>
                </a:cxn>
                <a:cxn ang="T147">
                  <a:pos x="T86" y="T87"/>
                </a:cxn>
                <a:cxn ang="T148">
                  <a:pos x="T88" y="T89"/>
                </a:cxn>
                <a:cxn ang="T149">
                  <a:pos x="T90" y="T91"/>
                </a:cxn>
                <a:cxn ang="T150">
                  <a:pos x="T92" y="T93"/>
                </a:cxn>
                <a:cxn ang="T151">
                  <a:pos x="T94" y="T95"/>
                </a:cxn>
                <a:cxn ang="T152">
                  <a:pos x="T96" y="T97"/>
                </a:cxn>
                <a:cxn ang="T153">
                  <a:pos x="T98" y="T99"/>
                </a:cxn>
                <a:cxn ang="T154">
                  <a:pos x="T100" y="T101"/>
                </a:cxn>
                <a:cxn ang="T155">
                  <a:pos x="T102" y="T103"/>
                </a:cxn>
              </a:cxnLst>
              <a:rect l="0" t="0" r="r" b="b"/>
              <a:pathLst>
                <a:path w="67" h="106">
                  <a:moveTo>
                    <a:pt x="33" y="0"/>
                  </a:moveTo>
                  <a:cubicBezTo>
                    <a:pt x="43" y="0"/>
                    <a:pt x="51" y="4"/>
                    <a:pt x="57" y="10"/>
                  </a:cubicBezTo>
                  <a:cubicBezTo>
                    <a:pt x="63" y="16"/>
                    <a:pt x="67" y="25"/>
                    <a:pt x="67" y="34"/>
                  </a:cubicBezTo>
                  <a:cubicBezTo>
                    <a:pt x="67" y="40"/>
                    <a:pt x="65" y="46"/>
                    <a:pt x="62" y="51"/>
                  </a:cubicBezTo>
                  <a:cubicBezTo>
                    <a:pt x="59" y="56"/>
                    <a:pt x="56" y="59"/>
                    <a:pt x="51" y="62"/>
                  </a:cubicBezTo>
                  <a:cubicBezTo>
                    <a:pt x="51" y="66"/>
                    <a:pt x="51" y="66"/>
                    <a:pt x="51" y="66"/>
                  </a:cubicBezTo>
                  <a:cubicBezTo>
                    <a:pt x="53" y="66"/>
                    <a:pt x="53" y="66"/>
                    <a:pt x="53" y="66"/>
                  </a:cubicBezTo>
                  <a:cubicBezTo>
                    <a:pt x="55" y="65"/>
                    <a:pt x="55" y="65"/>
                    <a:pt x="55" y="65"/>
                  </a:cubicBezTo>
                  <a:cubicBezTo>
                    <a:pt x="56" y="68"/>
                    <a:pt x="56" y="68"/>
                    <a:pt x="56" y="68"/>
                  </a:cubicBezTo>
                  <a:cubicBezTo>
                    <a:pt x="57" y="70"/>
                    <a:pt x="57" y="72"/>
                    <a:pt x="57" y="73"/>
                  </a:cubicBezTo>
                  <a:cubicBezTo>
                    <a:pt x="57" y="75"/>
                    <a:pt x="57" y="77"/>
                    <a:pt x="56" y="79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6" y="80"/>
                    <a:pt x="56" y="80"/>
                    <a:pt x="56" y="80"/>
                  </a:cubicBezTo>
                  <a:cubicBezTo>
                    <a:pt x="57" y="82"/>
                    <a:pt x="57" y="84"/>
                    <a:pt x="57" y="86"/>
                  </a:cubicBezTo>
                  <a:cubicBezTo>
                    <a:pt x="57" y="88"/>
                    <a:pt x="57" y="90"/>
                    <a:pt x="56" y="92"/>
                  </a:cubicBezTo>
                  <a:cubicBezTo>
                    <a:pt x="55" y="93"/>
                    <a:pt x="55" y="93"/>
                    <a:pt x="55" y="93"/>
                  </a:cubicBezTo>
                  <a:cubicBezTo>
                    <a:pt x="53" y="94"/>
                    <a:pt x="53" y="94"/>
                    <a:pt x="53" y="94"/>
                  </a:cubicBezTo>
                  <a:cubicBezTo>
                    <a:pt x="15" y="97"/>
                    <a:pt x="15" y="97"/>
                    <a:pt x="15" y="97"/>
                  </a:cubicBezTo>
                  <a:cubicBezTo>
                    <a:pt x="13" y="97"/>
                    <a:pt x="13" y="97"/>
                    <a:pt x="13" y="97"/>
                  </a:cubicBezTo>
                  <a:cubicBezTo>
                    <a:pt x="12" y="95"/>
                    <a:pt x="12" y="95"/>
                    <a:pt x="12" y="95"/>
                  </a:cubicBezTo>
                  <a:cubicBezTo>
                    <a:pt x="11" y="93"/>
                    <a:pt x="11" y="91"/>
                    <a:pt x="10" y="90"/>
                  </a:cubicBezTo>
                  <a:cubicBezTo>
                    <a:pt x="10" y="88"/>
                    <a:pt x="11" y="86"/>
                    <a:pt x="12" y="83"/>
                  </a:cubicBezTo>
                  <a:cubicBezTo>
                    <a:pt x="12" y="83"/>
                    <a:pt x="12" y="83"/>
                    <a:pt x="12" y="83"/>
                  </a:cubicBezTo>
                  <a:cubicBezTo>
                    <a:pt x="12" y="82"/>
                    <a:pt x="12" y="82"/>
                    <a:pt x="12" y="82"/>
                  </a:cubicBezTo>
                  <a:cubicBezTo>
                    <a:pt x="11" y="81"/>
                    <a:pt x="11" y="79"/>
                    <a:pt x="10" y="77"/>
                  </a:cubicBezTo>
                  <a:cubicBezTo>
                    <a:pt x="10" y="75"/>
                    <a:pt x="11" y="73"/>
                    <a:pt x="12" y="71"/>
                  </a:cubicBezTo>
                  <a:cubicBezTo>
                    <a:pt x="13" y="69"/>
                    <a:pt x="13" y="69"/>
                    <a:pt x="13" y="69"/>
                  </a:cubicBezTo>
                  <a:cubicBezTo>
                    <a:pt x="15" y="69"/>
                    <a:pt x="15" y="69"/>
                    <a:pt x="15" y="69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6" y="63"/>
                    <a:pt x="16" y="63"/>
                    <a:pt x="16" y="63"/>
                  </a:cubicBezTo>
                  <a:cubicBezTo>
                    <a:pt x="11" y="60"/>
                    <a:pt x="7" y="56"/>
                    <a:pt x="5" y="51"/>
                  </a:cubicBezTo>
                  <a:cubicBezTo>
                    <a:pt x="2" y="46"/>
                    <a:pt x="0" y="40"/>
                    <a:pt x="0" y="34"/>
                  </a:cubicBezTo>
                  <a:cubicBezTo>
                    <a:pt x="0" y="25"/>
                    <a:pt x="4" y="16"/>
                    <a:pt x="10" y="10"/>
                  </a:cubicBezTo>
                  <a:cubicBezTo>
                    <a:pt x="16" y="4"/>
                    <a:pt x="24" y="0"/>
                    <a:pt x="33" y="0"/>
                  </a:cubicBezTo>
                  <a:close/>
                  <a:moveTo>
                    <a:pt x="26" y="40"/>
                  </a:moveTo>
                  <a:cubicBezTo>
                    <a:pt x="27" y="41"/>
                    <a:pt x="27" y="41"/>
                    <a:pt x="28" y="41"/>
                  </a:cubicBezTo>
                  <a:cubicBezTo>
                    <a:pt x="28" y="41"/>
                    <a:pt x="29" y="41"/>
                    <a:pt x="30" y="40"/>
                  </a:cubicBezTo>
                  <a:cubicBezTo>
                    <a:pt x="30" y="39"/>
                    <a:pt x="30" y="39"/>
                    <a:pt x="30" y="39"/>
                  </a:cubicBezTo>
                  <a:cubicBezTo>
                    <a:pt x="31" y="40"/>
                    <a:pt x="31" y="40"/>
                    <a:pt x="31" y="40"/>
                  </a:cubicBezTo>
                  <a:cubicBezTo>
                    <a:pt x="32" y="41"/>
                    <a:pt x="32" y="41"/>
                    <a:pt x="33" y="41"/>
                  </a:cubicBezTo>
                  <a:cubicBezTo>
                    <a:pt x="34" y="41"/>
                    <a:pt x="35" y="41"/>
                    <a:pt x="35" y="40"/>
                  </a:cubicBezTo>
                  <a:cubicBezTo>
                    <a:pt x="36" y="39"/>
                    <a:pt x="36" y="39"/>
                    <a:pt x="36" y="39"/>
                  </a:cubicBezTo>
                  <a:cubicBezTo>
                    <a:pt x="36" y="40"/>
                    <a:pt x="36" y="40"/>
                    <a:pt x="36" y="40"/>
                  </a:cubicBezTo>
                  <a:cubicBezTo>
                    <a:pt x="37" y="41"/>
                    <a:pt x="38" y="41"/>
                    <a:pt x="39" y="41"/>
                  </a:cubicBezTo>
                  <a:cubicBezTo>
                    <a:pt x="40" y="41"/>
                    <a:pt x="41" y="41"/>
                    <a:pt x="42" y="40"/>
                  </a:cubicBezTo>
                  <a:cubicBezTo>
                    <a:pt x="43" y="38"/>
                    <a:pt x="43" y="38"/>
                    <a:pt x="43" y="38"/>
                  </a:cubicBezTo>
                  <a:cubicBezTo>
                    <a:pt x="46" y="40"/>
                    <a:pt x="46" y="40"/>
                    <a:pt x="46" y="40"/>
                  </a:cubicBezTo>
                  <a:cubicBezTo>
                    <a:pt x="39" y="52"/>
                    <a:pt x="39" y="52"/>
                    <a:pt x="39" y="52"/>
                  </a:cubicBezTo>
                  <a:cubicBezTo>
                    <a:pt x="39" y="67"/>
                    <a:pt x="39" y="67"/>
                    <a:pt x="39" y="67"/>
                  </a:cubicBezTo>
                  <a:cubicBezTo>
                    <a:pt x="44" y="66"/>
                    <a:pt x="44" y="66"/>
                    <a:pt x="44" y="66"/>
                  </a:cubicBezTo>
                  <a:cubicBezTo>
                    <a:pt x="44" y="60"/>
                    <a:pt x="44" y="60"/>
                    <a:pt x="44" y="60"/>
                  </a:cubicBezTo>
                  <a:cubicBezTo>
                    <a:pt x="44" y="58"/>
                    <a:pt x="44" y="58"/>
                    <a:pt x="44" y="58"/>
                  </a:cubicBezTo>
                  <a:cubicBezTo>
                    <a:pt x="46" y="57"/>
                    <a:pt x="46" y="57"/>
                    <a:pt x="46" y="57"/>
                  </a:cubicBezTo>
                  <a:cubicBezTo>
                    <a:pt x="50" y="55"/>
                    <a:pt x="54" y="52"/>
                    <a:pt x="56" y="47"/>
                  </a:cubicBezTo>
                  <a:cubicBezTo>
                    <a:pt x="59" y="44"/>
                    <a:pt x="60" y="39"/>
                    <a:pt x="60" y="34"/>
                  </a:cubicBezTo>
                  <a:cubicBezTo>
                    <a:pt x="60" y="27"/>
                    <a:pt x="57" y="20"/>
                    <a:pt x="52" y="15"/>
                  </a:cubicBezTo>
                  <a:cubicBezTo>
                    <a:pt x="47" y="10"/>
                    <a:pt x="41" y="7"/>
                    <a:pt x="33" y="7"/>
                  </a:cubicBezTo>
                  <a:cubicBezTo>
                    <a:pt x="26" y="7"/>
                    <a:pt x="19" y="10"/>
                    <a:pt x="15" y="15"/>
                  </a:cubicBezTo>
                  <a:cubicBezTo>
                    <a:pt x="10" y="20"/>
                    <a:pt x="7" y="27"/>
                    <a:pt x="7" y="34"/>
                  </a:cubicBezTo>
                  <a:cubicBezTo>
                    <a:pt x="7" y="39"/>
                    <a:pt x="8" y="44"/>
                    <a:pt x="11" y="48"/>
                  </a:cubicBezTo>
                  <a:cubicBezTo>
                    <a:pt x="13" y="52"/>
                    <a:pt x="17" y="55"/>
                    <a:pt x="21" y="58"/>
                  </a:cubicBezTo>
                  <a:cubicBezTo>
                    <a:pt x="23" y="59"/>
                    <a:pt x="23" y="59"/>
                    <a:pt x="23" y="59"/>
                  </a:cubicBezTo>
                  <a:cubicBezTo>
                    <a:pt x="23" y="61"/>
                    <a:pt x="23" y="61"/>
                    <a:pt x="23" y="61"/>
                  </a:cubicBezTo>
                  <a:cubicBezTo>
                    <a:pt x="23" y="67"/>
                    <a:pt x="23" y="67"/>
                    <a:pt x="23" y="67"/>
                  </a:cubicBezTo>
                  <a:cubicBezTo>
                    <a:pt x="29" y="67"/>
                    <a:pt x="29" y="67"/>
                    <a:pt x="29" y="67"/>
                  </a:cubicBezTo>
                  <a:cubicBezTo>
                    <a:pt x="29" y="52"/>
                    <a:pt x="29" y="52"/>
                    <a:pt x="29" y="52"/>
                  </a:cubicBezTo>
                  <a:cubicBezTo>
                    <a:pt x="22" y="40"/>
                    <a:pt x="22" y="40"/>
                    <a:pt x="22" y="40"/>
                  </a:cubicBezTo>
                  <a:cubicBezTo>
                    <a:pt x="25" y="38"/>
                    <a:pt x="25" y="38"/>
                    <a:pt x="25" y="38"/>
                  </a:cubicBezTo>
                  <a:cubicBezTo>
                    <a:pt x="26" y="40"/>
                    <a:pt x="26" y="40"/>
                    <a:pt x="26" y="40"/>
                  </a:cubicBezTo>
                  <a:close/>
                  <a:moveTo>
                    <a:pt x="40" y="43"/>
                  </a:moveTo>
                  <a:cubicBezTo>
                    <a:pt x="40" y="43"/>
                    <a:pt x="40" y="43"/>
                    <a:pt x="39" y="43"/>
                  </a:cubicBezTo>
                  <a:cubicBezTo>
                    <a:pt x="38" y="43"/>
                    <a:pt x="37" y="43"/>
                    <a:pt x="36" y="42"/>
                  </a:cubicBezTo>
                  <a:cubicBezTo>
                    <a:pt x="35" y="42"/>
                    <a:pt x="34" y="43"/>
                    <a:pt x="33" y="43"/>
                  </a:cubicBezTo>
                  <a:cubicBezTo>
                    <a:pt x="32" y="43"/>
                    <a:pt x="31" y="42"/>
                    <a:pt x="30" y="42"/>
                  </a:cubicBezTo>
                  <a:cubicBezTo>
                    <a:pt x="29" y="42"/>
                    <a:pt x="28" y="43"/>
                    <a:pt x="28" y="43"/>
                  </a:cubicBezTo>
                  <a:cubicBezTo>
                    <a:pt x="27" y="43"/>
                    <a:pt x="27" y="43"/>
                    <a:pt x="27" y="42"/>
                  </a:cubicBezTo>
                  <a:cubicBezTo>
                    <a:pt x="32" y="50"/>
                    <a:pt x="32" y="50"/>
                    <a:pt x="32" y="50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51"/>
                    <a:pt x="32" y="51"/>
                    <a:pt x="32" y="51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1"/>
                    <a:pt x="35" y="51"/>
                    <a:pt x="35" y="51"/>
                  </a:cubicBezTo>
                  <a:cubicBezTo>
                    <a:pt x="35" y="50"/>
                    <a:pt x="35" y="50"/>
                    <a:pt x="35" y="50"/>
                  </a:cubicBezTo>
                  <a:cubicBezTo>
                    <a:pt x="40" y="43"/>
                    <a:pt x="40" y="43"/>
                    <a:pt x="40" y="43"/>
                  </a:cubicBezTo>
                  <a:close/>
                  <a:moveTo>
                    <a:pt x="43" y="96"/>
                  </a:moveTo>
                  <a:cubicBezTo>
                    <a:pt x="24" y="98"/>
                    <a:pt x="24" y="98"/>
                    <a:pt x="24" y="98"/>
                  </a:cubicBezTo>
                  <a:cubicBezTo>
                    <a:pt x="25" y="103"/>
                    <a:pt x="29" y="106"/>
                    <a:pt x="34" y="106"/>
                  </a:cubicBezTo>
                  <a:cubicBezTo>
                    <a:pt x="39" y="106"/>
                    <a:pt x="43" y="102"/>
                    <a:pt x="43" y="97"/>
                  </a:cubicBezTo>
                  <a:cubicBezTo>
                    <a:pt x="43" y="97"/>
                    <a:pt x="43" y="97"/>
                    <a:pt x="43" y="96"/>
                  </a:cubicBezTo>
                  <a:close/>
                  <a:moveTo>
                    <a:pt x="50" y="85"/>
                  </a:moveTo>
                  <a:cubicBezTo>
                    <a:pt x="17" y="88"/>
                    <a:pt x="17" y="88"/>
                    <a:pt x="17" y="88"/>
                  </a:cubicBezTo>
                  <a:cubicBezTo>
                    <a:pt x="17" y="89"/>
                    <a:pt x="17" y="89"/>
                    <a:pt x="17" y="89"/>
                  </a:cubicBezTo>
                  <a:cubicBezTo>
                    <a:pt x="17" y="89"/>
                    <a:pt x="17" y="90"/>
                    <a:pt x="17" y="90"/>
                  </a:cubicBezTo>
                  <a:cubicBezTo>
                    <a:pt x="50" y="87"/>
                    <a:pt x="50" y="87"/>
                    <a:pt x="50" y="87"/>
                  </a:cubicBezTo>
                  <a:cubicBezTo>
                    <a:pt x="50" y="87"/>
                    <a:pt x="50" y="86"/>
                    <a:pt x="50" y="86"/>
                  </a:cubicBezTo>
                  <a:cubicBezTo>
                    <a:pt x="50" y="86"/>
                    <a:pt x="50" y="86"/>
                    <a:pt x="50" y="85"/>
                  </a:cubicBezTo>
                  <a:close/>
                  <a:moveTo>
                    <a:pt x="50" y="73"/>
                  </a:moveTo>
                  <a:cubicBezTo>
                    <a:pt x="17" y="76"/>
                    <a:pt x="17" y="76"/>
                    <a:pt x="17" y="76"/>
                  </a:cubicBezTo>
                  <a:cubicBezTo>
                    <a:pt x="17" y="76"/>
                    <a:pt x="17" y="76"/>
                    <a:pt x="17" y="77"/>
                  </a:cubicBezTo>
                  <a:cubicBezTo>
                    <a:pt x="17" y="77"/>
                    <a:pt x="17" y="77"/>
                    <a:pt x="17" y="77"/>
                  </a:cubicBezTo>
                  <a:cubicBezTo>
                    <a:pt x="50" y="74"/>
                    <a:pt x="50" y="74"/>
                    <a:pt x="50" y="74"/>
                  </a:cubicBezTo>
                  <a:cubicBezTo>
                    <a:pt x="50" y="74"/>
                    <a:pt x="50" y="74"/>
                    <a:pt x="50" y="73"/>
                  </a:cubicBezTo>
                  <a:cubicBezTo>
                    <a:pt x="50" y="73"/>
                    <a:pt x="50" y="73"/>
                    <a:pt x="50" y="73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 bwMode="auto">
          <a:xfrm>
            <a:off x="2143126" y="3579815"/>
            <a:ext cx="2205039" cy="2027237"/>
            <a:chOff x="2029350" y="3799864"/>
            <a:chExt cx="2205195" cy="2027888"/>
          </a:xfrm>
        </p:grpSpPr>
        <p:sp>
          <p:nvSpPr>
            <p:cNvPr id="26" name="L 形 25"/>
            <p:cNvSpPr/>
            <p:nvPr/>
          </p:nvSpPr>
          <p:spPr>
            <a:xfrm rot="5400000">
              <a:off x="2468160" y="4066130"/>
              <a:ext cx="1322812" cy="2200432"/>
            </a:xfrm>
            <a:prstGeom prst="corner">
              <a:avLst>
                <a:gd name="adj1" fmla="val 16120"/>
                <a:gd name="adj2" fmla="val 16110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7" name="等腰三角形 26"/>
            <p:cNvSpPr/>
            <p:nvPr/>
          </p:nvSpPr>
          <p:spPr>
            <a:xfrm>
              <a:off x="3859868" y="3904673"/>
              <a:ext cx="374677" cy="374770"/>
            </a:xfrm>
            <a:prstGeom prst="triangle">
              <a:avLst>
                <a:gd name="adj" fmla="val 100000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52" name="Freeform 98"/>
            <p:cNvSpPr>
              <a:spLocks noEditPoints="1"/>
            </p:cNvSpPr>
            <p:nvPr/>
          </p:nvSpPr>
          <p:spPr bwMode="auto">
            <a:xfrm>
              <a:off x="2817995" y="3799864"/>
              <a:ext cx="623494" cy="479027"/>
            </a:xfrm>
            <a:custGeom>
              <a:avLst/>
              <a:gdLst>
                <a:gd name="T0" fmla="*/ 754775458 w 104"/>
                <a:gd name="T1" fmla="*/ 1577585607 h 80"/>
                <a:gd name="T2" fmla="*/ 467242807 w 104"/>
                <a:gd name="T3" fmla="*/ 2147483646 h 80"/>
                <a:gd name="T4" fmla="*/ 1186071437 w 104"/>
                <a:gd name="T5" fmla="*/ 2147483646 h 80"/>
                <a:gd name="T6" fmla="*/ 1833024399 w 104"/>
                <a:gd name="T7" fmla="*/ 2147483646 h 80"/>
                <a:gd name="T8" fmla="*/ 2147483646 w 104"/>
                <a:gd name="T9" fmla="*/ 2147483646 h 80"/>
                <a:gd name="T10" fmla="*/ 2147483646 w 104"/>
                <a:gd name="T11" fmla="*/ 2147483646 h 80"/>
                <a:gd name="T12" fmla="*/ 2147483646 w 104"/>
                <a:gd name="T13" fmla="*/ 1577585607 h 80"/>
                <a:gd name="T14" fmla="*/ 2147483646 w 104"/>
                <a:gd name="T15" fmla="*/ 1577585607 h 80"/>
                <a:gd name="T16" fmla="*/ 2147483646 w 104"/>
                <a:gd name="T17" fmla="*/ 1003914847 h 80"/>
                <a:gd name="T18" fmla="*/ 2147483646 w 104"/>
                <a:gd name="T19" fmla="*/ 896355322 h 80"/>
                <a:gd name="T20" fmla="*/ 2147483646 w 104"/>
                <a:gd name="T21" fmla="*/ 1219039885 h 80"/>
                <a:gd name="T22" fmla="*/ 2147483646 w 104"/>
                <a:gd name="T23" fmla="*/ 1828565816 h 80"/>
                <a:gd name="T24" fmla="*/ 2147483646 w 104"/>
                <a:gd name="T25" fmla="*/ 1828565816 h 80"/>
                <a:gd name="T26" fmla="*/ 2147483646 w 104"/>
                <a:gd name="T27" fmla="*/ 1219039885 h 80"/>
                <a:gd name="T28" fmla="*/ 2147483646 w 104"/>
                <a:gd name="T29" fmla="*/ 824644981 h 80"/>
                <a:gd name="T30" fmla="*/ 2147483646 w 104"/>
                <a:gd name="T31" fmla="*/ 788789810 h 80"/>
                <a:gd name="T32" fmla="*/ 2147483646 w 104"/>
                <a:gd name="T33" fmla="*/ 537815589 h 80"/>
                <a:gd name="T34" fmla="*/ 1868965231 w 104"/>
                <a:gd name="T35" fmla="*/ 0 h 80"/>
                <a:gd name="T36" fmla="*/ 0 w 104"/>
                <a:gd name="T37" fmla="*/ 537815589 h 80"/>
                <a:gd name="T38" fmla="*/ 0 w 104"/>
                <a:gd name="T39" fmla="*/ 788789810 h 80"/>
                <a:gd name="T40" fmla="*/ 682893794 w 104"/>
                <a:gd name="T41" fmla="*/ 1003914847 h 80"/>
                <a:gd name="T42" fmla="*/ 682893794 w 104"/>
                <a:gd name="T43" fmla="*/ 1577585607 h 80"/>
                <a:gd name="T44" fmla="*/ 754775458 w 104"/>
                <a:gd name="T45" fmla="*/ 1577585607 h 80"/>
                <a:gd name="T46" fmla="*/ 2147483646 w 104"/>
                <a:gd name="T47" fmla="*/ 1577585607 h 80"/>
                <a:gd name="T48" fmla="*/ 2147483646 w 104"/>
                <a:gd name="T49" fmla="*/ 1721000303 h 80"/>
                <a:gd name="T50" fmla="*/ 2147483646 w 104"/>
                <a:gd name="T51" fmla="*/ 2147483646 h 80"/>
                <a:gd name="T52" fmla="*/ 1833024399 w 104"/>
                <a:gd name="T53" fmla="*/ 2147483646 h 80"/>
                <a:gd name="T54" fmla="*/ 1329840760 w 104"/>
                <a:gd name="T55" fmla="*/ 2147483646 h 80"/>
                <a:gd name="T56" fmla="*/ 1114189773 w 104"/>
                <a:gd name="T57" fmla="*/ 1721000303 h 80"/>
                <a:gd name="T58" fmla="*/ 1114189773 w 104"/>
                <a:gd name="T59" fmla="*/ 1577585607 h 80"/>
                <a:gd name="T60" fmla="*/ 2147483646 w 104"/>
                <a:gd name="T61" fmla="*/ 1577585607 h 80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04" h="80">
                  <a:moveTo>
                    <a:pt x="21" y="44"/>
                  </a:moveTo>
                  <a:cubicBezTo>
                    <a:pt x="13" y="73"/>
                    <a:pt x="13" y="73"/>
                    <a:pt x="13" y="73"/>
                  </a:cubicBezTo>
                  <a:cubicBezTo>
                    <a:pt x="33" y="73"/>
                    <a:pt x="33" y="73"/>
                    <a:pt x="33" y="73"/>
                  </a:cubicBezTo>
                  <a:cubicBezTo>
                    <a:pt x="38" y="78"/>
                    <a:pt x="44" y="80"/>
                    <a:pt x="51" y="80"/>
                  </a:cubicBezTo>
                  <a:cubicBezTo>
                    <a:pt x="58" y="80"/>
                    <a:pt x="64" y="78"/>
                    <a:pt x="69" y="73"/>
                  </a:cubicBezTo>
                  <a:cubicBezTo>
                    <a:pt x="87" y="73"/>
                    <a:pt x="87" y="73"/>
                    <a:pt x="87" y="73"/>
                  </a:cubicBezTo>
                  <a:cubicBezTo>
                    <a:pt x="81" y="44"/>
                    <a:pt x="81" y="44"/>
                    <a:pt x="81" y="44"/>
                  </a:cubicBezTo>
                  <a:cubicBezTo>
                    <a:pt x="86" y="44"/>
                    <a:pt x="86" y="44"/>
                    <a:pt x="86" y="44"/>
                  </a:cubicBezTo>
                  <a:cubicBezTo>
                    <a:pt x="86" y="28"/>
                    <a:pt x="86" y="28"/>
                    <a:pt x="86" y="28"/>
                  </a:cubicBezTo>
                  <a:cubicBezTo>
                    <a:pt x="97" y="25"/>
                    <a:pt x="97" y="25"/>
                    <a:pt x="97" y="25"/>
                  </a:cubicBezTo>
                  <a:cubicBezTo>
                    <a:pt x="97" y="34"/>
                    <a:pt x="97" y="34"/>
                    <a:pt x="97" y="34"/>
                  </a:cubicBezTo>
                  <a:cubicBezTo>
                    <a:pt x="95" y="51"/>
                    <a:pt x="95" y="51"/>
                    <a:pt x="95" y="51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01" y="34"/>
                    <a:pt x="101" y="34"/>
                    <a:pt x="101" y="34"/>
                  </a:cubicBezTo>
                  <a:cubicBezTo>
                    <a:pt x="101" y="23"/>
                    <a:pt x="101" y="23"/>
                    <a:pt x="101" y="23"/>
                  </a:cubicBezTo>
                  <a:cubicBezTo>
                    <a:pt x="104" y="22"/>
                    <a:pt x="104" y="22"/>
                    <a:pt x="104" y="22"/>
                  </a:cubicBezTo>
                  <a:cubicBezTo>
                    <a:pt x="104" y="15"/>
                    <a:pt x="104" y="15"/>
                    <a:pt x="104" y="15"/>
                  </a:cubicBezTo>
                  <a:cubicBezTo>
                    <a:pt x="52" y="0"/>
                    <a:pt x="52" y="0"/>
                    <a:pt x="52" y="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0" y="22"/>
                    <a:pt x="0" y="22"/>
                    <a:pt x="0" y="22"/>
                  </a:cubicBezTo>
                  <a:cubicBezTo>
                    <a:pt x="19" y="28"/>
                    <a:pt x="19" y="28"/>
                    <a:pt x="19" y="28"/>
                  </a:cubicBezTo>
                  <a:cubicBezTo>
                    <a:pt x="19" y="44"/>
                    <a:pt x="19" y="44"/>
                    <a:pt x="19" y="44"/>
                  </a:cubicBezTo>
                  <a:cubicBezTo>
                    <a:pt x="21" y="44"/>
                    <a:pt x="21" y="44"/>
                    <a:pt x="21" y="44"/>
                  </a:cubicBezTo>
                  <a:close/>
                  <a:moveTo>
                    <a:pt x="71" y="44"/>
                  </a:moveTo>
                  <a:cubicBezTo>
                    <a:pt x="72" y="46"/>
                    <a:pt x="72" y="47"/>
                    <a:pt x="72" y="48"/>
                  </a:cubicBezTo>
                  <a:cubicBezTo>
                    <a:pt x="72" y="55"/>
                    <a:pt x="69" y="61"/>
                    <a:pt x="65" y="66"/>
                  </a:cubicBezTo>
                  <a:cubicBezTo>
                    <a:pt x="62" y="70"/>
                    <a:pt x="57" y="73"/>
                    <a:pt x="51" y="73"/>
                  </a:cubicBezTo>
                  <a:cubicBezTo>
                    <a:pt x="46" y="73"/>
                    <a:pt x="41" y="70"/>
                    <a:pt x="37" y="66"/>
                  </a:cubicBezTo>
                  <a:cubicBezTo>
                    <a:pt x="33" y="61"/>
                    <a:pt x="31" y="55"/>
                    <a:pt x="31" y="48"/>
                  </a:cubicBezTo>
                  <a:cubicBezTo>
                    <a:pt x="31" y="47"/>
                    <a:pt x="31" y="46"/>
                    <a:pt x="31" y="44"/>
                  </a:cubicBezTo>
                  <a:lnTo>
                    <a:pt x="71" y="44"/>
                  </a:ln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9" name="组合 28"/>
          <p:cNvGrpSpPr/>
          <p:nvPr/>
        </p:nvGrpSpPr>
        <p:grpSpPr bwMode="auto">
          <a:xfrm>
            <a:off x="7008814" y="2006602"/>
            <a:ext cx="2205037" cy="2397125"/>
            <a:chOff x="6894012" y="2226903"/>
            <a:chExt cx="2205196" cy="2397084"/>
          </a:xfrm>
        </p:grpSpPr>
        <p:sp>
          <p:nvSpPr>
            <p:cNvPr id="30" name="L 形 29"/>
            <p:cNvSpPr/>
            <p:nvPr/>
          </p:nvSpPr>
          <p:spPr>
            <a:xfrm rot="5400000">
              <a:off x="7333047" y="2862588"/>
              <a:ext cx="1322364" cy="2200434"/>
            </a:xfrm>
            <a:prstGeom prst="corner">
              <a:avLst>
                <a:gd name="adj1" fmla="val 16120"/>
                <a:gd name="adj2" fmla="val 16110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31" name="等腰三角形 30"/>
            <p:cNvSpPr/>
            <p:nvPr/>
          </p:nvSpPr>
          <p:spPr>
            <a:xfrm>
              <a:off x="8724531" y="2699970"/>
              <a:ext cx="374677" cy="374644"/>
            </a:xfrm>
            <a:prstGeom prst="triangle">
              <a:avLst>
                <a:gd name="adj" fmla="val 100000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49" name="Freeform 105"/>
            <p:cNvSpPr>
              <a:spLocks noEditPoints="1"/>
            </p:cNvSpPr>
            <p:nvPr/>
          </p:nvSpPr>
          <p:spPr bwMode="auto">
            <a:xfrm>
              <a:off x="7653443" y="2226903"/>
              <a:ext cx="681922" cy="824299"/>
            </a:xfrm>
            <a:custGeom>
              <a:avLst/>
              <a:gdLst>
                <a:gd name="T0" fmla="*/ 0 w 77"/>
                <a:gd name="T1" fmla="*/ 2147483646 h 93"/>
                <a:gd name="T2" fmla="*/ 2147483646 w 77"/>
                <a:gd name="T3" fmla="*/ 1571211392 h 93"/>
                <a:gd name="T4" fmla="*/ 2147483646 w 77"/>
                <a:gd name="T5" fmla="*/ 2042568605 h 93"/>
                <a:gd name="T6" fmla="*/ 2147483646 w 77"/>
                <a:gd name="T7" fmla="*/ 2121134049 h 93"/>
                <a:gd name="T8" fmla="*/ 2147483646 w 77"/>
                <a:gd name="T9" fmla="*/ 2121134049 h 93"/>
                <a:gd name="T10" fmla="*/ 2147483646 w 77"/>
                <a:gd name="T11" fmla="*/ 2121134049 h 93"/>
                <a:gd name="T12" fmla="*/ 2147483646 w 77"/>
                <a:gd name="T13" fmla="*/ 2147483646 h 93"/>
                <a:gd name="T14" fmla="*/ 2147483646 w 77"/>
                <a:gd name="T15" fmla="*/ 2147483646 h 93"/>
                <a:gd name="T16" fmla="*/ 2147483646 w 77"/>
                <a:gd name="T17" fmla="*/ 2147483646 h 93"/>
                <a:gd name="T18" fmla="*/ 2147483646 w 77"/>
                <a:gd name="T19" fmla="*/ 2147483646 h 93"/>
                <a:gd name="T20" fmla="*/ 2147483646 w 77"/>
                <a:gd name="T21" fmla="*/ 2147483646 h 93"/>
                <a:gd name="T22" fmla="*/ 2147483646 w 77"/>
                <a:gd name="T23" fmla="*/ 2147483646 h 93"/>
                <a:gd name="T24" fmla="*/ 2147483646 w 77"/>
                <a:gd name="T25" fmla="*/ 2147483646 h 93"/>
                <a:gd name="T26" fmla="*/ 2147483646 w 77"/>
                <a:gd name="T27" fmla="*/ 2147483646 h 93"/>
                <a:gd name="T28" fmla="*/ 2147483646 w 77"/>
                <a:gd name="T29" fmla="*/ 2147483646 h 93"/>
                <a:gd name="T30" fmla="*/ 2147483646 w 77"/>
                <a:gd name="T31" fmla="*/ 2147483646 h 93"/>
                <a:gd name="T32" fmla="*/ 2147483646 w 77"/>
                <a:gd name="T33" fmla="*/ 2147483646 h 93"/>
                <a:gd name="T34" fmla="*/ 2147483646 w 77"/>
                <a:gd name="T35" fmla="*/ 2147483646 h 93"/>
                <a:gd name="T36" fmla="*/ 2147483646 w 77"/>
                <a:gd name="T37" fmla="*/ 2147483646 h 93"/>
                <a:gd name="T38" fmla="*/ 2147483646 w 77"/>
                <a:gd name="T39" fmla="*/ 2147483646 h 93"/>
                <a:gd name="T40" fmla="*/ 2147483646 w 77"/>
                <a:gd name="T41" fmla="*/ 2147483646 h 93"/>
                <a:gd name="T42" fmla="*/ 2147483646 w 77"/>
                <a:gd name="T43" fmla="*/ 2147483646 h 93"/>
                <a:gd name="T44" fmla="*/ 2147483646 w 77"/>
                <a:gd name="T45" fmla="*/ 2147483646 h 93"/>
                <a:gd name="T46" fmla="*/ 2147483646 w 77"/>
                <a:gd name="T47" fmla="*/ 2147483646 h 93"/>
                <a:gd name="T48" fmla="*/ 2147483646 w 77"/>
                <a:gd name="T49" fmla="*/ 2147483646 h 93"/>
                <a:gd name="T50" fmla="*/ 2147483646 w 77"/>
                <a:gd name="T51" fmla="*/ 2147483646 h 93"/>
                <a:gd name="T52" fmla="*/ 2147483646 w 77"/>
                <a:gd name="T53" fmla="*/ 2147483646 h 93"/>
                <a:gd name="T54" fmla="*/ 2147483646 w 77"/>
                <a:gd name="T55" fmla="*/ 2147483646 h 93"/>
                <a:gd name="T56" fmla="*/ 2147483646 w 77"/>
                <a:gd name="T57" fmla="*/ 2147483646 h 93"/>
                <a:gd name="T58" fmla="*/ 549018059 w 77"/>
                <a:gd name="T59" fmla="*/ 2147483646 h 93"/>
                <a:gd name="T60" fmla="*/ 2147483646 w 77"/>
                <a:gd name="T61" fmla="*/ 2147483646 h 93"/>
                <a:gd name="T62" fmla="*/ 1490185549 w 77"/>
                <a:gd name="T63" fmla="*/ 2147483646 h 93"/>
                <a:gd name="T64" fmla="*/ 235289658 w 77"/>
                <a:gd name="T65" fmla="*/ 2147483646 h 93"/>
                <a:gd name="T66" fmla="*/ 2147483646 w 77"/>
                <a:gd name="T67" fmla="*/ 2147483646 h 93"/>
                <a:gd name="T68" fmla="*/ 2147483646 w 77"/>
                <a:gd name="T69" fmla="*/ 2147483646 h 93"/>
                <a:gd name="T70" fmla="*/ 2147483646 w 77"/>
                <a:gd name="T71" fmla="*/ 2147483646 h 93"/>
                <a:gd name="T72" fmla="*/ 2147483646 w 77"/>
                <a:gd name="T73" fmla="*/ 0 h 93"/>
                <a:gd name="T74" fmla="*/ 2147483646 w 77"/>
                <a:gd name="T75" fmla="*/ 2147483646 h 9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77" h="93">
                  <a:moveTo>
                    <a:pt x="3" y="88"/>
                  </a:moveTo>
                  <a:cubicBezTo>
                    <a:pt x="2" y="87"/>
                    <a:pt x="1" y="86"/>
                    <a:pt x="0" y="85"/>
                  </a:cubicBezTo>
                  <a:cubicBezTo>
                    <a:pt x="0" y="72"/>
                    <a:pt x="0" y="58"/>
                    <a:pt x="0" y="45"/>
                  </a:cubicBezTo>
                  <a:cubicBezTo>
                    <a:pt x="12" y="40"/>
                    <a:pt x="21" y="32"/>
                    <a:pt x="30" y="20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6"/>
                    <a:pt x="38" y="26"/>
                    <a:pt x="38" y="26"/>
                  </a:cubicBezTo>
                  <a:cubicBezTo>
                    <a:pt x="38" y="27"/>
                    <a:pt x="38" y="27"/>
                    <a:pt x="38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39" y="27"/>
                    <a:pt x="39" y="27"/>
                    <a:pt x="39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0" y="28"/>
                    <a:pt x="40" y="28"/>
                    <a:pt x="40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1" y="29"/>
                    <a:pt x="41" y="29"/>
                    <a:pt x="41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2" y="29"/>
                    <a:pt x="42" y="29"/>
                    <a:pt x="42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3" y="30"/>
                    <a:pt x="43" y="30"/>
                    <a:pt x="43" y="30"/>
                  </a:cubicBezTo>
                  <a:cubicBezTo>
                    <a:pt x="44" y="30"/>
                    <a:pt x="44" y="30"/>
                    <a:pt x="44" y="30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3"/>
                    <a:pt x="48" y="33"/>
                    <a:pt x="48" y="33"/>
                  </a:cubicBezTo>
                  <a:cubicBezTo>
                    <a:pt x="48" y="34"/>
                    <a:pt x="48" y="34"/>
                    <a:pt x="48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49" y="34"/>
                    <a:pt x="49" y="34"/>
                    <a:pt x="49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0" y="35"/>
                    <a:pt x="50" y="35"/>
                    <a:pt x="50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1" y="36"/>
                    <a:pt x="51" y="36"/>
                    <a:pt x="51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53" y="37"/>
                    <a:pt x="53" y="37"/>
                    <a:pt x="53" y="37"/>
                  </a:cubicBezTo>
                  <a:cubicBezTo>
                    <a:pt x="62" y="43"/>
                    <a:pt x="62" y="43"/>
                    <a:pt x="62" y="43"/>
                  </a:cubicBezTo>
                  <a:cubicBezTo>
                    <a:pt x="53" y="55"/>
                    <a:pt x="49" y="67"/>
                    <a:pt x="48" y="79"/>
                  </a:cubicBezTo>
                  <a:cubicBezTo>
                    <a:pt x="36" y="84"/>
                    <a:pt x="23" y="88"/>
                    <a:pt x="11" y="93"/>
                  </a:cubicBezTo>
                  <a:cubicBezTo>
                    <a:pt x="9" y="92"/>
                    <a:pt x="8" y="91"/>
                    <a:pt x="7" y="91"/>
                  </a:cubicBezTo>
                  <a:cubicBezTo>
                    <a:pt x="23" y="68"/>
                    <a:pt x="23" y="68"/>
                    <a:pt x="23" y="68"/>
                  </a:cubicBezTo>
                  <a:cubicBezTo>
                    <a:pt x="27" y="69"/>
                    <a:pt x="32" y="68"/>
                    <a:pt x="35" y="64"/>
                  </a:cubicBezTo>
                  <a:cubicBezTo>
                    <a:pt x="38" y="60"/>
                    <a:pt x="37" y="54"/>
                    <a:pt x="32" y="51"/>
                  </a:cubicBezTo>
                  <a:cubicBezTo>
                    <a:pt x="28" y="47"/>
                    <a:pt x="22" y="49"/>
                    <a:pt x="19" y="53"/>
                  </a:cubicBezTo>
                  <a:cubicBezTo>
                    <a:pt x="16" y="57"/>
                    <a:pt x="16" y="62"/>
                    <a:pt x="19" y="65"/>
                  </a:cubicBezTo>
                  <a:cubicBezTo>
                    <a:pt x="3" y="88"/>
                    <a:pt x="3" y="88"/>
                    <a:pt x="3" y="88"/>
                  </a:cubicBezTo>
                  <a:close/>
                  <a:moveTo>
                    <a:pt x="27" y="93"/>
                  </a:moveTo>
                  <a:cubicBezTo>
                    <a:pt x="73" y="93"/>
                    <a:pt x="73" y="93"/>
                    <a:pt x="73" y="93"/>
                  </a:cubicBezTo>
                  <a:cubicBezTo>
                    <a:pt x="73" y="83"/>
                    <a:pt x="73" y="83"/>
                    <a:pt x="73" y="83"/>
                  </a:cubicBezTo>
                  <a:cubicBezTo>
                    <a:pt x="54" y="83"/>
                    <a:pt x="54" y="83"/>
                    <a:pt x="54" y="83"/>
                  </a:cubicBezTo>
                  <a:cubicBezTo>
                    <a:pt x="27" y="93"/>
                    <a:pt x="27" y="93"/>
                    <a:pt x="27" y="93"/>
                  </a:cubicBezTo>
                  <a:close/>
                  <a:moveTo>
                    <a:pt x="69" y="42"/>
                  </a:moveTo>
                  <a:cubicBezTo>
                    <a:pt x="77" y="31"/>
                    <a:pt x="77" y="31"/>
                    <a:pt x="77" y="31"/>
                  </a:cubicBezTo>
                  <a:cubicBezTo>
                    <a:pt x="34" y="0"/>
                    <a:pt x="34" y="0"/>
                    <a:pt x="34" y="0"/>
                  </a:cubicBezTo>
                  <a:cubicBezTo>
                    <a:pt x="26" y="12"/>
                    <a:pt x="26" y="12"/>
                    <a:pt x="26" y="12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33" name="组合 32"/>
          <p:cNvGrpSpPr/>
          <p:nvPr/>
        </p:nvGrpSpPr>
        <p:grpSpPr bwMode="auto">
          <a:xfrm>
            <a:off x="2289175" y="4491040"/>
            <a:ext cx="3168651" cy="1414125"/>
            <a:chOff x="1896905" y="629070"/>
            <a:chExt cx="3168549" cy="1413227"/>
          </a:xfrm>
        </p:grpSpPr>
        <p:sp>
          <p:nvSpPr>
            <p:cNvPr id="34" name="文本框 33"/>
            <p:cNvSpPr txBox="1"/>
            <p:nvPr/>
          </p:nvSpPr>
          <p:spPr>
            <a:xfrm>
              <a:off x="1896905" y="629070"/>
              <a:ext cx="3168549" cy="39979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 Here</a:t>
              </a:r>
              <a:endParaRPr lang="zh-CN" altLang="en-US" sz="2000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5" name="矩形 34"/>
            <p:cNvSpPr/>
            <p:nvPr/>
          </p:nvSpPr>
          <p:spPr>
            <a:xfrm>
              <a:off x="1933417" y="1027279"/>
              <a:ext cx="2381174" cy="1015018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Remember </a:t>
              </a:r>
              <a:r>
                <a:rPr lang="en-US" altLang="zh-CN" sz="1600" dirty="0" smtClean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that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36" name="直接连接符 35"/>
            <p:cNvCxnSpPr/>
            <p:nvPr/>
          </p:nvCxnSpPr>
          <p:spPr>
            <a:xfrm>
              <a:off x="1993740" y="1019347"/>
              <a:ext cx="1950975" cy="0"/>
            </a:xfrm>
            <a:prstGeom prst="line">
              <a:avLst/>
            </a:prstGeom>
            <a:ln>
              <a:solidFill>
                <a:srgbClr val="044875"/>
              </a:solidFill>
              <a:prstDash val="lgDashDot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7" name="组合 36"/>
          <p:cNvGrpSpPr/>
          <p:nvPr/>
        </p:nvGrpSpPr>
        <p:grpSpPr bwMode="auto">
          <a:xfrm>
            <a:off x="4730749" y="3973515"/>
            <a:ext cx="3168651" cy="1711632"/>
            <a:chOff x="1820705" y="667170"/>
            <a:chExt cx="3168549" cy="1711809"/>
          </a:xfrm>
        </p:grpSpPr>
        <p:sp>
          <p:nvSpPr>
            <p:cNvPr id="38" name="文本框 37"/>
            <p:cNvSpPr txBox="1"/>
            <p:nvPr/>
          </p:nvSpPr>
          <p:spPr>
            <a:xfrm>
              <a:off x="1820705" y="667170"/>
              <a:ext cx="3168549" cy="4000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 Here</a:t>
              </a:r>
              <a:endParaRPr lang="zh-CN" altLang="en-US" sz="2000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9" name="矩形 38"/>
            <p:cNvSpPr/>
            <p:nvPr/>
          </p:nvSpPr>
          <p:spPr>
            <a:xfrm>
              <a:off x="1858804" y="1132355"/>
              <a:ext cx="2324025" cy="1246624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Sometimes you need to look back, </a:t>
              </a:r>
              <a:r>
                <a:rPr lang="en-US" altLang="zh-CN" sz="1600" dirty="0" smtClean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have </a:t>
              </a: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lost.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40" name="直接连接符 39"/>
            <p:cNvCxnSpPr/>
            <p:nvPr/>
          </p:nvCxnSpPr>
          <p:spPr>
            <a:xfrm>
              <a:off x="1955639" y="1075199"/>
              <a:ext cx="1950975" cy="0"/>
            </a:xfrm>
            <a:prstGeom prst="line">
              <a:avLst/>
            </a:prstGeom>
            <a:ln>
              <a:solidFill>
                <a:srgbClr val="044875"/>
              </a:solidFill>
              <a:prstDash val="lgDashDot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组合 40"/>
          <p:cNvGrpSpPr/>
          <p:nvPr/>
        </p:nvGrpSpPr>
        <p:grpSpPr bwMode="auto">
          <a:xfrm>
            <a:off x="7162800" y="3328989"/>
            <a:ext cx="3168651" cy="2654012"/>
            <a:chOff x="1896905" y="667170"/>
            <a:chExt cx="3168549" cy="2654538"/>
          </a:xfrm>
        </p:grpSpPr>
        <p:sp>
          <p:nvSpPr>
            <p:cNvPr id="42" name="文本框 41"/>
            <p:cNvSpPr txBox="1"/>
            <p:nvPr/>
          </p:nvSpPr>
          <p:spPr>
            <a:xfrm>
              <a:off x="1896905" y="667170"/>
              <a:ext cx="3168549" cy="400129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 Here</a:t>
              </a:r>
              <a:endParaRPr lang="zh-CN" altLang="en-US" sz="2000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1896905" y="1151453"/>
              <a:ext cx="2312914" cy="217025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Sometimes you need to look back, otherwise you will never know what you have lost in the way of forever searching. 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44" name="直接连接符 43"/>
            <p:cNvCxnSpPr/>
            <p:nvPr/>
          </p:nvCxnSpPr>
          <p:spPr>
            <a:xfrm>
              <a:off x="1993740" y="1075238"/>
              <a:ext cx="1950975" cy="0"/>
            </a:xfrm>
            <a:prstGeom prst="line">
              <a:avLst/>
            </a:prstGeom>
            <a:ln>
              <a:solidFill>
                <a:srgbClr val="044875"/>
              </a:solidFill>
              <a:prstDash val="lgDashDot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" name="组合 44"/>
          <p:cNvGrpSpPr/>
          <p:nvPr/>
        </p:nvGrpSpPr>
        <p:grpSpPr bwMode="auto">
          <a:xfrm>
            <a:off x="9623425" y="2787651"/>
            <a:ext cx="3168651" cy="2941995"/>
            <a:chOff x="1896905" y="667170"/>
            <a:chExt cx="3168549" cy="2942369"/>
          </a:xfrm>
        </p:grpSpPr>
        <p:sp>
          <p:nvSpPr>
            <p:cNvPr id="46" name="文本框 45"/>
            <p:cNvSpPr txBox="1"/>
            <p:nvPr/>
          </p:nvSpPr>
          <p:spPr>
            <a:xfrm>
              <a:off x="1896905" y="667170"/>
              <a:ext cx="3168549" cy="40010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 Here</a:t>
              </a:r>
              <a:endParaRPr lang="zh-CN" altLang="en-US" sz="2000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1901668" y="1208577"/>
              <a:ext cx="2512931" cy="2400962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8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Sometimes you need to look back, otherwise you will never know what you have lost in the way of forever searching. otherwise you will never know. searching. 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48" name="直接连接符 47"/>
            <p:cNvCxnSpPr/>
            <p:nvPr/>
          </p:nvCxnSpPr>
          <p:spPr>
            <a:xfrm>
              <a:off x="1993740" y="1113315"/>
              <a:ext cx="1950975" cy="0"/>
            </a:xfrm>
            <a:prstGeom prst="line">
              <a:avLst/>
            </a:prstGeom>
            <a:ln>
              <a:solidFill>
                <a:srgbClr val="044875"/>
              </a:solidFill>
              <a:prstDash val="lgDashDotDot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9" name="组合 48"/>
          <p:cNvGrpSpPr/>
          <p:nvPr/>
        </p:nvGrpSpPr>
        <p:grpSpPr bwMode="auto">
          <a:xfrm>
            <a:off x="257177" y="4322763"/>
            <a:ext cx="1679575" cy="1568450"/>
            <a:chOff x="142583" y="4542955"/>
            <a:chExt cx="1679145" cy="1567915"/>
          </a:xfrm>
        </p:grpSpPr>
        <p:sp>
          <p:nvSpPr>
            <p:cNvPr id="50" name="L 形 49"/>
            <p:cNvSpPr/>
            <p:nvPr/>
          </p:nvSpPr>
          <p:spPr>
            <a:xfrm rot="5400000">
              <a:off x="477503" y="4766644"/>
              <a:ext cx="1009306" cy="1679145"/>
            </a:xfrm>
            <a:prstGeom prst="corner">
              <a:avLst>
                <a:gd name="adj1" fmla="val 21783"/>
                <a:gd name="adj2" fmla="val 21773"/>
              </a:avLst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3334" name="Freeform 46"/>
            <p:cNvSpPr>
              <a:spLocks noEditPoints="1"/>
            </p:cNvSpPr>
            <p:nvPr/>
          </p:nvSpPr>
          <p:spPr bwMode="auto">
            <a:xfrm>
              <a:off x="757315" y="4542955"/>
              <a:ext cx="449681" cy="453558"/>
            </a:xfrm>
            <a:custGeom>
              <a:avLst/>
              <a:gdLst>
                <a:gd name="T0" fmla="*/ 905368453 w 98"/>
                <a:gd name="T1" fmla="*/ 1595177230 h 99"/>
                <a:gd name="T2" fmla="*/ 842202039 w 98"/>
                <a:gd name="T3" fmla="*/ 1469243874 h 99"/>
                <a:gd name="T4" fmla="*/ 779040212 w 98"/>
                <a:gd name="T5" fmla="*/ 1553197918 h 99"/>
                <a:gd name="T6" fmla="*/ 736926210 w 98"/>
                <a:gd name="T7" fmla="*/ 1595177230 h 99"/>
                <a:gd name="T8" fmla="*/ 673764384 w 98"/>
                <a:gd name="T9" fmla="*/ 1574189865 h 99"/>
                <a:gd name="T10" fmla="*/ 42109414 w 98"/>
                <a:gd name="T11" fmla="*/ 944513919 h 99"/>
                <a:gd name="T12" fmla="*/ 147385242 w 98"/>
                <a:gd name="T13" fmla="*/ 209891982 h 99"/>
                <a:gd name="T14" fmla="*/ 842202039 w 98"/>
                <a:gd name="T15" fmla="*/ 545717320 h 99"/>
                <a:gd name="T16" fmla="*/ 1494909422 w 98"/>
                <a:gd name="T17" fmla="*/ 0 h 99"/>
                <a:gd name="T18" fmla="*/ 1010644282 w 98"/>
                <a:gd name="T19" fmla="*/ 1658143908 h 99"/>
                <a:gd name="T20" fmla="*/ 736926210 w 98"/>
                <a:gd name="T21" fmla="*/ 2077927872 h 99"/>
                <a:gd name="T22" fmla="*/ 610597969 w 98"/>
                <a:gd name="T23" fmla="*/ 1993969247 h 99"/>
                <a:gd name="T24" fmla="*/ 905368453 w 98"/>
                <a:gd name="T25" fmla="*/ 1595177230 h 99"/>
                <a:gd name="T26" fmla="*/ 989587281 w 98"/>
                <a:gd name="T27" fmla="*/ 1196380632 h 99"/>
                <a:gd name="T28" fmla="*/ 1052753695 w 98"/>
                <a:gd name="T29" fmla="*/ 1322318570 h 99"/>
                <a:gd name="T30" fmla="*/ 1368581181 w 98"/>
                <a:gd name="T31" fmla="*/ 377804651 h 99"/>
                <a:gd name="T32" fmla="*/ 989587281 w 98"/>
                <a:gd name="T33" fmla="*/ 671655258 h 99"/>
                <a:gd name="T34" fmla="*/ 968534868 w 98"/>
                <a:gd name="T35" fmla="*/ 713629990 h 99"/>
                <a:gd name="T36" fmla="*/ 989587281 w 98"/>
                <a:gd name="T37" fmla="*/ 1196380632 h 99"/>
                <a:gd name="T38" fmla="*/ 589540968 w 98"/>
                <a:gd name="T39" fmla="*/ 1322318570 h 99"/>
                <a:gd name="T40" fmla="*/ 336879898 w 98"/>
                <a:gd name="T41" fmla="*/ 503738008 h 99"/>
                <a:gd name="T42" fmla="*/ 336879898 w 98"/>
                <a:gd name="T43" fmla="*/ 503738008 h 99"/>
                <a:gd name="T44" fmla="*/ 694816797 w 98"/>
                <a:gd name="T45" fmla="*/ 1280339257 h 99"/>
                <a:gd name="T46" fmla="*/ 273718072 w 98"/>
                <a:gd name="T47" fmla="*/ 440771330 h 99"/>
                <a:gd name="T48" fmla="*/ 210551657 w 98"/>
                <a:gd name="T49" fmla="*/ 923521972 h 99"/>
                <a:gd name="T50" fmla="*/ 589540968 w 98"/>
                <a:gd name="T51" fmla="*/ 1322318570 h 99"/>
                <a:gd name="T52" fmla="*/ 1158029524 w 98"/>
                <a:gd name="T53" fmla="*/ 1343305936 h 99"/>
                <a:gd name="T54" fmla="*/ 1431747595 w 98"/>
                <a:gd name="T55" fmla="*/ 377804651 h 99"/>
                <a:gd name="T56" fmla="*/ 1158029524 w 98"/>
                <a:gd name="T57" fmla="*/ 1343305936 h 99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8" h="99">
                  <a:moveTo>
                    <a:pt x="43" y="76"/>
                  </a:moveTo>
                  <a:cubicBezTo>
                    <a:pt x="42" y="75"/>
                    <a:pt x="41" y="73"/>
                    <a:pt x="40" y="70"/>
                  </a:cubicBezTo>
                  <a:cubicBezTo>
                    <a:pt x="39" y="71"/>
                    <a:pt x="38" y="73"/>
                    <a:pt x="37" y="74"/>
                  </a:cubicBezTo>
                  <a:cubicBezTo>
                    <a:pt x="35" y="76"/>
                    <a:pt x="35" y="76"/>
                    <a:pt x="35" y="76"/>
                  </a:cubicBezTo>
                  <a:cubicBezTo>
                    <a:pt x="32" y="75"/>
                    <a:pt x="32" y="75"/>
                    <a:pt x="32" y="75"/>
                  </a:cubicBezTo>
                  <a:cubicBezTo>
                    <a:pt x="25" y="72"/>
                    <a:pt x="4" y="62"/>
                    <a:pt x="2" y="45"/>
                  </a:cubicBezTo>
                  <a:cubicBezTo>
                    <a:pt x="0" y="28"/>
                    <a:pt x="10" y="19"/>
                    <a:pt x="7" y="10"/>
                  </a:cubicBezTo>
                  <a:cubicBezTo>
                    <a:pt x="21" y="13"/>
                    <a:pt x="33" y="19"/>
                    <a:pt x="40" y="26"/>
                  </a:cubicBezTo>
                  <a:cubicBezTo>
                    <a:pt x="52" y="11"/>
                    <a:pt x="67" y="11"/>
                    <a:pt x="71" y="0"/>
                  </a:cubicBezTo>
                  <a:cubicBezTo>
                    <a:pt x="98" y="38"/>
                    <a:pt x="94" y="74"/>
                    <a:pt x="48" y="79"/>
                  </a:cubicBezTo>
                  <a:cubicBezTo>
                    <a:pt x="44" y="86"/>
                    <a:pt x="40" y="93"/>
                    <a:pt x="35" y="99"/>
                  </a:cubicBezTo>
                  <a:cubicBezTo>
                    <a:pt x="29" y="95"/>
                    <a:pt x="29" y="95"/>
                    <a:pt x="29" y="95"/>
                  </a:cubicBezTo>
                  <a:cubicBezTo>
                    <a:pt x="34" y="89"/>
                    <a:pt x="39" y="83"/>
                    <a:pt x="43" y="76"/>
                  </a:cubicBezTo>
                  <a:close/>
                  <a:moveTo>
                    <a:pt x="47" y="57"/>
                  </a:moveTo>
                  <a:cubicBezTo>
                    <a:pt x="48" y="60"/>
                    <a:pt x="49" y="62"/>
                    <a:pt x="50" y="63"/>
                  </a:cubicBezTo>
                  <a:cubicBezTo>
                    <a:pt x="56" y="49"/>
                    <a:pt x="61" y="33"/>
                    <a:pt x="65" y="18"/>
                  </a:cubicBezTo>
                  <a:cubicBezTo>
                    <a:pt x="61" y="22"/>
                    <a:pt x="53" y="24"/>
                    <a:pt x="47" y="32"/>
                  </a:cubicBezTo>
                  <a:cubicBezTo>
                    <a:pt x="47" y="33"/>
                    <a:pt x="46" y="33"/>
                    <a:pt x="46" y="34"/>
                  </a:cubicBezTo>
                  <a:cubicBezTo>
                    <a:pt x="50" y="41"/>
                    <a:pt x="50" y="49"/>
                    <a:pt x="47" y="57"/>
                  </a:cubicBezTo>
                  <a:close/>
                  <a:moveTo>
                    <a:pt x="28" y="63"/>
                  </a:moveTo>
                  <a:cubicBezTo>
                    <a:pt x="25" y="49"/>
                    <a:pt x="22" y="36"/>
                    <a:pt x="16" y="24"/>
                  </a:cubicBezTo>
                  <a:cubicBezTo>
                    <a:pt x="16" y="24"/>
                    <a:pt x="16" y="24"/>
                    <a:pt x="16" y="24"/>
                  </a:cubicBezTo>
                  <a:cubicBezTo>
                    <a:pt x="22" y="33"/>
                    <a:pt x="29" y="46"/>
                    <a:pt x="33" y="61"/>
                  </a:cubicBezTo>
                  <a:cubicBezTo>
                    <a:pt x="47" y="44"/>
                    <a:pt x="38" y="27"/>
                    <a:pt x="13" y="21"/>
                  </a:cubicBezTo>
                  <a:cubicBezTo>
                    <a:pt x="15" y="27"/>
                    <a:pt x="9" y="33"/>
                    <a:pt x="10" y="44"/>
                  </a:cubicBezTo>
                  <a:cubicBezTo>
                    <a:pt x="11" y="56"/>
                    <a:pt x="24" y="61"/>
                    <a:pt x="28" y="63"/>
                  </a:cubicBezTo>
                  <a:close/>
                  <a:moveTo>
                    <a:pt x="55" y="64"/>
                  </a:moveTo>
                  <a:cubicBezTo>
                    <a:pt x="80" y="60"/>
                    <a:pt x="83" y="40"/>
                    <a:pt x="68" y="18"/>
                  </a:cubicBezTo>
                  <a:cubicBezTo>
                    <a:pt x="67" y="31"/>
                    <a:pt x="62" y="48"/>
                    <a:pt x="55" y="64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52" name="文本框 51"/>
          <p:cNvSpPr txBox="1"/>
          <p:nvPr/>
        </p:nvSpPr>
        <p:spPr>
          <a:xfrm>
            <a:off x="231775" y="5289552"/>
            <a:ext cx="1930400" cy="46166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rPr>
              <a:t>MAIN IDEA</a:t>
            </a:r>
            <a:endParaRPr lang="zh-CN" altLang="en-US" sz="2400" b="1" dirty="0">
              <a:solidFill>
                <a:srgbClr val="044875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374651" y="1177925"/>
            <a:ext cx="7248525" cy="1323439"/>
            <a:chOff x="374813" y="940642"/>
            <a:chExt cx="7248135" cy="1324490"/>
          </a:xfrm>
        </p:grpSpPr>
        <p:sp>
          <p:nvSpPr>
            <p:cNvPr id="2" name="矩形 1"/>
            <p:cNvSpPr/>
            <p:nvPr/>
          </p:nvSpPr>
          <p:spPr>
            <a:xfrm>
              <a:off x="374813" y="962885"/>
              <a:ext cx="176204" cy="1197926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53" name="矩形 52"/>
            <p:cNvSpPr/>
            <p:nvPr/>
          </p:nvSpPr>
          <p:spPr>
            <a:xfrm>
              <a:off x="600226" y="940642"/>
              <a:ext cx="7022722" cy="1324490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24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REMEMBER THAT HAPPINESS IS A WAY OF TRAVEL, NOT A DESTINATION. SOMETIMES YOU NEED TO LOOK BACK, OTHERWISE YOU WILL NEVER KNOW WHAT YOU HAVE LOST.</a:t>
              </a:r>
              <a:endParaRPr lang="en-US" altLang="zh-CN" sz="2400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</p:grpSp>
      <p:pic>
        <p:nvPicPr>
          <p:cNvPr id="51" name="图片 50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90075" y="5331432"/>
            <a:ext cx="2525922" cy="182287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6" presetID="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0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2" presetClass="entr" presetSubtype="4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2" presetClass="entr" presetSubtype="4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2" presetClass="entr" presetSubtype="4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6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5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3497265" y="254002"/>
            <a:ext cx="8694737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550863" y="82550"/>
            <a:ext cx="3409951" cy="584775"/>
            <a:chOff x="551544" y="82976"/>
            <a:chExt cx="3409770" cy="583764"/>
          </a:xfrm>
        </p:grpSpPr>
        <p:sp>
          <p:nvSpPr>
            <p:cNvPr id="14360" name="文本框 4"/>
            <p:cNvSpPr txBox="1">
              <a:spLocks noChangeArrowheads="1"/>
            </p:cNvSpPr>
            <p:nvPr/>
          </p:nvSpPr>
          <p:spPr bwMode="auto">
            <a:xfrm>
              <a:off x="669474" y="111278"/>
              <a:ext cx="32918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项目方案设计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51544" y="82976"/>
              <a:ext cx="723862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04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411165" y="4256090"/>
            <a:ext cx="8313737" cy="2014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2" name="组合 31"/>
          <p:cNvGrpSpPr/>
          <p:nvPr/>
        </p:nvGrpSpPr>
        <p:grpSpPr bwMode="auto">
          <a:xfrm>
            <a:off x="414337" y="927100"/>
            <a:ext cx="8310563" cy="704850"/>
            <a:chOff x="413564" y="926315"/>
            <a:chExt cx="8311335" cy="704850"/>
          </a:xfrm>
        </p:grpSpPr>
        <p:sp>
          <p:nvSpPr>
            <p:cNvPr id="10" name="矩形 9"/>
            <p:cNvSpPr/>
            <p:nvPr/>
          </p:nvSpPr>
          <p:spPr>
            <a:xfrm>
              <a:off x="413564" y="926315"/>
              <a:ext cx="6601439" cy="704850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11" name="矩形 10"/>
            <p:cNvSpPr/>
            <p:nvPr/>
          </p:nvSpPr>
          <p:spPr>
            <a:xfrm>
              <a:off x="7015003" y="926315"/>
              <a:ext cx="1709896" cy="704850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17" name="燕尾形 16"/>
          <p:cNvSpPr/>
          <p:nvPr/>
        </p:nvSpPr>
        <p:spPr>
          <a:xfrm>
            <a:off x="7869239" y="1089025"/>
            <a:ext cx="447675" cy="388938"/>
          </a:xfrm>
          <a:prstGeom prst="chevron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260849" y="1770064"/>
            <a:ext cx="3168651" cy="52322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800" b="1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rPr>
              <a:t>Add Your Title Here</a:t>
            </a:r>
            <a:endParaRPr lang="zh-CN" altLang="en-US" sz="2800" b="1" dirty="0">
              <a:solidFill>
                <a:srgbClr val="044875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2" name="矩形 21"/>
          <p:cNvSpPr>
            <a:spLocks noChangeArrowheads="1"/>
          </p:cNvSpPr>
          <p:nvPr/>
        </p:nvSpPr>
        <p:spPr bwMode="auto">
          <a:xfrm>
            <a:off x="4256089" y="2298701"/>
            <a:ext cx="4468812" cy="18876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ts val="2000"/>
              </a:lnSpc>
            </a:pPr>
            <a:r>
              <a:rPr lang="en-US" altLang="zh-CN" sz="2000" dirty="0">
                <a:solidFill>
                  <a:srgbClr val="044875"/>
                </a:solidFill>
                <a:cs typeface="Arial" panose="020B0604020202020204" pitchFamily="34" charset="0"/>
              </a:rPr>
              <a:t>Remember that happiness is a way of travel, not a destination. Sometimes you need to look back, otherwise you will never know what you have lost. Remember that happiness is a way of travel, not a destination. Sometimes you need to look back.</a:t>
            </a:r>
            <a:endParaRPr lang="en-US" altLang="zh-CN" sz="2000" dirty="0">
              <a:solidFill>
                <a:srgbClr val="044875"/>
              </a:solidFill>
              <a:cs typeface="Arial" panose="020B0604020202020204" pitchFamily="34" charset="0"/>
            </a:endParaRPr>
          </a:p>
        </p:txBody>
      </p:sp>
      <p:sp>
        <p:nvSpPr>
          <p:cNvPr id="23" name="矩形 22"/>
          <p:cNvSpPr>
            <a:spLocks noChangeArrowheads="1"/>
          </p:cNvSpPr>
          <p:nvPr/>
        </p:nvSpPr>
        <p:spPr bwMode="auto">
          <a:xfrm>
            <a:off x="419100" y="4495802"/>
            <a:ext cx="8305800" cy="68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1" hangingPunct="1"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cs typeface="Arial" panose="020B0604020202020204" pitchFamily="34" charset="0"/>
              </a:rPr>
              <a:t>Remember that happiness is a way of travel, not a destination. Sometimes you need to look back, otherwise you will never know what you have lost.</a:t>
            </a:r>
            <a:endParaRPr lang="en-US" altLang="zh-CN" sz="1600" dirty="0">
              <a:solidFill>
                <a:schemeClr val="bg1"/>
              </a:solidFill>
              <a:latin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24" name="矩形 23"/>
          <p:cNvSpPr>
            <a:spLocks noChangeArrowheads="1"/>
          </p:cNvSpPr>
          <p:nvPr/>
        </p:nvSpPr>
        <p:spPr bwMode="auto">
          <a:xfrm>
            <a:off x="419100" y="5340351"/>
            <a:ext cx="8305800" cy="682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indent="-285750" eaLnBrk="1" hangingPunct="1"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altLang="zh-CN" sz="1600" dirty="0">
                <a:solidFill>
                  <a:schemeClr val="bg1"/>
                </a:solidFill>
                <a:latin typeface="微软雅黑 Light" panose="020B0502040204020203" pitchFamily="34" charset="-122"/>
                <a:cs typeface="Arial" panose="020B0604020202020204" pitchFamily="34" charset="0"/>
              </a:rPr>
              <a:t>Remember that happiness is a way of travel, not a destination. Sometimes you need to look back, otherwise you will never know what you have lost.</a:t>
            </a:r>
            <a:endParaRPr lang="en-US" altLang="zh-CN" sz="1600" dirty="0">
              <a:solidFill>
                <a:schemeClr val="bg1"/>
              </a:solidFill>
              <a:latin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pic>
        <p:nvPicPr>
          <p:cNvPr id="62" name="图片 61"/>
          <p:cNvPicPr>
            <a:picLocks noChangeAspect="1"/>
          </p:cNvPicPr>
          <p:nvPr/>
        </p:nvPicPr>
        <p:blipFill>
          <a:blip r:embed="rId1" cstate="screen"/>
          <a:srcRect l="29228" r="29942" b="12478"/>
          <a:stretch>
            <a:fillRect/>
          </a:stretch>
        </p:blipFill>
        <p:spPr bwMode="auto">
          <a:xfrm>
            <a:off x="9239251" y="927100"/>
            <a:ext cx="2640013" cy="5435600"/>
          </a:xfrm>
          <a:custGeom>
            <a:avLst/>
            <a:gdLst>
              <a:gd name="connsiteX0" fmla="*/ 0 w 2080378"/>
              <a:gd name="connsiteY0" fmla="*/ 0 h 4283764"/>
              <a:gd name="connsiteX1" fmla="*/ 2080378 w 2080378"/>
              <a:gd name="connsiteY1" fmla="*/ 0 h 4283764"/>
              <a:gd name="connsiteX2" fmla="*/ 2080378 w 2080378"/>
              <a:gd name="connsiteY2" fmla="*/ 4283764 h 4283764"/>
              <a:gd name="connsiteX3" fmla="*/ 0 w 2080378"/>
              <a:gd name="connsiteY3" fmla="*/ 4283764 h 42837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080378" h="4283764">
                <a:moveTo>
                  <a:pt x="0" y="0"/>
                </a:moveTo>
                <a:lnTo>
                  <a:pt x="2080378" y="0"/>
                </a:lnTo>
                <a:lnTo>
                  <a:pt x="2080378" y="4283764"/>
                </a:lnTo>
                <a:lnTo>
                  <a:pt x="0" y="4283764"/>
                </a:lnTo>
                <a:close/>
              </a:path>
            </a:pathLst>
          </a:cu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3" y="1918529"/>
            <a:ext cx="3639716" cy="2148489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4999" y="1697038"/>
            <a:ext cx="2110273" cy="3784604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14" grpId="0" animBg="1"/>
      <p:bldP spid="17" grpId="0" animBg="1"/>
      <p:bldP spid="19" grpId="0"/>
      <p:bldP spid="22" grpId="0"/>
      <p:bldP spid="23" grpId="0"/>
      <p:bldP spid="2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946151" y="2000250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5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19101" y="2638425"/>
            <a:ext cx="5715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25714" y="2638425"/>
            <a:ext cx="1766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791326" y="3632200"/>
            <a:ext cx="57277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研究结果及应用</a:t>
            </a: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14" y="-305593"/>
            <a:ext cx="3818798" cy="27558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3810000" y="254002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12" name="组合 11"/>
          <p:cNvGrpSpPr/>
          <p:nvPr/>
        </p:nvGrpSpPr>
        <p:grpSpPr bwMode="auto">
          <a:xfrm>
            <a:off x="550863" y="82550"/>
            <a:ext cx="3556000" cy="584775"/>
            <a:chOff x="551544" y="82976"/>
            <a:chExt cx="3554910" cy="583764"/>
          </a:xfrm>
        </p:grpSpPr>
        <p:sp>
          <p:nvSpPr>
            <p:cNvPr id="16423" name="文本框 12"/>
            <p:cNvSpPr txBox="1">
              <a:spLocks noChangeArrowheads="1"/>
            </p:cNvSpPr>
            <p:nvPr/>
          </p:nvSpPr>
          <p:spPr bwMode="auto">
            <a:xfrm>
              <a:off x="814614" y="111278"/>
              <a:ext cx="3291840" cy="522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研究结果及应用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551544" y="82976"/>
              <a:ext cx="723678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05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15" name="矩形 14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344490" y="4341815"/>
            <a:ext cx="5348287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pPr eaLnBrk="1" fontAlgn="auto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rPr>
              <a:t>REMEMBER THAT HAPPINESS IS A WAY OF TRAVEL, NOT A DESTINATION. SOMETIMES YOU NEED TO LOOK BACK, OTHERWISE YOU WILL NEVER KNOW WHAT YOU HAVE LOST.</a:t>
            </a:r>
            <a:r>
              <a:rPr lang="en-US" altLang="zh-CN" sz="2400" dirty="0">
                <a:solidFill>
                  <a:srgbClr val="044875"/>
                </a:solidFill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lang="en-US" altLang="zh-CN" sz="2400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rPr>
              <a:t>REMEMBER THAT HAPPINESS IS A WAY OF TRAVEL.</a:t>
            </a:r>
            <a:endParaRPr lang="en-US" altLang="zh-CN" sz="2400" dirty="0">
              <a:solidFill>
                <a:srgbClr val="044875"/>
              </a:solidFill>
              <a:latin typeface="+mj-lt"/>
              <a:ea typeface="+mn-ea"/>
              <a:cs typeface="Arial" panose="020B0604020202020204" pitchFamily="34" charset="0"/>
            </a:endParaRPr>
          </a:p>
        </p:txBody>
      </p:sp>
      <p:grpSp>
        <p:nvGrpSpPr>
          <p:cNvPr id="3" name="组合 2"/>
          <p:cNvGrpSpPr/>
          <p:nvPr/>
        </p:nvGrpSpPr>
        <p:grpSpPr bwMode="auto">
          <a:xfrm>
            <a:off x="6904039" y="992190"/>
            <a:ext cx="1081087" cy="1081087"/>
            <a:chOff x="6903720" y="991463"/>
            <a:chExt cx="1082040" cy="1082040"/>
          </a:xfrm>
        </p:grpSpPr>
        <p:sp>
          <p:nvSpPr>
            <p:cNvPr id="16421" name="Freeform 74"/>
            <p:cNvSpPr>
              <a:spLocks noEditPoints="1"/>
            </p:cNvSpPr>
            <p:nvPr/>
          </p:nvSpPr>
          <p:spPr bwMode="auto">
            <a:xfrm>
              <a:off x="7175611" y="1356515"/>
              <a:ext cx="538255" cy="351936"/>
            </a:xfrm>
            <a:custGeom>
              <a:avLst/>
              <a:gdLst>
                <a:gd name="T0" fmla="*/ 532084097 w 99"/>
                <a:gd name="T1" fmla="*/ 1700311104 h 65"/>
                <a:gd name="T2" fmla="*/ 1566686324 w 99"/>
                <a:gd name="T3" fmla="*/ 1905522278 h 65"/>
                <a:gd name="T4" fmla="*/ 2147483646 w 99"/>
                <a:gd name="T5" fmla="*/ 1670997542 h 65"/>
                <a:gd name="T6" fmla="*/ 2147483646 w 99"/>
                <a:gd name="T7" fmla="*/ 674260646 h 65"/>
                <a:gd name="T8" fmla="*/ 1566686324 w 99"/>
                <a:gd name="T9" fmla="*/ 820839283 h 65"/>
                <a:gd name="T10" fmla="*/ 532084097 w 99"/>
                <a:gd name="T11" fmla="*/ 674260646 h 65"/>
                <a:gd name="T12" fmla="*/ 532084097 w 99"/>
                <a:gd name="T13" fmla="*/ 1700311104 h 65"/>
                <a:gd name="T14" fmla="*/ 2147483646 w 99"/>
                <a:gd name="T15" fmla="*/ 234524736 h 65"/>
                <a:gd name="T16" fmla="*/ 2147483646 w 99"/>
                <a:gd name="T17" fmla="*/ 498368448 h 65"/>
                <a:gd name="T18" fmla="*/ 1566686324 w 99"/>
                <a:gd name="T19" fmla="*/ 703579622 h 65"/>
                <a:gd name="T20" fmla="*/ 206918271 w 99"/>
                <a:gd name="T21" fmla="*/ 498368448 h 65"/>
                <a:gd name="T22" fmla="*/ 206918271 w 99"/>
                <a:gd name="T23" fmla="*/ 996736896 h 65"/>
                <a:gd name="T24" fmla="*/ 266039330 w 99"/>
                <a:gd name="T25" fmla="*/ 1084682995 h 65"/>
                <a:gd name="T26" fmla="*/ 147802648 w 99"/>
                <a:gd name="T27" fmla="*/ 1201942656 h 65"/>
                <a:gd name="T28" fmla="*/ 59121059 w 99"/>
                <a:gd name="T29" fmla="*/ 1084682995 h 65"/>
                <a:gd name="T30" fmla="*/ 118242119 w 99"/>
                <a:gd name="T31" fmla="*/ 996736896 h 65"/>
                <a:gd name="T32" fmla="*/ 118242119 w 99"/>
                <a:gd name="T33" fmla="*/ 234524736 h 65"/>
                <a:gd name="T34" fmla="*/ 1566686324 w 99"/>
                <a:gd name="T35" fmla="*/ 0 h 65"/>
                <a:gd name="T36" fmla="*/ 2147483646 w 99"/>
                <a:gd name="T37" fmla="*/ 234524736 h 65"/>
                <a:gd name="T38" fmla="*/ 236478800 w 99"/>
                <a:gd name="T39" fmla="*/ 1231261632 h 65"/>
                <a:gd name="T40" fmla="*/ 88681589 w 99"/>
                <a:gd name="T41" fmla="*/ 1231261632 h 65"/>
                <a:gd name="T42" fmla="*/ 0 w 99"/>
                <a:gd name="T43" fmla="*/ 1700311104 h 65"/>
                <a:gd name="T44" fmla="*/ 59121059 w 99"/>
                <a:gd name="T45" fmla="*/ 1700311104 h 65"/>
                <a:gd name="T46" fmla="*/ 88681589 w 99"/>
                <a:gd name="T47" fmla="*/ 1641678566 h 65"/>
                <a:gd name="T48" fmla="*/ 88681589 w 99"/>
                <a:gd name="T49" fmla="*/ 1700311104 h 65"/>
                <a:gd name="T50" fmla="*/ 177363178 w 99"/>
                <a:gd name="T51" fmla="*/ 1729630080 h 65"/>
                <a:gd name="T52" fmla="*/ 206918271 w 99"/>
                <a:gd name="T53" fmla="*/ 1670997542 h 65"/>
                <a:gd name="T54" fmla="*/ 206918271 w 99"/>
                <a:gd name="T55" fmla="*/ 1729630080 h 65"/>
                <a:gd name="T56" fmla="*/ 236478800 w 99"/>
                <a:gd name="T57" fmla="*/ 1729630080 h 65"/>
                <a:gd name="T58" fmla="*/ 236478800 w 99"/>
                <a:gd name="T59" fmla="*/ 1495099930 h 65"/>
                <a:gd name="T60" fmla="*/ 266039330 w 99"/>
                <a:gd name="T61" fmla="*/ 1700311104 h 65"/>
                <a:gd name="T62" fmla="*/ 325160389 w 99"/>
                <a:gd name="T63" fmla="*/ 1700311104 h 65"/>
                <a:gd name="T64" fmla="*/ 236478800 w 99"/>
                <a:gd name="T65" fmla="*/ 1231261632 h 6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99" h="65">
                  <a:moveTo>
                    <a:pt x="18" y="58"/>
                  </a:moveTo>
                  <a:cubicBezTo>
                    <a:pt x="30" y="58"/>
                    <a:pt x="42" y="60"/>
                    <a:pt x="53" y="65"/>
                  </a:cubicBezTo>
                  <a:cubicBezTo>
                    <a:pt x="64" y="60"/>
                    <a:pt x="75" y="57"/>
                    <a:pt x="87" y="57"/>
                  </a:cubicBezTo>
                  <a:cubicBezTo>
                    <a:pt x="87" y="23"/>
                    <a:pt x="87" y="23"/>
                    <a:pt x="87" y="23"/>
                  </a:cubicBezTo>
                  <a:cubicBezTo>
                    <a:pt x="53" y="28"/>
                    <a:pt x="53" y="28"/>
                    <a:pt x="53" y="28"/>
                  </a:cubicBezTo>
                  <a:cubicBezTo>
                    <a:pt x="18" y="23"/>
                    <a:pt x="18" y="23"/>
                    <a:pt x="18" y="23"/>
                  </a:cubicBezTo>
                  <a:cubicBezTo>
                    <a:pt x="18" y="58"/>
                    <a:pt x="18" y="58"/>
                    <a:pt x="18" y="58"/>
                  </a:cubicBezTo>
                  <a:close/>
                  <a:moveTo>
                    <a:pt x="99" y="8"/>
                  </a:moveTo>
                  <a:cubicBezTo>
                    <a:pt x="99" y="17"/>
                    <a:pt x="99" y="17"/>
                    <a:pt x="99" y="17"/>
                  </a:cubicBezTo>
                  <a:cubicBezTo>
                    <a:pt x="53" y="24"/>
                    <a:pt x="53" y="24"/>
                    <a:pt x="53" y="24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7" y="34"/>
                    <a:pt x="7" y="34"/>
                    <a:pt x="7" y="34"/>
                  </a:cubicBezTo>
                  <a:cubicBezTo>
                    <a:pt x="8" y="35"/>
                    <a:pt x="9" y="36"/>
                    <a:pt x="9" y="37"/>
                  </a:cubicBezTo>
                  <a:cubicBezTo>
                    <a:pt x="9" y="39"/>
                    <a:pt x="7" y="41"/>
                    <a:pt x="5" y="41"/>
                  </a:cubicBezTo>
                  <a:cubicBezTo>
                    <a:pt x="4" y="41"/>
                    <a:pt x="2" y="39"/>
                    <a:pt x="2" y="37"/>
                  </a:cubicBezTo>
                  <a:cubicBezTo>
                    <a:pt x="2" y="36"/>
                    <a:pt x="3" y="35"/>
                    <a:pt x="4" y="34"/>
                  </a:cubicBezTo>
                  <a:cubicBezTo>
                    <a:pt x="4" y="25"/>
                    <a:pt x="4" y="17"/>
                    <a:pt x="4" y="8"/>
                  </a:cubicBezTo>
                  <a:cubicBezTo>
                    <a:pt x="53" y="0"/>
                    <a:pt x="53" y="0"/>
                    <a:pt x="53" y="0"/>
                  </a:cubicBezTo>
                  <a:cubicBezTo>
                    <a:pt x="99" y="8"/>
                    <a:pt x="99" y="8"/>
                    <a:pt x="99" y="8"/>
                  </a:cubicBezTo>
                  <a:close/>
                  <a:moveTo>
                    <a:pt x="8" y="42"/>
                  </a:moveTo>
                  <a:cubicBezTo>
                    <a:pt x="6" y="43"/>
                    <a:pt x="5" y="43"/>
                    <a:pt x="3" y="42"/>
                  </a:cubicBezTo>
                  <a:cubicBezTo>
                    <a:pt x="2" y="47"/>
                    <a:pt x="1" y="52"/>
                    <a:pt x="0" y="58"/>
                  </a:cubicBezTo>
                  <a:cubicBezTo>
                    <a:pt x="1" y="58"/>
                    <a:pt x="2" y="58"/>
                    <a:pt x="2" y="58"/>
                  </a:cubicBezTo>
                  <a:cubicBezTo>
                    <a:pt x="3" y="56"/>
                    <a:pt x="3" y="56"/>
                    <a:pt x="3" y="56"/>
                  </a:cubicBezTo>
                  <a:cubicBezTo>
                    <a:pt x="3" y="58"/>
                    <a:pt x="3" y="58"/>
                    <a:pt x="3" y="58"/>
                  </a:cubicBezTo>
                  <a:cubicBezTo>
                    <a:pt x="4" y="59"/>
                    <a:pt x="5" y="59"/>
                    <a:pt x="6" y="59"/>
                  </a:cubicBezTo>
                  <a:cubicBezTo>
                    <a:pt x="7" y="57"/>
                    <a:pt x="7" y="57"/>
                    <a:pt x="7" y="57"/>
                  </a:cubicBezTo>
                  <a:cubicBezTo>
                    <a:pt x="7" y="59"/>
                    <a:pt x="7" y="59"/>
                    <a:pt x="7" y="59"/>
                  </a:cubicBezTo>
                  <a:cubicBezTo>
                    <a:pt x="7" y="59"/>
                    <a:pt x="8" y="59"/>
                    <a:pt x="8" y="59"/>
                  </a:cubicBezTo>
                  <a:cubicBezTo>
                    <a:pt x="8" y="51"/>
                    <a:pt x="8" y="51"/>
                    <a:pt x="8" y="51"/>
                  </a:cubicBezTo>
                  <a:cubicBezTo>
                    <a:pt x="9" y="58"/>
                    <a:pt x="9" y="58"/>
                    <a:pt x="9" y="58"/>
                  </a:cubicBezTo>
                  <a:cubicBezTo>
                    <a:pt x="10" y="58"/>
                    <a:pt x="10" y="58"/>
                    <a:pt x="11" y="58"/>
                  </a:cubicBezTo>
                  <a:cubicBezTo>
                    <a:pt x="10" y="52"/>
                    <a:pt x="9" y="47"/>
                    <a:pt x="8" y="42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" name="圆角矩形 3"/>
            <p:cNvSpPr/>
            <p:nvPr/>
          </p:nvSpPr>
          <p:spPr>
            <a:xfrm>
              <a:off x="6903720" y="991463"/>
              <a:ext cx="1082040" cy="1082040"/>
            </a:xfrm>
            <a:prstGeom prst="round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34" name="组合 33"/>
          <p:cNvGrpSpPr/>
          <p:nvPr/>
        </p:nvGrpSpPr>
        <p:grpSpPr bwMode="auto">
          <a:xfrm>
            <a:off x="8115300" y="938214"/>
            <a:ext cx="3605213" cy="1182920"/>
            <a:chOff x="6833347" y="934388"/>
            <a:chExt cx="3605244" cy="1183805"/>
          </a:xfrm>
        </p:grpSpPr>
        <p:sp>
          <p:nvSpPr>
            <p:cNvPr id="37" name="文本框 36"/>
            <p:cNvSpPr txBox="1"/>
            <p:nvPr/>
          </p:nvSpPr>
          <p:spPr>
            <a:xfrm>
              <a:off x="6833347" y="934388"/>
              <a:ext cx="2425721" cy="462010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</a:t>
              </a:r>
              <a:endParaRPr lang="zh-CN" altLang="en-US" sz="2400" b="1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38" name="文本框 37"/>
            <p:cNvSpPr txBox="1"/>
            <p:nvPr/>
          </p:nvSpPr>
          <p:spPr bwMode="auto">
            <a:xfrm>
              <a:off x="6833347" y="1371277"/>
              <a:ext cx="3605244" cy="746916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Remember that happiness is a way of travel.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39" name="直接连接符 38"/>
            <p:cNvCxnSpPr/>
            <p:nvPr/>
          </p:nvCxnSpPr>
          <p:spPr>
            <a:xfrm>
              <a:off x="6922248" y="1371277"/>
              <a:ext cx="1778015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组合 17"/>
          <p:cNvGrpSpPr/>
          <p:nvPr/>
        </p:nvGrpSpPr>
        <p:grpSpPr bwMode="auto">
          <a:xfrm>
            <a:off x="6904039" y="2362202"/>
            <a:ext cx="1081087" cy="1082675"/>
            <a:chOff x="6903720" y="2362906"/>
            <a:chExt cx="1082040" cy="1082040"/>
          </a:xfrm>
        </p:grpSpPr>
        <p:sp>
          <p:nvSpPr>
            <p:cNvPr id="16416" name="Freeform 306"/>
            <p:cNvSpPr>
              <a:spLocks noEditPoints="1"/>
            </p:cNvSpPr>
            <p:nvPr/>
          </p:nvSpPr>
          <p:spPr bwMode="auto">
            <a:xfrm>
              <a:off x="7174487" y="2631776"/>
              <a:ext cx="540505" cy="538049"/>
            </a:xfrm>
            <a:custGeom>
              <a:avLst/>
              <a:gdLst>
                <a:gd name="T0" fmla="*/ 1788465529 w 99"/>
                <a:gd name="T1" fmla="*/ 265839685 h 99"/>
                <a:gd name="T2" fmla="*/ 2147483646 w 99"/>
                <a:gd name="T3" fmla="*/ 295372596 h 99"/>
                <a:gd name="T4" fmla="*/ 2147483646 w 99"/>
                <a:gd name="T5" fmla="*/ 590750628 h 99"/>
                <a:gd name="T6" fmla="*/ 2147483646 w 99"/>
                <a:gd name="T7" fmla="*/ 915661571 h 99"/>
                <a:gd name="T8" fmla="*/ 2147483646 w 99"/>
                <a:gd name="T9" fmla="*/ 1122424562 h 99"/>
                <a:gd name="T10" fmla="*/ 2147483646 w 99"/>
                <a:gd name="T11" fmla="*/ 1683636844 h 99"/>
                <a:gd name="T12" fmla="*/ 2147483646 w 99"/>
                <a:gd name="T13" fmla="*/ 1772246449 h 99"/>
                <a:gd name="T14" fmla="*/ 2147483646 w 99"/>
                <a:gd name="T15" fmla="*/ 2147483646 h 99"/>
                <a:gd name="T16" fmla="*/ 2147483646 w 99"/>
                <a:gd name="T17" fmla="*/ 2147483646 h 99"/>
                <a:gd name="T18" fmla="*/ 2026926508 w 99"/>
                <a:gd name="T19" fmla="*/ 2147483646 h 99"/>
                <a:gd name="T20" fmla="*/ 1818269739 w 99"/>
                <a:gd name="T21" fmla="*/ 2147483646 h 99"/>
                <a:gd name="T22" fmla="*/ 1251924233 w 99"/>
                <a:gd name="T23" fmla="*/ 2147483646 h 99"/>
                <a:gd name="T24" fmla="*/ 1162500683 w 99"/>
                <a:gd name="T25" fmla="*/ 2147483646 h 99"/>
                <a:gd name="T26" fmla="*/ 536541297 w 99"/>
                <a:gd name="T27" fmla="*/ 2147483646 h 99"/>
                <a:gd name="T28" fmla="*/ 596155176 w 99"/>
                <a:gd name="T29" fmla="*/ 2147483646 h 99"/>
                <a:gd name="T30" fmla="*/ 89423549 w 99"/>
                <a:gd name="T31" fmla="*/ 2008547787 h 99"/>
                <a:gd name="T32" fmla="*/ 268270648 w 99"/>
                <a:gd name="T33" fmla="*/ 1801784795 h 99"/>
                <a:gd name="T34" fmla="*/ 0 w 99"/>
                <a:gd name="T35" fmla="*/ 1240572514 h 99"/>
                <a:gd name="T36" fmla="*/ 268270648 w 99"/>
                <a:gd name="T37" fmla="*/ 1151962909 h 99"/>
                <a:gd name="T38" fmla="*/ 298074858 w 99"/>
                <a:gd name="T39" fmla="*/ 531673935 h 99"/>
                <a:gd name="T40" fmla="*/ 566345507 w 99"/>
                <a:gd name="T41" fmla="*/ 590750628 h 99"/>
                <a:gd name="T42" fmla="*/ 924039704 w 99"/>
                <a:gd name="T43" fmla="*/ 88615040 h 99"/>
                <a:gd name="T44" fmla="*/ 1132696473 w 99"/>
                <a:gd name="T45" fmla="*/ 265839685 h 99"/>
                <a:gd name="T46" fmla="*/ 1699041980 w 99"/>
                <a:gd name="T47" fmla="*/ 0 h 99"/>
                <a:gd name="T48" fmla="*/ 1073077134 w 99"/>
                <a:gd name="T49" fmla="*/ 1713175190 h 99"/>
                <a:gd name="T50" fmla="*/ 1341347782 w 99"/>
                <a:gd name="T51" fmla="*/ 1388258812 h 99"/>
                <a:gd name="T52" fmla="*/ 1728846190 w 99"/>
                <a:gd name="T53" fmla="*/ 1624560150 h 99"/>
                <a:gd name="T54" fmla="*/ 1907693289 w 99"/>
                <a:gd name="T55" fmla="*/ 1654098497 h 99"/>
                <a:gd name="T56" fmla="*/ 1609618430 w 99"/>
                <a:gd name="T57" fmla="*/ 1595021804 h 99"/>
                <a:gd name="T58" fmla="*/ 1728846190 w 99"/>
                <a:gd name="T59" fmla="*/ 2038086133 h 99"/>
                <a:gd name="T60" fmla="*/ 2116350057 w 99"/>
                <a:gd name="T61" fmla="*/ 2097162827 h 99"/>
                <a:gd name="T62" fmla="*/ 2116350057 w 99"/>
                <a:gd name="T63" fmla="*/ 827046531 h 99"/>
                <a:gd name="T64" fmla="*/ 834616155 w 99"/>
                <a:gd name="T65" fmla="*/ 827046531 h 99"/>
                <a:gd name="T66" fmla="*/ 834616155 w 99"/>
                <a:gd name="T67" fmla="*/ 2097162827 h 99"/>
                <a:gd name="T68" fmla="*/ 1639428100 w 99"/>
                <a:gd name="T69" fmla="*/ 2147483646 h 99"/>
                <a:gd name="T70" fmla="*/ 1430771331 w 99"/>
                <a:gd name="T71" fmla="*/ 1949471093 h 99"/>
                <a:gd name="T72" fmla="*/ 1043272924 w 99"/>
                <a:gd name="T73" fmla="*/ 2147483646 h 99"/>
                <a:gd name="T74" fmla="*/ 1251924233 w 99"/>
                <a:gd name="T75" fmla="*/ 2097162827 h 99"/>
                <a:gd name="T76" fmla="*/ 1341347782 w 99"/>
                <a:gd name="T77" fmla="*/ 1535950545 h 99"/>
                <a:gd name="T78" fmla="*/ 1132696473 w 99"/>
                <a:gd name="T79" fmla="*/ 1742708102 h 99"/>
                <a:gd name="T80" fmla="*/ 1520194881 w 99"/>
                <a:gd name="T81" fmla="*/ 1092886216 h 99"/>
                <a:gd name="T82" fmla="*/ 1520194881 w 99"/>
                <a:gd name="T83" fmla="*/ 1358725900 h 99"/>
                <a:gd name="T84" fmla="*/ 1520194881 w 99"/>
                <a:gd name="T85" fmla="*/ 1092886216 h 99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99" h="99">
                  <a:moveTo>
                    <a:pt x="59" y="8"/>
                  </a:moveTo>
                  <a:cubicBezTo>
                    <a:pt x="59" y="9"/>
                    <a:pt x="60" y="9"/>
                    <a:pt x="60" y="9"/>
                  </a:cubicBezTo>
                  <a:cubicBezTo>
                    <a:pt x="66" y="2"/>
                    <a:pt x="66" y="2"/>
                    <a:pt x="66" y="2"/>
                  </a:cubicBezTo>
                  <a:cubicBezTo>
                    <a:pt x="81" y="10"/>
                    <a:pt x="81" y="10"/>
                    <a:pt x="81" y="10"/>
                  </a:cubicBezTo>
                  <a:cubicBezTo>
                    <a:pt x="78" y="19"/>
                    <a:pt x="78" y="19"/>
                    <a:pt x="78" y="19"/>
                  </a:cubicBezTo>
                  <a:cubicBezTo>
                    <a:pt x="78" y="19"/>
                    <a:pt x="79" y="19"/>
                    <a:pt x="79" y="20"/>
                  </a:cubicBezTo>
                  <a:cubicBezTo>
                    <a:pt x="88" y="17"/>
                    <a:pt x="88" y="17"/>
                    <a:pt x="88" y="17"/>
                  </a:cubicBezTo>
                  <a:cubicBezTo>
                    <a:pt x="96" y="31"/>
                    <a:pt x="96" y="31"/>
                    <a:pt x="96" y="31"/>
                  </a:cubicBezTo>
                  <a:cubicBezTo>
                    <a:pt x="90" y="37"/>
                    <a:pt x="90" y="37"/>
                    <a:pt x="90" y="37"/>
                  </a:cubicBezTo>
                  <a:cubicBezTo>
                    <a:pt x="90" y="38"/>
                    <a:pt x="90" y="38"/>
                    <a:pt x="90" y="38"/>
                  </a:cubicBezTo>
                  <a:cubicBezTo>
                    <a:pt x="99" y="40"/>
                    <a:pt x="99" y="40"/>
                    <a:pt x="99" y="40"/>
                  </a:cubicBezTo>
                  <a:cubicBezTo>
                    <a:pt x="99" y="57"/>
                    <a:pt x="99" y="57"/>
                    <a:pt x="99" y="57"/>
                  </a:cubicBezTo>
                  <a:cubicBezTo>
                    <a:pt x="91" y="59"/>
                    <a:pt x="91" y="59"/>
                    <a:pt x="91" y="59"/>
                  </a:cubicBezTo>
                  <a:cubicBezTo>
                    <a:pt x="91" y="59"/>
                    <a:pt x="90" y="60"/>
                    <a:pt x="90" y="60"/>
                  </a:cubicBezTo>
                  <a:cubicBezTo>
                    <a:pt x="97" y="67"/>
                    <a:pt x="97" y="67"/>
                    <a:pt x="97" y="67"/>
                  </a:cubicBezTo>
                  <a:cubicBezTo>
                    <a:pt x="89" y="81"/>
                    <a:pt x="89" y="81"/>
                    <a:pt x="89" y="81"/>
                  </a:cubicBezTo>
                  <a:cubicBezTo>
                    <a:pt x="80" y="78"/>
                    <a:pt x="80" y="78"/>
                    <a:pt x="80" y="78"/>
                  </a:cubicBezTo>
                  <a:cubicBezTo>
                    <a:pt x="80" y="79"/>
                    <a:pt x="80" y="79"/>
                    <a:pt x="80" y="79"/>
                  </a:cubicBezTo>
                  <a:cubicBezTo>
                    <a:pt x="82" y="88"/>
                    <a:pt x="82" y="88"/>
                    <a:pt x="82" y="88"/>
                  </a:cubicBezTo>
                  <a:cubicBezTo>
                    <a:pt x="68" y="97"/>
                    <a:pt x="68" y="97"/>
                    <a:pt x="68" y="97"/>
                  </a:cubicBezTo>
                  <a:cubicBezTo>
                    <a:pt x="62" y="90"/>
                    <a:pt x="62" y="90"/>
                    <a:pt x="62" y="90"/>
                  </a:cubicBezTo>
                  <a:cubicBezTo>
                    <a:pt x="62" y="90"/>
                    <a:pt x="61" y="90"/>
                    <a:pt x="61" y="90"/>
                  </a:cubicBezTo>
                  <a:cubicBezTo>
                    <a:pt x="59" y="99"/>
                    <a:pt x="59" y="99"/>
                    <a:pt x="59" y="99"/>
                  </a:cubicBezTo>
                  <a:cubicBezTo>
                    <a:pt x="42" y="99"/>
                    <a:pt x="42" y="99"/>
                    <a:pt x="42" y="99"/>
                  </a:cubicBezTo>
                  <a:cubicBezTo>
                    <a:pt x="40" y="91"/>
                    <a:pt x="40" y="91"/>
                    <a:pt x="40" y="91"/>
                  </a:cubicBezTo>
                  <a:cubicBezTo>
                    <a:pt x="40" y="91"/>
                    <a:pt x="39" y="91"/>
                    <a:pt x="39" y="91"/>
                  </a:cubicBezTo>
                  <a:cubicBezTo>
                    <a:pt x="33" y="97"/>
                    <a:pt x="33" y="97"/>
                    <a:pt x="33" y="97"/>
                  </a:cubicBezTo>
                  <a:cubicBezTo>
                    <a:pt x="18" y="89"/>
                    <a:pt x="18" y="89"/>
                    <a:pt x="18" y="89"/>
                  </a:cubicBezTo>
                  <a:cubicBezTo>
                    <a:pt x="21" y="81"/>
                    <a:pt x="21" y="81"/>
                    <a:pt x="21" y="81"/>
                  </a:cubicBezTo>
                  <a:cubicBezTo>
                    <a:pt x="20" y="80"/>
                    <a:pt x="20" y="80"/>
                    <a:pt x="20" y="80"/>
                  </a:cubicBezTo>
                  <a:cubicBezTo>
                    <a:pt x="11" y="83"/>
                    <a:pt x="11" y="83"/>
                    <a:pt x="11" y="83"/>
                  </a:cubicBezTo>
                  <a:cubicBezTo>
                    <a:pt x="3" y="68"/>
                    <a:pt x="3" y="68"/>
                    <a:pt x="3" y="68"/>
                  </a:cubicBezTo>
                  <a:cubicBezTo>
                    <a:pt x="9" y="62"/>
                    <a:pt x="9" y="62"/>
                    <a:pt x="9" y="62"/>
                  </a:cubicBezTo>
                  <a:cubicBezTo>
                    <a:pt x="9" y="62"/>
                    <a:pt x="9" y="61"/>
                    <a:pt x="9" y="61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8" y="40"/>
                    <a:pt x="8" y="40"/>
                    <a:pt x="8" y="40"/>
                  </a:cubicBezTo>
                  <a:cubicBezTo>
                    <a:pt x="8" y="40"/>
                    <a:pt x="8" y="39"/>
                    <a:pt x="9" y="39"/>
                  </a:cubicBezTo>
                  <a:cubicBezTo>
                    <a:pt x="2" y="33"/>
                    <a:pt x="2" y="33"/>
                    <a:pt x="2" y="33"/>
                  </a:cubicBezTo>
                  <a:cubicBezTo>
                    <a:pt x="10" y="18"/>
                    <a:pt x="10" y="18"/>
                    <a:pt x="10" y="18"/>
                  </a:cubicBezTo>
                  <a:cubicBezTo>
                    <a:pt x="18" y="21"/>
                    <a:pt x="18" y="21"/>
                    <a:pt x="18" y="21"/>
                  </a:cubicBezTo>
                  <a:cubicBezTo>
                    <a:pt x="19" y="21"/>
                    <a:pt x="19" y="20"/>
                    <a:pt x="19" y="20"/>
                  </a:cubicBezTo>
                  <a:cubicBezTo>
                    <a:pt x="17" y="11"/>
                    <a:pt x="17" y="11"/>
                    <a:pt x="17" y="11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37" y="9"/>
                    <a:pt x="37" y="9"/>
                    <a:pt x="37" y="9"/>
                  </a:cubicBezTo>
                  <a:cubicBezTo>
                    <a:pt x="37" y="9"/>
                    <a:pt x="38" y="9"/>
                    <a:pt x="38" y="9"/>
                  </a:cubicBezTo>
                  <a:cubicBezTo>
                    <a:pt x="40" y="0"/>
                    <a:pt x="40" y="0"/>
                    <a:pt x="40" y="0"/>
                  </a:cubicBezTo>
                  <a:cubicBezTo>
                    <a:pt x="57" y="0"/>
                    <a:pt x="57" y="0"/>
                    <a:pt x="57" y="0"/>
                  </a:cubicBezTo>
                  <a:cubicBezTo>
                    <a:pt x="59" y="8"/>
                    <a:pt x="59" y="8"/>
                    <a:pt x="59" y="8"/>
                  </a:cubicBezTo>
                  <a:close/>
                  <a:moveTo>
                    <a:pt x="36" y="58"/>
                  </a:moveTo>
                  <a:cubicBezTo>
                    <a:pt x="37" y="52"/>
                    <a:pt x="37" y="52"/>
                    <a:pt x="37" y="52"/>
                  </a:cubicBezTo>
                  <a:cubicBezTo>
                    <a:pt x="45" y="47"/>
                    <a:pt x="45" y="47"/>
                    <a:pt x="45" y="47"/>
                  </a:cubicBezTo>
                  <a:cubicBezTo>
                    <a:pt x="56" y="47"/>
                    <a:pt x="56" y="47"/>
                    <a:pt x="56" y="47"/>
                  </a:cubicBezTo>
                  <a:cubicBezTo>
                    <a:pt x="58" y="55"/>
                    <a:pt x="58" y="55"/>
                    <a:pt x="58" y="55"/>
                  </a:cubicBezTo>
                  <a:cubicBezTo>
                    <a:pt x="64" y="55"/>
                    <a:pt x="64" y="55"/>
                    <a:pt x="64" y="55"/>
                  </a:cubicBezTo>
                  <a:cubicBezTo>
                    <a:pt x="64" y="56"/>
                    <a:pt x="64" y="56"/>
                    <a:pt x="64" y="56"/>
                  </a:cubicBezTo>
                  <a:cubicBezTo>
                    <a:pt x="56" y="58"/>
                    <a:pt x="56" y="58"/>
                    <a:pt x="56" y="58"/>
                  </a:cubicBezTo>
                  <a:cubicBezTo>
                    <a:pt x="54" y="54"/>
                    <a:pt x="54" y="54"/>
                    <a:pt x="54" y="54"/>
                  </a:cubicBezTo>
                  <a:cubicBezTo>
                    <a:pt x="52" y="62"/>
                    <a:pt x="52" y="62"/>
                    <a:pt x="52" y="62"/>
                  </a:cubicBezTo>
                  <a:cubicBezTo>
                    <a:pt x="58" y="69"/>
                    <a:pt x="58" y="69"/>
                    <a:pt x="58" y="69"/>
                  </a:cubicBezTo>
                  <a:cubicBezTo>
                    <a:pt x="58" y="79"/>
                    <a:pt x="58" y="79"/>
                    <a:pt x="58" y="79"/>
                  </a:cubicBezTo>
                  <a:cubicBezTo>
                    <a:pt x="63" y="77"/>
                    <a:pt x="67" y="74"/>
                    <a:pt x="71" y="71"/>
                  </a:cubicBezTo>
                  <a:cubicBezTo>
                    <a:pt x="76" y="66"/>
                    <a:pt x="80" y="58"/>
                    <a:pt x="80" y="50"/>
                  </a:cubicBezTo>
                  <a:cubicBezTo>
                    <a:pt x="80" y="41"/>
                    <a:pt x="76" y="34"/>
                    <a:pt x="71" y="28"/>
                  </a:cubicBezTo>
                  <a:cubicBezTo>
                    <a:pt x="65" y="23"/>
                    <a:pt x="58" y="19"/>
                    <a:pt x="49" y="19"/>
                  </a:cubicBezTo>
                  <a:cubicBezTo>
                    <a:pt x="41" y="19"/>
                    <a:pt x="34" y="23"/>
                    <a:pt x="28" y="28"/>
                  </a:cubicBezTo>
                  <a:cubicBezTo>
                    <a:pt x="23" y="34"/>
                    <a:pt x="19" y="41"/>
                    <a:pt x="19" y="50"/>
                  </a:cubicBezTo>
                  <a:cubicBezTo>
                    <a:pt x="19" y="58"/>
                    <a:pt x="23" y="66"/>
                    <a:pt x="28" y="71"/>
                  </a:cubicBezTo>
                  <a:cubicBezTo>
                    <a:pt x="34" y="76"/>
                    <a:pt x="41" y="80"/>
                    <a:pt x="49" y="80"/>
                  </a:cubicBezTo>
                  <a:cubicBezTo>
                    <a:pt x="52" y="80"/>
                    <a:pt x="54" y="80"/>
                    <a:pt x="55" y="79"/>
                  </a:cubicBezTo>
                  <a:cubicBezTo>
                    <a:pt x="53" y="70"/>
                    <a:pt x="53" y="70"/>
                    <a:pt x="53" y="70"/>
                  </a:cubicBezTo>
                  <a:cubicBezTo>
                    <a:pt x="48" y="66"/>
                    <a:pt x="48" y="66"/>
                    <a:pt x="48" y="66"/>
                  </a:cubicBezTo>
                  <a:cubicBezTo>
                    <a:pt x="47" y="69"/>
                    <a:pt x="45" y="73"/>
                    <a:pt x="45" y="73"/>
                  </a:cubicBezTo>
                  <a:cubicBezTo>
                    <a:pt x="35" y="75"/>
                    <a:pt x="35" y="75"/>
                    <a:pt x="35" y="75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42" y="71"/>
                    <a:pt x="42" y="71"/>
                    <a:pt x="42" y="71"/>
                  </a:cubicBezTo>
                  <a:cubicBezTo>
                    <a:pt x="44" y="61"/>
                    <a:pt x="44" y="61"/>
                    <a:pt x="44" y="61"/>
                  </a:cubicBezTo>
                  <a:cubicBezTo>
                    <a:pt x="45" y="52"/>
                    <a:pt x="45" y="52"/>
                    <a:pt x="45" y="52"/>
                  </a:cubicBezTo>
                  <a:cubicBezTo>
                    <a:pt x="41" y="54"/>
                    <a:pt x="41" y="54"/>
                    <a:pt x="41" y="54"/>
                  </a:cubicBezTo>
                  <a:cubicBezTo>
                    <a:pt x="38" y="59"/>
                    <a:pt x="38" y="59"/>
                    <a:pt x="38" y="59"/>
                  </a:cubicBezTo>
                  <a:cubicBezTo>
                    <a:pt x="36" y="58"/>
                    <a:pt x="36" y="58"/>
                    <a:pt x="36" y="58"/>
                  </a:cubicBezTo>
                  <a:close/>
                  <a:moveTo>
                    <a:pt x="51" y="37"/>
                  </a:moveTo>
                  <a:cubicBezTo>
                    <a:pt x="48" y="37"/>
                    <a:pt x="46" y="39"/>
                    <a:pt x="46" y="41"/>
                  </a:cubicBezTo>
                  <a:cubicBezTo>
                    <a:pt x="46" y="44"/>
                    <a:pt x="48" y="46"/>
                    <a:pt x="51" y="46"/>
                  </a:cubicBezTo>
                  <a:cubicBezTo>
                    <a:pt x="53" y="46"/>
                    <a:pt x="55" y="44"/>
                    <a:pt x="55" y="41"/>
                  </a:cubicBezTo>
                  <a:cubicBezTo>
                    <a:pt x="55" y="39"/>
                    <a:pt x="53" y="37"/>
                    <a:pt x="51" y="37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" name="圆角矩形 40"/>
            <p:cNvSpPr/>
            <p:nvPr/>
          </p:nvSpPr>
          <p:spPr>
            <a:xfrm>
              <a:off x="6903720" y="2362906"/>
              <a:ext cx="1082040" cy="1082040"/>
            </a:xfrm>
            <a:prstGeom prst="round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42" name="组合 41"/>
          <p:cNvGrpSpPr/>
          <p:nvPr/>
        </p:nvGrpSpPr>
        <p:grpSpPr bwMode="auto">
          <a:xfrm>
            <a:off x="8115300" y="2308226"/>
            <a:ext cx="3605213" cy="1184509"/>
            <a:chOff x="6833347" y="934388"/>
            <a:chExt cx="3605244" cy="1183805"/>
          </a:xfrm>
        </p:grpSpPr>
        <p:sp>
          <p:nvSpPr>
            <p:cNvPr id="43" name="文本框 42"/>
            <p:cNvSpPr txBox="1"/>
            <p:nvPr/>
          </p:nvSpPr>
          <p:spPr>
            <a:xfrm>
              <a:off x="6833347" y="934388"/>
              <a:ext cx="2425721" cy="4613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</a:t>
              </a:r>
              <a:endParaRPr lang="zh-CN" altLang="en-US" sz="2400" b="1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44" name="文本框 43"/>
            <p:cNvSpPr txBox="1"/>
            <p:nvPr/>
          </p:nvSpPr>
          <p:spPr bwMode="auto">
            <a:xfrm>
              <a:off x="6833347" y="1372278"/>
              <a:ext cx="3605244" cy="745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Remember that happiness is a way of travel.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45" name="直接连接符 44"/>
            <p:cNvCxnSpPr/>
            <p:nvPr/>
          </p:nvCxnSpPr>
          <p:spPr>
            <a:xfrm>
              <a:off x="6922248" y="1372278"/>
              <a:ext cx="1778015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9" name="组合 18"/>
          <p:cNvGrpSpPr/>
          <p:nvPr/>
        </p:nvGrpSpPr>
        <p:grpSpPr bwMode="auto">
          <a:xfrm>
            <a:off x="6904039" y="3733802"/>
            <a:ext cx="1081087" cy="1082675"/>
            <a:chOff x="6903720" y="3734349"/>
            <a:chExt cx="1082040" cy="1082040"/>
          </a:xfrm>
        </p:grpSpPr>
        <p:sp>
          <p:nvSpPr>
            <p:cNvPr id="16411" name="Freeform 30"/>
            <p:cNvSpPr>
              <a:spLocks noEditPoints="1"/>
            </p:cNvSpPr>
            <p:nvPr/>
          </p:nvSpPr>
          <p:spPr bwMode="auto">
            <a:xfrm>
              <a:off x="7243469" y="4020744"/>
              <a:ext cx="402542" cy="529054"/>
            </a:xfrm>
            <a:custGeom>
              <a:avLst/>
              <a:gdLst>
                <a:gd name="T0" fmla="*/ 1775455009 w 74"/>
                <a:gd name="T1" fmla="*/ 0 h 97"/>
                <a:gd name="T2" fmla="*/ 2130546011 w 74"/>
                <a:gd name="T3" fmla="*/ 327228080 h 97"/>
                <a:gd name="T4" fmla="*/ 2071366897 w 74"/>
                <a:gd name="T5" fmla="*/ 1546893900 h 97"/>
                <a:gd name="T6" fmla="*/ 1864231839 w 74"/>
                <a:gd name="T7" fmla="*/ 327228080 h 97"/>
                <a:gd name="T8" fmla="*/ 1775455009 w 74"/>
                <a:gd name="T9" fmla="*/ 237981579 h 97"/>
                <a:gd name="T10" fmla="*/ 769366557 w 74"/>
                <a:gd name="T11" fmla="*/ 327228080 h 97"/>
                <a:gd name="T12" fmla="*/ 769366557 w 74"/>
                <a:gd name="T13" fmla="*/ 535462644 h 97"/>
                <a:gd name="T14" fmla="*/ 562226060 w 74"/>
                <a:gd name="T15" fmla="*/ 713950192 h 97"/>
                <a:gd name="T16" fmla="*/ 355091002 w 74"/>
                <a:gd name="T17" fmla="*/ 713950192 h 97"/>
                <a:gd name="T18" fmla="*/ 236727335 w 74"/>
                <a:gd name="T19" fmla="*/ 2147483646 h 97"/>
                <a:gd name="T20" fmla="*/ 266319611 w 74"/>
                <a:gd name="T21" fmla="*/ 2147483646 h 97"/>
                <a:gd name="T22" fmla="*/ 828545671 w 74"/>
                <a:gd name="T23" fmla="*/ 2147483646 h 97"/>
                <a:gd name="T24" fmla="*/ 1094865282 w 74"/>
                <a:gd name="T25" fmla="*/ 2147483646 h 97"/>
                <a:gd name="T26" fmla="*/ 88771391 w 74"/>
                <a:gd name="T27" fmla="*/ 2147483646 h 97"/>
                <a:gd name="T28" fmla="*/ 88771391 w 74"/>
                <a:gd name="T29" fmla="*/ 2147483646 h 97"/>
                <a:gd name="T30" fmla="*/ 0 w 74"/>
                <a:gd name="T31" fmla="*/ 594956675 h 97"/>
                <a:gd name="T32" fmla="*/ 29592277 w 74"/>
                <a:gd name="T33" fmla="*/ 505715628 h 97"/>
                <a:gd name="T34" fmla="*/ 562226060 w 74"/>
                <a:gd name="T35" fmla="*/ 0 h 97"/>
                <a:gd name="T36" fmla="*/ 503046946 w 74"/>
                <a:gd name="T37" fmla="*/ 1546893900 h 97"/>
                <a:gd name="T38" fmla="*/ 798953394 w 74"/>
                <a:gd name="T39" fmla="*/ 1665881963 h 97"/>
                <a:gd name="T40" fmla="*/ 503046946 w 74"/>
                <a:gd name="T41" fmla="*/ 1546893900 h 97"/>
                <a:gd name="T42" fmla="*/ 503046946 w 74"/>
                <a:gd name="T43" fmla="*/ 1308906867 h 97"/>
                <a:gd name="T44" fmla="*/ 1657091342 w 74"/>
                <a:gd name="T45" fmla="*/ 1189918804 h 97"/>
                <a:gd name="T46" fmla="*/ 503046946 w 74"/>
                <a:gd name="T47" fmla="*/ 832943708 h 97"/>
                <a:gd name="T48" fmla="*/ 1657091342 w 74"/>
                <a:gd name="T49" fmla="*/ 981678787 h 97"/>
                <a:gd name="T50" fmla="*/ 503046946 w 74"/>
                <a:gd name="T51" fmla="*/ 832943708 h 97"/>
                <a:gd name="T52" fmla="*/ 1006093892 w 74"/>
                <a:gd name="T53" fmla="*/ 654456160 h 97"/>
                <a:gd name="T54" fmla="*/ 1657091342 w 74"/>
                <a:gd name="T55" fmla="*/ 505715628 h 97"/>
                <a:gd name="T56" fmla="*/ 1213228949 w 74"/>
                <a:gd name="T57" fmla="*/ 2052604074 h 97"/>
                <a:gd name="T58" fmla="*/ 1213228949 w 74"/>
                <a:gd name="T59" fmla="*/ 2052604074 h 97"/>
                <a:gd name="T60" fmla="*/ 917317061 w 74"/>
                <a:gd name="T61" fmla="*/ 1963363027 h 97"/>
                <a:gd name="T62" fmla="*/ 1390777170 w 74"/>
                <a:gd name="T63" fmla="*/ 2147483646 h 97"/>
                <a:gd name="T64" fmla="*/ 1745868172 w 74"/>
                <a:gd name="T65" fmla="*/ 2147483646 h 97"/>
                <a:gd name="T66" fmla="*/ 2100959174 w 74"/>
                <a:gd name="T67" fmla="*/ 2147483646 h 97"/>
                <a:gd name="T68" fmla="*/ 2130546011 w 74"/>
                <a:gd name="T69" fmla="*/ 2147483646 h 97"/>
                <a:gd name="T70" fmla="*/ 1864231839 w 74"/>
                <a:gd name="T71" fmla="*/ 2147483646 h 97"/>
                <a:gd name="T72" fmla="*/ 1893818676 w 74"/>
                <a:gd name="T73" fmla="*/ 1695628978 h 97"/>
                <a:gd name="T74" fmla="*/ 1124457559 w 74"/>
                <a:gd name="T75" fmla="*/ 1606387931 h 97"/>
                <a:gd name="T76" fmla="*/ 1242821226 w 74"/>
                <a:gd name="T77" fmla="*/ 1725381448 h 97"/>
                <a:gd name="T78" fmla="*/ 1183636673 w 74"/>
                <a:gd name="T79" fmla="*/ 2147483646 h 97"/>
                <a:gd name="T80" fmla="*/ 1686683619 w 74"/>
                <a:gd name="T81" fmla="*/ 2147483646 h 97"/>
                <a:gd name="T82" fmla="*/ 1745868172 w 74"/>
                <a:gd name="T83" fmla="*/ 1814622495 h 97"/>
                <a:gd name="T84" fmla="*/ 621410613 w 74"/>
                <a:gd name="T85" fmla="*/ 267728595 h 97"/>
                <a:gd name="T86" fmla="*/ 384683279 w 74"/>
                <a:gd name="T87" fmla="*/ 565209659 h 97"/>
                <a:gd name="T88" fmla="*/ 503046946 w 74"/>
                <a:gd name="T89" fmla="*/ 594956675 h 97"/>
                <a:gd name="T90" fmla="*/ 532639223 w 74"/>
                <a:gd name="T91" fmla="*/ 594956675 h 97"/>
                <a:gd name="T92" fmla="*/ 651002890 w 74"/>
                <a:gd name="T93" fmla="*/ 505715628 h 97"/>
                <a:gd name="T94" fmla="*/ 651002890 w 74"/>
                <a:gd name="T95" fmla="*/ 446216143 h 97"/>
                <a:gd name="T96" fmla="*/ 621410613 w 74"/>
                <a:gd name="T97" fmla="*/ 327228080 h 9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74" h="97">
                  <a:moveTo>
                    <a:pt x="2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1"/>
                    <a:pt x="68" y="3"/>
                  </a:cubicBezTo>
                  <a:cubicBezTo>
                    <a:pt x="70" y="5"/>
                    <a:pt x="72" y="8"/>
                    <a:pt x="72" y="1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1" y="55"/>
                    <a:pt x="70" y="53"/>
                    <a:pt x="70" y="52"/>
                  </a:cubicBezTo>
                  <a:cubicBezTo>
                    <a:pt x="68" y="50"/>
                    <a:pt x="66" y="48"/>
                    <a:pt x="63" y="47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9"/>
                    <a:pt x="62" y="9"/>
                  </a:cubicBezTo>
                  <a:cubicBezTo>
                    <a:pt x="62" y="8"/>
                    <a:pt x="61" y="8"/>
                    <a:pt x="60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6" y="19"/>
                    <a:pt x="25" y="21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8" y="24"/>
                    <a:pt x="17" y="24"/>
                    <a:pt x="16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80"/>
                    <a:pt x="9" y="80"/>
                    <a:pt x="9" y="81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10" y="81"/>
                    <a:pt x="10" y="82"/>
                    <a:pt x="11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82"/>
                    <a:pt x="29" y="83"/>
                    <a:pt x="29" y="84"/>
                  </a:cubicBezTo>
                  <a:cubicBezTo>
                    <a:pt x="31" y="86"/>
                    <a:pt x="34" y="88"/>
                    <a:pt x="37" y="90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8" y="90"/>
                    <a:pt x="5" y="89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" y="85"/>
                    <a:pt x="0" y="82"/>
                    <a:pt x="0" y="7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lose/>
                  <a:moveTo>
                    <a:pt x="17" y="52"/>
                  </a:moveTo>
                  <a:cubicBezTo>
                    <a:pt x="17" y="56"/>
                    <a:pt x="17" y="56"/>
                    <a:pt x="1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7" y="52"/>
                    <a:pt x="17" y="52"/>
                    <a:pt x="17" y="52"/>
                  </a:cubicBezTo>
                  <a:close/>
                  <a:moveTo>
                    <a:pt x="17" y="40"/>
                  </a:moveTo>
                  <a:cubicBezTo>
                    <a:pt x="17" y="44"/>
                    <a:pt x="17" y="44"/>
                    <a:pt x="17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17" y="40"/>
                    <a:pt x="17" y="40"/>
                    <a:pt x="17" y="40"/>
                  </a:cubicBezTo>
                  <a:close/>
                  <a:moveTo>
                    <a:pt x="17" y="28"/>
                  </a:moveTo>
                  <a:cubicBezTo>
                    <a:pt x="17" y="33"/>
                    <a:pt x="17" y="33"/>
                    <a:pt x="17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34" y="17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34" y="17"/>
                    <a:pt x="34" y="17"/>
                    <a:pt x="34" y="17"/>
                  </a:cubicBezTo>
                  <a:close/>
                  <a:moveTo>
                    <a:pt x="41" y="69"/>
                  </a:moveTo>
                  <a:cubicBezTo>
                    <a:pt x="43" y="64"/>
                    <a:pt x="48" y="61"/>
                    <a:pt x="55" y="60"/>
                  </a:cubicBezTo>
                  <a:cubicBezTo>
                    <a:pt x="48" y="56"/>
                    <a:pt x="39" y="62"/>
                    <a:pt x="41" y="69"/>
                  </a:cubicBezTo>
                  <a:close/>
                  <a:moveTo>
                    <a:pt x="38" y="54"/>
                  </a:moveTo>
                  <a:cubicBezTo>
                    <a:pt x="34" y="57"/>
                    <a:pt x="32" y="61"/>
                    <a:pt x="31" y="66"/>
                  </a:cubicBezTo>
                  <a:cubicBezTo>
                    <a:pt x="31" y="70"/>
                    <a:pt x="32" y="75"/>
                    <a:pt x="35" y="79"/>
                  </a:cubicBezTo>
                  <a:cubicBezTo>
                    <a:pt x="38" y="83"/>
                    <a:pt x="43" y="86"/>
                    <a:pt x="47" y="86"/>
                  </a:cubicBezTo>
                  <a:cubicBezTo>
                    <a:pt x="51" y="87"/>
                    <a:pt x="55" y="86"/>
                    <a:pt x="58" y="84"/>
                  </a:cubicBezTo>
                  <a:cubicBezTo>
                    <a:pt x="58" y="85"/>
                    <a:pt x="58" y="86"/>
                    <a:pt x="59" y="87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7" y="97"/>
                    <a:pt x="69" y="97"/>
                    <a:pt x="71" y="96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3" y="94"/>
                    <a:pt x="74" y="91"/>
                    <a:pt x="72" y="90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5" y="81"/>
                    <a:pt x="64" y="80"/>
                    <a:pt x="63" y="80"/>
                  </a:cubicBezTo>
                  <a:cubicBezTo>
                    <a:pt x="66" y="77"/>
                    <a:pt x="67" y="74"/>
                    <a:pt x="68" y="70"/>
                  </a:cubicBezTo>
                  <a:cubicBezTo>
                    <a:pt x="68" y="66"/>
                    <a:pt x="67" y="61"/>
                    <a:pt x="64" y="57"/>
                  </a:cubicBezTo>
                  <a:cubicBezTo>
                    <a:pt x="61" y="53"/>
                    <a:pt x="56" y="50"/>
                    <a:pt x="52" y="50"/>
                  </a:cubicBezTo>
                  <a:cubicBezTo>
                    <a:pt x="47" y="49"/>
                    <a:pt x="42" y="50"/>
                    <a:pt x="38" y="54"/>
                  </a:cubicBezTo>
                  <a:close/>
                  <a:moveTo>
                    <a:pt x="51" y="56"/>
                  </a:moveTo>
                  <a:cubicBezTo>
                    <a:pt x="48" y="56"/>
                    <a:pt x="45" y="56"/>
                    <a:pt x="42" y="58"/>
                  </a:cubicBezTo>
                  <a:cubicBezTo>
                    <a:pt x="39" y="61"/>
                    <a:pt x="38" y="63"/>
                    <a:pt x="37" y="67"/>
                  </a:cubicBezTo>
                  <a:cubicBezTo>
                    <a:pt x="37" y="70"/>
                    <a:pt x="38" y="73"/>
                    <a:pt x="40" y="76"/>
                  </a:cubicBezTo>
                  <a:cubicBezTo>
                    <a:pt x="42" y="78"/>
                    <a:pt x="45" y="80"/>
                    <a:pt x="48" y="80"/>
                  </a:cubicBezTo>
                  <a:cubicBezTo>
                    <a:pt x="51" y="80"/>
                    <a:pt x="54" y="80"/>
                    <a:pt x="57" y="78"/>
                  </a:cubicBezTo>
                  <a:cubicBezTo>
                    <a:pt x="60" y="76"/>
                    <a:pt x="61" y="73"/>
                    <a:pt x="61" y="69"/>
                  </a:cubicBezTo>
                  <a:cubicBezTo>
                    <a:pt x="62" y="66"/>
                    <a:pt x="61" y="63"/>
                    <a:pt x="59" y="61"/>
                  </a:cubicBezTo>
                  <a:cubicBezTo>
                    <a:pt x="57" y="58"/>
                    <a:pt x="54" y="56"/>
                    <a:pt x="51" y="56"/>
                  </a:cubicBezTo>
                  <a:close/>
                  <a:moveTo>
                    <a:pt x="21" y="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9" y="20"/>
                    <a:pt x="20" y="19"/>
                    <a:pt x="21" y="19"/>
                  </a:cubicBezTo>
                  <a:cubicBezTo>
                    <a:pt x="21" y="18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11"/>
                    <a:pt x="21" y="11"/>
                    <a:pt x="21" y="11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6903720" y="3734349"/>
              <a:ext cx="1082040" cy="1082040"/>
            </a:xfrm>
            <a:prstGeom prst="round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50" name="组合 49"/>
          <p:cNvGrpSpPr/>
          <p:nvPr/>
        </p:nvGrpSpPr>
        <p:grpSpPr bwMode="auto">
          <a:xfrm>
            <a:off x="8115300" y="3679826"/>
            <a:ext cx="3605213" cy="1184509"/>
            <a:chOff x="6833347" y="934388"/>
            <a:chExt cx="3605244" cy="1183805"/>
          </a:xfrm>
        </p:grpSpPr>
        <p:sp>
          <p:nvSpPr>
            <p:cNvPr id="51" name="文本框 50"/>
            <p:cNvSpPr txBox="1"/>
            <p:nvPr/>
          </p:nvSpPr>
          <p:spPr>
            <a:xfrm>
              <a:off x="6833347" y="934388"/>
              <a:ext cx="2425721" cy="4613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</a:t>
              </a:r>
              <a:endParaRPr lang="zh-CN" altLang="en-US" sz="2400" b="1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2" name="文本框 51"/>
            <p:cNvSpPr txBox="1"/>
            <p:nvPr/>
          </p:nvSpPr>
          <p:spPr bwMode="auto">
            <a:xfrm>
              <a:off x="6833347" y="1372278"/>
              <a:ext cx="3605244" cy="745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Remember that happiness is a way of travel.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53" name="直接连接符 52"/>
            <p:cNvCxnSpPr/>
            <p:nvPr/>
          </p:nvCxnSpPr>
          <p:spPr>
            <a:xfrm>
              <a:off x="6922248" y="1372278"/>
              <a:ext cx="1778015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组合 19"/>
          <p:cNvGrpSpPr/>
          <p:nvPr/>
        </p:nvGrpSpPr>
        <p:grpSpPr bwMode="auto">
          <a:xfrm>
            <a:off x="6904039" y="5105402"/>
            <a:ext cx="1081087" cy="1082675"/>
            <a:chOff x="6903720" y="5105793"/>
            <a:chExt cx="1082040" cy="1082040"/>
          </a:xfrm>
        </p:grpSpPr>
        <p:sp>
          <p:nvSpPr>
            <p:cNvPr id="16406" name="Freeform 71"/>
            <p:cNvSpPr>
              <a:spLocks noEditPoints="1"/>
            </p:cNvSpPr>
            <p:nvPr/>
          </p:nvSpPr>
          <p:spPr bwMode="auto">
            <a:xfrm>
              <a:off x="7189414" y="5376535"/>
              <a:ext cx="510652" cy="540555"/>
            </a:xfrm>
            <a:custGeom>
              <a:avLst/>
              <a:gdLst>
                <a:gd name="T0" fmla="*/ 899483595 w 222"/>
                <a:gd name="T1" fmla="*/ 153441712 h 235"/>
                <a:gd name="T2" fmla="*/ 962976961 w 222"/>
                <a:gd name="T3" fmla="*/ 37038369 h 235"/>
                <a:gd name="T4" fmla="*/ 798951858 w 222"/>
                <a:gd name="T5" fmla="*/ 100529429 h 235"/>
                <a:gd name="T6" fmla="*/ 37038372 w 222"/>
                <a:gd name="T7" fmla="*/ 841280698 h 235"/>
                <a:gd name="T8" fmla="*/ 164022803 w 222"/>
                <a:gd name="T9" fmla="*/ 1179909653 h 235"/>
                <a:gd name="T10" fmla="*/ 164022803 w 222"/>
                <a:gd name="T11" fmla="*/ 904774058 h 235"/>
                <a:gd name="T12" fmla="*/ 576728529 w 222"/>
                <a:gd name="T13" fmla="*/ 603183472 h 235"/>
                <a:gd name="T14" fmla="*/ 613764600 w 222"/>
                <a:gd name="T15" fmla="*/ 492070667 h 235"/>
                <a:gd name="T16" fmla="*/ 460322875 w 222"/>
                <a:gd name="T17" fmla="*/ 550271189 h 235"/>
                <a:gd name="T18" fmla="*/ 402122348 w 222"/>
                <a:gd name="T19" fmla="*/ 529106735 h 235"/>
                <a:gd name="T20" fmla="*/ 613764600 w 222"/>
                <a:gd name="T21" fmla="*/ 439158383 h 235"/>
                <a:gd name="T22" fmla="*/ 698422421 w 222"/>
                <a:gd name="T23" fmla="*/ 476196752 h 235"/>
                <a:gd name="T24" fmla="*/ 698422421 w 222"/>
                <a:gd name="T25" fmla="*/ 100529429 h 235"/>
                <a:gd name="T26" fmla="*/ 952393583 w 222"/>
                <a:gd name="T27" fmla="*/ 0 h 235"/>
                <a:gd name="T28" fmla="*/ 962976961 w 222"/>
                <a:gd name="T29" fmla="*/ 0 h 235"/>
                <a:gd name="T30" fmla="*/ 1174619212 w 222"/>
                <a:gd name="T31" fmla="*/ 100529429 h 235"/>
                <a:gd name="T32" fmla="*/ 915357511 w 222"/>
                <a:gd name="T33" fmla="*/ 989431872 h 235"/>
                <a:gd name="T34" fmla="*/ 835990229 w 222"/>
                <a:gd name="T35" fmla="*/ 952393503 h 235"/>
                <a:gd name="T36" fmla="*/ 560854612 w 222"/>
                <a:gd name="T37" fmla="*/ 1116416292 h 235"/>
                <a:gd name="T38" fmla="*/ 476196791 w 222"/>
                <a:gd name="T39" fmla="*/ 1063506309 h 235"/>
                <a:gd name="T40" fmla="*/ 201061174 w 222"/>
                <a:gd name="T41" fmla="*/ 1243403013 h 235"/>
                <a:gd name="T42" fmla="*/ 10581077 w 222"/>
                <a:gd name="T43" fmla="*/ 1153454661 h 235"/>
                <a:gd name="T44" fmla="*/ 0 w 222"/>
                <a:gd name="T45" fmla="*/ 1126999669 h 235"/>
                <a:gd name="T46" fmla="*/ 0 w 222"/>
                <a:gd name="T47" fmla="*/ 777787338 h 235"/>
                <a:gd name="T48" fmla="*/ 248680623 w 222"/>
                <a:gd name="T49" fmla="*/ 677257909 h 235"/>
                <a:gd name="T50" fmla="*/ 264554540 w 222"/>
                <a:gd name="T51" fmla="*/ 677257909 h 235"/>
                <a:gd name="T52" fmla="*/ 476196791 w 222"/>
                <a:gd name="T53" fmla="*/ 777787338 h 235"/>
                <a:gd name="T54" fmla="*/ 523816241 w 222"/>
                <a:gd name="T55" fmla="*/ 1052925232 h 235"/>
                <a:gd name="T56" fmla="*/ 402122348 w 222"/>
                <a:gd name="T57" fmla="*/ 603183472 h 235"/>
                <a:gd name="T58" fmla="*/ 359793438 w 222"/>
                <a:gd name="T59" fmla="*/ 730167893 h 235"/>
                <a:gd name="T60" fmla="*/ 359793438 w 222"/>
                <a:gd name="T61" fmla="*/ 539690112 h 235"/>
                <a:gd name="T62" fmla="*/ 735460792 w 222"/>
                <a:gd name="T63" fmla="*/ 502651743 h 235"/>
                <a:gd name="T64" fmla="*/ 835990229 w 222"/>
                <a:gd name="T65" fmla="*/ 539690112 h 235"/>
                <a:gd name="T66" fmla="*/ 873028601 w 222"/>
                <a:gd name="T67" fmla="*/ 925938512 h 235"/>
                <a:gd name="T68" fmla="*/ 735460792 w 222"/>
                <a:gd name="T69" fmla="*/ 164022789 h 235"/>
                <a:gd name="T70" fmla="*/ 735460792 w 222"/>
                <a:gd name="T71" fmla="*/ 502651743 h 235"/>
                <a:gd name="T72" fmla="*/ 201061174 w 222"/>
                <a:gd name="T73" fmla="*/ 841280698 h 235"/>
                <a:gd name="T74" fmla="*/ 248680623 w 222"/>
                <a:gd name="T75" fmla="*/ 730167893 h 235"/>
                <a:gd name="T76" fmla="*/ 100529437 w 222"/>
                <a:gd name="T77" fmla="*/ 788370715 h 235"/>
                <a:gd name="T78" fmla="*/ 915357511 w 222"/>
                <a:gd name="T79" fmla="*/ 190477781 h 235"/>
                <a:gd name="T80" fmla="*/ 915357511 w 222"/>
                <a:gd name="T81" fmla="*/ 201061157 h 23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222" h="235">
                  <a:moveTo>
                    <a:pt x="151" y="19"/>
                  </a:moveTo>
                  <a:lnTo>
                    <a:pt x="170" y="29"/>
                  </a:lnTo>
                  <a:lnTo>
                    <a:pt x="203" y="19"/>
                  </a:lnTo>
                  <a:lnTo>
                    <a:pt x="182" y="7"/>
                  </a:lnTo>
                  <a:lnTo>
                    <a:pt x="151" y="19"/>
                  </a:lnTo>
                  <a:close/>
                  <a:moveTo>
                    <a:pt x="31" y="171"/>
                  </a:moveTo>
                  <a:lnTo>
                    <a:pt x="7" y="159"/>
                  </a:lnTo>
                  <a:lnTo>
                    <a:pt x="7" y="211"/>
                  </a:lnTo>
                  <a:lnTo>
                    <a:pt x="31" y="223"/>
                  </a:lnTo>
                  <a:lnTo>
                    <a:pt x="31" y="171"/>
                  </a:lnTo>
                  <a:close/>
                  <a:moveTo>
                    <a:pt x="87" y="104"/>
                  </a:moveTo>
                  <a:lnTo>
                    <a:pt x="109" y="114"/>
                  </a:lnTo>
                  <a:lnTo>
                    <a:pt x="137" y="102"/>
                  </a:lnTo>
                  <a:lnTo>
                    <a:pt x="116" y="93"/>
                  </a:lnTo>
                  <a:lnTo>
                    <a:pt x="87" y="104"/>
                  </a:lnTo>
                  <a:close/>
                  <a:moveTo>
                    <a:pt x="68" y="102"/>
                  </a:moveTo>
                  <a:lnTo>
                    <a:pt x="76" y="100"/>
                  </a:lnTo>
                  <a:lnTo>
                    <a:pt x="116" y="83"/>
                  </a:lnTo>
                  <a:lnTo>
                    <a:pt x="118" y="83"/>
                  </a:lnTo>
                  <a:lnTo>
                    <a:pt x="132" y="90"/>
                  </a:lnTo>
                  <a:lnTo>
                    <a:pt x="132" y="24"/>
                  </a:lnTo>
                  <a:lnTo>
                    <a:pt x="132" y="19"/>
                  </a:lnTo>
                  <a:lnTo>
                    <a:pt x="139" y="14"/>
                  </a:lnTo>
                  <a:lnTo>
                    <a:pt x="180" y="0"/>
                  </a:lnTo>
                  <a:lnTo>
                    <a:pt x="182" y="0"/>
                  </a:lnTo>
                  <a:lnTo>
                    <a:pt x="215" y="14"/>
                  </a:lnTo>
                  <a:lnTo>
                    <a:pt x="222" y="19"/>
                  </a:lnTo>
                  <a:lnTo>
                    <a:pt x="222" y="168"/>
                  </a:lnTo>
                  <a:lnTo>
                    <a:pt x="173" y="187"/>
                  </a:lnTo>
                  <a:lnTo>
                    <a:pt x="168" y="185"/>
                  </a:lnTo>
                  <a:lnTo>
                    <a:pt x="158" y="180"/>
                  </a:lnTo>
                  <a:lnTo>
                    <a:pt x="158" y="192"/>
                  </a:lnTo>
                  <a:lnTo>
                    <a:pt x="106" y="211"/>
                  </a:lnTo>
                  <a:lnTo>
                    <a:pt x="102" y="209"/>
                  </a:lnTo>
                  <a:lnTo>
                    <a:pt x="90" y="201"/>
                  </a:lnTo>
                  <a:lnTo>
                    <a:pt x="90" y="216"/>
                  </a:lnTo>
                  <a:lnTo>
                    <a:pt x="38" y="235"/>
                  </a:lnTo>
                  <a:lnTo>
                    <a:pt x="33" y="232"/>
                  </a:lnTo>
                  <a:lnTo>
                    <a:pt x="2" y="218"/>
                  </a:lnTo>
                  <a:lnTo>
                    <a:pt x="0" y="216"/>
                  </a:lnTo>
                  <a:lnTo>
                    <a:pt x="0" y="213"/>
                  </a:lnTo>
                  <a:lnTo>
                    <a:pt x="0" y="154"/>
                  </a:lnTo>
                  <a:lnTo>
                    <a:pt x="0" y="147"/>
                  </a:lnTo>
                  <a:lnTo>
                    <a:pt x="7" y="145"/>
                  </a:lnTo>
                  <a:lnTo>
                    <a:pt x="47" y="128"/>
                  </a:lnTo>
                  <a:lnTo>
                    <a:pt x="50" y="128"/>
                  </a:lnTo>
                  <a:lnTo>
                    <a:pt x="80" y="145"/>
                  </a:lnTo>
                  <a:lnTo>
                    <a:pt x="90" y="147"/>
                  </a:lnTo>
                  <a:lnTo>
                    <a:pt x="90" y="194"/>
                  </a:lnTo>
                  <a:lnTo>
                    <a:pt x="99" y="199"/>
                  </a:lnTo>
                  <a:lnTo>
                    <a:pt x="99" y="126"/>
                  </a:lnTo>
                  <a:lnTo>
                    <a:pt x="76" y="114"/>
                  </a:lnTo>
                  <a:lnTo>
                    <a:pt x="76" y="142"/>
                  </a:lnTo>
                  <a:lnTo>
                    <a:pt x="68" y="138"/>
                  </a:lnTo>
                  <a:lnTo>
                    <a:pt x="68" y="109"/>
                  </a:lnTo>
                  <a:lnTo>
                    <a:pt x="68" y="102"/>
                  </a:lnTo>
                  <a:close/>
                  <a:moveTo>
                    <a:pt x="139" y="95"/>
                  </a:moveTo>
                  <a:lnTo>
                    <a:pt x="149" y="100"/>
                  </a:lnTo>
                  <a:lnTo>
                    <a:pt x="158" y="102"/>
                  </a:lnTo>
                  <a:lnTo>
                    <a:pt x="158" y="171"/>
                  </a:lnTo>
                  <a:lnTo>
                    <a:pt x="165" y="175"/>
                  </a:lnTo>
                  <a:lnTo>
                    <a:pt x="165" y="43"/>
                  </a:lnTo>
                  <a:lnTo>
                    <a:pt x="139" y="31"/>
                  </a:lnTo>
                  <a:lnTo>
                    <a:pt x="139" y="95"/>
                  </a:lnTo>
                  <a:close/>
                  <a:moveTo>
                    <a:pt x="19" y="149"/>
                  </a:moveTo>
                  <a:lnTo>
                    <a:pt x="38" y="159"/>
                  </a:lnTo>
                  <a:lnTo>
                    <a:pt x="71" y="147"/>
                  </a:lnTo>
                  <a:lnTo>
                    <a:pt x="47" y="138"/>
                  </a:lnTo>
                  <a:lnTo>
                    <a:pt x="19" y="149"/>
                  </a:lnTo>
                  <a:close/>
                  <a:moveTo>
                    <a:pt x="173" y="38"/>
                  </a:moveTo>
                  <a:lnTo>
                    <a:pt x="173" y="36"/>
                  </a:lnTo>
                  <a:lnTo>
                    <a:pt x="173" y="38"/>
                  </a:ln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圆角矩形 55"/>
            <p:cNvSpPr/>
            <p:nvPr/>
          </p:nvSpPr>
          <p:spPr>
            <a:xfrm>
              <a:off x="6903720" y="5105793"/>
              <a:ext cx="1082040" cy="1082040"/>
            </a:xfrm>
            <a:prstGeom prst="roundRect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57" name="组合 56"/>
          <p:cNvGrpSpPr/>
          <p:nvPr/>
        </p:nvGrpSpPr>
        <p:grpSpPr bwMode="auto">
          <a:xfrm>
            <a:off x="8115300" y="5051426"/>
            <a:ext cx="3605213" cy="1184509"/>
            <a:chOff x="6833347" y="934388"/>
            <a:chExt cx="3605244" cy="1183805"/>
          </a:xfrm>
        </p:grpSpPr>
        <p:sp>
          <p:nvSpPr>
            <p:cNvPr id="58" name="文本框 57"/>
            <p:cNvSpPr txBox="1"/>
            <p:nvPr/>
          </p:nvSpPr>
          <p:spPr>
            <a:xfrm>
              <a:off x="6833347" y="934388"/>
              <a:ext cx="2425721" cy="461391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400" b="1" dirty="0">
                  <a:solidFill>
                    <a:srgbClr val="044875"/>
                  </a:solidFill>
                  <a:latin typeface="+mj-lt"/>
                  <a:ea typeface="+mn-ea"/>
                  <a:cs typeface="Arial" panose="020B0604020202020204" pitchFamily="34" charset="0"/>
                </a:rPr>
                <a:t>Add Your Title</a:t>
              </a:r>
              <a:endParaRPr lang="zh-CN" altLang="en-US" sz="2400" b="1" dirty="0">
                <a:solidFill>
                  <a:srgbClr val="044875"/>
                </a:solidFill>
                <a:latin typeface="+mj-lt"/>
                <a:ea typeface="+mn-ea"/>
                <a:cs typeface="Arial" panose="020B0604020202020204" pitchFamily="34" charset="0"/>
              </a:endParaRPr>
            </a:p>
          </p:txBody>
        </p:sp>
        <p:sp>
          <p:nvSpPr>
            <p:cNvPr id="59" name="文本框 58"/>
            <p:cNvSpPr txBox="1"/>
            <p:nvPr/>
          </p:nvSpPr>
          <p:spPr bwMode="auto">
            <a:xfrm>
              <a:off x="6833347" y="1372278"/>
              <a:ext cx="3605244" cy="74591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7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微软雅黑 Light" panose="020B0502040204020203" pitchFamily="34" charset="-122"/>
                  <a:ea typeface="+mn-ea"/>
                  <a:cs typeface="Arial" panose="020B0604020202020204" pitchFamily="34" charset="0"/>
                </a:rPr>
                <a:t>Remember that happiness is a way of travel, not a destination. Remember that happiness is a way of travel.</a:t>
              </a:r>
              <a:endParaRPr lang="en-US" altLang="zh-CN" sz="1600" dirty="0">
                <a:solidFill>
                  <a:schemeClr val="bg2">
                    <a:lumMod val="25000"/>
                  </a:schemeClr>
                </a:solidFill>
                <a:latin typeface="微软雅黑 Light" panose="020B0502040204020203" pitchFamily="34" charset="-122"/>
                <a:ea typeface="+mn-ea"/>
                <a:cs typeface="Arial" panose="020B0604020202020204" pitchFamily="34" charset="0"/>
              </a:endParaRPr>
            </a:p>
          </p:txBody>
        </p:sp>
        <p:cxnSp>
          <p:nvCxnSpPr>
            <p:cNvPr id="60" name="直接连接符 59"/>
            <p:cNvCxnSpPr/>
            <p:nvPr/>
          </p:nvCxnSpPr>
          <p:spPr>
            <a:xfrm>
              <a:off x="6922248" y="1372278"/>
              <a:ext cx="1778015" cy="0"/>
            </a:xfrm>
            <a:prstGeom prst="line">
              <a:avLst/>
            </a:prstGeom>
            <a:ln>
              <a:solidFill>
                <a:schemeClr val="bg2">
                  <a:lumMod val="25000"/>
                </a:schemeClr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2" name="直接连接符 61"/>
          <p:cNvCxnSpPr/>
          <p:nvPr/>
        </p:nvCxnSpPr>
        <p:spPr>
          <a:xfrm>
            <a:off x="6340475" y="966788"/>
            <a:ext cx="0" cy="5243512"/>
          </a:xfrm>
          <a:prstGeom prst="line">
            <a:avLst/>
          </a:prstGeom>
          <a:ln>
            <a:solidFill>
              <a:srgbClr val="01559D"/>
            </a:solidFill>
            <a:prstDash val="lgDashDot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图片 4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12" y="955589"/>
            <a:ext cx="5090141" cy="3337443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1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500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2" presetClass="entr" presetSubtype="2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5" grpId="0" animBg="1"/>
      <p:bldP spid="16" grpId="0" animBg="1"/>
      <p:bldP spid="2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039" y="945118"/>
            <a:ext cx="9970373" cy="359880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 bwMode="auto">
          <a:xfrm>
            <a:off x="1195389" y="4254500"/>
            <a:ext cx="1514475" cy="1512888"/>
            <a:chOff x="1194628" y="4254003"/>
            <a:chExt cx="1515084" cy="1513476"/>
          </a:xfrm>
        </p:grpSpPr>
        <p:grpSp>
          <p:nvGrpSpPr>
            <p:cNvPr id="17436" name="组合 4"/>
            <p:cNvGrpSpPr/>
            <p:nvPr/>
          </p:nvGrpSpPr>
          <p:grpSpPr bwMode="auto">
            <a:xfrm>
              <a:off x="1407885" y="4254003"/>
              <a:ext cx="1088571" cy="1088571"/>
              <a:chOff x="1407885" y="4254003"/>
              <a:chExt cx="1088571" cy="1088571"/>
            </a:xfrm>
          </p:grpSpPr>
          <p:sp>
            <p:nvSpPr>
              <p:cNvPr id="7" name="椭圆 6"/>
              <p:cNvSpPr/>
              <p:nvPr/>
            </p:nvSpPr>
            <p:spPr>
              <a:xfrm>
                <a:off x="1407439" y="4254003"/>
                <a:ext cx="1089463" cy="1087861"/>
              </a:xfrm>
              <a:prstGeom prst="ellipse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7439" name="Freeform 141"/>
              <p:cNvSpPr>
                <a:spLocks noEditPoints="1"/>
              </p:cNvSpPr>
              <p:nvPr/>
            </p:nvSpPr>
            <p:spPr bwMode="auto">
              <a:xfrm>
                <a:off x="1731728" y="4654998"/>
                <a:ext cx="440885" cy="274209"/>
              </a:xfrm>
              <a:custGeom>
                <a:avLst/>
                <a:gdLst>
                  <a:gd name="T0" fmla="*/ 112321813 w 208"/>
                  <a:gd name="T1" fmla="*/ 0 h 129"/>
                  <a:gd name="T2" fmla="*/ 822195414 w 208"/>
                  <a:gd name="T3" fmla="*/ 0 h 129"/>
                  <a:gd name="T4" fmla="*/ 934517227 w 208"/>
                  <a:gd name="T5" fmla="*/ 112959228 h 129"/>
                  <a:gd name="T6" fmla="*/ 934517227 w 208"/>
                  <a:gd name="T7" fmla="*/ 469913451 h 129"/>
                  <a:gd name="T8" fmla="*/ 822195414 w 208"/>
                  <a:gd name="T9" fmla="*/ 582872680 h 129"/>
                  <a:gd name="T10" fmla="*/ 112321813 w 208"/>
                  <a:gd name="T11" fmla="*/ 582872680 h 129"/>
                  <a:gd name="T12" fmla="*/ 0 w 208"/>
                  <a:gd name="T13" fmla="*/ 469913451 h 129"/>
                  <a:gd name="T14" fmla="*/ 0 w 208"/>
                  <a:gd name="T15" fmla="*/ 112959228 h 129"/>
                  <a:gd name="T16" fmla="*/ 112321813 w 208"/>
                  <a:gd name="T17" fmla="*/ 0 h 129"/>
                  <a:gd name="T18" fmla="*/ 116815448 w 208"/>
                  <a:gd name="T19" fmla="*/ 90367808 h 129"/>
                  <a:gd name="T20" fmla="*/ 116815448 w 208"/>
                  <a:gd name="T21" fmla="*/ 492504872 h 129"/>
                  <a:gd name="T22" fmla="*/ 826689050 w 208"/>
                  <a:gd name="T23" fmla="*/ 492504872 h 129"/>
                  <a:gd name="T24" fmla="*/ 826689050 w 208"/>
                  <a:gd name="T25" fmla="*/ 90367808 h 129"/>
                  <a:gd name="T26" fmla="*/ 116815448 w 208"/>
                  <a:gd name="T27" fmla="*/ 90367808 h 129"/>
                  <a:gd name="T28" fmla="*/ 26957574 w 208"/>
                  <a:gd name="T29" fmla="*/ 230437591 h 129"/>
                  <a:gd name="T30" fmla="*/ 26957574 w 208"/>
                  <a:gd name="T31" fmla="*/ 343396820 h 129"/>
                  <a:gd name="T32" fmla="*/ 94349390 w 208"/>
                  <a:gd name="T33" fmla="*/ 343396820 h 129"/>
                  <a:gd name="T34" fmla="*/ 94349390 w 208"/>
                  <a:gd name="T35" fmla="*/ 230437591 h 129"/>
                  <a:gd name="T36" fmla="*/ 26957574 w 208"/>
                  <a:gd name="T37" fmla="*/ 230437591 h 129"/>
                  <a:gd name="T38" fmla="*/ 867123292 w 208"/>
                  <a:gd name="T39" fmla="*/ 230437591 h 129"/>
                  <a:gd name="T40" fmla="*/ 867123292 w 208"/>
                  <a:gd name="T41" fmla="*/ 343396820 h 129"/>
                  <a:gd name="T42" fmla="*/ 898574501 w 208"/>
                  <a:gd name="T43" fmla="*/ 343396820 h 129"/>
                  <a:gd name="T44" fmla="*/ 898574501 w 208"/>
                  <a:gd name="T45" fmla="*/ 230437591 h 129"/>
                  <a:gd name="T46" fmla="*/ 867123292 w 208"/>
                  <a:gd name="T47" fmla="*/ 230437591 h 129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208" h="129">
                    <a:moveTo>
                      <a:pt x="25" y="0"/>
                    </a:moveTo>
                    <a:cubicBezTo>
                      <a:pt x="183" y="0"/>
                      <a:pt x="183" y="0"/>
                      <a:pt x="183" y="0"/>
                    </a:cubicBezTo>
                    <a:cubicBezTo>
                      <a:pt x="197" y="0"/>
                      <a:pt x="208" y="11"/>
                      <a:pt x="208" y="25"/>
                    </a:cubicBezTo>
                    <a:cubicBezTo>
                      <a:pt x="208" y="104"/>
                      <a:pt x="208" y="104"/>
                      <a:pt x="208" y="104"/>
                    </a:cubicBezTo>
                    <a:cubicBezTo>
                      <a:pt x="208" y="117"/>
                      <a:pt x="197" y="129"/>
                      <a:pt x="183" y="129"/>
                    </a:cubicBezTo>
                    <a:cubicBezTo>
                      <a:pt x="25" y="129"/>
                      <a:pt x="25" y="129"/>
                      <a:pt x="25" y="129"/>
                    </a:cubicBezTo>
                    <a:cubicBezTo>
                      <a:pt x="12" y="129"/>
                      <a:pt x="0" y="117"/>
                      <a:pt x="0" y="104"/>
                    </a:cubicBezTo>
                    <a:cubicBezTo>
                      <a:pt x="0" y="25"/>
                      <a:pt x="0" y="25"/>
                      <a:pt x="0" y="25"/>
                    </a:cubicBezTo>
                    <a:cubicBezTo>
                      <a:pt x="0" y="11"/>
                      <a:pt x="12" y="0"/>
                      <a:pt x="25" y="0"/>
                    </a:cubicBezTo>
                    <a:close/>
                    <a:moveTo>
                      <a:pt x="26" y="20"/>
                    </a:moveTo>
                    <a:cubicBezTo>
                      <a:pt x="26" y="109"/>
                      <a:pt x="26" y="109"/>
                      <a:pt x="26" y="109"/>
                    </a:cubicBezTo>
                    <a:cubicBezTo>
                      <a:pt x="184" y="109"/>
                      <a:pt x="184" y="109"/>
                      <a:pt x="184" y="109"/>
                    </a:cubicBezTo>
                    <a:cubicBezTo>
                      <a:pt x="184" y="20"/>
                      <a:pt x="184" y="20"/>
                      <a:pt x="184" y="20"/>
                    </a:cubicBezTo>
                    <a:cubicBezTo>
                      <a:pt x="26" y="20"/>
                      <a:pt x="26" y="20"/>
                      <a:pt x="26" y="20"/>
                    </a:cubicBezTo>
                    <a:close/>
                    <a:moveTo>
                      <a:pt x="6" y="51"/>
                    </a:moveTo>
                    <a:cubicBezTo>
                      <a:pt x="6" y="76"/>
                      <a:pt x="6" y="76"/>
                      <a:pt x="6" y="76"/>
                    </a:cubicBezTo>
                    <a:cubicBezTo>
                      <a:pt x="21" y="76"/>
                      <a:pt x="21" y="76"/>
                      <a:pt x="21" y="76"/>
                    </a:cubicBezTo>
                    <a:cubicBezTo>
                      <a:pt x="21" y="51"/>
                      <a:pt x="21" y="51"/>
                      <a:pt x="21" y="51"/>
                    </a:cubicBezTo>
                    <a:cubicBezTo>
                      <a:pt x="6" y="51"/>
                      <a:pt x="6" y="51"/>
                      <a:pt x="6" y="51"/>
                    </a:cubicBezTo>
                    <a:close/>
                    <a:moveTo>
                      <a:pt x="193" y="51"/>
                    </a:moveTo>
                    <a:cubicBezTo>
                      <a:pt x="193" y="76"/>
                      <a:pt x="193" y="76"/>
                      <a:pt x="193" y="76"/>
                    </a:cubicBezTo>
                    <a:cubicBezTo>
                      <a:pt x="200" y="76"/>
                      <a:pt x="200" y="76"/>
                      <a:pt x="200" y="76"/>
                    </a:cubicBezTo>
                    <a:cubicBezTo>
                      <a:pt x="200" y="51"/>
                      <a:pt x="200" y="51"/>
                      <a:pt x="200" y="51"/>
                    </a:cubicBezTo>
                    <a:lnTo>
                      <a:pt x="193" y="51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6" name="文本框 5"/>
            <p:cNvSpPr txBox="1"/>
            <p:nvPr/>
          </p:nvSpPr>
          <p:spPr>
            <a:xfrm>
              <a:off x="1194628" y="5397447"/>
              <a:ext cx="1515084" cy="37003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rgbClr val="044875"/>
                  </a:solidFill>
                  <a:latin typeface="+mj-lt"/>
                  <a:ea typeface="+mn-ea"/>
                  <a:cs typeface="Levenim MT" panose="02010502060101010101" pitchFamily="2" charset="-79"/>
                </a:rPr>
                <a:t>Your Title</a:t>
              </a:r>
              <a:endParaRPr lang="zh-CN" altLang="en-US" b="1" dirty="0">
                <a:solidFill>
                  <a:srgbClr val="044875"/>
                </a:solidFill>
                <a:latin typeface="+mj-lt"/>
                <a:ea typeface="+mn-ea"/>
                <a:cs typeface="Levenim MT" panose="02010502060101010101" pitchFamily="2" charset="-79"/>
              </a:endParaRPr>
            </a:p>
          </p:txBody>
        </p:sp>
      </p:grpSp>
      <p:grpSp>
        <p:nvGrpSpPr>
          <p:cNvPr id="9" name="组合 8"/>
          <p:cNvGrpSpPr/>
          <p:nvPr/>
        </p:nvGrpSpPr>
        <p:grpSpPr bwMode="auto">
          <a:xfrm>
            <a:off x="3981451" y="4254500"/>
            <a:ext cx="1516063" cy="1512888"/>
            <a:chOff x="3981939" y="4254003"/>
            <a:chExt cx="1515084" cy="1513476"/>
          </a:xfrm>
        </p:grpSpPr>
        <p:grpSp>
          <p:nvGrpSpPr>
            <p:cNvPr id="17432" name="组合 9"/>
            <p:cNvGrpSpPr/>
            <p:nvPr/>
          </p:nvGrpSpPr>
          <p:grpSpPr bwMode="auto">
            <a:xfrm>
              <a:off x="4195196" y="4254003"/>
              <a:ext cx="1088571" cy="1088571"/>
              <a:chOff x="4195196" y="4254003"/>
              <a:chExt cx="1088571" cy="1088571"/>
            </a:xfrm>
          </p:grpSpPr>
          <p:sp>
            <p:nvSpPr>
              <p:cNvPr id="12" name="椭圆 11"/>
              <p:cNvSpPr/>
              <p:nvPr/>
            </p:nvSpPr>
            <p:spPr>
              <a:xfrm>
                <a:off x="4194526" y="4254003"/>
                <a:ext cx="1089909" cy="1087861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7435" name="Freeform 135"/>
              <p:cNvSpPr>
                <a:spLocks noEditPoints="1"/>
              </p:cNvSpPr>
              <p:nvPr/>
            </p:nvSpPr>
            <p:spPr bwMode="auto">
              <a:xfrm>
                <a:off x="4592072" y="4577845"/>
                <a:ext cx="294819" cy="440885"/>
              </a:xfrm>
              <a:custGeom>
                <a:avLst/>
                <a:gdLst>
                  <a:gd name="T0" fmla="*/ 62980974 w 139"/>
                  <a:gd name="T1" fmla="*/ 94349390 h 208"/>
                  <a:gd name="T2" fmla="*/ 566828766 w 139"/>
                  <a:gd name="T3" fmla="*/ 94349390 h 208"/>
                  <a:gd name="T4" fmla="*/ 566828766 w 139"/>
                  <a:gd name="T5" fmla="*/ 840167837 h 208"/>
                  <a:gd name="T6" fmla="*/ 62980974 w 139"/>
                  <a:gd name="T7" fmla="*/ 840167837 h 208"/>
                  <a:gd name="T8" fmla="*/ 62980974 w 139"/>
                  <a:gd name="T9" fmla="*/ 94349390 h 208"/>
                  <a:gd name="T10" fmla="*/ 247425255 w 139"/>
                  <a:gd name="T11" fmla="*/ 867123292 h 208"/>
                  <a:gd name="T12" fmla="*/ 373387203 w 139"/>
                  <a:gd name="T13" fmla="*/ 867123292 h 208"/>
                  <a:gd name="T14" fmla="*/ 373387203 w 139"/>
                  <a:gd name="T15" fmla="*/ 912053288 h 208"/>
                  <a:gd name="T16" fmla="*/ 247425255 w 139"/>
                  <a:gd name="T17" fmla="*/ 912053288 h 208"/>
                  <a:gd name="T18" fmla="*/ 247425255 w 139"/>
                  <a:gd name="T19" fmla="*/ 867123292 h 208"/>
                  <a:gd name="T20" fmla="*/ 233929332 w 139"/>
                  <a:gd name="T21" fmla="*/ 40436361 h 208"/>
                  <a:gd name="T22" fmla="*/ 404877690 w 139"/>
                  <a:gd name="T23" fmla="*/ 40436361 h 208"/>
                  <a:gd name="T24" fmla="*/ 404877690 w 139"/>
                  <a:gd name="T25" fmla="*/ 62900300 h 208"/>
                  <a:gd name="T26" fmla="*/ 233929332 w 139"/>
                  <a:gd name="T27" fmla="*/ 62900300 h 208"/>
                  <a:gd name="T28" fmla="*/ 233929332 w 139"/>
                  <a:gd name="T29" fmla="*/ 40436361 h 208"/>
                  <a:gd name="T30" fmla="*/ 58482333 w 139"/>
                  <a:gd name="T31" fmla="*/ 0 h 208"/>
                  <a:gd name="T32" fmla="*/ 0 w 139"/>
                  <a:gd name="T33" fmla="*/ 58406664 h 208"/>
                  <a:gd name="T34" fmla="*/ 0 w 139"/>
                  <a:gd name="T35" fmla="*/ 876110563 h 208"/>
                  <a:gd name="T36" fmla="*/ 58482333 w 139"/>
                  <a:gd name="T37" fmla="*/ 934517227 h 208"/>
                  <a:gd name="T38" fmla="*/ 571327407 w 139"/>
                  <a:gd name="T39" fmla="*/ 934517227 h 208"/>
                  <a:gd name="T40" fmla="*/ 625311099 w 139"/>
                  <a:gd name="T41" fmla="*/ 876110563 h 208"/>
                  <a:gd name="T42" fmla="*/ 625311099 w 139"/>
                  <a:gd name="T43" fmla="*/ 58406664 h 208"/>
                  <a:gd name="T44" fmla="*/ 571327407 w 139"/>
                  <a:gd name="T45" fmla="*/ 0 h 208"/>
                  <a:gd name="T46" fmla="*/ 58482333 w 139"/>
                  <a:gd name="T47" fmla="*/ 0 h 20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39" h="208">
                    <a:moveTo>
                      <a:pt x="14" y="21"/>
                    </a:moveTo>
                    <a:cubicBezTo>
                      <a:pt x="126" y="21"/>
                      <a:pt x="126" y="21"/>
                      <a:pt x="126" y="21"/>
                    </a:cubicBezTo>
                    <a:cubicBezTo>
                      <a:pt x="126" y="187"/>
                      <a:pt x="126" y="187"/>
                      <a:pt x="126" y="187"/>
                    </a:cubicBezTo>
                    <a:cubicBezTo>
                      <a:pt x="14" y="187"/>
                      <a:pt x="14" y="187"/>
                      <a:pt x="14" y="187"/>
                    </a:cubicBezTo>
                    <a:cubicBezTo>
                      <a:pt x="14" y="21"/>
                      <a:pt x="14" y="21"/>
                      <a:pt x="14" y="21"/>
                    </a:cubicBezTo>
                    <a:close/>
                    <a:moveTo>
                      <a:pt x="55" y="193"/>
                    </a:moveTo>
                    <a:cubicBezTo>
                      <a:pt x="83" y="193"/>
                      <a:pt x="83" y="193"/>
                      <a:pt x="83" y="193"/>
                    </a:cubicBezTo>
                    <a:cubicBezTo>
                      <a:pt x="83" y="203"/>
                      <a:pt x="83" y="203"/>
                      <a:pt x="83" y="203"/>
                    </a:cubicBezTo>
                    <a:cubicBezTo>
                      <a:pt x="55" y="203"/>
                      <a:pt x="55" y="203"/>
                      <a:pt x="55" y="203"/>
                    </a:cubicBezTo>
                    <a:cubicBezTo>
                      <a:pt x="55" y="193"/>
                      <a:pt x="55" y="193"/>
                      <a:pt x="55" y="193"/>
                    </a:cubicBezTo>
                    <a:close/>
                    <a:moveTo>
                      <a:pt x="52" y="9"/>
                    </a:moveTo>
                    <a:cubicBezTo>
                      <a:pt x="90" y="9"/>
                      <a:pt x="90" y="9"/>
                      <a:pt x="90" y="9"/>
                    </a:cubicBezTo>
                    <a:cubicBezTo>
                      <a:pt x="90" y="14"/>
                      <a:pt x="90" y="14"/>
                      <a:pt x="90" y="14"/>
                    </a:cubicBezTo>
                    <a:cubicBezTo>
                      <a:pt x="52" y="14"/>
                      <a:pt x="52" y="14"/>
                      <a:pt x="52" y="14"/>
                    </a:cubicBezTo>
                    <a:cubicBezTo>
                      <a:pt x="52" y="9"/>
                      <a:pt x="52" y="9"/>
                      <a:pt x="52" y="9"/>
                    </a:cubicBezTo>
                    <a:close/>
                    <a:moveTo>
                      <a:pt x="13" y="0"/>
                    </a:moveTo>
                    <a:cubicBezTo>
                      <a:pt x="6" y="0"/>
                      <a:pt x="0" y="6"/>
                      <a:pt x="0" y="13"/>
                    </a:cubicBezTo>
                    <a:cubicBezTo>
                      <a:pt x="0" y="195"/>
                      <a:pt x="0" y="195"/>
                      <a:pt x="0" y="195"/>
                    </a:cubicBezTo>
                    <a:cubicBezTo>
                      <a:pt x="0" y="202"/>
                      <a:pt x="6" y="208"/>
                      <a:pt x="13" y="208"/>
                    </a:cubicBezTo>
                    <a:cubicBezTo>
                      <a:pt x="127" y="208"/>
                      <a:pt x="127" y="208"/>
                      <a:pt x="127" y="208"/>
                    </a:cubicBezTo>
                    <a:cubicBezTo>
                      <a:pt x="134" y="208"/>
                      <a:pt x="139" y="202"/>
                      <a:pt x="139" y="195"/>
                    </a:cubicBezTo>
                    <a:cubicBezTo>
                      <a:pt x="139" y="13"/>
                      <a:pt x="139" y="13"/>
                      <a:pt x="139" y="13"/>
                    </a:cubicBezTo>
                    <a:cubicBezTo>
                      <a:pt x="139" y="6"/>
                      <a:pt x="134" y="0"/>
                      <a:pt x="127" y="0"/>
                    </a:cubicBezTo>
                    <a:lnTo>
                      <a:pt x="13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" name="文本框 10"/>
            <p:cNvSpPr txBox="1"/>
            <p:nvPr/>
          </p:nvSpPr>
          <p:spPr>
            <a:xfrm>
              <a:off x="3981939" y="5397447"/>
              <a:ext cx="1515084" cy="37003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bg2">
                      <a:lumMod val="25000"/>
                    </a:schemeClr>
                  </a:solidFill>
                  <a:latin typeface="+mj-lt"/>
                  <a:ea typeface="+mn-ea"/>
                  <a:cs typeface="Levenim MT" panose="02010502060101010101" pitchFamily="2" charset="-79"/>
                </a:rPr>
                <a:t>Your Title</a:t>
              </a:r>
              <a:endParaRPr lang="zh-CN" altLang="en-US" b="1" dirty="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Levenim MT" panose="02010502060101010101" pitchFamily="2" charset="-79"/>
              </a:endParaRPr>
            </a:p>
          </p:txBody>
        </p:sp>
      </p:grpSp>
      <p:grpSp>
        <p:nvGrpSpPr>
          <p:cNvPr id="14" name="组合 13"/>
          <p:cNvGrpSpPr/>
          <p:nvPr/>
        </p:nvGrpSpPr>
        <p:grpSpPr bwMode="auto">
          <a:xfrm>
            <a:off x="6769101" y="4254500"/>
            <a:ext cx="1514475" cy="1512888"/>
            <a:chOff x="6769250" y="4254003"/>
            <a:chExt cx="1515084" cy="1513476"/>
          </a:xfrm>
        </p:grpSpPr>
        <p:grpSp>
          <p:nvGrpSpPr>
            <p:cNvPr id="17428" name="组合 14"/>
            <p:cNvGrpSpPr/>
            <p:nvPr/>
          </p:nvGrpSpPr>
          <p:grpSpPr bwMode="auto">
            <a:xfrm>
              <a:off x="6982507" y="4254003"/>
              <a:ext cx="1088571" cy="1088571"/>
              <a:chOff x="6982507" y="4254003"/>
              <a:chExt cx="1088571" cy="1088571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6982061" y="4254003"/>
                <a:ext cx="1089463" cy="1087861"/>
              </a:xfrm>
              <a:prstGeom prst="ellipse">
                <a:avLst/>
              </a:prstGeom>
              <a:solidFill>
                <a:srgbClr val="04487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7431" name="Freeform 153"/>
              <p:cNvSpPr>
                <a:spLocks noEditPoints="1"/>
              </p:cNvSpPr>
              <p:nvPr/>
            </p:nvSpPr>
            <p:spPr bwMode="auto">
              <a:xfrm>
                <a:off x="7276169" y="4587413"/>
                <a:ext cx="437301" cy="420275"/>
              </a:xfrm>
              <a:custGeom>
                <a:avLst/>
                <a:gdLst>
                  <a:gd name="T0" fmla="*/ 824664773 w 206"/>
                  <a:gd name="T1" fmla="*/ 85602376 h 198"/>
                  <a:gd name="T2" fmla="*/ 928311479 w 206"/>
                  <a:gd name="T3" fmla="*/ 788450758 h 198"/>
                  <a:gd name="T4" fmla="*/ 468661426 w 206"/>
                  <a:gd name="T5" fmla="*/ 892076140 h 198"/>
                  <a:gd name="T6" fmla="*/ 369521468 w 206"/>
                  <a:gd name="T7" fmla="*/ 815484205 h 198"/>
                  <a:gd name="T8" fmla="*/ 58583474 w 206"/>
                  <a:gd name="T9" fmla="*/ 527135225 h 198"/>
                  <a:gd name="T10" fmla="*/ 94633210 w 206"/>
                  <a:gd name="T11" fmla="*/ 405488961 h 198"/>
                  <a:gd name="T12" fmla="*/ 63088099 w 206"/>
                  <a:gd name="T13" fmla="*/ 144173428 h 198"/>
                  <a:gd name="T14" fmla="*/ 238836399 w 206"/>
                  <a:gd name="T15" fmla="*/ 18020883 h 198"/>
                  <a:gd name="T16" fmla="*/ 198279916 w 206"/>
                  <a:gd name="T17" fmla="*/ 153183870 h 198"/>
                  <a:gd name="T18" fmla="*/ 135191816 w 206"/>
                  <a:gd name="T19" fmla="*/ 189227757 h 198"/>
                  <a:gd name="T20" fmla="*/ 126178321 w 206"/>
                  <a:gd name="T21" fmla="*/ 351424191 h 198"/>
                  <a:gd name="T22" fmla="*/ 207293411 w 206"/>
                  <a:gd name="T23" fmla="*/ 216261204 h 198"/>
                  <a:gd name="T24" fmla="*/ 229825027 w 206"/>
                  <a:gd name="T25" fmla="*/ 162196434 h 198"/>
                  <a:gd name="T26" fmla="*/ 283901753 w 206"/>
                  <a:gd name="T27" fmla="*/ 139669269 h 198"/>
                  <a:gd name="T28" fmla="*/ 337978480 w 206"/>
                  <a:gd name="T29" fmla="*/ 162196434 h 198"/>
                  <a:gd name="T30" fmla="*/ 337978480 w 206"/>
                  <a:gd name="T31" fmla="*/ 270325974 h 198"/>
                  <a:gd name="T32" fmla="*/ 256863390 w 206"/>
                  <a:gd name="T33" fmla="*/ 283842697 h 198"/>
                  <a:gd name="T34" fmla="*/ 171241552 w 206"/>
                  <a:gd name="T35" fmla="*/ 391972238 h 198"/>
                  <a:gd name="T36" fmla="*/ 243343147 w 206"/>
                  <a:gd name="T37" fmla="*/ 441532849 h 198"/>
                  <a:gd name="T38" fmla="*/ 365014720 w 206"/>
                  <a:gd name="T39" fmla="*/ 189227757 h 198"/>
                  <a:gd name="T40" fmla="*/ 306433369 w 206"/>
                  <a:gd name="T41" fmla="*/ 193734039 h 198"/>
                  <a:gd name="T42" fmla="*/ 261370137 w 206"/>
                  <a:gd name="T43" fmla="*/ 193734039 h 198"/>
                  <a:gd name="T44" fmla="*/ 252356642 w 206"/>
                  <a:gd name="T45" fmla="*/ 216261204 h 198"/>
                  <a:gd name="T46" fmla="*/ 261370137 w 206"/>
                  <a:gd name="T47" fmla="*/ 238788368 h 198"/>
                  <a:gd name="T48" fmla="*/ 306433369 w 206"/>
                  <a:gd name="T49" fmla="*/ 238788368 h 198"/>
                  <a:gd name="T50" fmla="*/ 306433369 w 206"/>
                  <a:gd name="T51" fmla="*/ 193734039 h 198"/>
                  <a:gd name="T52" fmla="*/ 365014720 w 206"/>
                  <a:gd name="T53" fmla="*/ 752406870 h 198"/>
                  <a:gd name="T54" fmla="*/ 216304783 w 206"/>
                  <a:gd name="T55" fmla="*/ 491093460 h 198"/>
                  <a:gd name="T56" fmla="*/ 117164826 w 206"/>
                  <a:gd name="T57" fmla="*/ 518124784 h 198"/>
                  <a:gd name="T58" fmla="*/ 184761795 w 206"/>
                  <a:gd name="T59" fmla="*/ 680321218 h 198"/>
                  <a:gd name="T60" fmla="*/ 468661426 w 206"/>
                  <a:gd name="T61" fmla="*/ 193734039 h 198"/>
                  <a:gd name="T62" fmla="*/ 833678269 w 206"/>
                  <a:gd name="T63" fmla="*/ 536147789 h 198"/>
                  <a:gd name="T64" fmla="*/ 468661426 w 206"/>
                  <a:gd name="T65" fmla="*/ 193734039 h 198"/>
                  <a:gd name="T66" fmla="*/ 581321626 w 206"/>
                  <a:gd name="T67" fmla="*/ 612739724 h 198"/>
                  <a:gd name="T68" fmla="*/ 716511320 w 206"/>
                  <a:gd name="T69" fmla="*/ 612739724 h 198"/>
                  <a:gd name="T70" fmla="*/ 739045058 w 206"/>
                  <a:gd name="T71" fmla="*/ 639771048 h 198"/>
                  <a:gd name="T72" fmla="*/ 743549683 w 206"/>
                  <a:gd name="T73" fmla="*/ 774934035 h 198"/>
                  <a:gd name="T74" fmla="*/ 739045058 w 206"/>
                  <a:gd name="T75" fmla="*/ 639771048 h 198"/>
                  <a:gd name="T76" fmla="*/ 648916473 w 206"/>
                  <a:gd name="T77" fmla="*/ 734385988 h 198"/>
                  <a:gd name="T78" fmla="*/ 644409726 w 206"/>
                  <a:gd name="T79" fmla="*/ 824494646 h 198"/>
                  <a:gd name="T80" fmla="*/ 554283263 w 206"/>
                  <a:gd name="T81" fmla="*/ 774934035 h 198"/>
                  <a:gd name="T82" fmla="*/ 554283263 w 206"/>
                  <a:gd name="T83" fmla="*/ 639771048 h 198"/>
                  <a:gd name="T84" fmla="*/ 554283263 w 206"/>
                  <a:gd name="T85" fmla="*/ 774934035 h 198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206" h="198">
                    <a:moveTo>
                      <a:pt x="104" y="19"/>
                    </a:moveTo>
                    <a:cubicBezTo>
                      <a:pt x="183" y="19"/>
                      <a:pt x="183" y="19"/>
                      <a:pt x="183" y="19"/>
                    </a:cubicBezTo>
                    <a:cubicBezTo>
                      <a:pt x="196" y="19"/>
                      <a:pt x="206" y="30"/>
                      <a:pt x="206" y="42"/>
                    </a:cubicBezTo>
                    <a:cubicBezTo>
                      <a:pt x="206" y="175"/>
                      <a:pt x="206" y="175"/>
                      <a:pt x="206" y="175"/>
                    </a:cubicBezTo>
                    <a:cubicBezTo>
                      <a:pt x="206" y="187"/>
                      <a:pt x="196" y="198"/>
                      <a:pt x="183" y="198"/>
                    </a:cubicBezTo>
                    <a:cubicBezTo>
                      <a:pt x="104" y="198"/>
                      <a:pt x="104" y="198"/>
                      <a:pt x="104" y="198"/>
                    </a:cubicBezTo>
                    <a:cubicBezTo>
                      <a:pt x="94" y="198"/>
                      <a:pt x="85" y="191"/>
                      <a:pt x="82" y="181"/>
                    </a:cubicBezTo>
                    <a:cubicBezTo>
                      <a:pt x="82" y="181"/>
                      <a:pt x="82" y="181"/>
                      <a:pt x="82" y="181"/>
                    </a:cubicBezTo>
                    <a:cubicBezTo>
                      <a:pt x="62" y="178"/>
                      <a:pt x="44" y="171"/>
                      <a:pt x="32" y="161"/>
                    </a:cubicBezTo>
                    <a:cubicBezTo>
                      <a:pt x="19" y="150"/>
                      <a:pt x="12" y="135"/>
                      <a:pt x="13" y="117"/>
                    </a:cubicBezTo>
                    <a:cubicBezTo>
                      <a:pt x="13" y="116"/>
                      <a:pt x="13" y="115"/>
                      <a:pt x="13" y="113"/>
                    </a:cubicBezTo>
                    <a:cubicBezTo>
                      <a:pt x="14" y="106"/>
                      <a:pt x="17" y="98"/>
                      <a:pt x="21" y="90"/>
                    </a:cubicBezTo>
                    <a:cubicBezTo>
                      <a:pt x="6" y="77"/>
                      <a:pt x="0" y="60"/>
                      <a:pt x="16" y="33"/>
                    </a:cubicBezTo>
                    <a:cubicBezTo>
                      <a:pt x="14" y="32"/>
                      <a:pt x="14" y="32"/>
                      <a:pt x="14" y="32"/>
                    </a:cubicBezTo>
                    <a:cubicBezTo>
                      <a:pt x="38" y="1"/>
                      <a:pt x="38" y="1"/>
                      <a:pt x="38" y="1"/>
                    </a:cubicBezTo>
                    <a:cubicBezTo>
                      <a:pt x="38" y="1"/>
                      <a:pt x="47" y="0"/>
                      <a:pt x="53" y="4"/>
                    </a:cubicBezTo>
                    <a:cubicBezTo>
                      <a:pt x="59" y="7"/>
                      <a:pt x="64" y="13"/>
                      <a:pt x="64" y="13"/>
                    </a:cubicBezTo>
                    <a:cubicBezTo>
                      <a:pt x="44" y="34"/>
                      <a:pt x="44" y="34"/>
                      <a:pt x="44" y="34"/>
                    </a:cubicBezTo>
                    <a:cubicBezTo>
                      <a:pt x="38" y="29"/>
                      <a:pt x="38" y="29"/>
                      <a:pt x="38" y="29"/>
                    </a:cubicBezTo>
                    <a:cubicBezTo>
                      <a:pt x="30" y="42"/>
                      <a:pt x="30" y="42"/>
                      <a:pt x="30" y="42"/>
                    </a:cubicBezTo>
                    <a:cubicBezTo>
                      <a:pt x="27" y="40"/>
                      <a:pt x="27" y="40"/>
                      <a:pt x="27" y="40"/>
                    </a:cubicBezTo>
                    <a:cubicBezTo>
                      <a:pt x="17" y="58"/>
                      <a:pt x="19" y="69"/>
                      <a:pt x="28" y="78"/>
                    </a:cubicBezTo>
                    <a:cubicBezTo>
                      <a:pt x="33" y="71"/>
                      <a:pt x="39" y="63"/>
                      <a:pt x="47" y="54"/>
                    </a:cubicBezTo>
                    <a:cubicBezTo>
                      <a:pt x="46" y="52"/>
                      <a:pt x="46" y="50"/>
                      <a:pt x="46" y="48"/>
                    </a:cubicBezTo>
                    <a:cubicBezTo>
                      <a:pt x="46" y="43"/>
                      <a:pt x="48" y="39"/>
                      <a:pt x="51" y="36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1" y="36"/>
                      <a:pt x="51" y="36"/>
                      <a:pt x="51" y="36"/>
                    </a:cubicBezTo>
                    <a:cubicBezTo>
                      <a:pt x="54" y="32"/>
                      <a:pt x="58" y="31"/>
                      <a:pt x="63" y="31"/>
                    </a:cubicBezTo>
                    <a:cubicBezTo>
                      <a:pt x="67" y="31"/>
                      <a:pt x="72" y="32"/>
                      <a:pt x="75" y="36"/>
                    </a:cubicBezTo>
                    <a:cubicBezTo>
                      <a:pt x="75" y="36"/>
                      <a:pt x="75" y="36"/>
                      <a:pt x="75" y="36"/>
                    </a:cubicBezTo>
                    <a:cubicBezTo>
                      <a:pt x="78" y="39"/>
                      <a:pt x="80" y="43"/>
                      <a:pt x="80" y="48"/>
                    </a:cubicBezTo>
                    <a:cubicBezTo>
                      <a:pt x="80" y="52"/>
                      <a:pt x="78" y="56"/>
                      <a:pt x="75" y="60"/>
                    </a:cubicBezTo>
                    <a:cubicBezTo>
                      <a:pt x="72" y="63"/>
                      <a:pt x="67" y="65"/>
                      <a:pt x="63" y="65"/>
                    </a:cubicBezTo>
                    <a:cubicBezTo>
                      <a:pt x="61" y="65"/>
                      <a:pt x="59" y="64"/>
                      <a:pt x="57" y="63"/>
                    </a:cubicBezTo>
                    <a:cubicBezTo>
                      <a:pt x="49" y="71"/>
                      <a:pt x="43" y="79"/>
                      <a:pt x="38" y="86"/>
                    </a:cubicBezTo>
                    <a:cubicBezTo>
                      <a:pt x="38" y="86"/>
                      <a:pt x="38" y="87"/>
                      <a:pt x="38" y="87"/>
                    </a:cubicBezTo>
                    <a:cubicBezTo>
                      <a:pt x="38" y="87"/>
                      <a:pt x="38" y="87"/>
                      <a:pt x="38" y="87"/>
                    </a:cubicBezTo>
                    <a:cubicBezTo>
                      <a:pt x="43" y="90"/>
                      <a:pt x="48" y="94"/>
                      <a:pt x="54" y="98"/>
                    </a:cubicBezTo>
                    <a:cubicBezTo>
                      <a:pt x="64" y="103"/>
                      <a:pt x="73" y="109"/>
                      <a:pt x="81" y="116"/>
                    </a:cubicBezTo>
                    <a:cubicBezTo>
                      <a:pt x="81" y="42"/>
                      <a:pt x="81" y="42"/>
                      <a:pt x="81" y="42"/>
                    </a:cubicBezTo>
                    <a:cubicBezTo>
                      <a:pt x="81" y="30"/>
                      <a:pt x="92" y="19"/>
                      <a:pt x="104" y="19"/>
                    </a:cubicBezTo>
                    <a:close/>
                    <a:moveTo>
                      <a:pt x="68" y="43"/>
                    </a:moveTo>
                    <a:cubicBezTo>
                      <a:pt x="66" y="41"/>
                      <a:pt x="65" y="40"/>
                      <a:pt x="63" y="40"/>
                    </a:cubicBezTo>
                    <a:cubicBezTo>
                      <a:pt x="61" y="40"/>
                      <a:pt x="59" y="41"/>
                      <a:pt x="58" y="43"/>
                    </a:cubicBezTo>
                    <a:cubicBezTo>
                      <a:pt x="58" y="43"/>
                      <a:pt x="58" y="43"/>
                      <a:pt x="58" y="43"/>
                    </a:cubicBezTo>
                    <a:cubicBezTo>
                      <a:pt x="56" y="44"/>
                      <a:pt x="56" y="46"/>
                      <a:pt x="56" y="48"/>
                    </a:cubicBezTo>
                    <a:cubicBezTo>
                      <a:pt x="56" y="50"/>
                      <a:pt x="56" y="51"/>
                      <a:pt x="58" y="53"/>
                    </a:cubicBezTo>
                    <a:cubicBezTo>
                      <a:pt x="58" y="53"/>
                      <a:pt x="58" y="53"/>
                      <a:pt x="58" y="53"/>
                    </a:cubicBezTo>
                    <a:cubicBezTo>
                      <a:pt x="59" y="54"/>
                      <a:pt x="61" y="55"/>
                      <a:pt x="63" y="55"/>
                    </a:cubicBezTo>
                    <a:cubicBezTo>
                      <a:pt x="65" y="55"/>
                      <a:pt x="66" y="54"/>
                      <a:pt x="68" y="53"/>
                    </a:cubicBezTo>
                    <a:cubicBezTo>
                      <a:pt x="69" y="51"/>
                      <a:pt x="70" y="50"/>
                      <a:pt x="70" y="48"/>
                    </a:cubicBezTo>
                    <a:cubicBezTo>
                      <a:pt x="70" y="46"/>
                      <a:pt x="69" y="44"/>
                      <a:pt x="68" y="43"/>
                    </a:cubicBezTo>
                    <a:cubicBezTo>
                      <a:pt x="68" y="43"/>
                      <a:pt x="68" y="43"/>
                      <a:pt x="68" y="43"/>
                    </a:cubicBezTo>
                    <a:close/>
                    <a:moveTo>
                      <a:pt x="81" y="167"/>
                    </a:moveTo>
                    <a:cubicBezTo>
                      <a:pt x="81" y="134"/>
                      <a:pt x="81" y="134"/>
                      <a:pt x="81" y="134"/>
                    </a:cubicBezTo>
                    <a:cubicBezTo>
                      <a:pt x="72" y="124"/>
                      <a:pt x="60" y="116"/>
                      <a:pt x="48" y="109"/>
                    </a:cubicBezTo>
                    <a:cubicBezTo>
                      <a:pt x="42" y="106"/>
                      <a:pt x="36" y="102"/>
                      <a:pt x="31" y="99"/>
                    </a:cubicBezTo>
                    <a:cubicBezTo>
                      <a:pt x="29" y="104"/>
                      <a:pt x="27" y="110"/>
                      <a:pt x="26" y="115"/>
                    </a:cubicBezTo>
                    <a:cubicBezTo>
                      <a:pt x="26" y="116"/>
                      <a:pt x="26" y="117"/>
                      <a:pt x="26" y="118"/>
                    </a:cubicBezTo>
                    <a:cubicBezTo>
                      <a:pt x="25" y="131"/>
                      <a:pt x="31" y="142"/>
                      <a:pt x="41" y="151"/>
                    </a:cubicBezTo>
                    <a:cubicBezTo>
                      <a:pt x="51" y="159"/>
                      <a:pt x="65" y="165"/>
                      <a:pt x="81" y="167"/>
                    </a:cubicBezTo>
                    <a:close/>
                    <a:moveTo>
                      <a:pt x="104" y="43"/>
                    </a:moveTo>
                    <a:cubicBezTo>
                      <a:pt x="104" y="119"/>
                      <a:pt x="104" y="119"/>
                      <a:pt x="104" y="119"/>
                    </a:cubicBezTo>
                    <a:cubicBezTo>
                      <a:pt x="185" y="119"/>
                      <a:pt x="185" y="119"/>
                      <a:pt x="185" y="119"/>
                    </a:cubicBezTo>
                    <a:cubicBezTo>
                      <a:pt x="185" y="43"/>
                      <a:pt x="185" y="43"/>
                      <a:pt x="185" y="43"/>
                    </a:cubicBezTo>
                    <a:cubicBezTo>
                      <a:pt x="104" y="43"/>
                      <a:pt x="104" y="43"/>
                      <a:pt x="104" y="43"/>
                    </a:cubicBezTo>
                    <a:close/>
                    <a:moveTo>
                      <a:pt x="143" y="131"/>
                    </a:moveTo>
                    <a:cubicBezTo>
                      <a:pt x="138" y="131"/>
                      <a:pt x="133" y="133"/>
                      <a:pt x="129" y="136"/>
                    </a:cubicBezTo>
                    <a:cubicBezTo>
                      <a:pt x="144" y="151"/>
                      <a:pt x="144" y="151"/>
                      <a:pt x="144" y="151"/>
                    </a:cubicBezTo>
                    <a:cubicBezTo>
                      <a:pt x="159" y="136"/>
                      <a:pt x="159" y="136"/>
                      <a:pt x="159" y="136"/>
                    </a:cubicBezTo>
                    <a:cubicBezTo>
                      <a:pt x="154" y="133"/>
                      <a:pt x="149" y="131"/>
                      <a:pt x="143" y="131"/>
                    </a:cubicBezTo>
                    <a:close/>
                    <a:moveTo>
                      <a:pt x="164" y="142"/>
                    </a:moveTo>
                    <a:cubicBezTo>
                      <a:pt x="150" y="157"/>
                      <a:pt x="150" y="157"/>
                      <a:pt x="150" y="157"/>
                    </a:cubicBezTo>
                    <a:cubicBezTo>
                      <a:pt x="165" y="172"/>
                      <a:pt x="165" y="172"/>
                      <a:pt x="165" y="172"/>
                    </a:cubicBezTo>
                    <a:cubicBezTo>
                      <a:pt x="167" y="167"/>
                      <a:pt x="169" y="162"/>
                      <a:pt x="169" y="157"/>
                    </a:cubicBezTo>
                    <a:cubicBezTo>
                      <a:pt x="169" y="152"/>
                      <a:pt x="167" y="147"/>
                      <a:pt x="164" y="142"/>
                    </a:cubicBezTo>
                    <a:close/>
                    <a:moveTo>
                      <a:pt x="159" y="178"/>
                    </a:moveTo>
                    <a:cubicBezTo>
                      <a:pt x="144" y="163"/>
                      <a:pt x="144" y="163"/>
                      <a:pt x="144" y="163"/>
                    </a:cubicBezTo>
                    <a:cubicBezTo>
                      <a:pt x="129" y="178"/>
                      <a:pt x="129" y="178"/>
                      <a:pt x="129" y="178"/>
                    </a:cubicBezTo>
                    <a:cubicBezTo>
                      <a:pt x="133" y="181"/>
                      <a:pt x="138" y="183"/>
                      <a:pt x="143" y="183"/>
                    </a:cubicBezTo>
                    <a:cubicBezTo>
                      <a:pt x="149" y="183"/>
                      <a:pt x="154" y="181"/>
                      <a:pt x="159" y="178"/>
                    </a:cubicBezTo>
                    <a:close/>
                    <a:moveTo>
                      <a:pt x="123" y="172"/>
                    </a:moveTo>
                    <a:cubicBezTo>
                      <a:pt x="138" y="157"/>
                      <a:pt x="138" y="157"/>
                      <a:pt x="138" y="157"/>
                    </a:cubicBezTo>
                    <a:cubicBezTo>
                      <a:pt x="123" y="142"/>
                      <a:pt x="123" y="142"/>
                      <a:pt x="123" y="142"/>
                    </a:cubicBezTo>
                    <a:cubicBezTo>
                      <a:pt x="120" y="146"/>
                      <a:pt x="118" y="151"/>
                      <a:pt x="118" y="157"/>
                    </a:cubicBezTo>
                    <a:cubicBezTo>
                      <a:pt x="118" y="163"/>
                      <a:pt x="120" y="168"/>
                      <a:pt x="123" y="172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6" name="文本框 15"/>
            <p:cNvSpPr txBox="1"/>
            <p:nvPr/>
          </p:nvSpPr>
          <p:spPr>
            <a:xfrm>
              <a:off x="6769250" y="5397447"/>
              <a:ext cx="1515084" cy="37003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rgbClr val="044875"/>
                  </a:solidFill>
                  <a:latin typeface="+mj-lt"/>
                  <a:ea typeface="+mn-ea"/>
                  <a:cs typeface="Levenim MT" panose="02010502060101010101" pitchFamily="2" charset="-79"/>
                </a:rPr>
                <a:t>Your Title</a:t>
              </a:r>
              <a:endParaRPr lang="zh-CN" altLang="en-US" b="1" dirty="0">
                <a:solidFill>
                  <a:srgbClr val="044875"/>
                </a:solidFill>
                <a:latin typeface="+mj-lt"/>
                <a:ea typeface="+mn-ea"/>
                <a:cs typeface="Levenim MT" panose="02010502060101010101" pitchFamily="2" charset="-79"/>
              </a:endParaRPr>
            </a:p>
          </p:txBody>
        </p:sp>
      </p:grpSp>
      <p:grpSp>
        <p:nvGrpSpPr>
          <p:cNvPr id="19" name="组合 18"/>
          <p:cNvGrpSpPr/>
          <p:nvPr/>
        </p:nvGrpSpPr>
        <p:grpSpPr bwMode="auto">
          <a:xfrm>
            <a:off x="9556751" y="4254500"/>
            <a:ext cx="1514475" cy="1512888"/>
            <a:chOff x="9556562" y="4254003"/>
            <a:chExt cx="1515084" cy="1513476"/>
          </a:xfrm>
        </p:grpSpPr>
        <p:grpSp>
          <p:nvGrpSpPr>
            <p:cNvPr id="17424" name="组合 19"/>
            <p:cNvGrpSpPr/>
            <p:nvPr/>
          </p:nvGrpSpPr>
          <p:grpSpPr bwMode="auto">
            <a:xfrm>
              <a:off x="9769819" y="4254003"/>
              <a:ext cx="1088571" cy="1088571"/>
              <a:chOff x="9769819" y="4254003"/>
              <a:chExt cx="1088571" cy="1088571"/>
            </a:xfrm>
          </p:grpSpPr>
          <p:sp>
            <p:nvSpPr>
              <p:cNvPr id="22" name="椭圆 21"/>
              <p:cNvSpPr/>
              <p:nvPr/>
            </p:nvSpPr>
            <p:spPr>
              <a:xfrm>
                <a:off x="9769373" y="4254003"/>
                <a:ext cx="1089463" cy="1087861"/>
              </a:xfrm>
              <a:prstGeom prst="ellipse">
                <a:avLst/>
              </a:prstGeom>
              <a:solidFill>
                <a:schemeClr val="bg2">
                  <a:lumMod val="2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/>
              </a:p>
            </p:txBody>
          </p:sp>
          <p:sp>
            <p:nvSpPr>
              <p:cNvPr id="17427" name="Freeform 170"/>
              <p:cNvSpPr>
                <a:spLocks noEditPoints="1"/>
              </p:cNvSpPr>
              <p:nvPr/>
            </p:nvSpPr>
            <p:spPr bwMode="auto">
              <a:xfrm>
                <a:off x="10095572" y="4628132"/>
                <a:ext cx="437065" cy="414444"/>
              </a:xfrm>
              <a:custGeom>
                <a:avLst/>
                <a:gdLst>
                  <a:gd name="T0" fmla="*/ 69210865 w 229"/>
                  <a:gd name="T1" fmla="*/ 0 h 217"/>
                  <a:gd name="T2" fmla="*/ 761319515 w 229"/>
                  <a:gd name="T3" fmla="*/ 0 h 217"/>
                  <a:gd name="T4" fmla="*/ 834173861 w 229"/>
                  <a:gd name="T5" fmla="*/ 72953603 h 217"/>
                  <a:gd name="T6" fmla="*/ 834173861 w 229"/>
                  <a:gd name="T7" fmla="*/ 510669493 h 217"/>
                  <a:gd name="T8" fmla="*/ 761319515 w 229"/>
                  <a:gd name="T9" fmla="*/ 583623097 h 217"/>
                  <a:gd name="T10" fmla="*/ 69210865 w 229"/>
                  <a:gd name="T11" fmla="*/ 583623097 h 217"/>
                  <a:gd name="T12" fmla="*/ 0 w 229"/>
                  <a:gd name="T13" fmla="*/ 510669493 h 217"/>
                  <a:gd name="T14" fmla="*/ 0 w 229"/>
                  <a:gd name="T15" fmla="*/ 72953603 h 217"/>
                  <a:gd name="T16" fmla="*/ 69210865 w 229"/>
                  <a:gd name="T17" fmla="*/ 0 h 217"/>
                  <a:gd name="T18" fmla="*/ 203991023 w 229"/>
                  <a:gd name="T19" fmla="*/ 740472007 h 217"/>
                  <a:gd name="T20" fmla="*/ 342412753 w 229"/>
                  <a:gd name="T21" fmla="*/ 725880522 h 217"/>
                  <a:gd name="T22" fmla="*/ 342412753 w 229"/>
                  <a:gd name="T23" fmla="*/ 623747769 h 217"/>
                  <a:gd name="T24" fmla="*/ 509974695 w 229"/>
                  <a:gd name="T25" fmla="*/ 623747769 h 217"/>
                  <a:gd name="T26" fmla="*/ 509974695 w 229"/>
                  <a:gd name="T27" fmla="*/ 725880522 h 217"/>
                  <a:gd name="T28" fmla="*/ 641111372 w 229"/>
                  <a:gd name="T29" fmla="*/ 740472007 h 217"/>
                  <a:gd name="T30" fmla="*/ 641111372 w 229"/>
                  <a:gd name="T31" fmla="*/ 791538383 h 217"/>
                  <a:gd name="T32" fmla="*/ 203991023 w 229"/>
                  <a:gd name="T33" fmla="*/ 791538383 h 217"/>
                  <a:gd name="T34" fmla="*/ 203991023 w 229"/>
                  <a:gd name="T35" fmla="*/ 740472007 h 217"/>
                  <a:gd name="T36" fmla="*/ 61925812 w 229"/>
                  <a:gd name="T37" fmla="*/ 69305732 h 217"/>
                  <a:gd name="T38" fmla="*/ 61925812 w 229"/>
                  <a:gd name="T39" fmla="*/ 452307375 h 217"/>
                  <a:gd name="T40" fmla="*/ 764962996 w 229"/>
                  <a:gd name="T41" fmla="*/ 452307375 h 217"/>
                  <a:gd name="T42" fmla="*/ 764962996 w 229"/>
                  <a:gd name="T43" fmla="*/ 69305732 h 217"/>
                  <a:gd name="T44" fmla="*/ 61925812 w 229"/>
                  <a:gd name="T45" fmla="*/ 69305732 h 217"/>
                  <a:gd name="T46" fmla="*/ 695752131 w 229"/>
                  <a:gd name="T47" fmla="*/ 488784176 h 217"/>
                  <a:gd name="T48" fmla="*/ 666610011 w 229"/>
                  <a:gd name="T49" fmla="*/ 517965236 h 217"/>
                  <a:gd name="T50" fmla="*/ 695752131 w 229"/>
                  <a:gd name="T51" fmla="*/ 547146295 h 217"/>
                  <a:gd name="T52" fmla="*/ 724894251 w 229"/>
                  <a:gd name="T53" fmla="*/ 517965236 h 217"/>
                  <a:gd name="T54" fmla="*/ 695752131 w 229"/>
                  <a:gd name="T55" fmla="*/ 488784176 h 217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229" h="217">
                    <a:moveTo>
                      <a:pt x="19" y="0"/>
                    </a:moveTo>
                    <a:cubicBezTo>
                      <a:pt x="209" y="0"/>
                      <a:pt x="209" y="0"/>
                      <a:pt x="209" y="0"/>
                    </a:cubicBezTo>
                    <a:cubicBezTo>
                      <a:pt x="220" y="0"/>
                      <a:pt x="229" y="9"/>
                      <a:pt x="229" y="20"/>
                    </a:cubicBezTo>
                    <a:cubicBezTo>
                      <a:pt x="229" y="140"/>
                      <a:pt x="229" y="140"/>
                      <a:pt x="229" y="140"/>
                    </a:cubicBezTo>
                    <a:cubicBezTo>
                      <a:pt x="229" y="151"/>
                      <a:pt x="220" y="160"/>
                      <a:pt x="209" y="160"/>
                    </a:cubicBezTo>
                    <a:cubicBezTo>
                      <a:pt x="19" y="160"/>
                      <a:pt x="19" y="160"/>
                      <a:pt x="19" y="160"/>
                    </a:cubicBezTo>
                    <a:cubicBezTo>
                      <a:pt x="8" y="160"/>
                      <a:pt x="0" y="151"/>
                      <a:pt x="0" y="140"/>
                    </a:cubicBezTo>
                    <a:cubicBezTo>
                      <a:pt x="0" y="20"/>
                      <a:pt x="0" y="20"/>
                      <a:pt x="0" y="20"/>
                    </a:cubicBezTo>
                    <a:cubicBezTo>
                      <a:pt x="0" y="9"/>
                      <a:pt x="8" y="0"/>
                      <a:pt x="19" y="0"/>
                    </a:cubicBezTo>
                    <a:close/>
                    <a:moveTo>
                      <a:pt x="56" y="203"/>
                    </a:moveTo>
                    <a:cubicBezTo>
                      <a:pt x="69" y="201"/>
                      <a:pt x="81" y="199"/>
                      <a:pt x="94" y="199"/>
                    </a:cubicBezTo>
                    <a:cubicBezTo>
                      <a:pt x="94" y="171"/>
                      <a:pt x="94" y="171"/>
                      <a:pt x="94" y="171"/>
                    </a:cubicBezTo>
                    <a:cubicBezTo>
                      <a:pt x="140" y="171"/>
                      <a:pt x="140" y="171"/>
                      <a:pt x="140" y="171"/>
                    </a:cubicBezTo>
                    <a:cubicBezTo>
                      <a:pt x="140" y="199"/>
                      <a:pt x="140" y="199"/>
                      <a:pt x="140" y="199"/>
                    </a:cubicBezTo>
                    <a:cubicBezTo>
                      <a:pt x="152" y="200"/>
                      <a:pt x="164" y="201"/>
                      <a:pt x="176" y="203"/>
                    </a:cubicBezTo>
                    <a:cubicBezTo>
                      <a:pt x="176" y="217"/>
                      <a:pt x="176" y="217"/>
                      <a:pt x="176" y="217"/>
                    </a:cubicBezTo>
                    <a:cubicBezTo>
                      <a:pt x="56" y="217"/>
                      <a:pt x="56" y="217"/>
                      <a:pt x="56" y="217"/>
                    </a:cubicBezTo>
                    <a:cubicBezTo>
                      <a:pt x="56" y="213"/>
                      <a:pt x="56" y="208"/>
                      <a:pt x="56" y="203"/>
                    </a:cubicBezTo>
                    <a:close/>
                    <a:moveTo>
                      <a:pt x="17" y="19"/>
                    </a:moveTo>
                    <a:cubicBezTo>
                      <a:pt x="17" y="124"/>
                      <a:pt x="17" y="124"/>
                      <a:pt x="17" y="124"/>
                    </a:cubicBezTo>
                    <a:cubicBezTo>
                      <a:pt x="210" y="124"/>
                      <a:pt x="210" y="124"/>
                      <a:pt x="210" y="124"/>
                    </a:cubicBezTo>
                    <a:cubicBezTo>
                      <a:pt x="210" y="19"/>
                      <a:pt x="210" y="19"/>
                      <a:pt x="210" y="19"/>
                    </a:cubicBezTo>
                    <a:cubicBezTo>
                      <a:pt x="17" y="19"/>
                      <a:pt x="17" y="19"/>
                      <a:pt x="17" y="19"/>
                    </a:cubicBezTo>
                    <a:close/>
                    <a:moveTo>
                      <a:pt x="191" y="134"/>
                    </a:moveTo>
                    <a:cubicBezTo>
                      <a:pt x="186" y="134"/>
                      <a:pt x="183" y="137"/>
                      <a:pt x="183" y="142"/>
                    </a:cubicBezTo>
                    <a:cubicBezTo>
                      <a:pt x="183" y="146"/>
                      <a:pt x="186" y="150"/>
                      <a:pt x="191" y="150"/>
                    </a:cubicBezTo>
                    <a:cubicBezTo>
                      <a:pt x="195" y="150"/>
                      <a:pt x="199" y="146"/>
                      <a:pt x="199" y="142"/>
                    </a:cubicBezTo>
                    <a:cubicBezTo>
                      <a:pt x="199" y="137"/>
                      <a:pt x="195" y="134"/>
                      <a:pt x="191" y="134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</a14:hiddenLine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21" name="文本框 20"/>
            <p:cNvSpPr txBox="1"/>
            <p:nvPr/>
          </p:nvSpPr>
          <p:spPr>
            <a:xfrm>
              <a:off x="9556562" y="5397447"/>
              <a:ext cx="1515084" cy="370032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b="1" dirty="0">
                  <a:solidFill>
                    <a:schemeClr val="bg2">
                      <a:lumMod val="25000"/>
                    </a:schemeClr>
                  </a:solidFill>
                  <a:latin typeface="+mj-lt"/>
                  <a:ea typeface="+mn-ea"/>
                  <a:cs typeface="Levenim MT" panose="02010502060101010101" pitchFamily="2" charset="-79"/>
                </a:rPr>
                <a:t>Your Title</a:t>
              </a:r>
              <a:endParaRPr lang="zh-CN" altLang="en-US" b="1" dirty="0">
                <a:solidFill>
                  <a:schemeClr val="bg2">
                    <a:lumMod val="25000"/>
                  </a:schemeClr>
                </a:solidFill>
                <a:latin typeface="+mj-lt"/>
                <a:ea typeface="+mn-ea"/>
                <a:cs typeface="Levenim MT" panose="02010502060101010101" pitchFamily="2" charset="-79"/>
              </a:endParaRPr>
            </a:p>
          </p:txBody>
        </p:sp>
      </p:grpSp>
      <p:sp>
        <p:nvSpPr>
          <p:cNvPr id="24" name="文本框 23"/>
          <p:cNvSpPr txBox="1">
            <a:spLocks noChangeArrowheads="1"/>
          </p:cNvSpPr>
          <p:nvPr/>
        </p:nvSpPr>
        <p:spPr bwMode="auto">
          <a:xfrm>
            <a:off x="1189039" y="5899150"/>
            <a:ext cx="9813925" cy="52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1700"/>
              </a:lnSpc>
            </a:pPr>
            <a:r>
              <a:rPr lang="en-US" altLang="zh-CN" sz="1800" dirty="0">
                <a:solidFill>
                  <a:srgbClr val="044875"/>
                </a:solidFill>
                <a:latin typeface="微软雅黑 Light" panose="020B0502040204020203" pitchFamily="34" charset="-122"/>
                <a:cs typeface="Arial" panose="020B0604020202020204" pitchFamily="34" charset="0"/>
              </a:rPr>
              <a:t>Remember that happiness is a way of travel, not a destination. Remember that happiness is a way of travel. Remember that happiness is a way of travel, not a destination. </a:t>
            </a:r>
            <a:endParaRPr lang="en-US" altLang="zh-CN" sz="1800" dirty="0">
              <a:solidFill>
                <a:srgbClr val="044875"/>
              </a:solidFill>
              <a:latin typeface="微软雅黑 Light" panose="020B0502040204020203" pitchFamily="34" charset="-122"/>
              <a:cs typeface="Arial" panose="020B0604020202020204" pitchFamily="34" charset="0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3810000" y="254002"/>
            <a:ext cx="83820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27" name="组合 26"/>
          <p:cNvGrpSpPr/>
          <p:nvPr/>
        </p:nvGrpSpPr>
        <p:grpSpPr bwMode="auto">
          <a:xfrm>
            <a:off x="550863" y="82550"/>
            <a:ext cx="3556000" cy="584775"/>
            <a:chOff x="551544" y="82976"/>
            <a:chExt cx="3554910" cy="583764"/>
          </a:xfrm>
        </p:grpSpPr>
        <p:sp>
          <p:nvSpPr>
            <p:cNvPr id="17422" name="文本框 27"/>
            <p:cNvSpPr txBox="1">
              <a:spLocks noChangeArrowheads="1"/>
            </p:cNvSpPr>
            <p:nvPr/>
          </p:nvSpPr>
          <p:spPr bwMode="auto">
            <a:xfrm>
              <a:off x="814614" y="111278"/>
              <a:ext cx="3291840" cy="5223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研究结果及应用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9" name="文本框 28"/>
            <p:cNvSpPr txBox="1"/>
            <p:nvPr/>
          </p:nvSpPr>
          <p:spPr>
            <a:xfrm>
              <a:off x="551544" y="82976"/>
              <a:ext cx="723678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05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30" name="矩形 29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25" grpId="0" animBg="1"/>
      <p:bldP spid="26" grpId="0" animBg="1"/>
      <p:bldP spid="30" grpId="0" animBg="1"/>
      <p:bldP spid="3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014538"/>
            <a:ext cx="12192000" cy="28495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1" y="2663825"/>
            <a:ext cx="1096963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" name="文本框 3"/>
          <p:cNvSpPr txBox="1">
            <a:spLocks noChangeArrowheads="1"/>
          </p:cNvSpPr>
          <p:nvPr/>
        </p:nvSpPr>
        <p:spPr bwMode="auto">
          <a:xfrm>
            <a:off x="946151" y="2000250"/>
            <a:ext cx="1539875" cy="1862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11500">
                <a:solidFill>
                  <a:schemeClr val="bg1"/>
                </a:solidFill>
                <a:latin typeface="Impact" panose="020B0806030902050204" pitchFamily="34" charset="0"/>
              </a:rPr>
              <a:t>6</a:t>
            </a:r>
            <a:endParaRPr lang="zh-CN" altLang="en-US" sz="11500">
              <a:solidFill>
                <a:schemeClr val="bg1"/>
              </a:solidFill>
              <a:latin typeface="Impact" panose="020B0806030902050204" pitchFamily="34" charset="0"/>
            </a:endParaRPr>
          </a:p>
        </p:txBody>
      </p:sp>
      <p:sp>
        <p:nvSpPr>
          <p:cNvPr id="5" name="文本框 4"/>
          <p:cNvSpPr txBox="1">
            <a:spLocks noChangeArrowheads="1"/>
          </p:cNvSpPr>
          <p:nvPr/>
        </p:nvSpPr>
        <p:spPr bwMode="auto">
          <a:xfrm>
            <a:off x="419101" y="2638425"/>
            <a:ext cx="5715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498725" y="2663825"/>
            <a:ext cx="9693275" cy="541338"/>
          </a:xfrm>
          <a:prstGeom prst="rect">
            <a:avLst/>
          </a:prstGeom>
          <a:solidFill>
            <a:srgbClr val="D6E0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7" name="文本框 6"/>
          <p:cNvSpPr txBox="1">
            <a:spLocks noChangeArrowheads="1"/>
          </p:cNvSpPr>
          <p:nvPr/>
        </p:nvSpPr>
        <p:spPr bwMode="auto">
          <a:xfrm>
            <a:off x="2525714" y="2638425"/>
            <a:ext cx="1766887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3200" b="1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部分</a:t>
            </a:r>
            <a:endParaRPr lang="zh-CN" altLang="en-US" sz="3200" b="1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>
            <a:spLocks noChangeArrowheads="1"/>
          </p:cNvSpPr>
          <p:nvPr/>
        </p:nvSpPr>
        <p:spPr bwMode="auto">
          <a:xfrm>
            <a:off x="6791326" y="3632200"/>
            <a:ext cx="5727700" cy="831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4800" b="1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总结建议</a:t>
            </a:r>
            <a:endParaRPr lang="zh-CN" altLang="en-US" sz="48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9" name="图片 8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2914" y="-305593"/>
            <a:ext cx="3818798" cy="2755899"/>
          </a:xfrm>
          <a:prstGeom prst="rect">
            <a:avLst/>
          </a:prstGeom>
        </p:spPr>
      </p:pic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6" grpId="0" animBg="1"/>
      <p:bldP spid="7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254002"/>
            <a:ext cx="609600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3" name="矩形 2"/>
          <p:cNvSpPr/>
          <p:nvPr/>
        </p:nvSpPr>
        <p:spPr>
          <a:xfrm>
            <a:off x="2757488" y="254002"/>
            <a:ext cx="9434512" cy="238125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4" name="组合 3"/>
          <p:cNvGrpSpPr/>
          <p:nvPr/>
        </p:nvGrpSpPr>
        <p:grpSpPr bwMode="auto">
          <a:xfrm>
            <a:off x="292100" y="82550"/>
            <a:ext cx="3292475" cy="584775"/>
            <a:chOff x="292102" y="82976"/>
            <a:chExt cx="3291840" cy="583764"/>
          </a:xfrm>
        </p:grpSpPr>
        <p:sp>
          <p:nvSpPr>
            <p:cNvPr id="19499" name="文本框 4"/>
            <p:cNvSpPr txBox="1">
              <a:spLocks noChangeArrowheads="1"/>
            </p:cNvSpPr>
            <p:nvPr/>
          </p:nvSpPr>
          <p:spPr bwMode="auto">
            <a:xfrm>
              <a:off x="292102" y="111278"/>
              <a:ext cx="3291840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rgbClr val="044875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总结建议</a:t>
              </a:r>
              <a:endPara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550815" y="82976"/>
              <a:ext cx="725347" cy="58376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3200" dirty="0">
                  <a:solidFill>
                    <a:schemeClr val="bg2">
                      <a:lumMod val="25000"/>
                    </a:schemeClr>
                  </a:solidFill>
                  <a:latin typeface="Impact" panose="020B0806030902050204" pitchFamily="34" charset="0"/>
                  <a:ea typeface="+mn-ea"/>
                </a:rPr>
                <a:t>06</a:t>
              </a:r>
              <a:endParaRPr lang="zh-CN" altLang="en-US" sz="3200" dirty="0">
                <a:solidFill>
                  <a:schemeClr val="bg2">
                    <a:lumMod val="25000"/>
                  </a:schemeClr>
                </a:solidFill>
                <a:latin typeface="Impact" panose="020B0806030902050204" pitchFamily="34" charset="0"/>
                <a:ea typeface="+mn-ea"/>
              </a:endParaRPr>
            </a:p>
          </p:txBody>
        </p:sp>
      </p:grpSp>
      <p:sp>
        <p:nvSpPr>
          <p:cNvPr id="7" name="矩形 6"/>
          <p:cNvSpPr/>
          <p:nvPr/>
        </p:nvSpPr>
        <p:spPr>
          <a:xfrm>
            <a:off x="11566525" y="6621465"/>
            <a:ext cx="625475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8" name="矩形 7"/>
          <p:cNvSpPr/>
          <p:nvPr/>
        </p:nvSpPr>
        <p:spPr>
          <a:xfrm>
            <a:off x="0" y="6621465"/>
            <a:ext cx="10439400" cy="236537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13" name="同心圆 12"/>
          <p:cNvSpPr/>
          <p:nvPr/>
        </p:nvSpPr>
        <p:spPr>
          <a:xfrm>
            <a:off x="1778001" y="963615"/>
            <a:ext cx="650875" cy="650875"/>
          </a:xfrm>
          <a:prstGeom prst="donut">
            <a:avLst>
              <a:gd name="adj" fmla="val 7460"/>
            </a:avLst>
          </a:prstGeom>
          <a:solidFill>
            <a:srgbClr val="044875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8" name="同心圆 17"/>
          <p:cNvSpPr/>
          <p:nvPr/>
        </p:nvSpPr>
        <p:spPr>
          <a:xfrm>
            <a:off x="3511551" y="1012827"/>
            <a:ext cx="482600" cy="481013"/>
          </a:xfrm>
          <a:prstGeom prst="donut">
            <a:avLst>
              <a:gd name="adj" fmla="val 7460"/>
            </a:avLst>
          </a:prstGeom>
          <a:solidFill>
            <a:srgbClr val="044875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19" name="同心圆 18"/>
          <p:cNvSpPr/>
          <p:nvPr/>
        </p:nvSpPr>
        <p:spPr>
          <a:xfrm>
            <a:off x="3994150" y="4144963"/>
            <a:ext cx="361951" cy="361950"/>
          </a:xfrm>
          <a:prstGeom prst="donut">
            <a:avLst>
              <a:gd name="adj" fmla="val 7460"/>
            </a:avLst>
          </a:prstGeom>
          <a:solidFill>
            <a:srgbClr val="044875"/>
          </a:solid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grpSp>
        <p:nvGrpSpPr>
          <p:cNvPr id="10" name="组合 9"/>
          <p:cNvGrpSpPr/>
          <p:nvPr/>
        </p:nvGrpSpPr>
        <p:grpSpPr bwMode="auto">
          <a:xfrm>
            <a:off x="379414" y="2578101"/>
            <a:ext cx="2192337" cy="2193925"/>
            <a:chOff x="379106" y="2578750"/>
            <a:chExt cx="2192201" cy="2192563"/>
          </a:xfrm>
        </p:grpSpPr>
        <p:sp>
          <p:nvSpPr>
            <p:cNvPr id="12" name="椭圆 11"/>
            <p:cNvSpPr/>
            <p:nvPr/>
          </p:nvSpPr>
          <p:spPr>
            <a:xfrm>
              <a:off x="379106" y="2578750"/>
              <a:ext cx="2192201" cy="2192563"/>
            </a:xfrm>
            <a:prstGeom prst="ellipse">
              <a:avLst/>
            </a:prstGeom>
            <a:noFill/>
            <a:ln w="31750">
              <a:solidFill>
                <a:srgbClr val="044875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497" name="Freeform 283"/>
            <p:cNvSpPr>
              <a:spLocks noEditPoints="1"/>
            </p:cNvSpPr>
            <p:nvPr/>
          </p:nvSpPr>
          <p:spPr bwMode="auto">
            <a:xfrm>
              <a:off x="1102162" y="2999461"/>
              <a:ext cx="746089" cy="945046"/>
            </a:xfrm>
            <a:custGeom>
              <a:avLst/>
              <a:gdLst>
                <a:gd name="T0" fmla="*/ 2147483646 w 95"/>
                <a:gd name="T1" fmla="*/ 0 h 120"/>
                <a:gd name="T2" fmla="*/ 1788673769 w 95"/>
                <a:gd name="T3" fmla="*/ 434154132 h 120"/>
                <a:gd name="T4" fmla="*/ 1788673769 w 95"/>
                <a:gd name="T5" fmla="*/ 434154132 h 120"/>
                <a:gd name="T6" fmla="*/ 863499848 w 95"/>
                <a:gd name="T7" fmla="*/ 62018644 h 120"/>
                <a:gd name="T8" fmla="*/ 185037926 w 95"/>
                <a:gd name="T9" fmla="*/ 496172776 h 120"/>
                <a:gd name="T10" fmla="*/ 0 w 95"/>
                <a:gd name="T11" fmla="*/ 1302454522 h 120"/>
                <a:gd name="T12" fmla="*/ 185037926 w 95"/>
                <a:gd name="T13" fmla="*/ 2108736267 h 120"/>
                <a:gd name="T14" fmla="*/ 863499848 w 95"/>
                <a:gd name="T15" fmla="*/ 2147483646 h 120"/>
                <a:gd name="T16" fmla="*/ 1912037621 w 95"/>
                <a:gd name="T17" fmla="*/ 2147483646 h 120"/>
                <a:gd name="T18" fmla="*/ 2147483646 w 95"/>
                <a:gd name="T19" fmla="*/ 2147483646 h 120"/>
                <a:gd name="T20" fmla="*/ 2147483646 w 95"/>
                <a:gd name="T21" fmla="*/ 2147483646 h 120"/>
                <a:gd name="T22" fmla="*/ 2147483646 w 95"/>
                <a:gd name="T23" fmla="*/ 2147483646 h 120"/>
                <a:gd name="T24" fmla="*/ 2147483646 w 95"/>
                <a:gd name="T25" fmla="*/ 2147483646 h 120"/>
                <a:gd name="T26" fmla="*/ 2147483646 w 95"/>
                <a:gd name="T27" fmla="*/ 2147483646 h 120"/>
                <a:gd name="T28" fmla="*/ 2147483646 w 95"/>
                <a:gd name="T29" fmla="*/ 2147483646 h 120"/>
                <a:gd name="T30" fmla="*/ 2147483646 w 95"/>
                <a:gd name="T31" fmla="*/ 2147483646 h 120"/>
                <a:gd name="T32" fmla="*/ 2147483646 w 95"/>
                <a:gd name="T33" fmla="*/ 2147483646 h 120"/>
                <a:gd name="T34" fmla="*/ 2147483646 w 95"/>
                <a:gd name="T35" fmla="*/ 2147483646 h 120"/>
                <a:gd name="T36" fmla="*/ 2147483646 w 95"/>
                <a:gd name="T37" fmla="*/ 2147483646 h 120"/>
                <a:gd name="T38" fmla="*/ 2147483646 w 95"/>
                <a:gd name="T39" fmla="*/ 2147483646 h 120"/>
                <a:gd name="T40" fmla="*/ 2147483646 w 95"/>
                <a:gd name="T41" fmla="*/ 2147483646 h 120"/>
                <a:gd name="T42" fmla="*/ 2147483646 w 95"/>
                <a:gd name="T43" fmla="*/ 2147483646 h 120"/>
                <a:gd name="T44" fmla="*/ 2147483646 w 95"/>
                <a:gd name="T45" fmla="*/ 2147483646 h 120"/>
                <a:gd name="T46" fmla="*/ 2147483646 w 95"/>
                <a:gd name="T47" fmla="*/ 2147483646 h 120"/>
                <a:gd name="T48" fmla="*/ 2147483646 w 95"/>
                <a:gd name="T49" fmla="*/ 2147483646 h 120"/>
                <a:gd name="T50" fmla="*/ 2147483646 w 95"/>
                <a:gd name="T51" fmla="*/ 2147483646 h 120"/>
                <a:gd name="T52" fmla="*/ 2147483646 w 95"/>
                <a:gd name="T53" fmla="*/ 1612563491 h 120"/>
                <a:gd name="T54" fmla="*/ 2147483646 w 95"/>
                <a:gd name="T55" fmla="*/ 868300389 h 120"/>
                <a:gd name="T56" fmla="*/ 2147483646 w 95"/>
                <a:gd name="T57" fmla="*/ 1116390715 h 120"/>
                <a:gd name="T58" fmla="*/ 2147483646 w 95"/>
                <a:gd name="T59" fmla="*/ 124045163 h 120"/>
                <a:gd name="T60" fmla="*/ 2147483646 w 95"/>
                <a:gd name="T61" fmla="*/ 0 h 120"/>
                <a:gd name="T62" fmla="*/ 2147483646 w 95"/>
                <a:gd name="T63" fmla="*/ 2147483646 h 120"/>
                <a:gd name="T64" fmla="*/ 2147483646 w 95"/>
                <a:gd name="T65" fmla="*/ 2147483646 h 120"/>
                <a:gd name="T66" fmla="*/ 2147483646 w 95"/>
                <a:gd name="T67" fmla="*/ 2147483646 h 120"/>
                <a:gd name="T68" fmla="*/ 2147483646 w 95"/>
                <a:gd name="T69" fmla="*/ 2147483646 h 120"/>
                <a:gd name="T70" fmla="*/ 2147483646 w 95"/>
                <a:gd name="T71" fmla="*/ 2147483646 h 120"/>
                <a:gd name="T72" fmla="*/ 616787850 w 95"/>
                <a:gd name="T73" fmla="*/ 744263102 h 120"/>
                <a:gd name="T74" fmla="*/ 863499848 w 95"/>
                <a:gd name="T75" fmla="*/ 558191420 h 120"/>
                <a:gd name="T76" fmla="*/ 1110211846 w 95"/>
                <a:gd name="T77" fmla="*/ 744263102 h 120"/>
                <a:gd name="T78" fmla="*/ 1295249772 w 95"/>
                <a:gd name="T79" fmla="*/ 1302454522 h 120"/>
                <a:gd name="T80" fmla="*/ 1110211846 w 95"/>
                <a:gd name="T81" fmla="*/ 1860653817 h 120"/>
                <a:gd name="T82" fmla="*/ 863499848 w 95"/>
                <a:gd name="T83" fmla="*/ 1984691105 h 120"/>
                <a:gd name="T84" fmla="*/ 616787850 w 95"/>
                <a:gd name="T85" fmla="*/ 1860653817 h 120"/>
                <a:gd name="T86" fmla="*/ 431749924 w 95"/>
                <a:gd name="T87" fmla="*/ 1302454522 h 120"/>
                <a:gd name="T88" fmla="*/ 616787850 w 95"/>
                <a:gd name="T89" fmla="*/ 744263102 h 120"/>
                <a:gd name="T90" fmla="*/ 2147483646 w 95"/>
                <a:gd name="T91" fmla="*/ 682236583 h 120"/>
                <a:gd name="T92" fmla="*/ 2147483646 w 95"/>
                <a:gd name="T93" fmla="*/ 496172776 h 120"/>
                <a:gd name="T94" fmla="*/ 2147483646 w 95"/>
                <a:gd name="T95" fmla="*/ 682236583 h 120"/>
                <a:gd name="T96" fmla="*/ 2147483646 w 95"/>
                <a:gd name="T97" fmla="*/ 1302454522 h 120"/>
                <a:gd name="T98" fmla="*/ 2147483646 w 95"/>
                <a:gd name="T99" fmla="*/ 1860653817 h 120"/>
                <a:gd name="T100" fmla="*/ 2147483646 w 95"/>
                <a:gd name="T101" fmla="*/ 2108736267 h 120"/>
                <a:gd name="T102" fmla="*/ 2147483646 w 95"/>
                <a:gd name="T103" fmla="*/ 1860653817 h 120"/>
                <a:gd name="T104" fmla="*/ 2035393621 w 95"/>
                <a:gd name="T105" fmla="*/ 1302454522 h 120"/>
                <a:gd name="T106" fmla="*/ 2147483646 w 95"/>
                <a:gd name="T107" fmla="*/ 682236583 h 120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95" h="120">
                  <a:moveTo>
                    <a:pt x="41" y="0"/>
                  </a:moveTo>
                  <a:cubicBezTo>
                    <a:pt x="37" y="0"/>
                    <a:pt x="32" y="2"/>
                    <a:pt x="29" y="7"/>
                  </a:cubicBezTo>
                  <a:cubicBezTo>
                    <a:pt x="29" y="7"/>
                    <a:pt x="29" y="7"/>
                    <a:pt x="29" y="7"/>
                  </a:cubicBezTo>
                  <a:cubicBezTo>
                    <a:pt x="25" y="6"/>
                    <a:pt x="18" y="1"/>
                    <a:pt x="14" y="1"/>
                  </a:cubicBezTo>
                  <a:cubicBezTo>
                    <a:pt x="10" y="1"/>
                    <a:pt x="6" y="4"/>
                    <a:pt x="3" y="8"/>
                  </a:cubicBezTo>
                  <a:cubicBezTo>
                    <a:pt x="1" y="11"/>
                    <a:pt x="0" y="16"/>
                    <a:pt x="0" y="21"/>
                  </a:cubicBezTo>
                  <a:cubicBezTo>
                    <a:pt x="0" y="26"/>
                    <a:pt x="1" y="30"/>
                    <a:pt x="3" y="34"/>
                  </a:cubicBezTo>
                  <a:cubicBezTo>
                    <a:pt x="6" y="38"/>
                    <a:pt x="10" y="40"/>
                    <a:pt x="14" y="40"/>
                  </a:cubicBezTo>
                  <a:cubicBezTo>
                    <a:pt x="18" y="40"/>
                    <a:pt x="27" y="38"/>
                    <a:pt x="31" y="37"/>
                  </a:cubicBezTo>
                  <a:cubicBezTo>
                    <a:pt x="34" y="40"/>
                    <a:pt x="38" y="41"/>
                    <a:pt x="41" y="41"/>
                  </a:cubicBezTo>
                  <a:cubicBezTo>
                    <a:pt x="42" y="41"/>
                    <a:pt x="43" y="41"/>
                    <a:pt x="43" y="41"/>
                  </a:cubicBezTo>
                  <a:cubicBezTo>
                    <a:pt x="57" y="56"/>
                    <a:pt x="57" y="56"/>
                    <a:pt x="57" y="56"/>
                  </a:cubicBezTo>
                  <a:cubicBezTo>
                    <a:pt x="68" y="58"/>
                    <a:pt x="68" y="58"/>
                    <a:pt x="68" y="58"/>
                  </a:cubicBezTo>
                  <a:cubicBezTo>
                    <a:pt x="66" y="78"/>
                    <a:pt x="66" y="78"/>
                    <a:pt x="66" y="78"/>
                  </a:cubicBezTo>
                  <a:cubicBezTo>
                    <a:pt x="65" y="120"/>
                    <a:pt x="65" y="120"/>
                    <a:pt x="65" y="120"/>
                  </a:cubicBezTo>
                  <a:cubicBezTo>
                    <a:pt x="75" y="120"/>
                    <a:pt x="75" y="120"/>
                    <a:pt x="75" y="120"/>
                  </a:cubicBezTo>
                  <a:cubicBezTo>
                    <a:pt x="77" y="84"/>
                    <a:pt x="77" y="84"/>
                    <a:pt x="77" y="84"/>
                  </a:cubicBezTo>
                  <a:cubicBezTo>
                    <a:pt x="82" y="84"/>
                    <a:pt x="82" y="84"/>
                    <a:pt x="82" y="84"/>
                  </a:cubicBezTo>
                  <a:cubicBezTo>
                    <a:pt x="84" y="120"/>
                    <a:pt x="84" y="120"/>
                    <a:pt x="84" y="120"/>
                  </a:cubicBezTo>
                  <a:cubicBezTo>
                    <a:pt x="95" y="120"/>
                    <a:pt x="95" y="120"/>
                    <a:pt x="95" y="120"/>
                  </a:cubicBezTo>
                  <a:cubicBezTo>
                    <a:pt x="92" y="78"/>
                    <a:pt x="92" y="78"/>
                    <a:pt x="92" y="78"/>
                  </a:cubicBezTo>
                  <a:cubicBezTo>
                    <a:pt x="94" y="41"/>
                    <a:pt x="94" y="41"/>
                    <a:pt x="94" y="41"/>
                  </a:cubicBezTo>
                  <a:cubicBezTo>
                    <a:pt x="74" y="41"/>
                    <a:pt x="74" y="41"/>
                    <a:pt x="74" y="41"/>
                  </a:cubicBezTo>
                  <a:cubicBezTo>
                    <a:pt x="70" y="35"/>
                    <a:pt x="70" y="35"/>
                    <a:pt x="70" y="35"/>
                  </a:cubicBezTo>
                  <a:cubicBezTo>
                    <a:pt x="71" y="35"/>
                    <a:pt x="71" y="35"/>
                    <a:pt x="71" y="35"/>
                  </a:cubicBezTo>
                  <a:cubicBezTo>
                    <a:pt x="73" y="37"/>
                    <a:pt x="76" y="38"/>
                    <a:pt x="79" y="38"/>
                  </a:cubicBezTo>
                  <a:cubicBezTo>
                    <a:pt x="86" y="38"/>
                    <a:pt x="91" y="33"/>
                    <a:pt x="91" y="26"/>
                  </a:cubicBezTo>
                  <a:cubicBezTo>
                    <a:pt x="91" y="19"/>
                    <a:pt x="86" y="14"/>
                    <a:pt x="79" y="14"/>
                  </a:cubicBezTo>
                  <a:cubicBezTo>
                    <a:pt x="76" y="14"/>
                    <a:pt x="73" y="15"/>
                    <a:pt x="71" y="18"/>
                  </a:cubicBezTo>
                  <a:cubicBezTo>
                    <a:pt x="48" y="2"/>
                    <a:pt x="48" y="2"/>
                    <a:pt x="48" y="2"/>
                  </a:cubicBezTo>
                  <a:cubicBezTo>
                    <a:pt x="46" y="1"/>
                    <a:pt x="44" y="0"/>
                    <a:pt x="41" y="0"/>
                  </a:cubicBezTo>
                  <a:close/>
                  <a:moveTo>
                    <a:pt x="65" y="43"/>
                  </a:moveTo>
                  <a:cubicBezTo>
                    <a:pt x="58" y="46"/>
                    <a:pt x="58" y="46"/>
                    <a:pt x="58" y="46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62" y="37"/>
                    <a:pt x="62" y="37"/>
                    <a:pt x="62" y="37"/>
                  </a:cubicBezTo>
                  <a:cubicBezTo>
                    <a:pt x="65" y="43"/>
                    <a:pt x="65" y="43"/>
                    <a:pt x="65" y="43"/>
                  </a:cubicBezTo>
                  <a:close/>
                  <a:moveTo>
                    <a:pt x="10" y="12"/>
                  </a:moveTo>
                  <a:cubicBezTo>
                    <a:pt x="11" y="10"/>
                    <a:pt x="12" y="9"/>
                    <a:pt x="14" y="9"/>
                  </a:cubicBezTo>
                  <a:cubicBezTo>
                    <a:pt x="16" y="9"/>
                    <a:pt x="17" y="10"/>
                    <a:pt x="18" y="12"/>
                  </a:cubicBezTo>
                  <a:cubicBezTo>
                    <a:pt x="20" y="14"/>
                    <a:pt x="21" y="17"/>
                    <a:pt x="21" y="21"/>
                  </a:cubicBezTo>
                  <a:cubicBezTo>
                    <a:pt x="21" y="24"/>
                    <a:pt x="20" y="27"/>
                    <a:pt x="18" y="30"/>
                  </a:cubicBezTo>
                  <a:cubicBezTo>
                    <a:pt x="17" y="31"/>
                    <a:pt x="16" y="32"/>
                    <a:pt x="14" y="32"/>
                  </a:cubicBezTo>
                  <a:cubicBezTo>
                    <a:pt x="12" y="32"/>
                    <a:pt x="11" y="31"/>
                    <a:pt x="10" y="30"/>
                  </a:cubicBezTo>
                  <a:cubicBezTo>
                    <a:pt x="8" y="27"/>
                    <a:pt x="7" y="24"/>
                    <a:pt x="7" y="21"/>
                  </a:cubicBezTo>
                  <a:cubicBezTo>
                    <a:pt x="7" y="17"/>
                    <a:pt x="8" y="14"/>
                    <a:pt x="10" y="12"/>
                  </a:cubicBezTo>
                  <a:close/>
                  <a:moveTo>
                    <a:pt x="35" y="11"/>
                  </a:moveTo>
                  <a:cubicBezTo>
                    <a:pt x="37" y="9"/>
                    <a:pt x="39" y="8"/>
                    <a:pt x="41" y="8"/>
                  </a:cubicBezTo>
                  <a:cubicBezTo>
                    <a:pt x="43" y="8"/>
                    <a:pt x="45" y="9"/>
                    <a:pt x="47" y="11"/>
                  </a:cubicBezTo>
                  <a:cubicBezTo>
                    <a:pt x="49" y="13"/>
                    <a:pt x="50" y="17"/>
                    <a:pt x="50" y="21"/>
                  </a:cubicBezTo>
                  <a:cubicBezTo>
                    <a:pt x="50" y="24"/>
                    <a:pt x="49" y="28"/>
                    <a:pt x="47" y="30"/>
                  </a:cubicBezTo>
                  <a:cubicBezTo>
                    <a:pt x="45" y="32"/>
                    <a:pt x="43" y="34"/>
                    <a:pt x="41" y="34"/>
                  </a:cubicBezTo>
                  <a:cubicBezTo>
                    <a:pt x="39" y="34"/>
                    <a:pt x="37" y="32"/>
                    <a:pt x="35" y="30"/>
                  </a:cubicBezTo>
                  <a:cubicBezTo>
                    <a:pt x="34" y="28"/>
                    <a:pt x="33" y="24"/>
                    <a:pt x="33" y="21"/>
                  </a:cubicBezTo>
                  <a:cubicBezTo>
                    <a:pt x="33" y="17"/>
                    <a:pt x="34" y="13"/>
                    <a:pt x="35" y="11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8" name="文本框 28"/>
            <p:cNvSpPr txBox="1">
              <a:spLocks noChangeArrowheads="1"/>
            </p:cNvSpPr>
            <p:nvPr/>
          </p:nvSpPr>
          <p:spPr bwMode="auto">
            <a:xfrm>
              <a:off x="666148" y="4049849"/>
              <a:ext cx="1618117" cy="46137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/>
                <a:t>YOUR TEXT</a:t>
              </a:r>
              <a:endParaRPr lang="zh-CN" altLang="en-US" sz="2400"/>
            </a:p>
          </p:txBody>
        </p:sp>
      </p:grpSp>
      <p:grpSp>
        <p:nvGrpSpPr>
          <p:cNvPr id="11" name="组合 10"/>
          <p:cNvGrpSpPr/>
          <p:nvPr/>
        </p:nvGrpSpPr>
        <p:grpSpPr bwMode="auto">
          <a:xfrm>
            <a:off x="2208214" y="1373189"/>
            <a:ext cx="1617663" cy="1471612"/>
            <a:chOff x="2208197" y="1373773"/>
            <a:chExt cx="1618117" cy="1471099"/>
          </a:xfrm>
        </p:grpSpPr>
        <p:sp>
          <p:nvSpPr>
            <p:cNvPr id="17" name="椭圆 16"/>
            <p:cNvSpPr/>
            <p:nvPr/>
          </p:nvSpPr>
          <p:spPr>
            <a:xfrm>
              <a:off x="2281243" y="1373773"/>
              <a:ext cx="1472026" cy="1471099"/>
            </a:xfrm>
            <a:prstGeom prst="ellipse">
              <a:avLst/>
            </a:prstGeom>
            <a:noFill/>
            <a:ln w="31750">
              <a:solidFill>
                <a:srgbClr val="044875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494" name="Freeform 30"/>
            <p:cNvSpPr>
              <a:spLocks noEditPoints="1"/>
            </p:cNvSpPr>
            <p:nvPr/>
          </p:nvSpPr>
          <p:spPr bwMode="auto">
            <a:xfrm>
              <a:off x="2795623" y="1659375"/>
              <a:ext cx="443264" cy="582574"/>
            </a:xfrm>
            <a:custGeom>
              <a:avLst/>
              <a:gdLst>
                <a:gd name="T0" fmla="*/ 2147483646 w 74"/>
                <a:gd name="T1" fmla="*/ 0 h 97"/>
                <a:gd name="T2" fmla="*/ 2147483646 w 74"/>
                <a:gd name="T3" fmla="*/ 396780941 h 97"/>
                <a:gd name="T4" fmla="*/ 2147483646 w 74"/>
                <a:gd name="T5" fmla="*/ 1875696091 h 97"/>
                <a:gd name="T6" fmla="*/ 2147483646 w 74"/>
                <a:gd name="T7" fmla="*/ 396780941 h 97"/>
                <a:gd name="T8" fmla="*/ 2147483646 w 74"/>
                <a:gd name="T9" fmla="*/ 288566319 h 97"/>
                <a:gd name="T10" fmla="*/ 932897008 w 74"/>
                <a:gd name="T11" fmla="*/ 396780941 h 97"/>
                <a:gd name="T12" fmla="*/ 932897008 w 74"/>
                <a:gd name="T13" fmla="*/ 649281726 h 97"/>
                <a:gd name="T14" fmla="*/ 681734042 w 74"/>
                <a:gd name="T15" fmla="*/ 865704964 h 97"/>
                <a:gd name="T16" fmla="*/ 430571075 w 74"/>
                <a:gd name="T17" fmla="*/ 865704964 h 97"/>
                <a:gd name="T18" fmla="*/ 287043390 w 74"/>
                <a:gd name="T19" fmla="*/ 2147483646 h 97"/>
                <a:gd name="T20" fmla="*/ 322923814 w 74"/>
                <a:gd name="T21" fmla="*/ 2147483646 h 97"/>
                <a:gd name="T22" fmla="*/ 1004663846 w 74"/>
                <a:gd name="T23" fmla="*/ 2147483646 h 97"/>
                <a:gd name="T24" fmla="*/ 1327587660 w 74"/>
                <a:gd name="T25" fmla="*/ 2147483646 h 97"/>
                <a:gd name="T26" fmla="*/ 107641271 w 74"/>
                <a:gd name="T27" fmla="*/ 2147483646 h 97"/>
                <a:gd name="T28" fmla="*/ 107641271 w 74"/>
                <a:gd name="T29" fmla="*/ 2147483646 h 97"/>
                <a:gd name="T30" fmla="*/ 0 w 74"/>
                <a:gd name="T31" fmla="*/ 721418801 h 97"/>
                <a:gd name="T32" fmla="*/ 35880424 w 74"/>
                <a:gd name="T33" fmla="*/ 613210185 h 97"/>
                <a:gd name="T34" fmla="*/ 681734042 w 74"/>
                <a:gd name="T35" fmla="*/ 0 h 97"/>
                <a:gd name="T36" fmla="*/ 609973194 w 74"/>
                <a:gd name="T37" fmla="*/ 1875696091 h 97"/>
                <a:gd name="T38" fmla="*/ 968777432 w 74"/>
                <a:gd name="T39" fmla="*/ 2019976247 h 97"/>
                <a:gd name="T40" fmla="*/ 609973194 w 74"/>
                <a:gd name="T41" fmla="*/ 1875696091 h 97"/>
                <a:gd name="T42" fmla="*/ 609973194 w 74"/>
                <a:gd name="T43" fmla="*/ 1587123765 h 97"/>
                <a:gd name="T44" fmla="*/ 2009321702 w 74"/>
                <a:gd name="T45" fmla="*/ 1442843609 h 97"/>
                <a:gd name="T46" fmla="*/ 609973194 w 74"/>
                <a:gd name="T47" fmla="*/ 1009991127 h 97"/>
                <a:gd name="T48" fmla="*/ 2009321702 w 74"/>
                <a:gd name="T49" fmla="*/ 1190342824 h 97"/>
                <a:gd name="T50" fmla="*/ 609973194 w 74"/>
                <a:gd name="T51" fmla="*/ 1009991127 h 97"/>
                <a:gd name="T52" fmla="*/ 1219946389 w 74"/>
                <a:gd name="T53" fmla="*/ 793561883 h 97"/>
                <a:gd name="T54" fmla="*/ 2009321702 w 74"/>
                <a:gd name="T55" fmla="*/ 613210185 h 97"/>
                <a:gd name="T56" fmla="*/ 1471109355 w 74"/>
                <a:gd name="T57" fmla="*/ 2147483646 h 97"/>
                <a:gd name="T58" fmla="*/ 1471109355 w 74"/>
                <a:gd name="T59" fmla="*/ 2147483646 h 97"/>
                <a:gd name="T60" fmla="*/ 1112305117 w 74"/>
                <a:gd name="T61" fmla="*/ 2147483646 h 97"/>
                <a:gd name="T62" fmla="*/ 1686397888 w 74"/>
                <a:gd name="T63" fmla="*/ 2147483646 h 97"/>
                <a:gd name="T64" fmla="*/ 2116962973 w 74"/>
                <a:gd name="T65" fmla="*/ 2147483646 h 97"/>
                <a:gd name="T66" fmla="*/ 2147483646 w 74"/>
                <a:gd name="T67" fmla="*/ 2147483646 h 97"/>
                <a:gd name="T68" fmla="*/ 2147483646 w 74"/>
                <a:gd name="T69" fmla="*/ 2147483646 h 97"/>
                <a:gd name="T70" fmla="*/ 2147483646 w 74"/>
                <a:gd name="T71" fmla="*/ 2147483646 h 97"/>
                <a:gd name="T72" fmla="*/ 2147483646 w 74"/>
                <a:gd name="T73" fmla="*/ 2056047788 h 97"/>
                <a:gd name="T74" fmla="*/ 1363468084 w 74"/>
                <a:gd name="T75" fmla="*/ 1947839172 h 97"/>
                <a:gd name="T76" fmla="*/ 1506989779 w 74"/>
                <a:gd name="T77" fmla="*/ 2092119329 h 97"/>
                <a:gd name="T78" fmla="*/ 1435228931 w 74"/>
                <a:gd name="T79" fmla="*/ 2147483646 h 97"/>
                <a:gd name="T80" fmla="*/ 2045202126 w 74"/>
                <a:gd name="T81" fmla="*/ 2147483646 h 97"/>
                <a:gd name="T82" fmla="*/ 2116962973 w 74"/>
                <a:gd name="T83" fmla="*/ 2147483646 h 97"/>
                <a:gd name="T84" fmla="*/ 753494890 w 74"/>
                <a:gd name="T85" fmla="*/ 324637860 h 97"/>
                <a:gd name="T86" fmla="*/ 466451499 w 74"/>
                <a:gd name="T87" fmla="*/ 685347261 h 97"/>
                <a:gd name="T88" fmla="*/ 609973194 w 74"/>
                <a:gd name="T89" fmla="*/ 721418801 h 97"/>
                <a:gd name="T90" fmla="*/ 645853618 w 74"/>
                <a:gd name="T91" fmla="*/ 721418801 h 97"/>
                <a:gd name="T92" fmla="*/ 789375313 w 74"/>
                <a:gd name="T93" fmla="*/ 613210185 h 97"/>
                <a:gd name="T94" fmla="*/ 789375313 w 74"/>
                <a:gd name="T95" fmla="*/ 541067104 h 97"/>
                <a:gd name="T96" fmla="*/ 753494890 w 74"/>
                <a:gd name="T97" fmla="*/ 396780941 h 97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</a:gdLst>
              <a:ahLst/>
              <a:cxnLst>
                <a:cxn ang="T98">
                  <a:pos x="T0" y="T1"/>
                </a:cxn>
                <a:cxn ang="T99">
                  <a:pos x="T2" y="T3"/>
                </a:cxn>
                <a:cxn ang="T100">
                  <a:pos x="T4" y="T5"/>
                </a:cxn>
                <a:cxn ang="T101">
                  <a:pos x="T6" y="T7"/>
                </a:cxn>
                <a:cxn ang="T102">
                  <a:pos x="T8" y="T9"/>
                </a:cxn>
                <a:cxn ang="T103">
                  <a:pos x="T10" y="T11"/>
                </a:cxn>
                <a:cxn ang="T104">
                  <a:pos x="T12" y="T13"/>
                </a:cxn>
                <a:cxn ang="T105">
                  <a:pos x="T14" y="T15"/>
                </a:cxn>
                <a:cxn ang="T106">
                  <a:pos x="T16" y="T17"/>
                </a:cxn>
                <a:cxn ang="T107">
                  <a:pos x="T18" y="T19"/>
                </a:cxn>
                <a:cxn ang="T108">
                  <a:pos x="T20" y="T21"/>
                </a:cxn>
                <a:cxn ang="T109">
                  <a:pos x="T22" y="T23"/>
                </a:cxn>
                <a:cxn ang="T110">
                  <a:pos x="T24" y="T25"/>
                </a:cxn>
                <a:cxn ang="T111">
                  <a:pos x="T26" y="T27"/>
                </a:cxn>
                <a:cxn ang="T112">
                  <a:pos x="T28" y="T29"/>
                </a:cxn>
                <a:cxn ang="T113">
                  <a:pos x="T30" y="T31"/>
                </a:cxn>
                <a:cxn ang="T114">
                  <a:pos x="T32" y="T33"/>
                </a:cxn>
                <a:cxn ang="T115">
                  <a:pos x="T34" y="T35"/>
                </a:cxn>
                <a:cxn ang="T116">
                  <a:pos x="T36" y="T37"/>
                </a:cxn>
                <a:cxn ang="T117">
                  <a:pos x="T38" y="T39"/>
                </a:cxn>
                <a:cxn ang="T118">
                  <a:pos x="T40" y="T41"/>
                </a:cxn>
                <a:cxn ang="T119">
                  <a:pos x="T42" y="T43"/>
                </a:cxn>
                <a:cxn ang="T120">
                  <a:pos x="T44" y="T45"/>
                </a:cxn>
                <a:cxn ang="T121">
                  <a:pos x="T46" y="T47"/>
                </a:cxn>
                <a:cxn ang="T122">
                  <a:pos x="T48" y="T49"/>
                </a:cxn>
                <a:cxn ang="T123">
                  <a:pos x="T50" y="T51"/>
                </a:cxn>
                <a:cxn ang="T124">
                  <a:pos x="T52" y="T53"/>
                </a:cxn>
                <a:cxn ang="T125">
                  <a:pos x="T54" y="T55"/>
                </a:cxn>
                <a:cxn ang="T126">
                  <a:pos x="T56" y="T57"/>
                </a:cxn>
                <a:cxn ang="T127">
                  <a:pos x="T58" y="T59"/>
                </a:cxn>
                <a:cxn ang="T128">
                  <a:pos x="T60" y="T61"/>
                </a:cxn>
                <a:cxn ang="T129">
                  <a:pos x="T62" y="T63"/>
                </a:cxn>
                <a:cxn ang="T130">
                  <a:pos x="T64" y="T65"/>
                </a:cxn>
                <a:cxn ang="T131">
                  <a:pos x="T66" y="T67"/>
                </a:cxn>
                <a:cxn ang="T132">
                  <a:pos x="T68" y="T69"/>
                </a:cxn>
                <a:cxn ang="T133">
                  <a:pos x="T70" y="T71"/>
                </a:cxn>
                <a:cxn ang="T134">
                  <a:pos x="T72" y="T73"/>
                </a:cxn>
                <a:cxn ang="T135">
                  <a:pos x="T74" y="T75"/>
                </a:cxn>
                <a:cxn ang="T136">
                  <a:pos x="T76" y="T77"/>
                </a:cxn>
                <a:cxn ang="T137">
                  <a:pos x="T78" y="T79"/>
                </a:cxn>
                <a:cxn ang="T138">
                  <a:pos x="T80" y="T81"/>
                </a:cxn>
                <a:cxn ang="T139">
                  <a:pos x="T82" y="T83"/>
                </a:cxn>
                <a:cxn ang="T140">
                  <a:pos x="T84" y="T85"/>
                </a:cxn>
                <a:cxn ang="T141">
                  <a:pos x="T86" y="T87"/>
                </a:cxn>
                <a:cxn ang="T142">
                  <a:pos x="T88" y="T89"/>
                </a:cxn>
                <a:cxn ang="T143">
                  <a:pos x="T90" y="T91"/>
                </a:cxn>
                <a:cxn ang="T144">
                  <a:pos x="T92" y="T93"/>
                </a:cxn>
                <a:cxn ang="T145">
                  <a:pos x="T94" y="T95"/>
                </a:cxn>
                <a:cxn ang="T146">
                  <a:pos x="T96" y="T97"/>
                </a:cxn>
              </a:cxnLst>
              <a:rect l="0" t="0" r="r" b="b"/>
              <a:pathLst>
                <a:path w="74" h="97">
                  <a:moveTo>
                    <a:pt x="21" y="0"/>
                  </a:moveTo>
                  <a:cubicBezTo>
                    <a:pt x="60" y="0"/>
                    <a:pt x="60" y="0"/>
                    <a:pt x="60" y="0"/>
                  </a:cubicBezTo>
                  <a:cubicBezTo>
                    <a:pt x="64" y="0"/>
                    <a:pt x="66" y="1"/>
                    <a:pt x="68" y="3"/>
                  </a:cubicBezTo>
                  <a:cubicBezTo>
                    <a:pt x="70" y="5"/>
                    <a:pt x="72" y="8"/>
                    <a:pt x="72" y="11"/>
                  </a:cubicBezTo>
                  <a:cubicBezTo>
                    <a:pt x="72" y="56"/>
                    <a:pt x="72" y="56"/>
                    <a:pt x="72" y="56"/>
                  </a:cubicBezTo>
                  <a:cubicBezTo>
                    <a:pt x="71" y="55"/>
                    <a:pt x="70" y="53"/>
                    <a:pt x="70" y="52"/>
                  </a:cubicBezTo>
                  <a:cubicBezTo>
                    <a:pt x="68" y="50"/>
                    <a:pt x="66" y="48"/>
                    <a:pt x="63" y="47"/>
                  </a:cubicBezTo>
                  <a:cubicBezTo>
                    <a:pt x="63" y="11"/>
                    <a:pt x="63" y="11"/>
                    <a:pt x="63" y="11"/>
                  </a:cubicBezTo>
                  <a:cubicBezTo>
                    <a:pt x="63" y="10"/>
                    <a:pt x="63" y="9"/>
                    <a:pt x="62" y="9"/>
                  </a:cubicBezTo>
                  <a:cubicBezTo>
                    <a:pt x="62" y="8"/>
                    <a:pt x="61" y="8"/>
                    <a:pt x="60" y="8"/>
                  </a:cubicBezTo>
                  <a:cubicBezTo>
                    <a:pt x="25" y="8"/>
                    <a:pt x="25" y="8"/>
                    <a:pt x="25" y="8"/>
                  </a:cubicBezTo>
                  <a:cubicBezTo>
                    <a:pt x="26" y="11"/>
                    <a:pt x="26" y="11"/>
                    <a:pt x="26" y="11"/>
                  </a:cubicBezTo>
                  <a:cubicBezTo>
                    <a:pt x="26" y="14"/>
                    <a:pt x="26" y="14"/>
                    <a:pt x="26" y="14"/>
                  </a:cubicBezTo>
                  <a:cubicBezTo>
                    <a:pt x="26" y="16"/>
                    <a:pt x="26" y="17"/>
                    <a:pt x="26" y="18"/>
                  </a:cubicBezTo>
                  <a:cubicBezTo>
                    <a:pt x="26" y="19"/>
                    <a:pt x="25" y="21"/>
                    <a:pt x="23" y="22"/>
                  </a:cubicBezTo>
                  <a:cubicBezTo>
                    <a:pt x="22" y="23"/>
                    <a:pt x="21" y="24"/>
                    <a:pt x="19" y="24"/>
                  </a:cubicBezTo>
                  <a:cubicBezTo>
                    <a:pt x="18" y="24"/>
                    <a:pt x="17" y="24"/>
                    <a:pt x="16" y="24"/>
                  </a:cubicBezTo>
                  <a:cubicBezTo>
                    <a:pt x="12" y="24"/>
                    <a:pt x="12" y="24"/>
                    <a:pt x="12" y="24"/>
                  </a:cubicBezTo>
                  <a:cubicBezTo>
                    <a:pt x="8" y="23"/>
                    <a:pt x="8" y="23"/>
                    <a:pt x="8" y="23"/>
                  </a:cubicBezTo>
                  <a:cubicBezTo>
                    <a:pt x="8" y="79"/>
                    <a:pt x="8" y="79"/>
                    <a:pt x="8" y="79"/>
                  </a:cubicBezTo>
                  <a:cubicBezTo>
                    <a:pt x="8" y="80"/>
                    <a:pt x="9" y="80"/>
                    <a:pt x="9" y="81"/>
                  </a:cubicBezTo>
                  <a:cubicBezTo>
                    <a:pt x="9" y="81"/>
                    <a:pt x="9" y="81"/>
                    <a:pt x="9" y="81"/>
                  </a:cubicBezTo>
                  <a:cubicBezTo>
                    <a:pt x="10" y="81"/>
                    <a:pt x="10" y="82"/>
                    <a:pt x="11" y="82"/>
                  </a:cubicBezTo>
                  <a:cubicBezTo>
                    <a:pt x="28" y="82"/>
                    <a:pt x="28" y="82"/>
                    <a:pt x="28" y="82"/>
                  </a:cubicBezTo>
                  <a:cubicBezTo>
                    <a:pt x="28" y="82"/>
                    <a:pt x="29" y="83"/>
                    <a:pt x="29" y="84"/>
                  </a:cubicBezTo>
                  <a:cubicBezTo>
                    <a:pt x="31" y="86"/>
                    <a:pt x="34" y="88"/>
                    <a:pt x="37" y="90"/>
                  </a:cubicBezTo>
                  <a:cubicBezTo>
                    <a:pt x="11" y="90"/>
                    <a:pt x="11" y="90"/>
                    <a:pt x="11" y="90"/>
                  </a:cubicBezTo>
                  <a:cubicBezTo>
                    <a:pt x="8" y="90"/>
                    <a:pt x="5" y="89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3" y="87"/>
                    <a:pt x="3" y="87"/>
                    <a:pt x="3" y="87"/>
                  </a:cubicBezTo>
                  <a:cubicBezTo>
                    <a:pt x="1" y="85"/>
                    <a:pt x="0" y="82"/>
                    <a:pt x="0" y="79"/>
                  </a:cubicBezTo>
                  <a:cubicBezTo>
                    <a:pt x="0" y="20"/>
                    <a:pt x="0" y="20"/>
                    <a:pt x="0" y="20"/>
                  </a:cubicBezTo>
                  <a:cubicBezTo>
                    <a:pt x="0" y="18"/>
                    <a:pt x="0" y="18"/>
                    <a:pt x="0" y="18"/>
                  </a:cubicBezTo>
                  <a:cubicBezTo>
                    <a:pt x="1" y="17"/>
                    <a:pt x="1" y="17"/>
                    <a:pt x="1" y="17"/>
                  </a:cubicBezTo>
                  <a:cubicBezTo>
                    <a:pt x="18" y="1"/>
                    <a:pt x="18" y="1"/>
                    <a:pt x="18" y="1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1" y="0"/>
                    <a:pt x="21" y="0"/>
                    <a:pt x="21" y="0"/>
                  </a:cubicBezTo>
                  <a:close/>
                  <a:moveTo>
                    <a:pt x="17" y="52"/>
                  </a:moveTo>
                  <a:cubicBezTo>
                    <a:pt x="17" y="56"/>
                    <a:pt x="17" y="56"/>
                    <a:pt x="17" y="56"/>
                  </a:cubicBezTo>
                  <a:cubicBezTo>
                    <a:pt x="27" y="56"/>
                    <a:pt x="27" y="56"/>
                    <a:pt x="27" y="56"/>
                  </a:cubicBezTo>
                  <a:cubicBezTo>
                    <a:pt x="27" y="52"/>
                    <a:pt x="27" y="52"/>
                    <a:pt x="27" y="52"/>
                  </a:cubicBezTo>
                  <a:cubicBezTo>
                    <a:pt x="17" y="52"/>
                    <a:pt x="17" y="52"/>
                    <a:pt x="17" y="52"/>
                  </a:cubicBezTo>
                  <a:close/>
                  <a:moveTo>
                    <a:pt x="17" y="40"/>
                  </a:moveTo>
                  <a:cubicBezTo>
                    <a:pt x="17" y="44"/>
                    <a:pt x="17" y="44"/>
                    <a:pt x="17" y="44"/>
                  </a:cubicBezTo>
                  <a:cubicBezTo>
                    <a:pt x="56" y="44"/>
                    <a:pt x="56" y="44"/>
                    <a:pt x="56" y="44"/>
                  </a:cubicBezTo>
                  <a:cubicBezTo>
                    <a:pt x="56" y="40"/>
                    <a:pt x="56" y="40"/>
                    <a:pt x="56" y="40"/>
                  </a:cubicBezTo>
                  <a:cubicBezTo>
                    <a:pt x="17" y="40"/>
                    <a:pt x="17" y="40"/>
                    <a:pt x="17" y="40"/>
                  </a:cubicBezTo>
                  <a:close/>
                  <a:moveTo>
                    <a:pt x="17" y="28"/>
                  </a:moveTo>
                  <a:cubicBezTo>
                    <a:pt x="17" y="33"/>
                    <a:pt x="17" y="33"/>
                    <a:pt x="17" y="33"/>
                  </a:cubicBezTo>
                  <a:cubicBezTo>
                    <a:pt x="56" y="33"/>
                    <a:pt x="56" y="33"/>
                    <a:pt x="56" y="33"/>
                  </a:cubicBezTo>
                  <a:cubicBezTo>
                    <a:pt x="56" y="28"/>
                    <a:pt x="56" y="28"/>
                    <a:pt x="56" y="28"/>
                  </a:cubicBezTo>
                  <a:cubicBezTo>
                    <a:pt x="17" y="28"/>
                    <a:pt x="17" y="28"/>
                    <a:pt x="17" y="28"/>
                  </a:cubicBezTo>
                  <a:close/>
                  <a:moveTo>
                    <a:pt x="34" y="17"/>
                  </a:moveTo>
                  <a:cubicBezTo>
                    <a:pt x="34" y="22"/>
                    <a:pt x="34" y="22"/>
                    <a:pt x="34" y="22"/>
                  </a:cubicBezTo>
                  <a:cubicBezTo>
                    <a:pt x="56" y="22"/>
                    <a:pt x="56" y="22"/>
                    <a:pt x="56" y="22"/>
                  </a:cubicBezTo>
                  <a:cubicBezTo>
                    <a:pt x="56" y="17"/>
                    <a:pt x="56" y="17"/>
                    <a:pt x="56" y="17"/>
                  </a:cubicBezTo>
                  <a:cubicBezTo>
                    <a:pt x="34" y="17"/>
                    <a:pt x="34" y="17"/>
                    <a:pt x="34" y="17"/>
                  </a:cubicBezTo>
                  <a:close/>
                  <a:moveTo>
                    <a:pt x="41" y="69"/>
                  </a:moveTo>
                  <a:cubicBezTo>
                    <a:pt x="43" y="64"/>
                    <a:pt x="48" y="61"/>
                    <a:pt x="55" y="60"/>
                  </a:cubicBezTo>
                  <a:cubicBezTo>
                    <a:pt x="48" y="56"/>
                    <a:pt x="39" y="62"/>
                    <a:pt x="41" y="69"/>
                  </a:cubicBezTo>
                  <a:close/>
                  <a:moveTo>
                    <a:pt x="38" y="54"/>
                  </a:moveTo>
                  <a:cubicBezTo>
                    <a:pt x="34" y="57"/>
                    <a:pt x="32" y="61"/>
                    <a:pt x="31" y="66"/>
                  </a:cubicBezTo>
                  <a:cubicBezTo>
                    <a:pt x="31" y="70"/>
                    <a:pt x="32" y="75"/>
                    <a:pt x="35" y="79"/>
                  </a:cubicBezTo>
                  <a:cubicBezTo>
                    <a:pt x="38" y="83"/>
                    <a:pt x="43" y="86"/>
                    <a:pt x="47" y="86"/>
                  </a:cubicBezTo>
                  <a:cubicBezTo>
                    <a:pt x="51" y="87"/>
                    <a:pt x="55" y="86"/>
                    <a:pt x="58" y="84"/>
                  </a:cubicBezTo>
                  <a:cubicBezTo>
                    <a:pt x="58" y="85"/>
                    <a:pt x="58" y="86"/>
                    <a:pt x="59" y="87"/>
                  </a:cubicBezTo>
                  <a:cubicBezTo>
                    <a:pt x="65" y="95"/>
                    <a:pt x="65" y="95"/>
                    <a:pt x="65" y="95"/>
                  </a:cubicBezTo>
                  <a:cubicBezTo>
                    <a:pt x="67" y="97"/>
                    <a:pt x="69" y="97"/>
                    <a:pt x="71" y="96"/>
                  </a:cubicBezTo>
                  <a:cubicBezTo>
                    <a:pt x="71" y="96"/>
                    <a:pt x="71" y="96"/>
                    <a:pt x="71" y="96"/>
                  </a:cubicBezTo>
                  <a:cubicBezTo>
                    <a:pt x="73" y="94"/>
                    <a:pt x="74" y="91"/>
                    <a:pt x="72" y="90"/>
                  </a:cubicBezTo>
                  <a:cubicBezTo>
                    <a:pt x="66" y="82"/>
                    <a:pt x="66" y="82"/>
                    <a:pt x="66" y="82"/>
                  </a:cubicBezTo>
                  <a:cubicBezTo>
                    <a:pt x="65" y="81"/>
                    <a:pt x="64" y="80"/>
                    <a:pt x="63" y="80"/>
                  </a:cubicBezTo>
                  <a:cubicBezTo>
                    <a:pt x="66" y="77"/>
                    <a:pt x="67" y="74"/>
                    <a:pt x="68" y="70"/>
                  </a:cubicBezTo>
                  <a:cubicBezTo>
                    <a:pt x="68" y="66"/>
                    <a:pt x="67" y="61"/>
                    <a:pt x="64" y="57"/>
                  </a:cubicBezTo>
                  <a:cubicBezTo>
                    <a:pt x="61" y="53"/>
                    <a:pt x="56" y="50"/>
                    <a:pt x="52" y="50"/>
                  </a:cubicBezTo>
                  <a:cubicBezTo>
                    <a:pt x="47" y="49"/>
                    <a:pt x="42" y="50"/>
                    <a:pt x="38" y="54"/>
                  </a:cubicBezTo>
                  <a:close/>
                  <a:moveTo>
                    <a:pt x="51" y="56"/>
                  </a:moveTo>
                  <a:cubicBezTo>
                    <a:pt x="48" y="56"/>
                    <a:pt x="45" y="56"/>
                    <a:pt x="42" y="58"/>
                  </a:cubicBezTo>
                  <a:cubicBezTo>
                    <a:pt x="39" y="61"/>
                    <a:pt x="38" y="63"/>
                    <a:pt x="37" y="67"/>
                  </a:cubicBezTo>
                  <a:cubicBezTo>
                    <a:pt x="37" y="70"/>
                    <a:pt x="38" y="73"/>
                    <a:pt x="40" y="76"/>
                  </a:cubicBezTo>
                  <a:cubicBezTo>
                    <a:pt x="42" y="78"/>
                    <a:pt x="45" y="80"/>
                    <a:pt x="48" y="80"/>
                  </a:cubicBezTo>
                  <a:cubicBezTo>
                    <a:pt x="51" y="80"/>
                    <a:pt x="54" y="80"/>
                    <a:pt x="57" y="78"/>
                  </a:cubicBezTo>
                  <a:cubicBezTo>
                    <a:pt x="60" y="76"/>
                    <a:pt x="61" y="73"/>
                    <a:pt x="61" y="69"/>
                  </a:cubicBezTo>
                  <a:cubicBezTo>
                    <a:pt x="62" y="66"/>
                    <a:pt x="61" y="63"/>
                    <a:pt x="59" y="61"/>
                  </a:cubicBezTo>
                  <a:cubicBezTo>
                    <a:pt x="57" y="58"/>
                    <a:pt x="54" y="56"/>
                    <a:pt x="51" y="56"/>
                  </a:cubicBezTo>
                  <a:close/>
                  <a:moveTo>
                    <a:pt x="21" y="9"/>
                  </a:moveTo>
                  <a:cubicBezTo>
                    <a:pt x="11" y="19"/>
                    <a:pt x="11" y="19"/>
                    <a:pt x="11" y="19"/>
                  </a:cubicBezTo>
                  <a:cubicBezTo>
                    <a:pt x="13" y="19"/>
                    <a:pt x="13" y="19"/>
                    <a:pt x="13" y="19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7" y="20"/>
                    <a:pt x="17" y="20"/>
                  </a:cubicBezTo>
                  <a:cubicBezTo>
                    <a:pt x="17" y="20"/>
                    <a:pt x="18" y="20"/>
                    <a:pt x="18" y="20"/>
                  </a:cubicBezTo>
                  <a:cubicBezTo>
                    <a:pt x="19" y="20"/>
                    <a:pt x="20" y="19"/>
                    <a:pt x="21" y="19"/>
                  </a:cubicBezTo>
                  <a:cubicBezTo>
                    <a:pt x="21" y="18"/>
                    <a:pt x="22" y="17"/>
                    <a:pt x="22" y="17"/>
                  </a:cubicBezTo>
                  <a:cubicBezTo>
                    <a:pt x="22" y="16"/>
                    <a:pt x="22" y="16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2" y="15"/>
                    <a:pt x="22" y="15"/>
                    <a:pt x="22" y="15"/>
                  </a:cubicBezTo>
                  <a:cubicBezTo>
                    <a:pt x="21" y="11"/>
                    <a:pt x="21" y="11"/>
                    <a:pt x="21" y="11"/>
                  </a:cubicBezTo>
                  <a:lnTo>
                    <a:pt x="21" y="9"/>
                  </a:ln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5" name="文本框 30"/>
            <p:cNvSpPr txBox="1">
              <a:spLocks noChangeArrowheads="1"/>
            </p:cNvSpPr>
            <p:nvPr/>
          </p:nvSpPr>
          <p:spPr bwMode="auto">
            <a:xfrm>
              <a:off x="2208197" y="2217172"/>
              <a:ext cx="1618117" cy="399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000"/>
                <a:t>YOUR TEXT</a:t>
              </a:r>
              <a:endParaRPr lang="zh-CN" altLang="en-US" sz="2000"/>
            </a:p>
          </p:txBody>
        </p:sp>
      </p:grpSp>
      <p:grpSp>
        <p:nvGrpSpPr>
          <p:cNvPr id="63" name="组合 62"/>
          <p:cNvGrpSpPr/>
          <p:nvPr/>
        </p:nvGrpSpPr>
        <p:grpSpPr bwMode="auto">
          <a:xfrm>
            <a:off x="2500313" y="2992438"/>
            <a:ext cx="1619251" cy="1147762"/>
            <a:chOff x="2501045" y="3469222"/>
            <a:chExt cx="1618117" cy="1147107"/>
          </a:xfrm>
        </p:grpSpPr>
        <p:sp>
          <p:nvSpPr>
            <p:cNvPr id="15" name="椭圆 14"/>
            <p:cNvSpPr/>
            <p:nvPr/>
          </p:nvSpPr>
          <p:spPr>
            <a:xfrm>
              <a:off x="2731071" y="3469222"/>
              <a:ext cx="1146960" cy="1147107"/>
            </a:xfrm>
            <a:prstGeom prst="ellipse">
              <a:avLst/>
            </a:prstGeom>
            <a:noFill/>
            <a:ln w="31750">
              <a:solidFill>
                <a:srgbClr val="044875"/>
              </a:solidFill>
            </a:ln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9491" name="Freeform 24"/>
            <p:cNvSpPr>
              <a:spLocks noEditPoints="1"/>
            </p:cNvSpPr>
            <p:nvPr/>
          </p:nvSpPr>
          <p:spPr bwMode="auto">
            <a:xfrm>
              <a:off x="3113146" y="3709231"/>
              <a:ext cx="382368" cy="428588"/>
            </a:xfrm>
            <a:custGeom>
              <a:avLst/>
              <a:gdLst>
                <a:gd name="T0" fmla="*/ 320573359 w 77"/>
                <a:gd name="T1" fmla="*/ 198690407 h 86"/>
                <a:gd name="T2" fmla="*/ 937054857 w 77"/>
                <a:gd name="T3" fmla="*/ 24838170 h 86"/>
                <a:gd name="T4" fmla="*/ 1454900308 w 77"/>
                <a:gd name="T5" fmla="*/ 322871288 h 86"/>
                <a:gd name="T6" fmla="*/ 1627517114 w 77"/>
                <a:gd name="T7" fmla="*/ 943770710 h 86"/>
                <a:gd name="T8" fmla="*/ 1430240055 w 77"/>
                <a:gd name="T9" fmla="*/ 1365984710 h 86"/>
                <a:gd name="T10" fmla="*/ 1578196608 w 77"/>
                <a:gd name="T11" fmla="*/ 1465327421 h 86"/>
                <a:gd name="T12" fmla="*/ 1824794173 w 77"/>
                <a:gd name="T13" fmla="*/ 1788198709 h 86"/>
                <a:gd name="T14" fmla="*/ 1800133920 w 77"/>
                <a:gd name="T15" fmla="*/ 2086231827 h 86"/>
                <a:gd name="T16" fmla="*/ 1800133920 w 77"/>
                <a:gd name="T17" fmla="*/ 2086231827 h 86"/>
                <a:gd name="T18" fmla="*/ 1528881068 w 77"/>
                <a:gd name="T19" fmla="*/ 2036560472 h 86"/>
                <a:gd name="T20" fmla="*/ 1257628215 w 77"/>
                <a:gd name="T21" fmla="*/ 1688855998 h 86"/>
                <a:gd name="T22" fmla="*/ 1208307709 w 77"/>
                <a:gd name="T23" fmla="*/ 1564675116 h 86"/>
                <a:gd name="T24" fmla="*/ 739782764 w 77"/>
                <a:gd name="T25" fmla="*/ 1639179658 h 86"/>
                <a:gd name="T26" fmla="*/ 197277059 w 77"/>
                <a:gd name="T27" fmla="*/ 1341146540 h 86"/>
                <a:gd name="T28" fmla="*/ 24660253 w 77"/>
                <a:gd name="T29" fmla="*/ 745080304 h 86"/>
                <a:gd name="T30" fmla="*/ 320573359 w 77"/>
                <a:gd name="T31" fmla="*/ 198690407 h 86"/>
                <a:gd name="T32" fmla="*/ 739782764 w 77"/>
                <a:gd name="T33" fmla="*/ 1216965659 h 86"/>
                <a:gd name="T34" fmla="*/ 937054857 w 77"/>
                <a:gd name="T35" fmla="*/ 1216965659 h 86"/>
                <a:gd name="T36" fmla="*/ 937054857 w 77"/>
                <a:gd name="T37" fmla="*/ 993442066 h 86"/>
                <a:gd name="T38" fmla="*/ 1158987203 w 77"/>
                <a:gd name="T39" fmla="*/ 993442066 h 86"/>
                <a:gd name="T40" fmla="*/ 1158987203 w 77"/>
                <a:gd name="T41" fmla="*/ 794756643 h 86"/>
                <a:gd name="T42" fmla="*/ 937054857 w 77"/>
                <a:gd name="T43" fmla="*/ 794756643 h 86"/>
                <a:gd name="T44" fmla="*/ 937054857 w 77"/>
                <a:gd name="T45" fmla="*/ 571228067 h 86"/>
                <a:gd name="T46" fmla="*/ 739782764 w 77"/>
                <a:gd name="T47" fmla="*/ 571228067 h 86"/>
                <a:gd name="T48" fmla="*/ 739782764 w 77"/>
                <a:gd name="T49" fmla="*/ 794756643 h 86"/>
                <a:gd name="T50" fmla="*/ 517845452 w 77"/>
                <a:gd name="T51" fmla="*/ 794756643 h 86"/>
                <a:gd name="T52" fmla="*/ 517845452 w 77"/>
                <a:gd name="T53" fmla="*/ 993442066 h 86"/>
                <a:gd name="T54" fmla="*/ 739782764 w 77"/>
                <a:gd name="T55" fmla="*/ 993442066 h 86"/>
                <a:gd name="T56" fmla="*/ 739782764 w 77"/>
                <a:gd name="T57" fmla="*/ 1216965659 h 86"/>
                <a:gd name="T58" fmla="*/ 443869658 w 77"/>
                <a:gd name="T59" fmla="*/ 894099355 h 86"/>
                <a:gd name="T60" fmla="*/ 1060351156 w 77"/>
                <a:gd name="T61" fmla="*/ 471885355 h 86"/>
                <a:gd name="T62" fmla="*/ 443869658 w 77"/>
                <a:gd name="T63" fmla="*/ 894099355 h 86"/>
                <a:gd name="T64" fmla="*/ 887734351 w 77"/>
                <a:gd name="T65" fmla="*/ 298033118 h 86"/>
                <a:gd name="T66" fmla="*/ 493185199 w 77"/>
                <a:gd name="T67" fmla="*/ 397375830 h 86"/>
                <a:gd name="T68" fmla="*/ 295913105 w 77"/>
                <a:gd name="T69" fmla="*/ 769918473 h 86"/>
                <a:gd name="T70" fmla="*/ 394549152 w 77"/>
                <a:gd name="T71" fmla="*/ 1167294303 h 86"/>
                <a:gd name="T72" fmla="*/ 764438051 w 77"/>
                <a:gd name="T73" fmla="*/ 1365984710 h 86"/>
                <a:gd name="T74" fmla="*/ 1158987203 w 77"/>
                <a:gd name="T75" fmla="*/ 1266641998 h 86"/>
                <a:gd name="T76" fmla="*/ 1356264262 w 77"/>
                <a:gd name="T77" fmla="*/ 894099355 h 86"/>
                <a:gd name="T78" fmla="*/ 1257628215 w 77"/>
                <a:gd name="T79" fmla="*/ 496723525 h 86"/>
                <a:gd name="T80" fmla="*/ 887734351 w 77"/>
                <a:gd name="T81" fmla="*/ 298033118 h 8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77" h="86">
                  <a:moveTo>
                    <a:pt x="13" y="8"/>
                  </a:moveTo>
                  <a:cubicBezTo>
                    <a:pt x="20" y="2"/>
                    <a:pt x="29" y="0"/>
                    <a:pt x="38" y="1"/>
                  </a:cubicBezTo>
                  <a:cubicBezTo>
                    <a:pt x="46" y="2"/>
                    <a:pt x="54" y="6"/>
                    <a:pt x="59" y="13"/>
                  </a:cubicBezTo>
                  <a:cubicBezTo>
                    <a:pt x="65" y="21"/>
                    <a:pt x="67" y="29"/>
                    <a:pt x="66" y="38"/>
                  </a:cubicBezTo>
                  <a:cubicBezTo>
                    <a:pt x="65" y="44"/>
                    <a:pt x="63" y="50"/>
                    <a:pt x="58" y="55"/>
                  </a:cubicBezTo>
                  <a:cubicBezTo>
                    <a:pt x="60" y="56"/>
                    <a:pt x="62" y="57"/>
                    <a:pt x="64" y="59"/>
                  </a:cubicBezTo>
                  <a:cubicBezTo>
                    <a:pt x="74" y="72"/>
                    <a:pt x="74" y="72"/>
                    <a:pt x="74" y="72"/>
                  </a:cubicBezTo>
                  <a:cubicBezTo>
                    <a:pt x="77" y="76"/>
                    <a:pt x="76" y="81"/>
                    <a:pt x="73" y="84"/>
                  </a:cubicBezTo>
                  <a:cubicBezTo>
                    <a:pt x="73" y="84"/>
                    <a:pt x="73" y="84"/>
                    <a:pt x="73" y="84"/>
                  </a:cubicBezTo>
                  <a:cubicBezTo>
                    <a:pt x="69" y="86"/>
                    <a:pt x="64" y="86"/>
                    <a:pt x="62" y="82"/>
                  </a:cubicBezTo>
                  <a:cubicBezTo>
                    <a:pt x="51" y="68"/>
                    <a:pt x="51" y="68"/>
                    <a:pt x="51" y="68"/>
                  </a:cubicBezTo>
                  <a:cubicBezTo>
                    <a:pt x="50" y="67"/>
                    <a:pt x="49" y="65"/>
                    <a:pt x="49" y="63"/>
                  </a:cubicBezTo>
                  <a:cubicBezTo>
                    <a:pt x="43" y="66"/>
                    <a:pt x="36" y="67"/>
                    <a:pt x="30" y="66"/>
                  </a:cubicBezTo>
                  <a:cubicBezTo>
                    <a:pt x="21" y="65"/>
                    <a:pt x="13" y="61"/>
                    <a:pt x="8" y="54"/>
                  </a:cubicBezTo>
                  <a:cubicBezTo>
                    <a:pt x="2" y="47"/>
                    <a:pt x="0" y="38"/>
                    <a:pt x="1" y="30"/>
                  </a:cubicBezTo>
                  <a:cubicBezTo>
                    <a:pt x="2" y="21"/>
                    <a:pt x="6" y="13"/>
                    <a:pt x="13" y="8"/>
                  </a:cubicBezTo>
                  <a:close/>
                  <a:moveTo>
                    <a:pt x="30" y="49"/>
                  </a:moveTo>
                  <a:cubicBezTo>
                    <a:pt x="38" y="49"/>
                    <a:pt x="38" y="49"/>
                    <a:pt x="38" y="49"/>
                  </a:cubicBezTo>
                  <a:cubicBezTo>
                    <a:pt x="38" y="40"/>
                    <a:pt x="38" y="40"/>
                    <a:pt x="38" y="40"/>
                  </a:cubicBezTo>
                  <a:cubicBezTo>
                    <a:pt x="47" y="40"/>
                    <a:pt x="47" y="40"/>
                    <a:pt x="47" y="40"/>
                  </a:cubicBezTo>
                  <a:cubicBezTo>
                    <a:pt x="47" y="32"/>
                    <a:pt x="47" y="32"/>
                    <a:pt x="47" y="32"/>
                  </a:cubicBezTo>
                  <a:cubicBezTo>
                    <a:pt x="38" y="32"/>
                    <a:pt x="38" y="32"/>
                    <a:pt x="38" y="32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30" y="23"/>
                    <a:pt x="30" y="23"/>
                    <a:pt x="30" y="23"/>
                  </a:cubicBezTo>
                  <a:cubicBezTo>
                    <a:pt x="30" y="32"/>
                    <a:pt x="30" y="32"/>
                    <a:pt x="30" y="32"/>
                  </a:cubicBezTo>
                  <a:cubicBezTo>
                    <a:pt x="21" y="32"/>
                    <a:pt x="21" y="32"/>
                    <a:pt x="21" y="32"/>
                  </a:cubicBezTo>
                  <a:cubicBezTo>
                    <a:pt x="21" y="40"/>
                    <a:pt x="21" y="40"/>
                    <a:pt x="21" y="40"/>
                  </a:cubicBezTo>
                  <a:cubicBezTo>
                    <a:pt x="30" y="40"/>
                    <a:pt x="30" y="40"/>
                    <a:pt x="30" y="40"/>
                  </a:cubicBezTo>
                  <a:cubicBezTo>
                    <a:pt x="30" y="49"/>
                    <a:pt x="30" y="49"/>
                    <a:pt x="30" y="49"/>
                  </a:cubicBezTo>
                  <a:close/>
                  <a:moveTo>
                    <a:pt x="18" y="36"/>
                  </a:moveTo>
                  <a:cubicBezTo>
                    <a:pt x="22" y="26"/>
                    <a:pt x="31" y="21"/>
                    <a:pt x="43" y="19"/>
                  </a:cubicBezTo>
                  <a:cubicBezTo>
                    <a:pt x="31" y="11"/>
                    <a:pt x="16" y="22"/>
                    <a:pt x="18" y="36"/>
                  </a:cubicBezTo>
                  <a:close/>
                  <a:moveTo>
                    <a:pt x="36" y="12"/>
                  </a:moveTo>
                  <a:cubicBezTo>
                    <a:pt x="31" y="11"/>
                    <a:pt x="25" y="13"/>
                    <a:pt x="20" y="16"/>
                  </a:cubicBezTo>
                  <a:cubicBezTo>
                    <a:pt x="15" y="20"/>
                    <a:pt x="13" y="25"/>
                    <a:pt x="12" y="31"/>
                  </a:cubicBezTo>
                  <a:cubicBezTo>
                    <a:pt x="11" y="37"/>
                    <a:pt x="13" y="42"/>
                    <a:pt x="16" y="47"/>
                  </a:cubicBezTo>
                  <a:cubicBezTo>
                    <a:pt x="20" y="52"/>
                    <a:pt x="25" y="55"/>
                    <a:pt x="31" y="55"/>
                  </a:cubicBezTo>
                  <a:cubicBezTo>
                    <a:pt x="36" y="56"/>
                    <a:pt x="42" y="55"/>
                    <a:pt x="47" y="51"/>
                  </a:cubicBezTo>
                  <a:cubicBezTo>
                    <a:pt x="52" y="47"/>
                    <a:pt x="55" y="42"/>
                    <a:pt x="55" y="36"/>
                  </a:cubicBezTo>
                  <a:cubicBezTo>
                    <a:pt x="56" y="31"/>
                    <a:pt x="54" y="25"/>
                    <a:pt x="51" y="20"/>
                  </a:cubicBezTo>
                  <a:cubicBezTo>
                    <a:pt x="47" y="15"/>
                    <a:pt x="42" y="13"/>
                    <a:pt x="36" y="12"/>
                  </a:cubicBezTo>
                  <a:close/>
                </a:path>
              </a:pathLst>
            </a:custGeom>
            <a:solidFill>
              <a:srgbClr val="04487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92" name="文本框 31"/>
            <p:cNvSpPr txBox="1">
              <a:spLocks noChangeArrowheads="1"/>
            </p:cNvSpPr>
            <p:nvPr/>
          </p:nvSpPr>
          <p:spPr bwMode="auto">
            <a:xfrm>
              <a:off x="2501045" y="4127691"/>
              <a:ext cx="1618117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1600"/>
                <a:t>YOUR TEXT</a:t>
              </a:r>
              <a:endParaRPr lang="zh-CN" altLang="en-US" sz="1600"/>
            </a:p>
          </p:txBody>
        </p:sp>
      </p:grpSp>
      <p:grpSp>
        <p:nvGrpSpPr>
          <p:cNvPr id="34" name="组合 33"/>
          <p:cNvGrpSpPr/>
          <p:nvPr/>
        </p:nvGrpSpPr>
        <p:grpSpPr bwMode="auto">
          <a:xfrm>
            <a:off x="4760913" y="1401763"/>
            <a:ext cx="1235075" cy="755650"/>
            <a:chOff x="0" y="1587632"/>
            <a:chExt cx="1473572" cy="901650"/>
          </a:xfrm>
        </p:grpSpPr>
        <p:sp>
          <p:nvSpPr>
            <p:cNvPr id="19488" name="文本框 34"/>
            <p:cNvSpPr txBox="1">
              <a:spLocks noChangeArrowheads="1"/>
            </p:cNvSpPr>
            <p:nvPr/>
          </p:nvSpPr>
          <p:spPr bwMode="auto">
            <a:xfrm>
              <a:off x="0" y="1730397"/>
              <a:ext cx="1473572" cy="623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44875"/>
                  </a:solidFill>
                  <a:latin typeface="Impact" panose="020B0806030902050204" pitchFamily="34" charset="0"/>
                </a:rPr>
                <a:t>01</a:t>
              </a:r>
              <a:endParaRPr lang="zh-CN" altLang="en-US">
                <a:solidFill>
                  <a:srgbClr val="044875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36" name="椭圆 35"/>
            <p:cNvSpPr/>
            <p:nvPr/>
          </p:nvSpPr>
          <p:spPr>
            <a:xfrm>
              <a:off x="286001" y="1587632"/>
              <a:ext cx="901568" cy="901650"/>
            </a:xfrm>
            <a:prstGeom prst="ellipse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37" name="组合 36"/>
          <p:cNvGrpSpPr/>
          <p:nvPr/>
        </p:nvGrpSpPr>
        <p:grpSpPr bwMode="auto">
          <a:xfrm>
            <a:off x="5556249" y="1285876"/>
            <a:ext cx="6419851" cy="922546"/>
            <a:chOff x="867562" y="1427973"/>
            <a:chExt cx="6420056" cy="922532"/>
          </a:xfrm>
        </p:grpSpPr>
        <p:sp>
          <p:nvSpPr>
            <p:cNvPr id="38" name="文本框 37"/>
            <p:cNvSpPr txBox="1"/>
            <p:nvPr/>
          </p:nvSpPr>
          <p:spPr>
            <a:xfrm>
              <a:off x="867562" y="1427973"/>
              <a:ext cx="3113188" cy="4001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044875"/>
                  </a:solidFill>
                  <a:latin typeface="+mj-lt"/>
                  <a:ea typeface="+mn-ea"/>
                </a:rPr>
                <a:t>ADD YOUR TITLE HERE</a:t>
              </a:r>
              <a:endParaRPr lang="zh-CN" altLang="en-US" sz="2000" b="1" dirty="0">
                <a:solidFill>
                  <a:srgbClr val="044875"/>
                </a:solidFill>
                <a:latin typeface="+mj-lt"/>
                <a:ea typeface="+mn-ea"/>
              </a:endParaRPr>
            </a:p>
          </p:txBody>
        </p:sp>
        <p:sp>
          <p:nvSpPr>
            <p:cNvPr id="39" name="文本框 38"/>
            <p:cNvSpPr txBox="1"/>
            <p:nvPr/>
          </p:nvSpPr>
          <p:spPr>
            <a:xfrm>
              <a:off x="1234287" y="1770868"/>
              <a:ext cx="6053331" cy="579637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</a:rPr>
                <a:t>Time goes by so fast, people go in and out of your life. You must never miss the opportunity to tell these people how much they mean to you.</a:t>
              </a:r>
              <a:endParaRPr lang="zh-CN" altLang="en-US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0" name="组合 39"/>
          <p:cNvGrpSpPr/>
          <p:nvPr/>
        </p:nvGrpSpPr>
        <p:grpSpPr bwMode="auto">
          <a:xfrm>
            <a:off x="4760913" y="2508250"/>
            <a:ext cx="1235075" cy="757238"/>
            <a:chOff x="0" y="1587632"/>
            <a:chExt cx="1473572" cy="901650"/>
          </a:xfrm>
        </p:grpSpPr>
        <p:sp>
          <p:nvSpPr>
            <p:cNvPr id="19484" name="文本框 40"/>
            <p:cNvSpPr txBox="1">
              <a:spLocks noChangeArrowheads="1"/>
            </p:cNvSpPr>
            <p:nvPr/>
          </p:nvSpPr>
          <p:spPr bwMode="auto">
            <a:xfrm>
              <a:off x="0" y="1730397"/>
              <a:ext cx="1473572" cy="623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44875"/>
                  </a:solidFill>
                  <a:latin typeface="Impact" panose="020B0806030902050204" pitchFamily="34" charset="0"/>
                </a:rPr>
                <a:t>02</a:t>
              </a:r>
              <a:endParaRPr lang="zh-CN" altLang="en-US">
                <a:solidFill>
                  <a:srgbClr val="044875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2" name="椭圆 41"/>
            <p:cNvSpPr/>
            <p:nvPr/>
          </p:nvSpPr>
          <p:spPr>
            <a:xfrm>
              <a:off x="286001" y="1587632"/>
              <a:ext cx="901568" cy="901650"/>
            </a:xfrm>
            <a:prstGeom prst="ellipse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43" name="组合 42"/>
          <p:cNvGrpSpPr/>
          <p:nvPr/>
        </p:nvGrpSpPr>
        <p:grpSpPr bwMode="auto">
          <a:xfrm>
            <a:off x="5556249" y="2392364"/>
            <a:ext cx="6419851" cy="908258"/>
            <a:chOff x="867562" y="2496369"/>
            <a:chExt cx="6420056" cy="908018"/>
          </a:xfrm>
        </p:grpSpPr>
        <p:sp>
          <p:nvSpPr>
            <p:cNvPr id="44" name="文本框 43"/>
            <p:cNvSpPr txBox="1"/>
            <p:nvPr/>
          </p:nvSpPr>
          <p:spPr>
            <a:xfrm>
              <a:off x="867562" y="2496369"/>
              <a:ext cx="3113188" cy="400004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044875"/>
                  </a:solidFill>
                  <a:latin typeface="+mj-lt"/>
                  <a:ea typeface="+mn-ea"/>
                </a:rPr>
                <a:t>ADD YOUR TITLE HERE</a:t>
              </a:r>
              <a:endParaRPr lang="zh-CN" altLang="en-US" sz="2000" b="1" dirty="0">
                <a:solidFill>
                  <a:srgbClr val="044875"/>
                </a:solidFill>
                <a:latin typeface="+mj-lt"/>
                <a:ea typeface="+mn-ea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1234287" y="2824894"/>
              <a:ext cx="6053331" cy="57949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</a:rPr>
                <a:t>Time goes by so fast, people go in and out of your life. You must never miss the opportunity to tell these people how much they mean to you.</a:t>
              </a:r>
              <a:endParaRPr lang="zh-CN" altLang="en-US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</a:endParaRPr>
            </a:p>
          </p:txBody>
        </p:sp>
      </p:grpSp>
      <p:grpSp>
        <p:nvGrpSpPr>
          <p:cNvPr id="46" name="组合 45"/>
          <p:cNvGrpSpPr/>
          <p:nvPr/>
        </p:nvGrpSpPr>
        <p:grpSpPr bwMode="auto">
          <a:xfrm>
            <a:off x="4760913" y="3616325"/>
            <a:ext cx="1235075" cy="755650"/>
            <a:chOff x="0" y="1587632"/>
            <a:chExt cx="1473572" cy="901650"/>
          </a:xfrm>
        </p:grpSpPr>
        <p:sp>
          <p:nvSpPr>
            <p:cNvPr id="19480" name="文本框 46"/>
            <p:cNvSpPr txBox="1">
              <a:spLocks noChangeArrowheads="1"/>
            </p:cNvSpPr>
            <p:nvPr/>
          </p:nvSpPr>
          <p:spPr bwMode="auto">
            <a:xfrm>
              <a:off x="0" y="1747704"/>
              <a:ext cx="1473572" cy="6238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8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>
                <a:defRPr sz="2000"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eaLnBrk="0" fontAlgn="base" hangingPunct="0">
                <a:spcAft>
                  <a:spcPct val="0"/>
                </a:spcAft>
                <a:buFont typeface="Arial" panose="020B0604020202020204" pitchFamily="34" charset="0"/>
                <a:defRPr>
                  <a:solidFill>
                    <a:schemeClr val="tx1"/>
                  </a:solidFill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044875"/>
                  </a:solidFill>
                  <a:latin typeface="Impact" panose="020B0806030902050204" pitchFamily="34" charset="0"/>
                </a:rPr>
                <a:t>03</a:t>
              </a:r>
              <a:endParaRPr lang="zh-CN" altLang="en-US">
                <a:solidFill>
                  <a:srgbClr val="044875"/>
                </a:solidFill>
                <a:latin typeface="Impact" panose="020B0806030902050204" pitchFamily="34" charset="0"/>
              </a:endParaRPr>
            </a:p>
          </p:txBody>
        </p:sp>
        <p:sp>
          <p:nvSpPr>
            <p:cNvPr id="48" name="椭圆 47"/>
            <p:cNvSpPr/>
            <p:nvPr/>
          </p:nvSpPr>
          <p:spPr>
            <a:xfrm>
              <a:off x="286001" y="1587632"/>
              <a:ext cx="901568" cy="901650"/>
            </a:xfrm>
            <a:prstGeom prst="ellipse">
              <a:avLst/>
            </a:prstGeom>
            <a:noFill/>
            <a:ln w="25400">
              <a:solidFill>
                <a:srgbClr val="044875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49" name="组合 48"/>
          <p:cNvGrpSpPr/>
          <p:nvPr/>
        </p:nvGrpSpPr>
        <p:grpSpPr bwMode="auto">
          <a:xfrm>
            <a:off x="5556249" y="3484564"/>
            <a:ext cx="6419851" cy="922546"/>
            <a:chOff x="867562" y="3535737"/>
            <a:chExt cx="6420056" cy="922533"/>
          </a:xfrm>
        </p:grpSpPr>
        <p:sp>
          <p:nvSpPr>
            <p:cNvPr id="50" name="文本框 49"/>
            <p:cNvSpPr txBox="1"/>
            <p:nvPr/>
          </p:nvSpPr>
          <p:spPr>
            <a:xfrm>
              <a:off x="867562" y="3535737"/>
              <a:ext cx="3113188" cy="400105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2000" b="1" dirty="0">
                  <a:solidFill>
                    <a:srgbClr val="044875"/>
                  </a:solidFill>
                  <a:latin typeface="+mj-lt"/>
                  <a:ea typeface="+mn-ea"/>
                </a:rPr>
                <a:t>ADD YOUR TITLE HERE</a:t>
              </a:r>
              <a:endParaRPr lang="zh-CN" altLang="en-US" sz="2000" b="1" dirty="0">
                <a:solidFill>
                  <a:srgbClr val="044875"/>
                </a:solidFill>
                <a:latin typeface="+mj-lt"/>
                <a:ea typeface="+mn-ea"/>
              </a:endParaRPr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1234287" y="3878632"/>
              <a:ext cx="6053331" cy="579638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eaLnBrk="1" fontAlgn="auto" hangingPunct="1">
                <a:lnSpc>
                  <a:spcPts val="1900"/>
                </a:lnSpc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600" dirty="0">
                  <a:solidFill>
                    <a:schemeClr val="bg2">
                      <a:lumMod val="25000"/>
                    </a:schemeClr>
                  </a:solidFill>
                  <a:latin typeface="+mn-lt"/>
                  <a:ea typeface="+mn-ea"/>
                </a:rPr>
                <a:t>Time goes by so fast, people go in and out of your life. You must never miss the opportunity to tell these people how much they mean to you.</a:t>
              </a:r>
              <a:endParaRPr lang="zh-CN" altLang="en-US" sz="1600" dirty="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</a:endParaRPr>
            </a:p>
          </p:txBody>
        </p:sp>
      </p:grpSp>
      <p:cxnSp>
        <p:nvCxnSpPr>
          <p:cNvPr id="59" name="直接连接符 58"/>
          <p:cNvCxnSpPr/>
          <p:nvPr/>
        </p:nvCxnSpPr>
        <p:spPr>
          <a:xfrm flipH="1">
            <a:off x="19051" y="5002213"/>
            <a:ext cx="12141200" cy="0"/>
          </a:xfrm>
          <a:prstGeom prst="line">
            <a:avLst/>
          </a:prstGeom>
          <a:ln w="19050">
            <a:solidFill>
              <a:srgbClr val="044875"/>
            </a:solidFill>
            <a:prstDash val="sysDot"/>
            <a:headEnd type="stealt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文本框 71"/>
          <p:cNvSpPr txBox="1">
            <a:spLocks noChangeArrowheads="1"/>
          </p:cNvSpPr>
          <p:nvPr/>
        </p:nvSpPr>
        <p:spPr bwMode="auto">
          <a:xfrm>
            <a:off x="488951" y="5129215"/>
            <a:ext cx="11671300" cy="1271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85750" indent="-285750"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altLang="zh-CN" sz="1800">
                <a:solidFill>
                  <a:srgbClr val="044875"/>
                </a:solidFill>
              </a:rPr>
              <a:t>Time goes by so fast, people go in and out of your life. You must never miss the opportunity to tell these people how much they mean to you. </a:t>
            </a:r>
            <a:endParaRPr lang="en-US" altLang="zh-CN" sz="1800">
              <a:solidFill>
                <a:srgbClr val="044875"/>
              </a:solidFill>
            </a:endParaRPr>
          </a:p>
          <a:p>
            <a:pPr eaLnBrk="1" hangingPunct="1">
              <a:lnSpc>
                <a:spcPts val="2300"/>
              </a:lnSpc>
              <a:buFont typeface="Wingdings" panose="05000000000000000000" pitchFamily="2" charset="2"/>
              <a:buChar char="Ø"/>
            </a:pPr>
            <a:r>
              <a:rPr lang="en-US" altLang="zh-CN" sz="1800">
                <a:solidFill>
                  <a:srgbClr val="044875"/>
                </a:solidFill>
              </a:rPr>
              <a:t>Time goes by so fast, people go in and out of your life. You must never miss the opportunity to tell these people how much they mean to you. </a:t>
            </a:r>
            <a:endParaRPr lang="en-US" altLang="zh-CN" sz="2400">
              <a:solidFill>
                <a:srgbClr val="0072A9"/>
              </a:solidFill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53" presetClass="entr" presetSubtype="16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53" presetClass="entr" presetSubtype="16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53" presetClass="entr" presetSubtype="16" fill="hold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53" presetClass="entr" presetSubtype="16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nodeType="withEffect">
                                  <p:stCondLst>
                                    <p:cond delay="125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2" presetClass="entr" presetSubtype="2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3" dur="500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0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01" dur="500"/>
                                        <p:tgtEl>
                                          <p:spTgt spid="7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7" grpId="0" animBg="1"/>
      <p:bldP spid="8" grpId="0" animBg="1"/>
      <p:bldP spid="72" grpId="0" bldLvl="3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1992314" y="2528890"/>
            <a:ext cx="8170863" cy="7699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4400" b="1" spc="600" dirty="0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谢谢您的观看与聆听</a:t>
            </a:r>
            <a:endParaRPr lang="zh-CN" altLang="en-US" sz="4400" b="1" spc="600" dirty="0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6" name="组合 25"/>
          <p:cNvGrpSpPr/>
          <p:nvPr/>
        </p:nvGrpSpPr>
        <p:grpSpPr bwMode="auto">
          <a:xfrm>
            <a:off x="4154488" y="3452813"/>
            <a:ext cx="3846512" cy="361950"/>
            <a:chOff x="4154888" y="3453573"/>
            <a:chExt cx="3846874" cy="361046"/>
          </a:xfrm>
        </p:grpSpPr>
        <p:cxnSp>
          <p:nvCxnSpPr>
            <p:cNvPr id="27" name="直接连接符 26"/>
            <p:cNvCxnSpPr/>
            <p:nvPr/>
          </p:nvCxnSpPr>
          <p:spPr>
            <a:xfrm>
              <a:off x="4154888" y="3453573"/>
              <a:ext cx="3846874" cy="0"/>
            </a:xfrm>
            <a:prstGeom prst="line">
              <a:avLst/>
            </a:prstGeom>
            <a:ln w="25400">
              <a:solidFill>
                <a:srgbClr val="04487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等腰三角形 27"/>
            <p:cNvSpPr/>
            <p:nvPr/>
          </p:nvSpPr>
          <p:spPr>
            <a:xfrm flipV="1">
              <a:off x="5872725" y="3459907"/>
              <a:ext cx="411201" cy="354712"/>
            </a:xfrm>
            <a:prstGeom prst="triangle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29" name="文本框 28"/>
          <p:cNvSpPr txBox="1">
            <a:spLocks noChangeArrowheads="1"/>
          </p:cNvSpPr>
          <p:nvPr/>
        </p:nvSpPr>
        <p:spPr bwMode="auto">
          <a:xfrm>
            <a:off x="1525588" y="3932239"/>
            <a:ext cx="2967037" cy="9531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答辩人：今日双鸭山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文本框 29"/>
          <p:cNvSpPr txBox="1">
            <a:spLocks noChangeArrowheads="1"/>
          </p:cNvSpPr>
          <p:nvPr/>
        </p:nvSpPr>
        <p:spPr bwMode="auto">
          <a:xfrm>
            <a:off x="3983039" y="3932239"/>
            <a:ext cx="2563812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导师：</a:t>
            </a:r>
            <a:r>
              <a:rPr lang="en-US" altLang="zh-CN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30"/>
          <p:cNvSpPr txBox="1">
            <a:spLocks noChangeArrowheads="1"/>
          </p:cNvSpPr>
          <p:nvPr/>
        </p:nvSpPr>
        <p:spPr bwMode="auto">
          <a:xfrm>
            <a:off x="8093076" y="3932239"/>
            <a:ext cx="2309813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时间：</a:t>
            </a:r>
            <a:r>
              <a:rPr lang="en-US" altLang="zh-CN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2" name="文本框 31"/>
          <p:cNvSpPr txBox="1">
            <a:spLocks noChangeArrowheads="1"/>
          </p:cNvSpPr>
          <p:nvPr/>
        </p:nvSpPr>
        <p:spPr bwMode="auto">
          <a:xfrm>
            <a:off x="6037263" y="3932239"/>
            <a:ext cx="25654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eaLnBrk="0" fontAlgn="base" hangingPunct="0"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专业：</a:t>
            </a:r>
            <a:r>
              <a:rPr lang="en-US" altLang="zh-CN">
                <a:solidFill>
                  <a:srgbClr val="044875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XXX</a:t>
            </a:r>
            <a:endParaRPr lang="zh-CN" altLang="en-US">
              <a:solidFill>
                <a:srgbClr val="044875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600201" y="2257425"/>
            <a:ext cx="8956675" cy="2382838"/>
          </a:xfrm>
          <a:prstGeom prst="rect">
            <a:avLst/>
          </a:prstGeom>
          <a:noFill/>
          <a:ln w="25400">
            <a:solidFill>
              <a:srgbClr val="04487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grpSp>
        <p:nvGrpSpPr>
          <p:cNvPr id="34" name="组合 33"/>
          <p:cNvGrpSpPr/>
          <p:nvPr/>
        </p:nvGrpSpPr>
        <p:grpSpPr bwMode="auto">
          <a:xfrm>
            <a:off x="10290177" y="4325938"/>
            <a:ext cx="1109663" cy="1130300"/>
            <a:chOff x="2666985" y="682103"/>
            <a:chExt cx="1109138" cy="1131217"/>
          </a:xfrm>
        </p:grpSpPr>
        <p:sp>
          <p:nvSpPr>
            <p:cNvPr id="35" name="矩形 34"/>
            <p:cNvSpPr/>
            <p:nvPr/>
          </p:nvSpPr>
          <p:spPr>
            <a:xfrm>
              <a:off x="2841527" y="858458"/>
              <a:ext cx="769574" cy="768973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2666985" y="682103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37" name="矩形 36"/>
            <p:cNvSpPr/>
            <p:nvPr/>
          </p:nvSpPr>
          <p:spPr>
            <a:xfrm>
              <a:off x="3217587" y="1254067"/>
              <a:ext cx="558536" cy="559253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grpSp>
        <p:nvGrpSpPr>
          <p:cNvPr id="38" name="组合 37"/>
          <p:cNvGrpSpPr/>
          <p:nvPr/>
        </p:nvGrpSpPr>
        <p:grpSpPr bwMode="auto">
          <a:xfrm>
            <a:off x="792163" y="1462090"/>
            <a:ext cx="1109663" cy="1131887"/>
            <a:chOff x="2666985" y="682103"/>
            <a:chExt cx="1109138" cy="1131217"/>
          </a:xfrm>
        </p:grpSpPr>
        <p:sp>
          <p:nvSpPr>
            <p:cNvPr id="39" name="矩形 38"/>
            <p:cNvSpPr/>
            <p:nvPr/>
          </p:nvSpPr>
          <p:spPr>
            <a:xfrm>
              <a:off x="2841528" y="858211"/>
              <a:ext cx="769573" cy="769482"/>
            </a:xfrm>
            <a:prstGeom prst="rect">
              <a:avLst/>
            </a:prstGeom>
            <a:solidFill>
              <a:srgbClr val="04487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0" name="矩形 39"/>
            <p:cNvSpPr/>
            <p:nvPr/>
          </p:nvSpPr>
          <p:spPr>
            <a:xfrm>
              <a:off x="2666985" y="682103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3217587" y="1254851"/>
              <a:ext cx="558536" cy="558469"/>
            </a:xfrm>
            <a:prstGeom prst="rect">
              <a:avLst/>
            </a:prstGeom>
            <a:solidFill>
              <a:schemeClr val="bg2">
                <a:lumMod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/>
            </a:p>
          </p:txBody>
        </p:sp>
      </p:grpSp>
      <p:sp>
        <p:nvSpPr>
          <p:cNvPr id="42" name="矩形 41"/>
          <p:cNvSpPr/>
          <p:nvPr/>
        </p:nvSpPr>
        <p:spPr>
          <a:xfrm>
            <a:off x="0" y="-12700"/>
            <a:ext cx="12192000" cy="373063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3" name="矩形 42"/>
          <p:cNvSpPr/>
          <p:nvPr/>
        </p:nvSpPr>
        <p:spPr>
          <a:xfrm>
            <a:off x="11566525" y="6523038"/>
            <a:ext cx="625475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0" y="6523038"/>
            <a:ext cx="10439400" cy="334962"/>
          </a:xfrm>
          <a:prstGeom prst="rect">
            <a:avLst/>
          </a:prstGeom>
          <a:solidFill>
            <a:srgbClr val="04487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3094724" y="1908154"/>
            <a:ext cx="5967203" cy="584775"/>
          </a:xfrm>
          <a:prstGeom prst="rect">
            <a:avLst/>
          </a:prstGeom>
          <a:blipFill dpi="0" rotWithShape="1">
            <a:blip r:embed="rId1" cstate="screen"/>
            <a:srcRect/>
            <a:stretch>
              <a:fillRect/>
            </a:stretch>
          </a:blipFill>
        </p:spPr>
        <p:txBody>
          <a:bodyPr>
            <a:spAutoFit/>
          </a:bodyPr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3200" dirty="0">
                <a:solidFill>
                  <a:srgbClr val="044875"/>
                </a:solidFill>
                <a:latin typeface="+mj-lt"/>
                <a:ea typeface="+mn-ea"/>
              </a:rPr>
              <a:t>ADD YOUR  SUBTITLE HERE</a:t>
            </a:r>
            <a:endParaRPr lang="zh-CN" altLang="en-US" sz="3200" dirty="0">
              <a:solidFill>
                <a:srgbClr val="044875"/>
              </a:solidFill>
              <a:latin typeface="+mj-lt"/>
              <a:ea typeface="+mn-ea"/>
            </a:endParaRPr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28058" y="-230059"/>
            <a:ext cx="4086816" cy="2949319"/>
          </a:xfrm>
          <a:prstGeom prst="rect">
            <a:avLst/>
          </a:prstGeom>
        </p:spPr>
      </p:pic>
    </p:spTree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fill="hold" grpId="0" nodeType="withEffect">
                                  <p:stCondLst>
                                    <p:cond delay="75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9" grpId="0"/>
      <p:bldP spid="30" grpId="0"/>
      <p:bldP spid="31" grpId="0"/>
      <p:bldP spid="32" grpId="0"/>
      <p:bldP spid="33" grpId="0" animBg="1"/>
      <p:bldP spid="42" grpId="0" animBg="1"/>
      <p:bldP spid="43" grpId="0" animBg="1"/>
      <p:bldP spid="44" grpId="0" animBg="1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6985</Words>
  <Application>WPS 演示</Application>
  <PresentationFormat>宽屏</PresentationFormat>
  <Paragraphs>346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Calibri Light</vt:lpstr>
      <vt:lpstr>Calibri</vt:lpstr>
      <vt:lpstr>微软雅黑</vt:lpstr>
      <vt:lpstr>Impact</vt:lpstr>
      <vt:lpstr>微软雅黑 Light</vt:lpstr>
      <vt:lpstr>黑体</vt:lpstr>
      <vt:lpstr>Levenim MT</vt:lpstr>
      <vt:lpstr>Arial Unicode MS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蓝色毕业答辩</dc:title>
  <dc:creator>第一PPT</dc:creator>
  <cp:keywords>www.1ppt.com</cp:keywords>
  <cp:lastModifiedBy>Lio</cp:lastModifiedBy>
  <cp:revision>64</cp:revision>
  <dcterms:created xsi:type="dcterms:W3CDTF">2015-04-13T12:15:00Z</dcterms:created>
  <dcterms:modified xsi:type="dcterms:W3CDTF">2021-05-25T04:00:40Z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4C28AE1C389048C48ED4E2E2D8A3BB4B</vt:lpwstr>
  </property>
  <property fmtid="{D5CDD505-2E9C-101B-9397-08002B2CF9AE}" pid="3" name="KSOProductBuildVer">
    <vt:lpwstr>2052-11.1.0.10495</vt:lpwstr>
  </property>
</Properties>
</file>