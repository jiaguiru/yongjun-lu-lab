
<file path=[Content_Types].xml><?xml version="1.0" encoding="utf-8"?>
<Types xmlns="http://schemas.openxmlformats.org/package/2006/content-types">
  <Default ContentType="audio/mpeg" Extension="mp3"/>
  <Default ContentType="image/png" Extension="png"/>
  <Default ContentType="image/jpeg" Extension="jpeg"/>
  <Default ContentType="application/vnd.openxmlformats-package.relationships+xml" Extension="rels"/>
  <Default ContentType="application/xml" Extension="xml"/>
  <Default ContentType="application/vnd.openxmlformats-officedocument.spreadsheetml.sheet" Extension="xlsx"/>
  <Default ContentType="image/jpeg" Extension="jp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notesMaster+xml" PartName="/ppt/notesMasters/notesMaster1.xml"/>
  <Override ContentType="application/vnd.openxmlformats-officedocument.presentationml.tags+xml" PartName="/ppt/tags/tag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theme+xml" PartName="/ppt/theme/theme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gs+xml" PartName="/ppt/tags/tag2.xml"/>
  <Override ContentType="application/vnd.openxmlformats-officedocument.presentationml.tags+xml" PartName="/ppt/tags/tag3.xml"/>
  <Override ContentType="application/vnd.openxmlformats-officedocument.presentationml.tags+xml" PartName="/ppt/tags/tag4.xml"/>
  <Override ContentType="application/vnd.openxmlformats-officedocument.presentationml.tags+xml" PartName="/ppt/tags/tag5.xml"/>
  <Override ContentType="application/vnd.openxmlformats-officedocument.presentationml.tags+xml" PartName="/ppt/tags/tag6.xml"/>
  <Override ContentType="application/vnd.openxmlformats-officedocument.presentationml.tags+xml" PartName="/ppt/tags/tag7.xml"/>
  <Override ContentType="application/vnd.openxmlformats-officedocument.presentationml.tags+xml" PartName="/ppt/tags/tag8.xml"/>
  <Override ContentType="application/vnd.openxmlformats-officedocument.presentationml.tags+xml" PartName="/ppt/tags/tag9.xml"/>
  <Override ContentType="application/vnd.openxmlformats-officedocument.presentationml.tags+xml" PartName="/ppt/tags/tag10.xml"/>
  <Override ContentType="application/vnd.openxmlformats-officedocument.presentationml.tags+xml" PartName="/ppt/tags/tag11.xml"/>
  <Override ContentType="application/vnd.openxmlformats-officedocument.presentationml.tags+xml" PartName="/ppt/tags/tag12.xml"/>
  <Override ContentType="application/vnd.openxmlformats-officedocument.presentationml.tags+xml" PartName="/ppt/tags/tag13.xml"/>
  <Override ContentType="application/vnd.openxmlformats-officedocument.presentationml.tags+xml" PartName="/ppt/tags/tag14.xml"/>
  <Override ContentType="application/vnd.openxmlformats-officedocument.presentationml.tags+xml" PartName="/ppt/tags/tag1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tags+xml" PartName="/ppt/tags/tag16.xml"/>
  <Override ContentType="application/vnd.openxmlformats-officedocument.presentationml.tags+xml" PartName="/ppt/tags/tag17.xml"/>
  <Override ContentType="application/vnd.openxmlformats-officedocument.presentationml.tags+xml" PartName="/ppt/tags/tag18.xml"/>
  <Override ContentType="application/vnd.openxmlformats-officedocument.presentationml.tags+xml" PartName="/ppt/tags/tag19.xml"/>
  <Override ContentType="application/vnd.openxmlformats-officedocument.presentationml.tags+xml" PartName="/ppt/tags/tag20.xml"/>
  <Override ContentType="application/vnd.openxmlformats-officedocument.presentationml.tags+xml" PartName="/ppt/tags/tag21.xml"/>
  <Override ContentType="application/vnd.openxmlformats-officedocument.presentationml.tags+xml" PartName="/ppt/tags/tag22.xml"/>
  <Override ContentType="application/vnd.openxmlformats-officedocument.presentationml.tags+xml" PartName="/ppt/tags/tag23.xml"/>
  <Override ContentType="application/vnd.openxmlformats-officedocument.presentationml.tags+xml" PartName="/ppt/tags/tag24.xml"/>
  <Override ContentType="application/vnd.openxmlformats-officedocument.presentationml.tags+xml" PartName="/ppt/tags/tag25.xml"/>
  <Override ContentType="application/vnd.openxmlformats-officedocument.presentationml.tags+xml" PartName="/ppt/tags/tag26.xml"/>
  <Override ContentType="application/vnd.openxmlformats-officedocument.presentationml.tags+xml" PartName="/ppt/tags/tag27.xml"/>
  <Override ContentType="application/vnd.openxmlformats-officedocument.presentationml.tags+xml" PartName="/ppt/tags/tag28.xml"/>
  <Override ContentType="application/vnd.openxmlformats-officedocument.presentationml.tags+xml" PartName="/ppt/tags/tag29.xml"/>
  <Override ContentType="application/vnd.openxmlformats-officedocument.presentationml.tags+xml" PartName="/ppt/tags/tag30.xml"/>
  <Override ContentType="application/vnd.openxmlformats-officedocument.presentationml.tags+xml" PartName="/ppt/tags/tag31.xml"/>
  <Override ContentType="application/vnd.openxmlformats-officedocument.presentationml.notesSlide+xml" PartName="/ppt/notesSlides/notesSlide5.xml"/>
  <Override ContentType="application/vnd.openxmlformats-officedocument.presentationml.tags+xml" PartName="/ppt/tags/tag32.xml"/>
  <Override ContentType="application/vnd.openxmlformats-officedocument.presentationml.tags+xml" PartName="/ppt/tags/tag33.xml"/>
  <Override ContentType="application/vnd.openxmlformats-officedocument.presentationml.tags+xml" PartName="/ppt/tags/tag34.xml"/>
  <Override ContentType="application/vnd.openxmlformats-officedocument.presentationml.tags+xml" PartName="/ppt/tags/tag35.xml"/>
  <Override ContentType="application/vnd.openxmlformats-officedocument.presentationml.tags+xml" PartName="/ppt/tags/tag36.xml"/>
  <Override ContentType="application/vnd.openxmlformats-officedocument.presentationml.tags+xml" PartName="/ppt/tags/tag37.xml"/>
  <Override ContentType="application/vnd.openxmlformats-officedocument.presentationml.tags+xml" PartName="/ppt/tags/tag38.xml"/>
  <Override ContentType="application/vnd.openxmlformats-officedocument.presentationml.tags+xml" PartName="/ppt/tags/tag39.xml"/>
  <Override ContentType="application/vnd.openxmlformats-officedocument.presentationml.tags+xml" PartName="/ppt/tags/tag40.xml"/>
  <Override ContentType="application/vnd.openxmlformats-officedocument.presentationml.tags+xml" PartName="/ppt/tags/tag41.xml"/>
  <Override ContentType="application/vnd.openxmlformats-officedocument.presentationml.tags+xml" PartName="/ppt/tags/tag42.xml"/>
  <Override ContentType="application/vnd.openxmlformats-officedocument.presentationml.tags+xml" PartName="/ppt/tags/tag43.xml"/>
  <Override ContentType="application/vnd.openxmlformats-officedocument.presentationml.tags+xml" PartName="/ppt/tags/tag44.xml"/>
  <Override ContentType="application/vnd.openxmlformats-officedocument.presentationml.tags+xml" PartName="/ppt/tags/tag45.xml"/>
  <Override ContentType="application/vnd.openxmlformats-officedocument.presentationml.tags+xml" PartName="/ppt/tags/tag46.xml"/>
  <Override ContentType="application/vnd.openxmlformats-officedocument.presentationml.tags+xml" PartName="/ppt/tags/tag47.xml"/>
  <Override ContentType="application/vnd.openxmlformats-officedocument.presentationml.tags+xml" PartName="/ppt/tags/tag48.xml"/>
  <Override ContentType="application/vnd.openxmlformats-officedocument.presentationml.tags+xml" PartName="/ppt/tags/tag49.xml"/>
  <Override ContentType="application/vnd.openxmlformats-officedocument.presentationml.tags+xml" PartName="/ppt/tags/tag50.xml"/>
  <Override ContentType="application/vnd.openxmlformats-officedocument.presentationml.tags+xml" PartName="/ppt/tags/tag51.xml"/>
  <Override ContentType="application/vnd.openxmlformats-officedocument.presentationml.notesSlide+xml" PartName="/ppt/notesSlides/notesSlide6.xml"/>
  <Override ContentType="application/vnd.openxmlformats-officedocument.presentationml.tags+xml" PartName="/ppt/tags/tag52.xml"/>
  <Override ContentType="application/vnd.openxmlformats-officedocument.presentationml.tags+xml" PartName="/ppt/tags/tag53.xml"/>
  <Override ContentType="application/vnd.openxmlformats-officedocument.presentationml.tags+xml" PartName="/ppt/tags/tag54.xml"/>
  <Override ContentType="application/vnd.openxmlformats-officedocument.presentationml.tags+xml" PartName="/ppt/tags/tag55.xml"/>
  <Override ContentType="application/vnd.openxmlformats-officedocument.presentationml.tags+xml" PartName="/ppt/tags/tag56.xml"/>
  <Override ContentType="application/vnd.openxmlformats-officedocument.presentationml.tags+xml" PartName="/ppt/tags/tag57.xml"/>
  <Override ContentType="application/vnd.openxmlformats-officedocument.presentationml.tags+xml" PartName="/ppt/tags/tag58.xml"/>
  <Override ContentType="application/vnd.openxmlformats-officedocument.presentationml.tags+xml" PartName="/ppt/tags/tag59.xml"/>
  <Override ContentType="application/vnd.openxmlformats-officedocument.presentationml.tags+xml" PartName="/ppt/tags/tag60.xml"/>
  <Override ContentType="application/vnd.openxmlformats-officedocument.presentationml.tags+xml" PartName="/ppt/tags/tag61.xml"/>
  <Override ContentType="application/vnd.openxmlformats-officedocument.presentationml.tags+xml" PartName="/ppt/tags/tag62.xml"/>
  <Override ContentType="application/vnd.openxmlformats-officedocument.presentationml.tags+xml" PartName="/ppt/tags/tag63.xml"/>
  <Override ContentType="application/vnd.openxmlformats-officedocument.presentationml.tags+xml" PartName="/ppt/tags/tag64.xml"/>
  <Override ContentType="application/vnd.openxmlformats-officedocument.presentationml.tags+xml" PartName="/ppt/tags/tag65.xml"/>
  <Override ContentType="application/vnd.openxmlformats-officedocument.presentationml.tags+xml" PartName="/ppt/tags/tag66.xml"/>
  <Override ContentType="application/vnd.openxmlformats-officedocument.presentationml.tags+xml" PartName="/ppt/tags/tag67.xml"/>
  <Override ContentType="application/vnd.openxmlformats-officedocument.presentationml.notesSlide+xml" PartName="/ppt/notesSlides/notesSlide7.xml"/>
  <Override ContentType="application/vnd.openxmlformats-officedocument.drawingml.chart+xml" PartName="/ppt/charts/chart1.xml"/>
  <Override ContentType="application/vnd.openxmlformats-officedocument.themeOverride+xml" PartName="/ppt/theme/themeOverride1.xml"/>
  <Override ContentType="application/vnd.openxmlformats-officedocument.drawingml.chart+xml" PartName="/ppt/charts/chart2.xml"/>
  <Override ContentType="application/vnd.openxmlformats-officedocument.themeOverride+xml" PartName="/ppt/theme/themeOverride2.xml"/>
  <Override ContentType="application/vnd.openxmlformats-officedocument.presentationml.tags+xml" PartName="/ppt/tags/tag68.xml"/>
  <Override ContentType="application/vnd.openxmlformats-officedocument.presentationml.tags+xml" PartName="/ppt/tags/tag69.xml"/>
  <Override ContentType="application/vnd.openxmlformats-officedocument.presentationml.tags+xml" PartName="/ppt/tags/tag70.xml"/>
  <Override ContentType="application/vnd.openxmlformats-officedocument.presentationml.tags+xml" PartName="/ppt/tags/tag71.xml"/>
  <Override ContentType="application/vnd.openxmlformats-officedocument.presentationml.tags+xml" PartName="/ppt/tags/tag72.xml"/>
  <Override ContentType="application/vnd.openxmlformats-officedocument.presentationml.tags+xml" PartName="/ppt/tags/tag73.xml"/>
  <Override ContentType="application/vnd.openxmlformats-officedocument.presentationml.tags+xml" PartName="/ppt/tags/tag74.xml"/>
  <Override ContentType="application/vnd.openxmlformats-officedocument.presentationml.tags+xml" PartName="/ppt/tags/tag75.xml"/>
  <Override ContentType="application/vnd.openxmlformats-officedocument.presentationml.tags+xml" PartName="/ppt/tags/tag76.xml"/>
  <Override ContentType="application/vnd.openxmlformats-officedocument.presentationml.tags+xml" PartName="/ppt/tags/tag77.xml"/>
  <Override ContentType="application/vnd.openxmlformats-officedocument.presentationml.tags+xml" PartName="/ppt/tags/tag78.xml"/>
  <Override ContentType="application/vnd.openxmlformats-officedocument.presentationml.tags+xml" PartName="/ppt/tags/tag79.xml"/>
  <Override ContentType="application/vnd.openxmlformats-officedocument.presentationml.tags+xml" PartName="/ppt/tags/tag80.xml"/>
  <Override ContentType="application/vnd.openxmlformats-officedocument.presentationml.tags+xml" PartName="/ppt/tags/tag81.xml"/>
  <Override ContentType="application/vnd.openxmlformats-officedocument.presentationml.tags+xml" PartName="/ppt/tags/tag82.xml"/>
  <Override ContentType="application/vnd.openxmlformats-officedocument.presentationml.tags+xml" PartName="/ppt/tags/tag83.xml"/>
  <Override ContentType="application/vnd.openxmlformats-officedocument.presentationml.tags+xml" PartName="/ppt/tags/tag84.xml"/>
  <Override ContentType="application/vnd.openxmlformats-officedocument.presentationml.tags+xml" PartName="/ppt/tags/tag85.xml"/>
  <Override ContentType="application/vnd.openxmlformats-officedocument.presentationml.tags+xml" PartName="/ppt/tags/tag86.xml"/>
  <Override ContentType="application/vnd.openxmlformats-officedocument.presentationml.tags+xml" PartName="/ppt/tags/tag87.xml"/>
  <Override ContentType="application/vnd.openxmlformats-officedocument.presentationml.tags+xml" PartName="/ppt/tags/tag88.xml"/>
  <Override ContentType="application/vnd.openxmlformats-officedocument.presentationml.tags+xml" PartName="/ppt/tags/tag89.xml"/>
  <Override ContentType="application/vnd.openxmlformats-officedocument.presentationml.tags+xml" PartName="/ppt/tags/tag90.xml"/>
  <Override ContentType="application/vnd.openxmlformats-officedocument.presentationml.tags+xml" PartName="/ppt/tags/tag91.xml"/>
  <Override ContentType="application/vnd.openxmlformats-officedocument.presentationml.tags+xml" PartName="/ppt/tags/tag92.xml"/>
  <Override ContentType="application/vnd.openxmlformats-officedocument.presentationml.tags+xml" PartName="/ppt/tags/tag93.xml"/>
  <Override ContentType="application/vnd.openxmlformats-officedocument.presentationml.tags+xml" PartName="/ppt/tags/tag94.xml"/>
  <Override ContentType="application/vnd.openxmlformats-officedocument.presentationml.tags+xml" PartName="/ppt/tags/tag95.xml"/>
  <Override ContentType="application/vnd.openxmlformats-officedocument.presentationml.tags+xml" PartName="/ppt/tags/tag96.xml"/>
  <Override ContentType="application/vnd.openxmlformats-officedocument.presentationml.tags+xml" PartName="/ppt/tags/tag97.xml"/>
  <Override ContentType="application/vnd.openxmlformats-officedocument.presentationml.tags+xml" PartName="/ppt/tags/tag98.xml"/>
  <Override ContentType="application/vnd.openxmlformats-officedocument.presentationml.tags+xml" PartName="/ppt/tags/tag99.xml"/>
  <Override ContentType="application/vnd.openxmlformats-officedocument.presentationml.notesSlide+xml" PartName="/ppt/notesSlides/notesSlide8.xml"/>
  <Override ContentType="application/vnd.openxmlformats-officedocument.drawingml.diagramData+xml" PartName="/ppt/diagrams/data1.xml"/>
  <Override ContentType="application/vnd.openxmlformats-officedocument.drawingml.diagramLayout+xml" PartName="/ppt/diagrams/layout1.xml"/>
  <Override ContentType="application/vnd.openxmlformats-officedocument.drawingml.diagramStyle+xml" PartName="/ppt/diagrams/quickStyle1.xml"/>
  <Override ContentType="application/vnd.openxmlformats-officedocument.drawingml.diagramColors+xml" PartName="/ppt/diagrams/colors1.xml"/>
  <Override ContentType="application/vnd.ms-office.drawingml.diagramDrawing+xml" PartName="/ppt/diagrams/drawing1.xml"/>
  <Override ContentType="application/vnd.openxmlformats-officedocument.presentationml.notesSlide+xml" PartName="/ppt/notesSlides/notesSlide9.xml"/>
  <Override ContentType="application/vnd.openxmlformats-officedocument.presentationml.tags+xml" PartName="/ppt/tags/tag100.xml"/>
  <Override ContentType="application/vnd.openxmlformats-officedocument.presentationml.tags+xml" PartName="/ppt/tags/tag101.xml"/>
  <Override ContentType="application/vnd.openxmlformats-officedocument.presentationml.tags+xml" PartName="/ppt/tags/tag102.xml"/>
  <Override ContentType="application/vnd.openxmlformats-officedocument.presentationml.tags+xml" PartName="/ppt/tags/tag103.xml"/>
  <Override ContentType="application/vnd.openxmlformats-officedocument.presentationml.tags+xml" PartName="/ppt/tags/tag104.xml"/>
  <Override ContentType="application/vnd.openxmlformats-officedocument.presentationml.tags+xml" PartName="/ppt/tags/tag105.xml"/>
  <Override ContentType="application/vnd.openxmlformats-officedocument.presentationml.tags+xml" PartName="/ppt/tags/tag106.xml"/>
  <Override ContentType="application/vnd.openxmlformats-officedocument.presentationml.tags+xml" PartName="/ppt/tags/tag107.xml"/>
  <Override ContentType="application/vnd.openxmlformats-officedocument.presentationml.tags+xml" PartName="/ppt/tags/tag108.xml"/>
  <Override ContentType="application/vnd.openxmlformats-officedocument.presentationml.tags+xml" PartName="/ppt/tags/tag109.xml"/>
  <Override ContentType="application/vnd.openxmlformats-officedocument.presentationml.tags+xml" PartName="/ppt/tags/tag110.xml"/>
  <Override ContentType="application/vnd.openxmlformats-officedocument.presentationml.tags+xml" PartName="/ppt/tags/tag111.xml"/>
  <Override ContentType="application/vnd.openxmlformats-officedocument.presentationml.tags+xml" PartName="/ppt/tags/tag112.xml"/>
  <Override ContentType="application/vnd.openxmlformats-officedocument.presentationml.tags+xml" PartName="/ppt/tags/tag113.xml"/>
  <Override ContentType="application/vnd.openxmlformats-officedocument.presentationml.tags+xml" PartName="/ppt/tags/tag114.xml"/>
  <Override ContentType="application/vnd.openxmlformats-officedocument.presentationml.tags+xml" PartName="/ppt/tags/tag115.xml"/>
  <Override ContentType="application/vnd.openxmlformats-officedocument.presentationml.tags+xml" PartName="/ppt/tags/tag116.xml"/>
  <Override ContentType="application/vnd.openxmlformats-officedocument.presentationml.tags+xml" PartName="/ppt/tags/tag117.xml"/>
  <Override ContentType="application/vnd.openxmlformats-officedocument.presentationml.tags+xml" PartName="/ppt/tags/tag118.xml"/>
  <Override ContentType="application/vnd.openxmlformats-officedocument.presentationml.tags+xml" PartName="/ppt/tags/tag119.xml"/>
  <Override ContentType="application/vnd.openxmlformats-officedocument.presentationml.tags+xml" PartName="/ppt/tags/tag120.xml"/>
  <Override ContentType="application/vnd.openxmlformats-officedocument.presentationml.tags+xml" PartName="/ppt/tags/tag121.xml"/>
  <Override ContentType="application/vnd.openxmlformats-officedocument.presentationml.tags+xml" PartName="/ppt/tags/tag122.xml"/>
  <Override ContentType="application/vnd.openxmlformats-officedocument.presentationml.tags+xml" PartName="/ppt/tags/tag123.xml"/>
  <Override ContentType="application/vnd.openxmlformats-officedocument.presentationml.tags+xml" PartName="/ppt/tags/tag124.xml"/>
  <Override ContentType="application/vnd.openxmlformats-officedocument.presentationml.tags+xml" PartName="/ppt/tags/tag125.xml"/>
  <Override ContentType="application/vnd.openxmlformats-officedocument.presentationml.tags+xml" PartName="/ppt/tags/tag126.xml"/>
  <Override ContentType="application/vnd.openxmlformats-officedocument.presentationml.tags+xml" PartName="/ppt/tags/tag127.xml"/>
  <Override ContentType="application/vnd.openxmlformats-officedocument.presentationml.tags+xml" PartName="/ppt/tags/tag128.xml"/>
  <Override ContentType="application/vnd.openxmlformats-officedocument.presentationml.tags+xml" PartName="/ppt/tags/tag12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tags+xml" PartName="/ppt/tags/tag130.xml"/>
  <Override ContentType="application/vnd.openxmlformats-officedocument.presentationml.tags+xml" PartName="/ppt/tags/tag131.xml"/>
  <Override ContentType="application/vnd.openxmlformats-officedocument.presentationml.tags+xml" PartName="/ppt/tags/tag132.xml"/>
  <Override ContentType="application/vnd.openxmlformats-officedocument.presentationml.tags+xml" PartName="/ppt/tags/tag133.xml"/>
  <Override ContentType="application/vnd.openxmlformats-officedocument.presentationml.tags+xml" PartName="/ppt/tags/tag134.xml"/>
  <Override ContentType="application/vnd.openxmlformats-officedocument.presentationml.tags+xml" PartName="/ppt/tags/tag135.xml"/>
  <Override ContentType="application/vnd.openxmlformats-officedocument.presentationml.tags+xml" PartName="/ppt/tags/tag136.xml"/>
  <Override ContentType="application/vnd.openxmlformats-officedocument.presentationml.tags+xml" PartName="/ppt/tags/tag137.xml"/>
  <Override ContentType="application/vnd.openxmlformats-officedocument.presentationml.tags+xml" PartName="/ppt/tags/tag138.xml"/>
  <Override ContentType="application/vnd.openxmlformats-officedocument.presentationml.tags+xml" PartName="/ppt/tags/tag139.xml"/>
  <Override ContentType="application/vnd.openxmlformats-officedocument.presentationml.tags+xml" PartName="/ppt/tags/tag140.xml"/>
  <Override ContentType="application/vnd.openxmlformats-officedocument.presentationml.tags+xml" PartName="/ppt/tags/tag141.xml"/>
  <Override ContentType="application/vnd.openxmlformats-officedocument.presentationml.tags+xml" PartName="/ppt/tags/tag142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tags+xml" PartName="/ppt/tags/tag143.xml"/>
  <Override ContentType="application/vnd.openxmlformats-officedocument.presentationml.tags+xml" PartName="/ppt/tags/tag144.xml"/>
  <Override ContentType="application/vnd.openxmlformats-officedocument.presentationml.tags+xml" PartName="/ppt/tags/tag145.xml"/>
  <Override ContentType="application/vnd.openxmlformats-officedocument.presentationml.tags+xml" PartName="/ppt/tags/tag146.xml"/>
  <Override ContentType="application/vnd.openxmlformats-officedocument.presentationml.tags+xml" PartName="/ppt/tags/tag147.xml"/>
  <Override ContentType="application/vnd.openxmlformats-officedocument.presentationml.tags+xml" PartName="/ppt/tags/tag148.xml"/>
  <Override ContentType="application/vnd.openxmlformats-officedocument.presentationml.tags+xml" PartName="/ppt/tags/tag149.xml"/>
  <Override ContentType="application/vnd.openxmlformats-officedocument.presentationml.tags+xml" PartName="/ppt/tags/tag150.xml"/>
  <Override ContentType="application/vnd.openxmlformats-officedocument.presentationml.tags+xml" PartName="/ppt/tags/tag151.xml"/>
  <Override ContentType="application/vnd.openxmlformats-officedocument.presentationml.tags+xml" PartName="/ppt/tags/tag152.xml"/>
  <Override ContentType="application/vnd.openxmlformats-officedocument.presentationml.tags+xml" PartName="/ppt/tags/tag153.xml"/>
  <Override ContentType="application/vnd.openxmlformats-officedocument.presentationml.tags+xml" PartName="/ppt/tags/tag154.xml"/>
  <Override ContentType="application/vnd.openxmlformats-officedocument.presentationml.tags+xml" PartName="/ppt/tags/tag155.xml"/>
  <Override ContentType="application/vnd.openxmlformats-officedocument.presentationml.tags+xml" PartName="/ppt/tags/tag156.xml"/>
  <Override ContentType="application/vnd.openxmlformats-officedocument.presentationml.tags+xml" PartName="/ppt/tags/tag157.xml"/>
  <Override ContentType="application/vnd.openxmlformats-officedocument.presentationml.tags+xml" PartName="/ppt/tags/tag158.xml"/>
  <Override ContentType="application/vnd.openxmlformats-officedocument.presentationml.tags+xml" PartName="/ppt/tags/tag159.xml"/>
  <Override ContentType="application/vnd.openxmlformats-officedocument.presentationml.tags+xml" PartName="/ppt/tags/tag160.xml"/>
  <Override ContentType="application/vnd.openxmlformats-officedocument.presentationml.tags+xml" PartName="/ppt/tags/tag161.xml"/>
  <Override ContentType="application/vnd.openxmlformats-officedocument.presentationml.tags+xml" PartName="/ppt/tags/tag162.xml"/>
  <Override ContentType="application/vnd.openxmlformats-officedocument.presentationml.tags+xml" PartName="/ppt/tags/tag163.xml"/>
  <Override ContentType="application/vnd.openxmlformats-officedocument.presentationml.tags+xml" PartName="/ppt/tags/tag164.xml"/>
  <Override ContentType="application/vnd.openxmlformats-officedocument.presentationml.tags+xml" PartName="/ppt/tags/tag165.xml"/>
  <Override ContentType="application/vnd.openxmlformats-officedocument.presentationml.tags+xml" PartName="/ppt/tags/tag166.xml"/>
  <Override ContentType="application/vnd.openxmlformats-officedocument.presentationml.tags+xml" PartName="/ppt/tags/tag167.xml"/>
  <Override ContentType="application/vnd.openxmlformats-officedocument.presentationml.tags+xml" PartName="/ppt/tags/tag168.xml"/>
  <Override ContentType="application/vnd.openxmlformats-officedocument.presentationml.tags+xml" PartName="/ppt/tags/tag169.xml"/>
  <Override ContentType="application/vnd.openxmlformats-officedocument.presentationml.tags+xml" PartName="/ppt/tags/tag170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custom-properties+xml" PartName="/docProps/custom.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302" r:id="rId2"/>
    <p:sldId id="303" r:id="rId3"/>
    <p:sldId id="304" r:id="rId4"/>
    <p:sldId id="306" r:id="rId5"/>
    <p:sldId id="307" r:id="rId6"/>
    <p:sldId id="308" r:id="rId7"/>
    <p:sldId id="312" r:id="rId8"/>
    <p:sldId id="309" r:id="rId9"/>
    <p:sldId id="315" r:id="rId10"/>
    <p:sldId id="314" r:id="rId11"/>
    <p:sldId id="318" r:id="rId12"/>
    <p:sldId id="313" r:id="rId13"/>
    <p:sldId id="310" r:id="rId14"/>
    <p:sldId id="319" r:id="rId15"/>
    <p:sldId id="320" r:id="rId16"/>
    <p:sldId id="323" r:id="rId17"/>
    <p:sldId id="281" r:id="rId18"/>
    <p:sldId id="311" r:id="rId19"/>
    <p:sldId id="321" r:id="rId20"/>
    <p:sldId id="317" r:id="rId21"/>
    <p:sldId id="316" r:id="rId22"/>
    <p:sldId id="322" r:id="rId23"/>
    <p:sldId id="305" r:id="rId24"/>
  </p:sldIdLst>
  <p:sldSz cx="12192000" cy="6858000"/>
  <p:notesSz cx="6858000" cy="9144000"/>
  <p:custDataLst>
    <p:tags r:id="rId2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>
    <p:extLst>
      <p:ext uri="{19B8F6BF-5375-455C-9EA6-DF929625EA0E}">
        <p15:presenceInfo xmlns:p15="http://schemas.microsoft.com/office/powerpoint/2012/main" userId="Administrato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825"/>
    <a:srgbClr val="348534"/>
    <a:srgbClr val="9BBB59"/>
    <a:srgbClr val="5F6E06"/>
    <a:srgbClr val="7D9648"/>
    <a:srgbClr val="6E873A"/>
    <a:srgbClr val="809A4B"/>
    <a:srgbClr val="FF94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309" autoAdjust="0"/>
    <p:restoredTop sz="94660"/>
  </p:normalViewPr>
  <p:slideViewPr>
    <p:cSldViewPr snapToGrid="0">
      <p:cViewPr>
        <p:scale>
          <a:sx n="50" d="100"/>
          <a:sy n="50" d="100"/>
        </p:scale>
        <p:origin x="29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378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.xlsx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.xlsx"/><Relationship Id="rId1" Type="http://schemas.openxmlformats.org/officeDocument/2006/relationships/themeOverride" Target="../theme/themeOverrid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rgbClr val="005825"/>
            </a:solidFill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C0E5-45FB-897E-46AB3FD43ADA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0E5-45FB-897E-46AB3FD43ADA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C0E5-45FB-897E-46AB3FD43ADA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C0E5-45FB-897E-46AB3FD43ADA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C0E5-45FB-897E-46AB3FD43ADA}"/>
              </c:ext>
            </c:extLst>
          </c:dPt>
          <c:cat>
            <c:strRef>
              <c:f>Sheet1!$A$2:$A$6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430</c:v>
                </c:pt>
                <c:pt idx="1">
                  <c:v>688</c:v>
                </c:pt>
                <c:pt idx="2">
                  <c:v>389</c:v>
                </c:pt>
                <c:pt idx="3">
                  <c:v>650</c:v>
                </c:pt>
                <c:pt idx="4">
                  <c:v>910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C0E5-45FB-897E-46AB3FD43A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839207184"/>
        <c:axId val="1839211536"/>
      </c:barChart>
      <c:catAx>
        <c:axId val="18392071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chemeClr val="bg1">
                <a:lumMod val="65000"/>
              </a:schemeClr>
            </a:solidFill>
          </a:ln>
        </c:spPr>
        <c:txPr>
          <a:bodyPr/>
          <a:lstStyle/>
          <a:p>
            <a:pPr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defRPr>
            </a:pPr>
            <a:endParaRPr lang="zh-CN"/>
          </a:p>
        </c:txPr>
        <c:crossAx val="1839211536"/>
        <c:crosses val="autoZero"/>
        <c:auto val="1"/>
        <c:lblAlgn val="ctr"/>
        <c:lblOffset val="100"/>
        <c:noMultiLvlLbl val="0"/>
      </c:catAx>
      <c:valAx>
        <c:axId val="1839211536"/>
        <c:scaling>
          <c:orientation val="minMax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chemeClr val="bg1">
                <a:lumMod val="65000"/>
              </a:schemeClr>
            </a:solidFill>
          </a:ln>
        </c:spPr>
        <c:txPr>
          <a:bodyPr/>
          <a:lstStyle/>
          <a:p>
            <a:pPr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defRPr>
            </a:pPr>
            <a:endParaRPr lang="zh-CN"/>
          </a:p>
        </c:txPr>
        <c:crossAx val="18392071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rgbClr val="005825"/>
            </a:solidFill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91A6-4797-8ED9-8A5921BC87FC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1A6-4797-8ED9-8A5921BC87FC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91A6-4797-8ED9-8A5921BC87FC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91A6-4797-8ED9-8A5921BC87FC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91A6-4797-8ED9-8A5921BC87FC}"/>
              </c:ext>
            </c:extLst>
          </c:dPt>
          <c:cat>
            <c:strRef>
              <c:f>Sheet1!$A$2:$A$6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528</c:v>
                </c:pt>
                <c:pt idx="1">
                  <c:v>253</c:v>
                </c:pt>
                <c:pt idx="2">
                  <c:v>430</c:v>
                </c:pt>
                <c:pt idx="3">
                  <c:v>571</c:v>
                </c:pt>
                <c:pt idx="4">
                  <c:v>757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91A6-4797-8ED9-8A5921BC87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839212080"/>
        <c:axId val="1839213712"/>
      </c:barChart>
      <c:catAx>
        <c:axId val="183921208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chemeClr val="bg1">
                <a:lumMod val="65000"/>
              </a:schemeClr>
            </a:solidFill>
          </a:ln>
        </c:spPr>
        <c:txPr>
          <a:bodyPr/>
          <a:lstStyle/>
          <a:p>
            <a:pPr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defRPr>
            </a:pPr>
            <a:endParaRPr lang="zh-CN"/>
          </a:p>
        </c:txPr>
        <c:crossAx val="1839213712"/>
        <c:crosses val="autoZero"/>
        <c:auto val="1"/>
        <c:lblAlgn val="ctr"/>
        <c:lblOffset val="100"/>
        <c:noMultiLvlLbl val="0"/>
      </c:catAx>
      <c:valAx>
        <c:axId val="1839213712"/>
        <c:scaling>
          <c:orientation val="minMax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chemeClr val="bg1">
                <a:lumMod val="65000"/>
              </a:schemeClr>
            </a:solidFill>
          </a:ln>
        </c:spPr>
        <c:txPr>
          <a:bodyPr/>
          <a:lstStyle/>
          <a:p>
            <a:pPr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defRPr>
            </a:pPr>
            <a:endParaRPr lang="zh-CN"/>
          </a:p>
        </c:txPr>
        <c:crossAx val="183921208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2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FB895B3-B8DB-4FC8-8996-A5D044278F5F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2B30ACC-D597-4781-8AAA-3863C7EBEDA5}">
      <dgm:prSet phldrT="[Text]"/>
      <dgm:spPr>
        <a:xfrm>
          <a:off x="1937128" y="361"/>
          <a:ext cx="773943" cy="773943"/>
        </a:xfrm>
        <a:prstGeom prst="ellipse">
          <a:avLst/>
        </a:prstGeom>
        <a:solidFill>
          <a:srgbClr val="005825"/>
        </a:solidFill>
        <a:ln w="25400" cap="flat" cmpd="sng" algn="ctr">
          <a:noFill/>
          <a:prstDash val="solid"/>
        </a:ln>
        <a:effectLst/>
      </dgm:spPr>
      <dgm:t>
        <a:bodyPr/>
        <a:lstStyle/>
        <a:p>
          <a:pPr>
            <a:buNone/>
          </a:pPr>
          <a:endParaRPr lang="en-US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gm:t>
    </dgm:pt>
    <dgm:pt modelId="{07319FB6-40BF-4CB4-96F4-1DBB46624D67}" type="parTrans" cxnId="{151B53CB-8B70-4E23-B8CC-3896F1BDBF74}">
      <dgm:prSet/>
      <dgm:spPr/>
      <dgm:t>
        <a:bodyPr/>
        <a:lstStyle/>
        <a:p>
          <a:endParaRPr lang="en-US"/>
        </a:p>
      </dgm:t>
    </dgm:pt>
    <dgm:pt modelId="{91D29F60-3D12-434A-9A0D-EF31AD465855}" type="sibTrans" cxnId="{151B53CB-8B70-4E23-B8CC-3896F1BDBF74}">
      <dgm:prSet/>
      <dgm:spPr>
        <a:xfrm rot="1800000">
          <a:off x="2719395" y="544336"/>
          <a:ext cx="205705" cy="261205"/>
        </a:xfrm>
        <a:prstGeom prst="rightArrow">
          <a:avLst>
            <a:gd name="adj1" fmla="val 60000"/>
            <a:gd name="adj2" fmla="val 50000"/>
          </a:avLst>
        </a:prstGeom>
        <a:solidFill>
          <a:srgbClr val="4F81BD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/>
        <a:lstStyle/>
        <a:p>
          <a:pPr>
            <a:buNone/>
          </a:pPr>
          <a:endParaRPr lang="en-US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gm:t>
    </dgm:pt>
    <dgm:pt modelId="{B26B186E-311E-46E5-AED9-C62C97BD9D78}">
      <dgm:prSet phldrT="[Text]"/>
      <dgm:spPr>
        <a:xfrm>
          <a:off x="1937128" y="2324495"/>
          <a:ext cx="773943" cy="773943"/>
        </a:xfrm>
        <a:prstGeom prst="ellipse">
          <a:avLst/>
        </a:prstGeom>
        <a:solidFill>
          <a:srgbClr val="005825"/>
        </a:solidFill>
        <a:ln w="25400" cap="flat" cmpd="sng" algn="ctr">
          <a:noFill/>
          <a:prstDash val="solid"/>
        </a:ln>
        <a:effectLst/>
      </dgm:spPr>
      <dgm:t>
        <a:bodyPr/>
        <a:lstStyle/>
        <a:p>
          <a:pPr>
            <a:buNone/>
          </a:pPr>
          <a:endParaRPr lang="en-US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gm:t>
    </dgm:pt>
    <dgm:pt modelId="{F89143F5-D2C6-4943-A399-6B269127D7DB}" type="parTrans" cxnId="{6FCB003A-BB2B-4DC1-9D50-95D1CE3AABDE}">
      <dgm:prSet/>
      <dgm:spPr/>
      <dgm:t>
        <a:bodyPr/>
        <a:lstStyle/>
        <a:p>
          <a:endParaRPr lang="en-US"/>
        </a:p>
      </dgm:t>
    </dgm:pt>
    <dgm:pt modelId="{C4E15E16-D25B-445B-9568-C78B14FBE13D}" type="sibTrans" cxnId="{6FCB003A-BB2B-4DC1-9D50-95D1CE3AABDE}">
      <dgm:prSet/>
      <dgm:spPr>
        <a:xfrm rot="12600000">
          <a:off x="1723099" y="2293258"/>
          <a:ext cx="205705" cy="261205"/>
        </a:xfrm>
        <a:prstGeom prst="rightArrow">
          <a:avLst>
            <a:gd name="adj1" fmla="val 60000"/>
            <a:gd name="adj2" fmla="val 50000"/>
          </a:avLst>
        </a:prstGeom>
        <a:solidFill>
          <a:srgbClr val="4F81BD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/>
        <a:lstStyle/>
        <a:p>
          <a:pPr>
            <a:buNone/>
          </a:pPr>
          <a:endParaRPr lang="en-US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gm:t>
    </dgm:pt>
    <dgm:pt modelId="{CAABC44A-5E37-44CD-BB6C-0B4DABAB65E7}">
      <dgm:prSet phldrT="[Text]"/>
      <dgm:spPr>
        <a:xfrm>
          <a:off x="930748" y="581394"/>
          <a:ext cx="773943" cy="773943"/>
        </a:xfrm>
        <a:prstGeom prst="ellipse">
          <a:avLst/>
        </a:prstGeom>
        <a:solidFill>
          <a:srgbClr val="005825"/>
        </a:solidFill>
        <a:ln w="25400" cap="flat" cmpd="sng" algn="ctr">
          <a:noFill/>
          <a:prstDash val="solid"/>
        </a:ln>
        <a:effectLst/>
      </dgm:spPr>
      <dgm:t>
        <a:bodyPr/>
        <a:lstStyle/>
        <a:p>
          <a:pPr>
            <a:buNone/>
          </a:pPr>
          <a:endParaRPr lang="en-US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gm:t>
    </dgm:pt>
    <dgm:pt modelId="{DC371A64-B9A7-4FCF-A2E0-866160F21329}" type="parTrans" cxnId="{FED8909D-34BF-447D-B24E-484E3581EBD0}">
      <dgm:prSet/>
      <dgm:spPr/>
      <dgm:t>
        <a:bodyPr/>
        <a:lstStyle/>
        <a:p>
          <a:endParaRPr lang="en-US"/>
        </a:p>
      </dgm:t>
    </dgm:pt>
    <dgm:pt modelId="{8FDBEE83-B7F7-437F-AE82-CD9E66DB8CDC}" type="sibTrans" cxnId="{FED8909D-34BF-447D-B24E-484E3581EBD0}">
      <dgm:prSet/>
      <dgm:spPr>
        <a:xfrm rot="19800000">
          <a:off x="1713015" y="550157"/>
          <a:ext cx="205705" cy="261205"/>
        </a:xfrm>
        <a:prstGeom prst="rightArrow">
          <a:avLst>
            <a:gd name="adj1" fmla="val 60000"/>
            <a:gd name="adj2" fmla="val 50000"/>
          </a:avLst>
        </a:prstGeom>
        <a:solidFill>
          <a:srgbClr val="4F81BD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/>
        <a:lstStyle/>
        <a:p>
          <a:pPr>
            <a:buNone/>
          </a:pPr>
          <a:endParaRPr lang="en-US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gm:t>
    </dgm:pt>
    <dgm:pt modelId="{E50A7F38-19F1-4905-9829-FF60C1F2CE0E}">
      <dgm:prSet phldrT="[Text]"/>
      <dgm:spPr>
        <a:xfrm>
          <a:off x="2943507" y="1743461"/>
          <a:ext cx="773943" cy="773943"/>
        </a:xfrm>
        <a:prstGeom prst="ellipse">
          <a:avLst/>
        </a:prstGeom>
        <a:solidFill>
          <a:srgbClr val="005825"/>
        </a:solidFill>
        <a:ln w="25400" cap="flat" cmpd="sng" algn="ctr">
          <a:noFill/>
          <a:prstDash val="solid"/>
        </a:ln>
        <a:effectLst/>
      </dgm:spPr>
      <dgm:t>
        <a:bodyPr/>
        <a:lstStyle/>
        <a:p>
          <a:pPr>
            <a:buNone/>
          </a:pPr>
          <a:endParaRPr lang="en-US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gm:t>
    </dgm:pt>
    <dgm:pt modelId="{2EA445C4-842C-4476-897D-172964B54938}" type="parTrans" cxnId="{788B4866-78AE-44AE-A30F-9E16DDE56723}">
      <dgm:prSet/>
      <dgm:spPr/>
      <dgm:t>
        <a:bodyPr/>
        <a:lstStyle/>
        <a:p>
          <a:endParaRPr lang="en-US"/>
        </a:p>
      </dgm:t>
    </dgm:pt>
    <dgm:pt modelId="{2B60E9F4-DC82-4247-B011-6ED298124374}" type="sibTrans" cxnId="{788B4866-78AE-44AE-A30F-9E16DDE56723}">
      <dgm:prSet/>
      <dgm:spPr>
        <a:xfrm rot="9000000">
          <a:off x="2729478" y="2287436"/>
          <a:ext cx="205705" cy="261205"/>
        </a:xfrm>
        <a:prstGeom prst="rightArrow">
          <a:avLst>
            <a:gd name="adj1" fmla="val 60000"/>
            <a:gd name="adj2" fmla="val 50000"/>
          </a:avLst>
        </a:prstGeom>
        <a:solidFill>
          <a:srgbClr val="4F81BD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/>
        <a:lstStyle/>
        <a:p>
          <a:pPr>
            <a:buNone/>
          </a:pPr>
          <a:endParaRPr lang="en-US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gm:t>
    </dgm:pt>
    <dgm:pt modelId="{92286CCE-6919-4887-8729-C67813033FFE}">
      <dgm:prSet phldrT="[Text]"/>
      <dgm:spPr>
        <a:xfrm>
          <a:off x="2943507" y="581394"/>
          <a:ext cx="773943" cy="773943"/>
        </a:xfrm>
        <a:prstGeom prst="ellipse">
          <a:avLst/>
        </a:prstGeom>
        <a:solidFill>
          <a:srgbClr val="005825"/>
        </a:solidFill>
        <a:ln w="25400" cap="flat" cmpd="sng" algn="ctr">
          <a:noFill/>
          <a:prstDash val="solid"/>
        </a:ln>
        <a:effectLst/>
      </dgm:spPr>
      <dgm:t>
        <a:bodyPr/>
        <a:lstStyle/>
        <a:p>
          <a:pPr>
            <a:buNone/>
          </a:pPr>
          <a:endParaRPr lang="en-US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gm:t>
    </dgm:pt>
    <dgm:pt modelId="{D4B9D5A2-7C60-49F3-89E4-76C6804E3DB7}" type="sibTrans" cxnId="{771B68C9-C7FE-4CBA-A95D-9FBF40E28647}">
      <dgm:prSet/>
      <dgm:spPr>
        <a:xfrm rot="5400000">
          <a:off x="3227626" y="1412975"/>
          <a:ext cx="205705" cy="261205"/>
        </a:xfrm>
        <a:prstGeom prst="rightArrow">
          <a:avLst>
            <a:gd name="adj1" fmla="val 60000"/>
            <a:gd name="adj2" fmla="val 50000"/>
          </a:avLst>
        </a:prstGeom>
        <a:solidFill>
          <a:srgbClr val="4F81BD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/>
        <a:lstStyle/>
        <a:p>
          <a:pPr>
            <a:buNone/>
          </a:pPr>
          <a:endParaRPr lang="en-US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gm:t>
    </dgm:pt>
    <dgm:pt modelId="{C7198C4A-D0AF-49B8-9710-BA35FDEB6A97}" type="parTrans" cxnId="{771B68C9-C7FE-4CBA-A95D-9FBF40E28647}">
      <dgm:prSet/>
      <dgm:spPr/>
      <dgm:t>
        <a:bodyPr/>
        <a:lstStyle/>
        <a:p>
          <a:endParaRPr lang="en-US"/>
        </a:p>
      </dgm:t>
    </dgm:pt>
    <dgm:pt modelId="{08E14E02-2918-4355-9A39-DD22E265B0D8}">
      <dgm:prSet phldrT="[Text]"/>
      <dgm:spPr>
        <a:xfrm>
          <a:off x="930748" y="1743461"/>
          <a:ext cx="773943" cy="773943"/>
        </a:xfrm>
        <a:prstGeom prst="ellipse">
          <a:avLst/>
        </a:prstGeom>
        <a:solidFill>
          <a:srgbClr val="005825"/>
        </a:solidFill>
        <a:ln w="25400" cap="flat" cmpd="sng" algn="ctr">
          <a:noFill/>
          <a:prstDash val="solid"/>
        </a:ln>
        <a:effectLst/>
      </dgm:spPr>
      <dgm:t>
        <a:bodyPr/>
        <a:lstStyle/>
        <a:p>
          <a:pPr>
            <a:buNone/>
          </a:pPr>
          <a:endParaRPr lang="en-US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gm:t>
    </dgm:pt>
    <dgm:pt modelId="{1D0BDFB4-E441-4702-8722-ECF6615DDB22}" type="sibTrans" cxnId="{E25C620C-6A4E-4003-B754-5D919A78F44F}">
      <dgm:prSet/>
      <dgm:spPr>
        <a:xfrm rot="16200000">
          <a:off x="1214867" y="1424618"/>
          <a:ext cx="205705" cy="261205"/>
        </a:xfrm>
        <a:prstGeom prst="rightArrow">
          <a:avLst>
            <a:gd name="adj1" fmla="val 60000"/>
            <a:gd name="adj2" fmla="val 50000"/>
          </a:avLst>
        </a:prstGeom>
        <a:solidFill>
          <a:srgbClr val="4F81BD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/>
        <a:lstStyle/>
        <a:p>
          <a:pPr>
            <a:buNone/>
          </a:pPr>
          <a:endParaRPr lang="en-US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gm:t>
    </dgm:pt>
    <dgm:pt modelId="{9526C023-3539-42A9-88EE-BA4469318402}" type="parTrans" cxnId="{E25C620C-6A4E-4003-B754-5D919A78F44F}">
      <dgm:prSet/>
      <dgm:spPr/>
      <dgm:t>
        <a:bodyPr/>
        <a:lstStyle/>
        <a:p>
          <a:endParaRPr lang="en-US"/>
        </a:p>
      </dgm:t>
    </dgm:pt>
    <dgm:pt modelId="{ACCBD341-A816-47EC-AA08-F229270BBEC4}" type="pres">
      <dgm:prSet presAssocID="{BFB895B3-B8DB-4FC8-8996-A5D044278F5F}" presName="cycle" presStyleCnt="0">
        <dgm:presLayoutVars>
          <dgm:dir/>
          <dgm:resizeHandles val="exact"/>
        </dgm:presLayoutVars>
      </dgm:prSet>
      <dgm:spPr/>
    </dgm:pt>
    <dgm:pt modelId="{546316D0-DD31-4161-9520-4D204431FD35}" type="pres">
      <dgm:prSet presAssocID="{32B30ACC-D597-4781-8AAA-3863C7EBEDA5}" presName="node" presStyleLbl="node1" presStyleIdx="0" presStyleCnt="6">
        <dgm:presLayoutVars>
          <dgm:bulletEnabled val="1"/>
        </dgm:presLayoutVars>
      </dgm:prSet>
      <dgm:spPr/>
    </dgm:pt>
    <dgm:pt modelId="{2D61FE22-999D-42E1-BF07-4489569886D1}" type="pres">
      <dgm:prSet presAssocID="{91D29F60-3D12-434A-9A0D-EF31AD465855}" presName="sibTrans" presStyleLbl="sibTrans2D1" presStyleIdx="0" presStyleCnt="6"/>
      <dgm:spPr/>
    </dgm:pt>
    <dgm:pt modelId="{DC6B631A-4E42-4614-932F-FF4B537F1413}" type="pres">
      <dgm:prSet presAssocID="{91D29F60-3D12-434A-9A0D-EF31AD465855}" presName="connectorText" presStyleLbl="sibTrans2D1" presStyleIdx="0" presStyleCnt="6"/>
      <dgm:spPr/>
    </dgm:pt>
    <dgm:pt modelId="{31F576E8-7573-4116-BDDB-2B0408671397}" type="pres">
      <dgm:prSet presAssocID="{92286CCE-6919-4887-8729-C67813033FFE}" presName="node" presStyleLbl="node1" presStyleIdx="1" presStyleCnt="6">
        <dgm:presLayoutVars>
          <dgm:bulletEnabled val="1"/>
        </dgm:presLayoutVars>
      </dgm:prSet>
      <dgm:spPr/>
    </dgm:pt>
    <dgm:pt modelId="{94F7A3D3-D580-49DD-9239-4B6D3F955E38}" type="pres">
      <dgm:prSet presAssocID="{D4B9D5A2-7C60-49F3-89E4-76C6804E3DB7}" presName="sibTrans" presStyleLbl="sibTrans2D1" presStyleIdx="1" presStyleCnt="6"/>
      <dgm:spPr/>
    </dgm:pt>
    <dgm:pt modelId="{1E22D39B-9778-42DE-A8CC-B27F5EEB6B7D}" type="pres">
      <dgm:prSet presAssocID="{D4B9D5A2-7C60-49F3-89E4-76C6804E3DB7}" presName="connectorText" presStyleLbl="sibTrans2D1" presStyleIdx="1" presStyleCnt="6"/>
      <dgm:spPr/>
    </dgm:pt>
    <dgm:pt modelId="{AFC3DA9B-0729-4B32-91AC-6293B0FA608A}" type="pres">
      <dgm:prSet presAssocID="{E50A7F38-19F1-4905-9829-FF60C1F2CE0E}" presName="node" presStyleLbl="node1" presStyleIdx="2" presStyleCnt="6">
        <dgm:presLayoutVars>
          <dgm:bulletEnabled val="1"/>
        </dgm:presLayoutVars>
      </dgm:prSet>
      <dgm:spPr/>
    </dgm:pt>
    <dgm:pt modelId="{ABF2F062-1B50-4DCD-9211-90EB623418C7}" type="pres">
      <dgm:prSet presAssocID="{2B60E9F4-DC82-4247-B011-6ED298124374}" presName="sibTrans" presStyleLbl="sibTrans2D1" presStyleIdx="2" presStyleCnt="6"/>
      <dgm:spPr/>
    </dgm:pt>
    <dgm:pt modelId="{FC4F2D13-4ADC-44F5-9165-743580E80D64}" type="pres">
      <dgm:prSet presAssocID="{2B60E9F4-DC82-4247-B011-6ED298124374}" presName="connectorText" presStyleLbl="sibTrans2D1" presStyleIdx="2" presStyleCnt="6"/>
      <dgm:spPr/>
    </dgm:pt>
    <dgm:pt modelId="{95D58A11-C3C2-4ED9-9075-7FEB0B3FBC65}" type="pres">
      <dgm:prSet presAssocID="{B26B186E-311E-46E5-AED9-C62C97BD9D78}" presName="node" presStyleLbl="node1" presStyleIdx="3" presStyleCnt="6">
        <dgm:presLayoutVars>
          <dgm:bulletEnabled val="1"/>
        </dgm:presLayoutVars>
      </dgm:prSet>
      <dgm:spPr/>
    </dgm:pt>
    <dgm:pt modelId="{E03B8DEC-7EC3-499D-A96B-BBDBFEE6FFDC}" type="pres">
      <dgm:prSet presAssocID="{C4E15E16-D25B-445B-9568-C78B14FBE13D}" presName="sibTrans" presStyleLbl="sibTrans2D1" presStyleIdx="3" presStyleCnt="6"/>
      <dgm:spPr/>
    </dgm:pt>
    <dgm:pt modelId="{260B1676-5311-4FC0-99BB-04383C8E6F26}" type="pres">
      <dgm:prSet presAssocID="{C4E15E16-D25B-445B-9568-C78B14FBE13D}" presName="connectorText" presStyleLbl="sibTrans2D1" presStyleIdx="3" presStyleCnt="6"/>
      <dgm:spPr/>
    </dgm:pt>
    <dgm:pt modelId="{E525589A-1555-4E9B-B2F2-67B66C8271A7}" type="pres">
      <dgm:prSet presAssocID="{08E14E02-2918-4355-9A39-DD22E265B0D8}" presName="node" presStyleLbl="node1" presStyleIdx="4" presStyleCnt="6">
        <dgm:presLayoutVars>
          <dgm:bulletEnabled val="1"/>
        </dgm:presLayoutVars>
      </dgm:prSet>
      <dgm:spPr/>
    </dgm:pt>
    <dgm:pt modelId="{A7799163-262B-403C-AF1F-A62DB14042B9}" type="pres">
      <dgm:prSet presAssocID="{1D0BDFB4-E441-4702-8722-ECF6615DDB22}" presName="sibTrans" presStyleLbl="sibTrans2D1" presStyleIdx="4" presStyleCnt="6"/>
      <dgm:spPr/>
    </dgm:pt>
    <dgm:pt modelId="{5E685DC9-BE38-4A99-AB2C-D8BA9A4EF63D}" type="pres">
      <dgm:prSet presAssocID="{1D0BDFB4-E441-4702-8722-ECF6615DDB22}" presName="connectorText" presStyleLbl="sibTrans2D1" presStyleIdx="4" presStyleCnt="6"/>
      <dgm:spPr/>
    </dgm:pt>
    <dgm:pt modelId="{AF86D873-A891-4954-92DA-2F1724225247}" type="pres">
      <dgm:prSet presAssocID="{CAABC44A-5E37-44CD-BB6C-0B4DABAB65E7}" presName="node" presStyleLbl="node1" presStyleIdx="5" presStyleCnt="6">
        <dgm:presLayoutVars>
          <dgm:bulletEnabled val="1"/>
        </dgm:presLayoutVars>
      </dgm:prSet>
      <dgm:spPr/>
    </dgm:pt>
    <dgm:pt modelId="{B9C3BF58-0E09-4701-B549-27C5F4F31424}" type="pres">
      <dgm:prSet presAssocID="{8FDBEE83-B7F7-437F-AE82-CD9E66DB8CDC}" presName="sibTrans" presStyleLbl="sibTrans2D1" presStyleIdx="5" presStyleCnt="6"/>
      <dgm:spPr/>
    </dgm:pt>
    <dgm:pt modelId="{14E4036F-035D-446A-A662-53B886E0D9DB}" type="pres">
      <dgm:prSet presAssocID="{8FDBEE83-B7F7-437F-AE82-CD9E66DB8CDC}" presName="connectorText" presStyleLbl="sibTrans2D1" presStyleIdx="5" presStyleCnt="6"/>
      <dgm:spPr/>
    </dgm:pt>
  </dgm:ptLst>
  <dgm:cxnLst>
    <dgm:cxn modelId="{4B677609-4FF7-4D01-B5DA-EA7A51B728AD}" type="presOf" srcId="{08E14E02-2918-4355-9A39-DD22E265B0D8}" destId="{E525589A-1555-4E9B-B2F2-67B66C8271A7}" srcOrd="0" destOrd="0" presId="urn:microsoft.com/office/officeart/2005/8/layout/cycle2"/>
    <dgm:cxn modelId="{8C24600A-F3AC-48B2-9BCD-8CE5D39ED50D}" type="presOf" srcId="{2B60E9F4-DC82-4247-B011-6ED298124374}" destId="{ABF2F062-1B50-4DCD-9211-90EB623418C7}" srcOrd="0" destOrd="0" presId="urn:microsoft.com/office/officeart/2005/8/layout/cycle2"/>
    <dgm:cxn modelId="{E25C620C-6A4E-4003-B754-5D919A78F44F}" srcId="{BFB895B3-B8DB-4FC8-8996-A5D044278F5F}" destId="{08E14E02-2918-4355-9A39-DD22E265B0D8}" srcOrd="4" destOrd="0" parTransId="{9526C023-3539-42A9-88EE-BA4469318402}" sibTransId="{1D0BDFB4-E441-4702-8722-ECF6615DDB22}"/>
    <dgm:cxn modelId="{36ADBB13-72E7-4B0E-9A29-5771ABD03CDF}" type="presOf" srcId="{B26B186E-311E-46E5-AED9-C62C97BD9D78}" destId="{95D58A11-C3C2-4ED9-9075-7FEB0B3FBC65}" srcOrd="0" destOrd="0" presId="urn:microsoft.com/office/officeart/2005/8/layout/cycle2"/>
    <dgm:cxn modelId="{848C0239-3C2C-4F9A-AB73-8CF4FD24B832}" type="presOf" srcId="{CAABC44A-5E37-44CD-BB6C-0B4DABAB65E7}" destId="{AF86D873-A891-4954-92DA-2F1724225247}" srcOrd="0" destOrd="0" presId="urn:microsoft.com/office/officeart/2005/8/layout/cycle2"/>
    <dgm:cxn modelId="{6FCB003A-BB2B-4DC1-9D50-95D1CE3AABDE}" srcId="{BFB895B3-B8DB-4FC8-8996-A5D044278F5F}" destId="{B26B186E-311E-46E5-AED9-C62C97BD9D78}" srcOrd="3" destOrd="0" parTransId="{F89143F5-D2C6-4943-A399-6B269127D7DB}" sibTransId="{C4E15E16-D25B-445B-9568-C78B14FBE13D}"/>
    <dgm:cxn modelId="{0ED3C561-D5B1-4478-93B2-702190615F97}" type="presOf" srcId="{1D0BDFB4-E441-4702-8722-ECF6615DDB22}" destId="{A7799163-262B-403C-AF1F-A62DB14042B9}" srcOrd="0" destOrd="0" presId="urn:microsoft.com/office/officeart/2005/8/layout/cycle2"/>
    <dgm:cxn modelId="{704EFC64-8E31-4490-95F7-C5719285FE5D}" type="presOf" srcId="{8FDBEE83-B7F7-437F-AE82-CD9E66DB8CDC}" destId="{14E4036F-035D-446A-A662-53B886E0D9DB}" srcOrd="1" destOrd="0" presId="urn:microsoft.com/office/officeart/2005/8/layout/cycle2"/>
    <dgm:cxn modelId="{788B4866-78AE-44AE-A30F-9E16DDE56723}" srcId="{BFB895B3-B8DB-4FC8-8996-A5D044278F5F}" destId="{E50A7F38-19F1-4905-9829-FF60C1F2CE0E}" srcOrd="2" destOrd="0" parTransId="{2EA445C4-842C-4476-897D-172964B54938}" sibTransId="{2B60E9F4-DC82-4247-B011-6ED298124374}"/>
    <dgm:cxn modelId="{4F787946-68BD-4DD6-9979-4544BB80C4F2}" type="presOf" srcId="{1D0BDFB4-E441-4702-8722-ECF6615DDB22}" destId="{5E685DC9-BE38-4A99-AB2C-D8BA9A4EF63D}" srcOrd="1" destOrd="0" presId="urn:microsoft.com/office/officeart/2005/8/layout/cycle2"/>
    <dgm:cxn modelId="{BE0A124A-7575-4771-9F10-FE7CFF075A7A}" type="presOf" srcId="{2B60E9F4-DC82-4247-B011-6ED298124374}" destId="{FC4F2D13-4ADC-44F5-9165-743580E80D64}" srcOrd="1" destOrd="0" presId="urn:microsoft.com/office/officeart/2005/8/layout/cycle2"/>
    <dgm:cxn modelId="{B809ED74-1722-4469-8D67-FB99099A6184}" type="presOf" srcId="{91D29F60-3D12-434A-9A0D-EF31AD465855}" destId="{DC6B631A-4E42-4614-932F-FF4B537F1413}" srcOrd="1" destOrd="0" presId="urn:microsoft.com/office/officeart/2005/8/layout/cycle2"/>
    <dgm:cxn modelId="{67932E75-6ACC-4808-9DF4-3BFAD7946308}" type="presOf" srcId="{8FDBEE83-B7F7-437F-AE82-CD9E66DB8CDC}" destId="{B9C3BF58-0E09-4701-B549-27C5F4F31424}" srcOrd="0" destOrd="0" presId="urn:microsoft.com/office/officeart/2005/8/layout/cycle2"/>
    <dgm:cxn modelId="{7688FE56-969A-4A82-A7EA-069D1D64C5DD}" type="presOf" srcId="{BFB895B3-B8DB-4FC8-8996-A5D044278F5F}" destId="{ACCBD341-A816-47EC-AA08-F229270BBEC4}" srcOrd="0" destOrd="0" presId="urn:microsoft.com/office/officeart/2005/8/layout/cycle2"/>
    <dgm:cxn modelId="{BD109B7A-EE42-4378-AE49-61C103BBA3AA}" type="presOf" srcId="{D4B9D5A2-7C60-49F3-89E4-76C6804E3DB7}" destId="{1E22D39B-9778-42DE-A8CC-B27F5EEB6B7D}" srcOrd="1" destOrd="0" presId="urn:microsoft.com/office/officeart/2005/8/layout/cycle2"/>
    <dgm:cxn modelId="{FED8909D-34BF-447D-B24E-484E3581EBD0}" srcId="{BFB895B3-B8DB-4FC8-8996-A5D044278F5F}" destId="{CAABC44A-5E37-44CD-BB6C-0B4DABAB65E7}" srcOrd="5" destOrd="0" parTransId="{DC371A64-B9A7-4FCF-A2E0-866160F21329}" sibTransId="{8FDBEE83-B7F7-437F-AE82-CD9E66DB8CDC}"/>
    <dgm:cxn modelId="{50FA89AD-0E86-4933-8B97-E8A91730B9AC}" type="presOf" srcId="{D4B9D5A2-7C60-49F3-89E4-76C6804E3DB7}" destId="{94F7A3D3-D580-49DD-9239-4B6D3F955E38}" srcOrd="0" destOrd="0" presId="urn:microsoft.com/office/officeart/2005/8/layout/cycle2"/>
    <dgm:cxn modelId="{CB0754C2-74D5-4A29-BE7B-4205A6FC623A}" type="presOf" srcId="{32B30ACC-D597-4781-8AAA-3863C7EBEDA5}" destId="{546316D0-DD31-4161-9520-4D204431FD35}" srcOrd="0" destOrd="0" presId="urn:microsoft.com/office/officeart/2005/8/layout/cycle2"/>
    <dgm:cxn modelId="{771B68C9-C7FE-4CBA-A95D-9FBF40E28647}" srcId="{BFB895B3-B8DB-4FC8-8996-A5D044278F5F}" destId="{92286CCE-6919-4887-8729-C67813033FFE}" srcOrd="1" destOrd="0" parTransId="{C7198C4A-D0AF-49B8-9710-BA35FDEB6A97}" sibTransId="{D4B9D5A2-7C60-49F3-89E4-76C6804E3DB7}"/>
    <dgm:cxn modelId="{151B53CB-8B70-4E23-B8CC-3896F1BDBF74}" srcId="{BFB895B3-B8DB-4FC8-8996-A5D044278F5F}" destId="{32B30ACC-D597-4781-8AAA-3863C7EBEDA5}" srcOrd="0" destOrd="0" parTransId="{07319FB6-40BF-4CB4-96F4-1DBB46624D67}" sibTransId="{91D29F60-3D12-434A-9A0D-EF31AD465855}"/>
    <dgm:cxn modelId="{A9AA94D6-F5E0-4C60-BBDA-7C9974691E2D}" type="presOf" srcId="{E50A7F38-19F1-4905-9829-FF60C1F2CE0E}" destId="{AFC3DA9B-0729-4B32-91AC-6293B0FA608A}" srcOrd="0" destOrd="0" presId="urn:microsoft.com/office/officeart/2005/8/layout/cycle2"/>
    <dgm:cxn modelId="{FC8069E0-8EC8-4960-ABCE-9E364FA5AD4E}" type="presOf" srcId="{C4E15E16-D25B-445B-9568-C78B14FBE13D}" destId="{260B1676-5311-4FC0-99BB-04383C8E6F26}" srcOrd="1" destOrd="0" presId="urn:microsoft.com/office/officeart/2005/8/layout/cycle2"/>
    <dgm:cxn modelId="{E0FC6CEC-D995-429D-B870-26D8D91A77E9}" type="presOf" srcId="{C4E15E16-D25B-445B-9568-C78B14FBE13D}" destId="{E03B8DEC-7EC3-499D-A96B-BBDBFEE6FFDC}" srcOrd="0" destOrd="0" presId="urn:microsoft.com/office/officeart/2005/8/layout/cycle2"/>
    <dgm:cxn modelId="{41C74DF2-0C12-4F30-A8A1-DED4AEA06719}" type="presOf" srcId="{91D29F60-3D12-434A-9A0D-EF31AD465855}" destId="{2D61FE22-999D-42E1-BF07-4489569886D1}" srcOrd="0" destOrd="0" presId="urn:microsoft.com/office/officeart/2005/8/layout/cycle2"/>
    <dgm:cxn modelId="{BE707EF8-902D-4CAE-9A44-D92027FA332D}" type="presOf" srcId="{92286CCE-6919-4887-8729-C67813033FFE}" destId="{31F576E8-7573-4116-BDDB-2B0408671397}" srcOrd="0" destOrd="0" presId="urn:microsoft.com/office/officeart/2005/8/layout/cycle2"/>
    <dgm:cxn modelId="{6A17E5FC-10E9-47A2-BA57-2503F241DCEE}" type="presParOf" srcId="{ACCBD341-A816-47EC-AA08-F229270BBEC4}" destId="{546316D0-DD31-4161-9520-4D204431FD35}" srcOrd="0" destOrd="0" presId="urn:microsoft.com/office/officeart/2005/8/layout/cycle2"/>
    <dgm:cxn modelId="{5886DE2E-201E-442D-93B0-EFB42E48AFDF}" type="presParOf" srcId="{ACCBD341-A816-47EC-AA08-F229270BBEC4}" destId="{2D61FE22-999D-42E1-BF07-4489569886D1}" srcOrd="1" destOrd="0" presId="urn:microsoft.com/office/officeart/2005/8/layout/cycle2"/>
    <dgm:cxn modelId="{3FE9FC64-0EC0-4147-B6DE-4F9E6513677A}" type="presParOf" srcId="{2D61FE22-999D-42E1-BF07-4489569886D1}" destId="{DC6B631A-4E42-4614-932F-FF4B537F1413}" srcOrd="0" destOrd="0" presId="urn:microsoft.com/office/officeart/2005/8/layout/cycle2"/>
    <dgm:cxn modelId="{FE7C8803-C731-4FC2-B2AD-E95B06E73316}" type="presParOf" srcId="{ACCBD341-A816-47EC-AA08-F229270BBEC4}" destId="{31F576E8-7573-4116-BDDB-2B0408671397}" srcOrd="2" destOrd="0" presId="urn:microsoft.com/office/officeart/2005/8/layout/cycle2"/>
    <dgm:cxn modelId="{F4755D6E-8DB5-448D-B62A-DCCD241CF690}" type="presParOf" srcId="{ACCBD341-A816-47EC-AA08-F229270BBEC4}" destId="{94F7A3D3-D580-49DD-9239-4B6D3F955E38}" srcOrd="3" destOrd="0" presId="urn:microsoft.com/office/officeart/2005/8/layout/cycle2"/>
    <dgm:cxn modelId="{3E7293EA-031E-4AC7-A4AF-987027157B09}" type="presParOf" srcId="{94F7A3D3-D580-49DD-9239-4B6D3F955E38}" destId="{1E22D39B-9778-42DE-A8CC-B27F5EEB6B7D}" srcOrd="0" destOrd="0" presId="urn:microsoft.com/office/officeart/2005/8/layout/cycle2"/>
    <dgm:cxn modelId="{799A0348-9336-4465-B4D7-FA08BC0DC9F7}" type="presParOf" srcId="{ACCBD341-A816-47EC-AA08-F229270BBEC4}" destId="{AFC3DA9B-0729-4B32-91AC-6293B0FA608A}" srcOrd="4" destOrd="0" presId="urn:microsoft.com/office/officeart/2005/8/layout/cycle2"/>
    <dgm:cxn modelId="{3EFA178E-7ADD-497A-A954-5C3A9ACB2F46}" type="presParOf" srcId="{ACCBD341-A816-47EC-AA08-F229270BBEC4}" destId="{ABF2F062-1B50-4DCD-9211-90EB623418C7}" srcOrd="5" destOrd="0" presId="urn:microsoft.com/office/officeart/2005/8/layout/cycle2"/>
    <dgm:cxn modelId="{712FEA0A-6C2B-4723-B855-255F3B5A3509}" type="presParOf" srcId="{ABF2F062-1B50-4DCD-9211-90EB623418C7}" destId="{FC4F2D13-4ADC-44F5-9165-743580E80D64}" srcOrd="0" destOrd="0" presId="urn:microsoft.com/office/officeart/2005/8/layout/cycle2"/>
    <dgm:cxn modelId="{AD3C097F-76F6-4DC0-BB6B-01ED9FE6FA80}" type="presParOf" srcId="{ACCBD341-A816-47EC-AA08-F229270BBEC4}" destId="{95D58A11-C3C2-4ED9-9075-7FEB0B3FBC65}" srcOrd="6" destOrd="0" presId="urn:microsoft.com/office/officeart/2005/8/layout/cycle2"/>
    <dgm:cxn modelId="{A0C7438D-D2AD-4371-BF6E-999C5F999052}" type="presParOf" srcId="{ACCBD341-A816-47EC-AA08-F229270BBEC4}" destId="{E03B8DEC-7EC3-499D-A96B-BBDBFEE6FFDC}" srcOrd="7" destOrd="0" presId="urn:microsoft.com/office/officeart/2005/8/layout/cycle2"/>
    <dgm:cxn modelId="{369A257C-D082-40F9-A192-B7FCCAA76571}" type="presParOf" srcId="{E03B8DEC-7EC3-499D-A96B-BBDBFEE6FFDC}" destId="{260B1676-5311-4FC0-99BB-04383C8E6F26}" srcOrd="0" destOrd="0" presId="urn:microsoft.com/office/officeart/2005/8/layout/cycle2"/>
    <dgm:cxn modelId="{B552766E-CBE5-4992-B7E1-39294F77B4CF}" type="presParOf" srcId="{ACCBD341-A816-47EC-AA08-F229270BBEC4}" destId="{E525589A-1555-4E9B-B2F2-67B66C8271A7}" srcOrd="8" destOrd="0" presId="urn:microsoft.com/office/officeart/2005/8/layout/cycle2"/>
    <dgm:cxn modelId="{71A431C8-9673-47A2-A5C2-597EAFFA3BF0}" type="presParOf" srcId="{ACCBD341-A816-47EC-AA08-F229270BBEC4}" destId="{A7799163-262B-403C-AF1F-A62DB14042B9}" srcOrd="9" destOrd="0" presId="urn:microsoft.com/office/officeart/2005/8/layout/cycle2"/>
    <dgm:cxn modelId="{7A021DC4-2F49-4E4F-AC2E-3C26E6E8F6AE}" type="presParOf" srcId="{A7799163-262B-403C-AF1F-A62DB14042B9}" destId="{5E685DC9-BE38-4A99-AB2C-D8BA9A4EF63D}" srcOrd="0" destOrd="0" presId="urn:microsoft.com/office/officeart/2005/8/layout/cycle2"/>
    <dgm:cxn modelId="{5C668925-ACAB-4035-8D3C-7CB8AD7B941D}" type="presParOf" srcId="{ACCBD341-A816-47EC-AA08-F229270BBEC4}" destId="{AF86D873-A891-4954-92DA-2F1724225247}" srcOrd="10" destOrd="0" presId="urn:microsoft.com/office/officeart/2005/8/layout/cycle2"/>
    <dgm:cxn modelId="{8FB05940-71B5-4DF5-A004-443DE2137F6B}" type="presParOf" srcId="{ACCBD341-A816-47EC-AA08-F229270BBEC4}" destId="{B9C3BF58-0E09-4701-B549-27C5F4F31424}" srcOrd="11" destOrd="0" presId="urn:microsoft.com/office/officeart/2005/8/layout/cycle2"/>
    <dgm:cxn modelId="{C08EAAF0-1446-4137-8670-63E66D06D69F}" type="presParOf" srcId="{B9C3BF58-0E09-4701-B549-27C5F4F31424}" destId="{14E4036F-035D-446A-A662-53B886E0D9DB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4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6316D0-DD31-4161-9520-4D204431FD35}">
      <dsp:nvSpPr>
        <dsp:cNvPr id="0" name=""/>
        <dsp:cNvSpPr/>
      </dsp:nvSpPr>
      <dsp:spPr>
        <a:xfrm>
          <a:off x="2311613" y="600"/>
          <a:ext cx="923562" cy="923562"/>
        </a:xfrm>
        <a:prstGeom prst="ellipse">
          <a:avLst/>
        </a:prstGeom>
        <a:solidFill>
          <a:srgbClr val="005825"/>
        </a:solidFill>
        <a:ln w="254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900" kern="120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sp:txBody>
      <dsp:txXfrm>
        <a:off x="2446866" y="135853"/>
        <a:ext cx="653056" cy="653056"/>
      </dsp:txXfrm>
    </dsp:sp>
    <dsp:sp modelId="{2D61FE22-999D-42E1-BF07-4489569886D1}">
      <dsp:nvSpPr>
        <dsp:cNvPr id="0" name=""/>
        <dsp:cNvSpPr/>
      </dsp:nvSpPr>
      <dsp:spPr>
        <a:xfrm rot="1800000">
          <a:off x="3245081" y="649694"/>
          <a:ext cx="245382" cy="311702"/>
        </a:xfrm>
        <a:prstGeom prst="rightArrow">
          <a:avLst>
            <a:gd name="adj1" fmla="val 60000"/>
            <a:gd name="adj2" fmla="val 50000"/>
          </a:avLst>
        </a:prstGeom>
        <a:solidFill>
          <a:srgbClr val="4F81BD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sp:txBody>
      <dsp:txXfrm>
        <a:off x="3250012" y="693630"/>
        <a:ext cx="171767" cy="187022"/>
      </dsp:txXfrm>
    </dsp:sp>
    <dsp:sp modelId="{31F576E8-7573-4116-BDDB-2B0408671397}">
      <dsp:nvSpPr>
        <dsp:cNvPr id="0" name=""/>
        <dsp:cNvSpPr/>
      </dsp:nvSpPr>
      <dsp:spPr>
        <a:xfrm>
          <a:off x="3512399" y="693874"/>
          <a:ext cx="923562" cy="923562"/>
        </a:xfrm>
        <a:prstGeom prst="ellipse">
          <a:avLst/>
        </a:prstGeom>
        <a:solidFill>
          <a:srgbClr val="005825"/>
        </a:solidFill>
        <a:ln w="254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900" kern="120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sp:txBody>
      <dsp:txXfrm>
        <a:off x="3647652" y="829127"/>
        <a:ext cx="653056" cy="653056"/>
      </dsp:txXfrm>
    </dsp:sp>
    <dsp:sp modelId="{94F7A3D3-D580-49DD-9239-4B6D3F955E38}">
      <dsp:nvSpPr>
        <dsp:cNvPr id="0" name=""/>
        <dsp:cNvSpPr/>
      </dsp:nvSpPr>
      <dsp:spPr>
        <a:xfrm rot="5400000">
          <a:off x="3851489" y="1686133"/>
          <a:ext cx="245382" cy="311702"/>
        </a:xfrm>
        <a:prstGeom prst="rightArrow">
          <a:avLst>
            <a:gd name="adj1" fmla="val 60000"/>
            <a:gd name="adj2" fmla="val 50000"/>
          </a:avLst>
        </a:prstGeom>
        <a:solidFill>
          <a:srgbClr val="4F81BD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sp:txBody>
      <dsp:txXfrm>
        <a:off x="3888297" y="1711666"/>
        <a:ext cx="171767" cy="187022"/>
      </dsp:txXfrm>
    </dsp:sp>
    <dsp:sp modelId="{AFC3DA9B-0729-4B32-91AC-6293B0FA608A}">
      <dsp:nvSpPr>
        <dsp:cNvPr id="0" name=""/>
        <dsp:cNvSpPr/>
      </dsp:nvSpPr>
      <dsp:spPr>
        <a:xfrm>
          <a:off x="3512399" y="2080422"/>
          <a:ext cx="923562" cy="923562"/>
        </a:xfrm>
        <a:prstGeom prst="ellipse">
          <a:avLst/>
        </a:prstGeom>
        <a:solidFill>
          <a:srgbClr val="005825"/>
        </a:solidFill>
        <a:ln w="254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900" kern="120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sp:txBody>
      <dsp:txXfrm>
        <a:off x="3647652" y="2215675"/>
        <a:ext cx="653056" cy="653056"/>
      </dsp:txXfrm>
    </dsp:sp>
    <dsp:sp modelId="{ABF2F062-1B50-4DCD-9211-90EB623418C7}">
      <dsp:nvSpPr>
        <dsp:cNvPr id="0" name=""/>
        <dsp:cNvSpPr/>
      </dsp:nvSpPr>
      <dsp:spPr>
        <a:xfrm rot="9000000">
          <a:off x="3257110" y="2729517"/>
          <a:ext cx="245382" cy="311702"/>
        </a:xfrm>
        <a:prstGeom prst="rightArrow">
          <a:avLst>
            <a:gd name="adj1" fmla="val 60000"/>
            <a:gd name="adj2" fmla="val 50000"/>
          </a:avLst>
        </a:prstGeom>
        <a:solidFill>
          <a:srgbClr val="4F81BD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sp:txBody>
      <dsp:txXfrm rot="10800000">
        <a:off x="3325794" y="2773453"/>
        <a:ext cx="171767" cy="187022"/>
      </dsp:txXfrm>
    </dsp:sp>
    <dsp:sp modelId="{95D58A11-C3C2-4ED9-9075-7FEB0B3FBC65}">
      <dsp:nvSpPr>
        <dsp:cNvPr id="0" name=""/>
        <dsp:cNvSpPr/>
      </dsp:nvSpPr>
      <dsp:spPr>
        <a:xfrm>
          <a:off x="2311613" y="2773696"/>
          <a:ext cx="923562" cy="923562"/>
        </a:xfrm>
        <a:prstGeom prst="ellipse">
          <a:avLst/>
        </a:prstGeom>
        <a:solidFill>
          <a:srgbClr val="005825"/>
        </a:solidFill>
        <a:ln w="254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900" kern="120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sp:txBody>
      <dsp:txXfrm>
        <a:off x="2446866" y="2908949"/>
        <a:ext cx="653056" cy="653056"/>
      </dsp:txXfrm>
    </dsp:sp>
    <dsp:sp modelId="{E03B8DEC-7EC3-499D-A96B-BBDBFEE6FFDC}">
      <dsp:nvSpPr>
        <dsp:cNvPr id="0" name=""/>
        <dsp:cNvSpPr/>
      </dsp:nvSpPr>
      <dsp:spPr>
        <a:xfrm rot="12600000">
          <a:off x="2056324" y="2736462"/>
          <a:ext cx="245382" cy="311702"/>
        </a:xfrm>
        <a:prstGeom prst="rightArrow">
          <a:avLst>
            <a:gd name="adj1" fmla="val 60000"/>
            <a:gd name="adj2" fmla="val 50000"/>
          </a:avLst>
        </a:prstGeom>
        <a:solidFill>
          <a:srgbClr val="4F81BD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sp:txBody>
      <dsp:txXfrm rot="10800000">
        <a:off x="2125008" y="2817206"/>
        <a:ext cx="171767" cy="187022"/>
      </dsp:txXfrm>
    </dsp:sp>
    <dsp:sp modelId="{E525589A-1555-4E9B-B2F2-67B66C8271A7}">
      <dsp:nvSpPr>
        <dsp:cNvPr id="0" name=""/>
        <dsp:cNvSpPr/>
      </dsp:nvSpPr>
      <dsp:spPr>
        <a:xfrm>
          <a:off x="1110827" y="2080422"/>
          <a:ext cx="923562" cy="923562"/>
        </a:xfrm>
        <a:prstGeom prst="ellipse">
          <a:avLst/>
        </a:prstGeom>
        <a:solidFill>
          <a:srgbClr val="005825"/>
        </a:solidFill>
        <a:ln w="254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900" kern="120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sp:txBody>
      <dsp:txXfrm>
        <a:off x="1246080" y="2215675"/>
        <a:ext cx="653056" cy="653056"/>
      </dsp:txXfrm>
    </dsp:sp>
    <dsp:sp modelId="{A7799163-262B-403C-AF1F-A62DB14042B9}">
      <dsp:nvSpPr>
        <dsp:cNvPr id="0" name=""/>
        <dsp:cNvSpPr/>
      </dsp:nvSpPr>
      <dsp:spPr>
        <a:xfrm rot="16200000">
          <a:off x="1449916" y="1700023"/>
          <a:ext cx="245382" cy="311702"/>
        </a:xfrm>
        <a:prstGeom prst="rightArrow">
          <a:avLst>
            <a:gd name="adj1" fmla="val 60000"/>
            <a:gd name="adj2" fmla="val 50000"/>
          </a:avLst>
        </a:prstGeom>
        <a:solidFill>
          <a:srgbClr val="4F81BD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sp:txBody>
      <dsp:txXfrm>
        <a:off x="1486724" y="1799171"/>
        <a:ext cx="171767" cy="187022"/>
      </dsp:txXfrm>
    </dsp:sp>
    <dsp:sp modelId="{AF86D873-A891-4954-92DA-2F1724225247}">
      <dsp:nvSpPr>
        <dsp:cNvPr id="0" name=""/>
        <dsp:cNvSpPr/>
      </dsp:nvSpPr>
      <dsp:spPr>
        <a:xfrm>
          <a:off x="1110827" y="693874"/>
          <a:ext cx="923562" cy="923562"/>
        </a:xfrm>
        <a:prstGeom prst="ellipse">
          <a:avLst/>
        </a:prstGeom>
        <a:solidFill>
          <a:srgbClr val="005825"/>
        </a:solidFill>
        <a:ln w="254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900" kern="120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sp:txBody>
      <dsp:txXfrm>
        <a:off x="1246080" y="829127"/>
        <a:ext cx="653056" cy="653056"/>
      </dsp:txXfrm>
    </dsp:sp>
    <dsp:sp modelId="{B9C3BF58-0E09-4701-B549-27C5F4F31424}">
      <dsp:nvSpPr>
        <dsp:cNvPr id="0" name=""/>
        <dsp:cNvSpPr/>
      </dsp:nvSpPr>
      <dsp:spPr>
        <a:xfrm rot="19800000">
          <a:off x="2044295" y="656639"/>
          <a:ext cx="245382" cy="311702"/>
        </a:xfrm>
        <a:prstGeom prst="rightArrow">
          <a:avLst>
            <a:gd name="adj1" fmla="val 60000"/>
            <a:gd name="adj2" fmla="val 50000"/>
          </a:avLst>
        </a:prstGeom>
        <a:solidFill>
          <a:srgbClr val="4F81BD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sp:txBody>
      <dsp:txXfrm>
        <a:off x="2049226" y="737383"/>
        <a:ext cx="171767" cy="1870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8B7ACF-DF08-4826-9911-07554A486C84}" type="datetimeFigureOut">
              <a:rPr lang="zh-CN" altLang="en-US" smtClean="0"/>
              <a:t>2018/3/16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9984FA-FE6C-4E61-9CDF-9898312729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611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9984FA-FE6C-4E61-9CDF-98983127298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09004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9984FA-FE6C-4E61-9CDF-98983127298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76178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9984FA-FE6C-4E61-9CDF-98983127298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24786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9984FA-FE6C-4E61-9CDF-98983127298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8205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9984FA-FE6C-4E61-9CDF-98983127298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95291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9984FA-FE6C-4E61-9CDF-98983127298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02355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9984FA-FE6C-4E61-9CDF-98983127298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50031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9984FA-FE6C-4E61-9CDF-98983127298F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46053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9984FA-FE6C-4E61-9CDF-98983127298F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98872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9984FA-FE6C-4E61-9CDF-98983127298F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50590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9984FA-FE6C-4E61-9CDF-98983127298F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98755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9984FA-FE6C-4E61-9CDF-98983127298F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28998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9984FA-FE6C-4E61-9CDF-98983127298F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22281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9984FA-FE6C-4E61-9CDF-98983127298F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3902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9984FA-FE6C-4E61-9CDF-98983127298F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02995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9984FA-FE6C-4E61-9CDF-98983127298F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60350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9984FA-FE6C-4E61-9CDF-98983127298F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54656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9984FA-FE6C-4E61-9CDF-98983127298F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60041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9984FA-FE6C-4E61-9CDF-98983127298F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04937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2.png"/><Relationship Id="rId5" Type="http://schemas.openxmlformats.org/officeDocument/2006/relationships/image" Target="../media/image1.jp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image" Target="../media/image3.png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image" Target="../media/image1.jpg"/><Relationship Id="rId2" Type="http://schemas.openxmlformats.org/officeDocument/2006/relationships/tags" Target="../tags/tag3.xml"/><Relationship Id="rId16" Type="http://schemas.openxmlformats.org/officeDocument/2006/relationships/notesSlide" Target="../notesSlides/notesSlide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slideLayout" Target="../slideLayouts/slideLayout1.xml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23.xml"/><Relationship Id="rId13" Type="http://schemas.openxmlformats.org/officeDocument/2006/relationships/tags" Target="../tags/tag28.xml"/><Relationship Id="rId18" Type="http://schemas.openxmlformats.org/officeDocument/2006/relationships/notesSlide" Target="../notesSlides/notesSlide5.xml"/><Relationship Id="rId3" Type="http://schemas.openxmlformats.org/officeDocument/2006/relationships/tags" Target="../tags/tag18.xml"/><Relationship Id="rId7" Type="http://schemas.openxmlformats.org/officeDocument/2006/relationships/tags" Target="../tags/tag22.xml"/><Relationship Id="rId12" Type="http://schemas.openxmlformats.org/officeDocument/2006/relationships/tags" Target="../tags/tag27.xml"/><Relationship Id="rId17" Type="http://schemas.openxmlformats.org/officeDocument/2006/relationships/slideLayout" Target="../slideLayouts/slideLayout1.xml"/><Relationship Id="rId2" Type="http://schemas.openxmlformats.org/officeDocument/2006/relationships/tags" Target="../tags/tag17.xml"/><Relationship Id="rId16" Type="http://schemas.openxmlformats.org/officeDocument/2006/relationships/tags" Target="../tags/tag31.xml"/><Relationship Id="rId20" Type="http://schemas.openxmlformats.org/officeDocument/2006/relationships/image" Target="../media/image3.png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11" Type="http://schemas.openxmlformats.org/officeDocument/2006/relationships/tags" Target="../tags/tag26.xml"/><Relationship Id="rId5" Type="http://schemas.openxmlformats.org/officeDocument/2006/relationships/tags" Target="../tags/tag20.xml"/><Relationship Id="rId15" Type="http://schemas.openxmlformats.org/officeDocument/2006/relationships/tags" Target="../tags/tag30.xml"/><Relationship Id="rId10" Type="http://schemas.openxmlformats.org/officeDocument/2006/relationships/tags" Target="../tags/tag25.xml"/><Relationship Id="rId19" Type="http://schemas.openxmlformats.org/officeDocument/2006/relationships/image" Target="../media/image1.jpg"/><Relationship Id="rId4" Type="http://schemas.openxmlformats.org/officeDocument/2006/relationships/tags" Target="../tags/tag19.xml"/><Relationship Id="rId9" Type="http://schemas.openxmlformats.org/officeDocument/2006/relationships/tags" Target="../tags/tag24.xml"/><Relationship Id="rId14" Type="http://schemas.openxmlformats.org/officeDocument/2006/relationships/tags" Target="../tags/tag29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39.xml"/><Relationship Id="rId13" Type="http://schemas.openxmlformats.org/officeDocument/2006/relationships/tags" Target="../tags/tag44.xml"/><Relationship Id="rId18" Type="http://schemas.openxmlformats.org/officeDocument/2006/relationships/tags" Target="../tags/tag49.xml"/><Relationship Id="rId3" Type="http://schemas.openxmlformats.org/officeDocument/2006/relationships/tags" Target="../tags/tag34.xml"/><Relationship Id="rId21" Type="http://schemas.openxmlformats.org/officeDocument/2006/relationships/slideLayout" Target="../slideLayouts/slideLayout1.xml"/><Relationship Id="rId7" Type="http://schemas.openxmlformats.org/officeDocument/2006/relationships/tags" Target="../tags/tag38.xml"/><Relationship Id="rId12" Type="http://schemas.openxmlformats.org/officeDocument/2006/relationships/tags" Target="../tags/tag43.xml"/><Relationship Id="rId17" Type="http://schemas.openxmlformats.org/officeDocument/2006/relationships/tags" Target="../tags/tag48.xml"/><Relationship Id="rId2" Type="http://schemas.openxmlformats.org/officeDocument/2006/relationships/tags" Target="../tags/tag33.xml"/><Relationship Id="rId16" Type="http://schemas.openxmlformats.org/officeDocument/2006/relationships/tags" Target="../tags/tag47.xml"/><Relationship Id="rId20" Type="http://schemas.openxmlformats.org/officeDocument/2006/relationships/tags" Target="../tags/tag51.xml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11" Type="http://schemas.openxmlformats.org/officeDocument/2006/relationships/tags" Target="../tags/tag42.xml"/><Relationship Id="rId24" Type="http://schemas.openxmlformats.org/officeDocument/2006/relationships/image" Target="../media/image3.png"/><Relationship Id="rId5" Type="http://schemas.openxmlformats.org/officeDocument/2006/relationships/tags" Target="../tags/tag36.xml"/><Relationship Id="rId15" Type="http://schemas.openxmlformats.org/officeDocument/2006/relationships/tags" Target="../tags/tag46.xml"/><Relationship Id="rId23" Type="http://schemas.openxmlformats.org/officeDocument/2006/relationships/image" Target="../media/image1.jpg"/><Relationship Id="rId10" Type="http://schemas.openxmlformats.org/officeDocument/2006/relationships/tags" Target="../tags/tag41.xml"/><Relationship Id="rId19" Type="http://schemas.openxmlformats.org/officeDocument/2006/relationships/tags" Target="../tags/tag50.xml"/><Relationship Id="rId4" Type="http://schemas.openxmlformats.org/officeDocument/2006/relationships/tags" Target="../tags/tag35.xml"/><Relationship Id="rId9" Type="http://schemas.openxmlformats.org/officeDocument/2006/relationships/tags" Target="../tags/tag40.xml"/><Relationship Id="rId14" Type="http://schemas.openxmlformats.org/officeDocument/2006/relationships/tags" Target="../tags/tag45.xml"/><Relationship Id="rId22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59.xml"/><Relationship Id="rId13" Type="http://schemas.openxmlformats.org/officeDocument/2006/relationships/tags" Target="../tags/tag64.xml"/><Relationship Id="rId18" Type="http://schemas.openxmlformats.org/officeDocument/2006/relationships/notesSlide" Target="../notesSlides/notesSlide7.xml"/><Relationship Id="rId3" Type="http://schemas.openxmlformats.org/officeDocument/2006/relationships/tags" Target="../tags/tag54.xml"/><Relationship Id="rId21" Type="http://schemas.openxmlformats.org/officeDocument/2006/relationships/chart" Target="../charts/chart1.xml"/><Relationship Id="rId7" Type="http://schemas.openxmlformats.org/officeDocument/2006/relationships/tags" Target="../tags/tag58.xml"/><Relationship Id="rId12" Type="http://schemas.openxmlformats.org/officeDocument/2006/relationships/tags" Target="../tags/tag63.xml"/><Relationship Id="rId17" Type="http://schemas.openxmlformats.org/officeDocument/2006/relationships/slideLayout" Target="../slideLayouts/slideLayout1.xml"/><Relationship Id="rId2" Type="http://schemas.openxmlformats.org/officeDocument/2006/relationships/tags" Target="../tags/tag53.xml"/><Relationship Id="rId16" Type="http://schemas.openxmlformats.org/officeDocument/2006/relationships/tags" Target="../tags/tag67.xml"/><Relationship Id="rId20" Type="http://schemas.openxmlformats.org/officeDocument/2006/relationships/image" Target="../media/image3.png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11" Type="http://schemas.openxmlformats.org/officeDocument/2006/relationships/tags" Target="../tags/tag62.xml"/><Relationship Id="rId5" Type="http://schemas.openxmlformats.org/officeDocument/2006/relationships/tags" Target="../tags/tag56.xml"/><Relationship Id="rId15" Type="http://schemas.openxmlformats.org/officeDocument/2006/relationships/tags" Target="../tags/tag66.xml"/><Relationship Id="rId10" Type="http://schemas.openxmlformats.org/officeDocument/2006/relationships/tags" Target="../tags/tag61.xml"/><Relationship Id="rId19" Type="http://schemas.openxmlformats.org/officeDocument/2006/relationships/image" Target="../media/image1.jpg"/><Relationship Id="rId4" Type="http://schemas.openxmlformats.org/officeDocument/2006/relationships/tags" Target="../tags/tag55.xml"/><Relationship Id="rId9" Type="http://schemas.openxmlformats.org/officeDocument/2006/relationships/tags" Target="../tags/tag60.xml"/><Relationship Id="rId14" Type="http://schemas.openxmlformats.org/officeDocument/2006/relationships/tags" Target="../tags/tag65.xml"/><Relationship Id="rId22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75.xml"/><Relationship Id="rId13" Type="http://schemas.openxmlformats.org/officeDocument/2006/relationships/tags" Target="../tags/tag80.xml"/><Relationship Id="rId18" Type="http://schemas.openxmlformats.org/officeDocument/2006/relationships/tags" Target="../tags/tag85.xml"/><Relationship Id="rId26" Type="http://schemas.openxmlformats.org/officeDocument/2006/relationships/tags" Target="../tags/tag93.xml"/><Relationship Id="rId39" Type="http://schemas.openxmlformats.org/officeDocument/2006/relationships/diagramQuickStyle" Target="../diagrams/quickStyle1.xml"/><Relationship Id="rId3" Type="http://schemas.openxmlformats.org/officeDocument/2006/relationships/tags" Target="../tags/tag70.xml"/><Relationship Id="rId21" Type="http://schemas.openxmlformats.org/officeDocument/2006/relationships/tags" Target="../tags/tag88.xml"/><Relationship Id="rId34" Type="http://schemas.openxmlformats.org/officeDocument/2006/relationships/notesSlide" Target="../notesSlides/notesSlide8.xml"/><Relationship Id="rId7" Type="http://schemas.openxmlformats.org/officeDocument/2006/relationships/tags" Target="../tags/tag74.xml"/><Relationship Id="rId12" Type="http://schemas.openxmlformats.org/officeDocument/2006/relationships/tags" Target="../tags/tag79.xml"/><Relationship Id="rId17" Type="http://schemas.openxmlformats.org/officeDocument/2006/relationships/tags" Target="../tags/tag84.xml"/><Relationship Id="rId25" Type="http://schemas.openxmlformats.org/officeDocument/2006/relationships/tags" Target="../tags/tag92.xml"/><Relationship Id="rId33" Type="http://schemas.openxmlformats.org/officeDocument/2006/relationships/slideLayout" Target="../slideLayouts/slideLayout1.xml"/><Relationship Id="rId38" Type="http://schemas.openxmlformats.org/officeDocument/2006/relationships/diagramLayout" Target="../diagrams/layout1.xml"/><Relationship Id="rId2" Type="http://schemas.openxmlformats.org/officeDocument/2006/relationships/tags" Target="../tags/tag69.xml"/><Relationship Id="rId16" Type="http://schemas.openxmlformats.org/officeDocument/2006/relationships/tags" Target="../tags/tag83.xml"/><Relationship Id="rId20" Type="http://schemas.openxmlformats.org/officeDocument/2006/relationships/tags" Target="../tags/tag87.xml"/><Relationship Id="rId29" Type="http://schemas.openxmlformats.org/officeDocument/2006/relationships/tags" Target="../tags/tag96.xml"/><Relationship Id="rId41" Type="http://schemas.microsoft.com/office/2007/relationships/diagramDrawing" Target="../diagrams/drawing1.xml"/><Relationship Id="rId1" Type="http://schemas.openxmlformats.org/officeDocument/2006/relationships/tags" Target="../tags/tag68.xml"/><Relationship Id="rId6" Type="http://schemas.openxmlformats.org/officeDocument/2006/relationships/tags" Target="../tags/tag73.xml"/><Relationship Id="rId11" Type="http://schemas.openxmlformats.org/officeDocument/2006/relationships/tags" Target="../tags/tag78.xml"/><Relationship Id="rId24" Type="http://schemas.openxmlformats.org/officeDocument/2006/relationships/tags" Target="../tags/tag91.xml"/><Relationship Id="rId32" Type="http://schemas.openxmlformats.org/officeDocument/2006/relationships/tags" Target="../tags/tag99.xml"/><Relationship Id="rId37" Type="http://schemas.openxmlformats.org/officeDocument/2006/relationships/diagramData" Target="../diagrams/data1.xml"/><Relationship Id="rId40" Type="http://schemas.openxmlformats.org/officeDocument/2006/relationships/diagramColors" Target="../diagrams/colors1.xml"/><Relationship Id="rId5" Type="http://schemas.openxmlformats.org/officeDocument/2006/relationships/tags" Target="../tags/tag72.xml"/><Relationship Id="rId15" Type="http://schemas.openxmlformats.org/officeDocument/2006/relationships/tags" Target="../tags/tag82.xml"/><Relationship Id="rId23" Type="http://schemas.openxmlformats.org/officeDocument/2006/relationships/tags" Target="../tags/tag90.xml"/><Relationship Id="rId28" Type="http://schemas.openxmlformats.org/officeDocument/2006/relationships/tags" Target="../tags/tag95.xml"/><Relationship Id="rId36" Type="http://schemas.openxmlformats.org/officeDocument/2006/relationships/image" Target="../media/image3.png"/><Relationship Id="rId10" Type="http://schemas.openxmlformats.org/officeDocument/2006/relationships/tags" Target="../tags/tag77.xml"/><Relationship Id="rId19" Type="http://schemas.openxmlformats.org/officeDocument/2006/relationships/tags" Target="../tags/tag86.xml"/><Relationship Id="rId31" Type="http://schemas.openxmlformats.org/officeDocument/2006/relationships/tags" Target="../tags/tag98.xml"/><Relationship Id="rId4" Type="http://schemas.openxmlformats.org/officeDocument/2006/relationships/tags" Target="../tags/tag71.xml"/><Relationship Id="rId9" Type="http://schemas.openxmlformats.org/officeDocument/2006/relationships/tags" Target="../tags/tag76.xml"/><Relationship Id="rId14" Type="http://schemas.openxmlformats.org/officeDocument/2006/relationships/tags" Target="../tags/tag81.xml"/><Relationship Id="rId22" Type="http://schemas.openxmlformats.org/officeDocument/2006/relationships/tags" Target="../tags/tag89.xml"/><Relationship Id="rId27" Type="http://schemas.openxmlformats.org/officeDocument/2006/relationships/tags" Target="../tags/tag94.xml"/><Relationship Id="rId30" Type="http://schemas.openxmlformats.org/officeDocument/2006/relationships/tags" Target="../tags/tag97.xml"/><Relationship Id="rId35" Type="http://schemas.openxmlformats.org/officeDocument/2006/relationships/image" Target="../media/image1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107.xml"/><Relationship Id="rId13" Type="http://schemas.openxmlformats.org/officeDocument/2006/relationships/tags" Target="../tags/tag112.xml"/><Relationship Id="rId18" Type="http://schemas.openxmlformats.org/officeDocument/2006/relationships/tags" Target="../tags/tag117.xml"/><Relationship Id="rId26" Type="http://schemas.openxmlformats.org/officeDocument/2006/relationships/tags" Target="../tags/tag125.xml"/><Relationship Id="rId3" Type="http://schemas.openxmlformats.org/officeDocument/2006/relationships/tags" Target="../tags/tag102.xml"/><Relationship Id="rId21" Type="http://schemas.openxmlformats.org/officeDocument/2006/relationships/tags" Target="../tags/tag120.xml"/><Relationship Id="rId34" Type="http://schemas.openxmlformats.org/officeDocument/2006/relationships/image" Target="../media/image3.png"/><Relationship Id="rId7" Type="http://schemas.openxmlformats.org/officeDocument/2006/relationships/tags" Target="../tags/tag106.xml"/><Relationship Id="rId12" Type="http://schemas.openxmlformats.org/officeDocument/2006/relationships/tags" Target="../tags/tag111.xml"/><Relationship Id="rId17" Type="http://schemas.openxmlformats.org/officeDocument/2006/relationships/tags" Target="../tags/tag116.xml"/><Relationship Id="rId25" Type="http://schemas.openxmlformats.org/officeDocument/2006/relationships/tags" Target="../tags/tag124.xml"/><Relationship Id="rId33" Type="http://schemas.openxmlformats.org/officeDocument/2006/relationships/image" Target="../media/image1.jpg"/><Relationship Id="rId2" Type="http://schemas.openxmlformats.org/officeDocument/2006/relationships/tags" Target="../tags/tag101.xml"/><Relationship Id="rId16" Type="http://schemas.openxmlformats.org/officeDocument/2006/relationships/tags" Target="../tags/tag115.xml"/><Relationship Id="rId20" Type="http://schemas.openxmlformats.org/officeDocument/2006/relationships/tags" Target="../tags/tag119.xml"/><Relationship Id="rId29" Type="http://schemas.openxmlformats.org/officeDocument/2006/relationships/tags" Target="../tags/tag128.xml"/><Relationship Id="rId1" Type="http://schemas.openxmlformats.org/officeDocument/2006/relationships/tags" Target="../tags/tag100.xml"/><Relationship Id="rId6" Type="http://schemas.openxmlformats.org/officeDocument/2006/relationships/tags" Target="../tags/tag105.xml"/><Relationship Id="rId11" Type="http://schemas.openxmlformats.org/officeDocument/2006/relationships/tags" Target="../tags/tag110.xml"/><Relationship Id="rId24" Type="http://schemas.openxmlformats.org/officeDocument/2006/relationships/tags" Target="../tags/tag123.xml"/><Relationship Id="rId32" Type="http://schemas.openxmlformats.org/officeDocument/2006/relationships/notesSlide" Target="../notesSlides/notesSlide10.xml"/><Relationship Id="rId5" Type="http://schemas.openxmlformats.org/officeDocument/2006/relationships/tags" Target="../tags/tag104.xml"/><Relationship Id="rId15" Type="http://schemas.openxmlformats.org/officeDocument/2006/relationships/tags" Target="../tags/tag114.xml"/><Relationship Id="rId23" Type="http://schemas.openxmlformats.org/officeDocument/2006/relationships/tags" Target="../tags/tag122.xml"/><Relationship Id="rId28" Type="http://schemas.openxmlformats.org/officeDocument/2006/relationships/tags" Target="../tags/tag127.xml"/><Relationship Id="rId10" Type="http://schemas.openxmlformats.org/officeDocument/2006/relationships/tags" Target="../tags/tag109.xml"/><Relationship Id="rId19" Type="http://schemas.openxmlformats.org/officeDocument/2006/relationships/tags" Target="../tags/tag118.xml"/><Relationship Id="rId31" Type="http://schemas.openxmlformats.org/officeDocument/2006/relationships/slideLayout" Target="../slideLayouts/slideLayout1.xml"/><Relationship Id="rId4" Type="http://schemas.openxmlformats.org/officeDocument/2006/relationships/tags" Target="../tags/tag103.xml"/><Relationship Id="rId9" Type="http://schemas.openxmlformats.org/officeDocument/2006/relationships/tags" Target="../tags/tag108.xml"/><Relationship Id="rId14" Type="http://schemas.openxmlformats.org/officeDocument/2006/relationships/tags" Target="../tags/tag113.xml"/><Relationship Id="rId22" Type="http://schemas.openxmlformats.org/officeDocument/2006/relationships/tags" Target="../tags/tag121.xml"/><Relationship Id="rId27" Type="http://schemas.openxmlformats.org/officeDocument/2006/relationships/tags" Target="../tags/tag126.xml"/><Relationship Id="rId30" Type="http://schemas.openxmlformats.org/officeDocument/2006/relationships/tags" Target="../tags/tag12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137.xml"/><Relationship Id="rId13" Type="http://schemas.openxmlformats.org/officeDocument/2006/relationships/tags" Target="../tags/tag142.xml"/><Relationship Id="rId3" Type="http://schemas.openxmlformats.org/officeDocument/2006/relationships/tags" Target="../tags/tag132.xml"/><Relationship Id="rId7" Type="http://schemas.openxmlformats.org/officeDocument/2006/relationships/tags" Target="../tags/tag136.xml"/><Relationship Id="rId12" Type="http://schemas.openxmlformats.org/officeDocument/2006/relationships/tags" Target="../tags/tag141.xml"/><Relationship Id="rId17" Type="http://schemas.openxmlformats.org/officeDocument/2006/relationships/image" Target="../media/image3.png"/><Relationship Id="rId2" Type="http://schemas.openxmlformats.org/officeDocument/2006/relationships/tags" Target="../tags/tag131.xml"/><Relationship Id="rId16" Type="http://schemas.openxmlformats.org/officeDocument/2006/relationships/image" Target="../media/image1.jpg"/><Relationship Id="rId1" Type="http://schemas.openxmlformats.org/officeDocument/2006/relationships/tags" Target="../tags/tag130.xml"/><Relationship Id="rId6" Type="http://schemas.openxmlformats.org/officeDocument/2006/relationships/tags" Target="../tags/tag135.xml"/><Relationship Id="rId11" Type="http://schemas.openxmlformats.org/officeDocument/2006/relationships/tags" Target="../tags/tag140.xml"/><Relationship Id="rId5" Type="http://schemas.openxmlformats.org/officeDocument/2006/relationships/tags" Target="../tags/tag134.xml"/><Relationship Id="rId15" Type="http://schemas.openxmlformats.org/officeDocument/2006/relationships/notesSlide" Target="../notesSlides/notesSlide12.xml"/><Relationship Id="rId10" Type="http://schemas.openxmlformats.org/officeDocument/2006/relationships/tags" Target="../tags/tag139.xml"/><Relationship Id="rId4" Type="http://schemas.openxmlformats.org/officeDocument/2006/relationships/tags" Target="../tags/tag133.xml"/><Relationship Id="rId9" Type="http://schemas.openxmlformats.org/officeDocument/2006/relationships/tags" Target="../tags/tag138.xml"/><Relationship Id="rId14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150.xml"/><Relationship Id="rId13" Type="http://schemas.openxmlformats.org/officeDocument/2006/relationships/tags" Target="../tags/tag155.xml"/><Relationship Id="rId18" Type="http://schemas.openxmlformats.org/officeDocument/2006/relationships/tags" Target="../tags/tag160.xml"/><Relationship Id="rId26" Type="http://schemas.openxmlformats.org/officeDocument/2006/relationships/tags" Target="../tags/tag168.xml"/><Relationship Id="rId3" Type="http://schemas.openxmlformats.org/officeDocument/2006/relationships/tags" Target="../tags/tag145.xml"/><Relationship Id="rId21" Type="http://schemas.openxmlformats.org/officeDocument/2006/relationships/tags" Target="../tags/tag163.xml"/><Relationship Id="rId7" Type="http://schemas.openxmlformats.org/officeDocument/2006/relationships/tags" Target="../tags/tag149.xml"/><Relationship Id="rId12" Type="http://schemas.openxmlformats.org/officeDocument/2006/relationships/tags" Target="../tags/tag154.xml"/><Relationship Id="rId17" Type="http://schemas.openxmlformats.org/officeDocument/2006/relationships/tags" Target="../tags/tag159.xml"/><Relationship Id="rId25" Type="http://schemas.openxmlformats.org/officeDocument/2006/relationships/tags" Target="../tags/tag167.xml"/><Relationship Id="rId33" Type="http://schemas.openxmlformats.org/officeDocument/2006/relationships/image" Target="../media/image6.jpeg"/><Relationship Id="rId2" Type="http://schemas.openxmlformats.org/officeDocument/2006/relationships/tags" Target="../tags/tag144.xml"/><Relationship Id="rId16" Type="http://schemas.openxmlformats.org/officeDocument/2006/relationships/tags" Target="../tags/tag158.xml"/><Relationship Id="rId20" Type="http://schemas.openxmlformats.org/officeDocument/2006/relationships/tags" Target="../tags/tag162.xml"/><Relationship Id="rId29" Type="http://schemas.openxmlformats.org/officeDocument/2006/relationships/slideLayout" Target="../slideLayouts/slideLayout1.xml"/><Relationship Id="rId1" Type="http://schemas.openxmlformats.org/officeDocument/2006/relationships/tags" Target="../tags/tag143.xml"/><Relationship Id="rId6" Type="http://schemas.openxmlformats.org/officeDocument/2006/relationships/tags" Target="../tags/tag148.xml"/><Relationship Id="rId11" Type="http://schemas.openxmlformats.org/officeDocument/2006/relationships/tags" Target="../tags/tag153.xml"/><Relationship Id="rId24" Type="http://schemas.openxmlformats.org/officeDocument/2006/relationships/tags" Target="../tags/tag166.xml"/><Relationship Id="rId32" Type="http://schemas.openxmlformats.org/officeDocument/2006/relationships/image" Target="../media/image3.png"/><Relationship Id="rId5" Type="http://schemas.openxmlformats.org/officeDocument/2006/relationships/tags" Target="../tags/tag147.xml"/><Relationship Id="rId15" Type="http://schemas.openxmlformats.org/officeDocument/2006/relationships/tags" Target="../tags/tag157.xml"/><Relationship Id="rId23" Type="http://schemas.openxmlformats.org/officeDocument/2006/relationships/tags" Target="../tags/tag165.xml"/><Relationship Id="rId28" Type="http://schemas.openxmlformats.org/officeDocument/2006/relationships/tags" Target="../tags/tag170.xml"/><Relationship Id="rId10" Type="http://schemas.openxmlformats.org/officeDocument/2006/relationships/tags" Target="../tags/tag152.xml"/><Relationship Id="rId19" Type="http://schemas.openxmlformats.org/officeDocument/2006/relationships/tags" Target="../tags/tag161.xml"/><Relationship Id="rId31" Type="http://schemas.openxmlformats.org/officeDocument/2006/relationships/image" Target="../media/image1.jpg"/><Relationship Id="rId4" Type="http://schemas.openxmlformats.org/officeDocument/2006/relationships/tags" Target="../tags/tag146.xml"/><Relationship Id="rId9" Type="http://schemas.openxmlformats.org/officeDocument/2006/relationships/tags" Target="../tags/tag151.xml"/><Relationship Id="rId14" Type="http://schemas.openxmlformats.org/officeDocument/2006/relationships/tags" Target="../tags/tag156.xml"/><Relationship Id="rId22" Type="http://schemas.openxmlformats.org/officeDocument/2006/relationships/tags" Target="../tags/tag164.xml"/><Relationship Id="rId27" Type="http://schemas.openxmlformats.org/officeDocument/2006/relationships/tags" Target="../tags/tag169.xml"/><Relationship Id="rId30" Type="http://schemas.openxmlformats.org/officeDocument/2006/relationships/notesSlide" Target="../notesSlides/notesSlide1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14CA6FC-CE59-4FFC-B904-2A664216454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3" b="7813"/>
          <a:stretch/>
        </p:blipFill>
        <p:spPr>
          <a:xfrm>
            <a:off x="-11312" y="-23006"/>
            <a:ext cx="12192000" cy="6881006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D4405355-57C9-4A89-9717-F3AF5E0781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20830C2E-0BA9-4EBD-84D4-995AA4F8C682}"/>
              </a:ext>
            </a:extLst>
          </p:cNvPr>
          <p:cNvSpPr/>
          <p:nvPr/>
        </p:nvSpPr>
        <p:spPr>
          <a:xfrm>
            <a:off x="7068138" y="1349143"/>
            <a:ext cx="936000" cy="936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9E599BE-7155-4FBD-AC92-85C2F7694E79}"/>
              </a:ext>
            </a:extLst>
          </p:cNvPr>
          <p:cNvSpPr/>
          <p:nvPr/>
        </p:nvSpPr>
        <p:spPr>
          <a:xfrm>
            <a:off x="4656138" y="1170501"/>
            <a:ext cx="2880000" cy="2880000"/>
          </a:xfrm>
          <a:prstGeom prst="ellipse">
            <a:avLst/>
          </a:prstGeom>
          <a:solidFill>
            <a:srgbClr val="0058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A414EA7B-3A6B-46FB-8ECA-570A6766F8A9}"/>
              </a:ext>
            </a:extLst>
          </p:cNvPr>
          <p:cNvGrpSpPr/>
          <p:nvPr/>
        </p:nvGrpSpPr>
        <p:grpSpPr>
          <a:xfrm>
            <a:off x="2708035" y="2204641"/>
            <a:ext cx="1152000" cy="1152000"/>
            <a:chOff x="3672591" y="1229194"/>
            <a:chExt cx="1152000" cy="1152000"/>
          </a:xfrm>
        </p:grpSpPr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FB2BD411-6EE4-4A38-8D56-CBB4482AB067}"/>
                </a:ext>
              </a:extLst>
            </p:cNvPr>
            <p:cNvCxnSpPr/>
            <p:nvPr/>
          </p:nvCxnSpPr>
          <p:spPr>
            <a:xfrm>
              <a:off x="3672591" y="1229194"/>
              <a:ext cx="1152000" cy="0"/>
            </a:xfrm>
            <a:prstGeom prst="line">
              <a:avLst/>
            </a:prstGeom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858601C8-62E9-449F-A92E-C155801713A6}"/>
                </a:ext>
              </a:extLst>
            </p:cNvPr>
            <p:cNvCxnSpPr/>
            <p:nvPr/>
          </p:nvCxnSpPr>
          <p:spPr>
            <a:xfrm>
              <a:off x="3672591" y="2381194"/>
              <a:ext cx="1152000" cy="0"/>
            </a:xfrm>
            <a:prstGeom prst="line">
              <a:avLst/>
            </a:prstGeom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C9B17DF4-296E-46A6-94CC-60E047B6CA86}"/>
                </a:ext>
              </a:extLst>
            </p:cNvPr>
            <p:cNvCxnSpPr/>
            <p:nvPr/>
          </p:nvCxnSpPr>
          <p:spPr>
            <a:xfrm rot="16200000">
              <a:off x="3096591" y="1805194"/>
              <a:ext cx="1152000" cy="0"/>
            </a:xfrm>
            <a:prstGeom prst="line">
              <a:avLst/>
            </a:prstGeom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F852FB1B-5AC7-4DE3-BEDD-1E7979F4B32C}"/>
              </a:ext>
            </a:extLst>
          </p:cNvPr>
          <p:cNvGrpSpPr/>
          <p:nvPr/>
        </p:nvGrpSpPr>
        <p:grpSpPr>
          <a:xfrm flipH="1">
            <a:off x="8319664" y="2218000"/>
            <a:ext cx="1152000" cy="1152000"/>
            <a:chOff x="3672591" y="1229194"/>
            <a:chExt cx="1152000" cy="1152000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52E448CB-AFDE-45CC-951D-FDD7F517CEC3}"/>
                </a:ext>
              </a:extLst>
            </p:cNvPr>
            <p:cNvCxnSpPr/>
            <p:nvPr/>
          </p:nvCxnSpPr>
          <p:spPr>
            <a:xfrm>
              <a:off x="3672591" y="1229194"/>
              <a:ext cx="1152000" cy="0"/>
            </a:xfrm>
            <a:prstGeom prst="line">
              <a:avLst/>
            </a:prstGeom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818DB6D4-4E18-44E4-8E45-7C53A5D4D877}"/>
                </a:ext>
              </a:extLst>
            </p:cNvPr>
            <p:cNvCxnSpPr/>
            <p:nvPr/>
          </p:nvCxnSpPr>
          <p:spPr>
            <a:xfrm>
              <a:off x="3672591" y="2381194"/>
              <a:ext cx="1152000" cy="0"/>
            </a:xfrm>
            <a:prstGeom prst="line">
              <a:avLst/>
            </a:prstGeom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563217E4-5FA7-4E00-BE2B-2978D92677FC}"/>
                </a:ext>
              </a:extLst>
            </p:cNvPr>
            <p:cNvCxnSpPr/>
            <p:nvPr/>
          </p:nvCxnSpPr>
          <p:spPr>
            <a:xfrm rot="16200000">
              <a:off x="3096591" y="1805194"/>
              <a:ext cx="1152000" cy="0"/>
            </a:xfrm>
            <a:prstGeom prst="line">
              <a:avLst/>
            </a:prstGeom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8DF394DF-E4C9-487A-8493-0CCEACC5654F}"/>
              </a:ext>
            </a:extLst>
          </p:cNvPr>
          <p:cNvCxnSpPr>
            <a:cxnSpLocks/>
          </p:cNvCxnSpPr>
          <p:nvPr/>
        </p:nvCxnSpPr>
        <p:spPr>
          <a:xfrm>
            <a:off x="2098889" y="5193088"/>
            <a:ext cx="7994222" cy="0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57C1289E-37F5-49D4-81D4-BFC7C38D1CA2}"/>
              </a:ext>
            </a:extLst>
          </p:cNvPr>
          <p:cNvSpPr txBox="1"/>
          <p:nvPr/>
        </p:nvSpPr>
        <p:spPr>
          <a:xfrm>
            <a:off x="1769179" y="4182500"/>
            <a:ext cx="86536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>
                <a:solidFill>
                  <a:schemeClr val="bg1"/>
                </a:solidFill>
                <a:cs typeface="+mn-ea"/>
                <a:sym typeface="+mn-lt"/>
              </a:rPr>
              <a:t>中山大学论文答辩</a:t>
            </a:r>
            <a:r>
              <a:rPr lang="en-US" altLang="zh-CN" sz="5400" b="1" dirty="0">
                <a:solidFill>
                  <a:schemeClr val="bg1"/>
                </a:solidFill>
                <a:cs typeface="+mn-ea"/>
                <a:sym typeface="+mn-lt"/>
              </a:rPr>
              <a:t>PPT</a:t>
            </a:r>
            <a:r>
              <a:rPr lang="zh-CN" altLang="en-US" sz="5400" b="1" dirty="0">
                <a:solidFill>
                  <a:schemeClr val="bg1"/>
                </a:solidFill>
                <a:cs typeface="+mn-ea"/>
                <a:sym typeface="+mn-lt"/>
              </a:rPr>
              <a:t>模板</a:t>
            </a: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540078A6-DCB9-4443-906C-F87D19FD30BB}"/>
              </a:ext>
            </a:extLst>
          </p:cNvPr>
          <p:cNvSpPr/>
          <p:nvPr/>
        </p:nvSpPr>
        <p:spPr>
          <a:xfrm>
            <a:off x="4494138" y="3403487"/>
            <a:ext cx="432000" cy="43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19" name="Faber Drive - I’ll Be There">
            <a:hlinkClick r:id="" action="ppaction://media"/>
            <a:extLst>
              <a:ext uri="{FF2B5EF4-FFF2-40B4-BE49-F238E27FC236}">
                <a16:creationId xmlns:a16="http://schemas.microsoft.com/office/drawing/2014/main" id="{D907061E-FC64-45FC-A247-E475BA209EA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996171" y="3314205"/>
            <a:ext cx="229590" cy="229590"/>
          </a:xfrm>
          <a:prstGeom prst="rect">
            <a:avLst/>
          </a:prstGeom>
        </p:spPr>
      </p:pic>
      <p:grpSp>
        <p:nvGrpSpPr>
          <p:cNvPr id="59" name="组合 58">
            <a:extLst>
              <a:ext uri="{FF2B5EF4-FFF2-40B4-BE49-F238E27FC236}">
                <a16:creationId xmlns:a16="http://schemas.microsoft.com/office/drawing/2014/main" id="{982D55CA-FBB4-4F51-AE80-E2C9F5E42F1A}"/>
              </a:ext>
            </a:extLst>
          </p:cNvPr>
          <p:cNvGrpSpPr/>
          <p:nvPr/>
        </p:nvGrpSpPr>
        <p:grpSpPr>
          <a:xfrm>
            <a:off x="4854644" y="1369420"/>
            <a:ext cx="2482989" cy="2482163"/>
            <a:chOff x="-6316663" y="-2459038"/>
            <a:chExt cx="4772025" cy="4770438"/>
          </a:xfrm>
          <a:solidFill>
            <a:schemeClr val="bg1"/>
          </a:solidFill>
        </p:grpSpPr>
        <p:sp>
          <p:nvSpPr>
            <p:cNvPr id="33" name="Freeform 10">
              <a:extLst>
                <a:ext uri="{FF2B5EF4-FFF2-40B4-BE49-F238E27FC236}">
                  <a16:creationId xmlns:a16="http://schemas.microsoft.com/office/drawing/2014/main" id="{B77E2662-5E90-4E2B-8753-5A4940750D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3179763" y="-1497013"/>
              <a:ext cx="679450" cy="636588"/>
            </a:xfrm>
            <a:custGeom>
              <a:avLst/>
              <a:gdLst>
                <a:gd name="T0" fmla="*/ 485 w 1822"/>
                <a:gd name="T1" fmla="*/ 692 h 1706"/>
                <a:gd name="T2" fmla="*/ 854 w 1822"/>
                <a:gd name="T3" fmla="*/ 991 h 1706"/>
                <a:gd name="T4" fmla="*/ 577 w 1822"/>
                <a:gd name="T5" fmla="*/ 1061 h 1706"/>
                <a:gd name="T6" fmla="*/ 508 w 1822"/>
                <a:gd name="T7" fmla="*/ 1176 h 1706"/>
                <a:gd name="T8" fmla="*/ 185 w 1822"/>
                <a:gd name="T9" fmla="*/ 1453 h 1706"/>
                <a:gd name="T10" fmla="*/ 854 w 1822"/>
                <a:gd name="T11" fmla="*/ 1383 h 1706"/>
                <a:gd name="T12" fmla="*/ 992 w 1822"/>
                <a:gd name="T13" fmla="*/ 1152 h 1706"/>
                <a:gd name="T14" fmla="*/ 807 w 1822"/>
                <a:gd name="T15" fmla="*/ 24 h 1706"/>
                <a:gd name="T16" fmla="*/ 715 w 1822"/>
                <a:gd name="T17" fmla="*/ 438 h 1706"/>
                <a:gd name="T18" fmla="*/ 923 w 1822"/>
                <a:gd name="T19" fmla="*/ 484 h 1706"/>
                <a:gd name="T20" fmla="*/ 900 w 1822"/>
                <a:gd name="T21" fmla="*/ 784 h 1706"/>
                <a:gd name="T22" fmla="*/ 577 w 1822"/>
                <a:gd name="T23" fmla="*/ 669 h 1706"/>
                <a:gd name="T24" fmla="*/ 116 w 1822"/>
                <a:gd name="T25" fmla="*/ 785 h 1706"/>
                <a:gd name="T26" fmla="*/ 300 w 1822"/>
                <a:gd name="T27" fmla="*/ 347 h 1706"/>
                <a:gd name="T28" fmla="*/ 1015 w 1822"/>
                <a:gd name="T29" fmla="*/ 1244 h 1706"/>
                <a:gd name="T30" fmla="*/ 1108 w 1822"/>
                <a:gd name="T31" fmla="*/ 1613 h 1706"/>
                <a:gd name="T32" fmla="*/ 1084 w 1822"/>
                <a:gd name="T33" fmla="*/ 1129 h 1706"/>
                <a:gd name="T34" fmla="*/ 992 w 1822"/>
                <a:gd name="T35" fmla="*/ 1152 h 1706"/>
                <a:gd name="T36" fmla="*/ 1038 w 1822"/>
                <a:gd name="T37" fmla="*/ 162 h 1706"/>
                <a:gd name="T38" fmla="*/ 1084 w 1822"/>
                <a:gd name="T39" fmla="*/ 346 h 1706"/>
                <a:gd name="T40" fmla="*/ 1107 w 1822"/>
                <a:gd name="T41" fmla="*/ 830 h 1706"/>
                <a:gd name="T42" fmla="*/ 1038 w 1822"/>
                <a:gd name="T43" fmla="*/ 553 h 1706"/>
                <a:gd name="T44" fmla="*/ 1246 w 1822"/>
                <a:gd name="T45" fmla="*/ 991 h 1706"/>
                <a:gd name="T46" fmla="*/ 1269 w 1822"/>
                <a:gd name="T47" fmla="*/ 691 h 1706"/>
                <a:gd name="T48" fmla="*/ 1268 w 1822"/>
                <a:gd name="T49" fmla="*/ 300 h 1706"/>
                <a:gd name="T50" fmla="*/ 1061 w 1822"/>
                <a:gd name="T51" fmla="*/ 645 h 1706"/>
                <a:gd name="T52" fmla="*/ 1107 w 1822"/>
                <a:gd name="T53" fmla="*/ 830 h 1706"/>
                <a:gd name="T54" fmla="*/ 1131 w 1822"/>
                <a:gd name="T55" fmla="*/ 1313 h 1706"/>
                <a:gd name="T56" fmla="*/ 1269 w 1822"/>
                <a:gd name="T57" fmla="*/ 1083 h 1706"/>
                <a:gd name="T58" fmla="*/ 1131 w 1822"/>
                <a:gd name="T59" fmla="*/ 922 h 1706"/>
                <a:gd name="T60" fmla="*/ 1107 w 1822"/>
                <a:gd name="T61" fmla="*/ 46 h 1706"/>
                <a:gd name="T62" fmla="*/ 1245 w 1822"/>
                <a:gd name="T63" fmla="*/ 207 h 1706"/>
                <a:gd name="T64" fmla="*/ 1222 w 1822"/>
                <a:gd name="T65" fmla="*/ 115 h 1706"/>
                <a:gd name="T66" fmla="*/ 1338 w 1822"/>
                <a:gd name="T67" fmla="*/ 184 h 1706"/>
                <a:gd name="T68" fmla="*/ 1338 w 1822"/>
                <a:gd name="T69" fmla="*/ 576 h 1706"/>
                <a:gd name="T70" fmla="*/ 1430 w 1822"/>
                <a:gd name="T71" fmla="*/ 944 h 1706"/>
                <a:gd name="T72" fmla="*/ 1246 w 1822"/>
                <a:gd name="T73" fmla="*/ 991 h 1706"/>
                <a:gd name="T74" fmla="*/ 1292 w 1822"/>
                <a:gd name="T75" fmla="*/ 783 h 1706"/>
                <a:gd name="T76" fmla="*/ 1223 w 1822"/>
                <a:gd name="T77" fmla="*/ 507 h 1706"/>
                <a:gd name="T78" fmla="*/ 1268 w 1822"/>
                <a:gd name="T79" fmla="*/ 300 h 1706"/>
                <a:gd name="T80" fmla="*/ 1430 w 1822"/>
                <a:gd name="T81" fmla="*/ 944 h 1706"/>
                <a:gd name="T82" fmla="*/ 1407 w 1822"/>
                <a:gd name="T83" fmla="*/ 1244 h 1706"/>
                <a:gd name="T84" fmla="*/ 1453 w 1822"/>
                <a:gd name="T85" fmla="*/ 253 h 1706"/>
                <a:gd name="T86" fmla="*/ 1499 w 1822"/>
                <a:gd name="T87" fmla="*/ 438 h 1706"/>
                <a:gd name="T88" fmla="*/ 1522 w 1822"/>
                <a:gd name="T89" fmla="*/ 530 h 1706"/>
                <a:gd name="T90" fmla="*/ 1753 w 1822"/>
                <a:gd name="T91" fmla="*/ 668 h 1706"/>
                <a:gd name="T92" fmla="*/ 1361 w 1822"/>
                <a:gd name="T93" fmla="*/ 668 h 1706"/>
                <a:gd name="T94" fmla="*/ 1453 w 1822"/>
                <a:gd name="T95" fmla="*/ 253 h 1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822" h="1706">
                  <a:moveTo>
                    <a:pt x="992" y="1152"/>
                  </a:moveTo>
                  <a:cubicBezTo>
                    <a:pt x="1015" y="853"/>
                    <a:pt x="1015" y="853"/>
                    <a:pt x="1015" y="853"/>
                  </a:cubicBezTo>
                  <a:cubicBezTo>
                    <a:pt x="808" y="807"/>
                    <a:pt x="785" y="715"/>
                    <a:pt x="692" y="738"/>
                  </a:cubicBezTo>
                  <a:cubicBezTo>
                    <a:pt x="692" y="738"/>
                    <a:pt x="577" y="669"/>
                    <a:pt x="485" y="692"/>
                  </a:cubicBezTo>
                  <a:cubicBezTo>
                    <a:pt x="485" y="692"/>
                    <a:pt x="485" y="692"/>
                    <a:pt x="508" y="784"/>
                  </a:cubicBezTo>
                  <a:cubicBezTo>
                    <a:pt x="531" y="876"/>
                    <a:pt x="531" y="876"/>
                    <a:pt x="623" y="853"/>
                  </a:cubicBezTo>
                  <a:cubicBezTo>
                    <a:pt x="715" y="830"/>
                    <a:pt x="738" y="922"/>
                    <a:pt x="738" y="922"/>
                  </a:cubicBezTo>
                  <a:cubicBezTo>
                    <a:pt x="831" y="899"/>
                    <a:pt x="946" y="968"/>
                    <a:pt x="854" y="991"/>
                  </a:cubicBezTo>
                  <a:cubicBezTo>
                    <a:pt x="854" y="991"/>
                    <a:pt x="854" y="991"/>
                    <a:pt x="854" y="991"/>
                  </a:cubicBezTo>
                  <a:cubicBezTo>
                    <a:pt x="762" y="1014"/>
                    <a:pt x="646" y="945"/>
                    <a:pt x="646" y="945"/>
                  </a:cubicBezTo>
                  <a:cubicBezTo>
                    <a:pt x="669" y="1037"/>
                    <a:pt x="669" y="1037"/>
                    <a:pt x="577" y="1061"/>
                  </a:cubicBezTo>
                  <a:cubicBezTo>
                    <a:pt x="577" y="1061"/>
                    <a:pt x="577" y="1061"/>
                    <a:pt x="577" y="1061"/>
                  </a:cubicBezTo>
                  <a:cubicBezTo>
                    <a:pt x="462" y="992"/>
                    <a:pt x="346" y="923"/>
                    <a:pt x="231" y="854"/>
                  </a:cubicBezTo>
                  <a:cubicBezTo>
                    <a:pt x="231" y="854"/>
                    <a:pt x="139" y="877"/>
                    <a:pt x="162" y="969"/>
                  </a:cubicBezTo>
                  <a:cubicBezTo>
                    <a:pt x="162" y="969"/>
                    <a:pt x="162" y="969"/>
                    <a:pt x="185" y="1061"/>
                  </a:cubicBezTo>
                  <a:cubicBezTo>
                    <a:pt x="300" y="1130"/>
                    <a:pt x="393" y="1107"/>
                    <a:pt x="508" y="1176"/>
                  </a:cubicBezTo>
                  <a:cubicBezTo>
                    <a:pt x="531" y="1268"/>
                    <a:pt x="623" y="1245"/>
                    <a:pt x="531" y="1268"/>
                  </a:cubicBezTo>
                  <a:cubicBezTo>
                    <a:pt x="554" y="1360"/>
                    <a:pt x="462" y="1383"/>
                    <a:pt x="462" y="1383"/>
                  </a:cubicBezTo>
                  <a:cubicBezTo>
                    <a:pt x="370" y="1406"/>
                    <a:pt x="116" y="1176"/>
                    <a:pt x="139" y="1268"/>
                  </a:cubicBezTo>
                  <a:cubicBezTo>
                    <a:pt x="139" y="1268"/>
                    <a:pt x="162" y="1361"/>
                    <a:pt x="185" y="1453"/>
                  </a:cubicBezTo>
                  <a:cubicBezTo>
                    <a:pt x="208" y="1545"/>
                    <a:pt x="208" y="1545"/>
                    <a:pt x="231" y="1637"/>
                  </a:cubicBezTo>
                  <a:cubicBezTo>
                    <a:pt x="231" y="1637"/>
                    <a:pt x="347" y="1706"/>
                    <a:pt x="416" y="1591"/>
                  </a:cubicBezTo>
                  <a:cubicBezTo>
                    <a:pt x="508" y="1568"/>
                    <a:pt x="600" y="1544"/>
                    <a:pt x="600" y="1544"/>
                  </a:cubicBezTo>
                  <a:cubicBezTo>
                    <a:pt x="693" y="1521"/>
                    <a:pt x="739" y="1314"/>
                    <a:pt x="854" y="1383"/>
                  </a:cubicBezTo>
                  <a:cubicBezTo>
                    <a:pt x="854" y="1383"/>
                    <a:pt x="877" y="1475"/>
                    <a:pt x="993" y="1544"/>
                  </a:cubicBezTo>
                  <a:cubicBezTo>
                    <a:pt x="1015" y="1244"/>
                    <a:pt x="1015" y="1244"/>
                    <a:pt x="1015" y="1244"/>
                  </a:cubicBezTo>
                  <a:cubicBezTo>
                    <a:pt x="900" y="1175"/>
                    <a:pt x="808" y="1199"/>
                    <a:pt x="900" y="1175"/>
                  </a:cubicBezTo>
                  <a:cubicBezTo>
                    <a:pt x="900" y="1175"/>
                    <a:pt x="900" y="1175"/>
                    <a:pt x="992" y="1152"/>
                  </a:cubicBezTo>
                  <a:close/>
                  <a:moveTo>
                    <a:pt x="531" y="485"/>
                  </a:moveTo>
                  <a:cubicBezTo>
                    <a:pt x="531" y="485"/>
                    <a:pt x="531" y="485"/>
                    <a:pt x="531" y="485"/>
                  </a:cubicBezTo>
                  <a:cubicBezTo>
                    <a:pt x="531" y="485"/>
                    <a:pt x="761" y="231"/>
                    <a:pt x="738" y="139"/>
                  </a:cubicBezTo>
                  <a:cubicBezTo>
                    <a:pt x="830" y="116"/>
                    <a:pt x="807" y="24"/>
                    <a:pt x="807" y="24"/>
                  </a:cubicBezTo>
                  <a:cubicBezTo>
                    <a:pt x="899" y="0"/>
                    <a:pt x="899" y="0"/>
                    <a:pt x="899" y="0"/>
                  </a:cubicBezTo>
                  <a:cubicBezTo>
                    <a:pt x="922" y="93"/>
                    <a:pt x="922" y="93"/>
                    <a:pt x="946" y="185"/>
                  </a:cubicBezTo>
                  <a:cubicBezTo>
                    <a:pt x="876" y="300"/>
                    <a:pt x="853" y="208"/>
                    <a:pt x="876" y="300"/>
                  </a:cubicBezTo>
                  <a:cubicBezTo>
                    <a:pt x="784" y="323"/>
                    <a:pt x="715" y="438"/>
                    <a:pt x="715" y="438"/>
                  </a:cubicBezTo>
                  <a:cubicBezTo>
                    <a:pt x="738" y="530"/>
                    <a:pt x="738" y="530"/>
                    <a:pt x="738" y="530"/>
                  </a:cubicBezTo>
                  <a:cubicBezTo>
                    <a:pt x="807" y="415"/>
                    <a:pt x="876" y="300"/>
                    <a:pt x="946" y="185"/>
                  </a:cubicBezTo>
                  <a:cubicBezTo>
                    <a:pt x="1015" y="461"/>
                    <a:pt x="1015" y="461"/>
                    <a:pt x="1015" y="461"/>
                  </a:cubicBezTo>
                  <a:cubicBezTo>
                    <a:pt x="923" y="484"/>
                    <a:pt x="923" y="484"/>
                    <a:pt x="923" y="484"/>
                  </a:cubicBezTo>
                  <a:cubicBezTo>
                    <a:pt x="923" y="484"/>
                    <a:pt x="923" y="484"/>
                    <a:pt x="854" y="600"/>
                  </a:cubicBezTo>
                  <a:cubicBezTo>
                    <a:pt x="946" y="576"/>
                    <a:pt x="946" y="576"/>
                    <a:pt x="946" y="576"/>
                  </a:cubicBezTo>
                  <a:cubicBezTo>
                    <a:pt x="992" y="761"/>
                    <a:pt x="992" y="761"/>
                    <a:pt x="992" y="761"/>
                  </a:cubicBezTo>
                  <a:cubicBezTo>
                    <a:pt x="900" y="784"/>
                    <a:pt x="900" y="784"/>
                    <a:pt x="900" y="784"/>
                  </a:cubicBezTo>
                  <a:cubicBezTo>
                    <a:pt x="877" y="692"/>
                    <a:pt x="877" y="692"/>
                    <a:pt x="877" y="692"/>
                  </a:cubicBezTo>
                  <a:cubicBezTo>
                    <a:pt x="785" y="715"/>
                    <a:pt x="785" y="715"/>
                    <a:pt x="785" y="715"/>
                  </a:cubicBezTo>
                  <a:cubicBezTo>
                    <a:pt x="692" y="738"/>
                    <a:pt x="669" y="646"/>
                    <a:pt x="669" y="646"/>
                  </a:cubicBezTo>
                  <a:cubicBezTo>
                    <a:pt x="669" y="646"/>
                    <a:pt x="669" y="646"/>
                    <a:pt x="577" y="669"/>
                  </a:cubicBezTo>
                  <a:cubicBezTo>
                    <a:pt x="577" y="669"/>
                    <a:pt x="554" y="577"/>
                    <a:pt x="462" y="600"/>
                  </a:cubicBezTo>
                  <a:cubicBezTo>
                    <a:pt x="369" y="623"/>
                    <a:pt x="392" y="715"/>
                    <a:pt x="300" y="738"/>
                  </a:cubicBezTo>
                  <a:cubicBezTo>
                    <a:pt x="208" y="761"/>
                    <a:pt x="208" y="761"/>
                    <a:pt x="208" y="761"/>
                  </a:cubicBezTo>
                  <a:cubicBezTo>
                    <a:pt x="116" y="785"/>
                    <a:pt x="116" y="785"/>
                    <a:pt x="116" y="785"/>
                  </a:cubicBezTo>
                  <a:cubicBezTo>
                    <a:pt x="0" y="716"/>
                    <a:pt x="69" y="600"/>
                    <a:pt x="69" y="600"/>
                  </a:cubicBezTo>
                  <a:cubicBezTo>
                    <a:pt x="162" y="577"/>
                    <a:pt x="139" y="485"/>
                    <a:pt x="231" y="462"/>
                  </a:cubicBezTo>
                  <a:cubicBezTo>
                    <a:pt x="231" y="462"/>
                    <a:pt x="231" y="462"/>
                    <a:pt x="208" y="370"/>
                  </a:cubicBezTo>
                  <a:cubicBezTo>
                    <a:pt x="300" y="347"/>
                    <a:pt x="300" y="347"/>
                    <a:pt x="300" y="347"/>
                  </a:cubicBezTo>
                  <a:cubicBezTo>
                    <a:pt x="392" y="323"/>
                    <a:pt x="392" y="323"/>
                    <a:pt x="415" y="416"/>
                  </a:cubicBezTo>
                  <a:cubicBezTo>
                    <a:pt x="415" y="416"/>
                    <a:pt x="415" y="416"/>
                    <a:pt x="415" y="416"/>
                  </a:cubicBezTo>
                  <a:cubicBezTo>
                    <a:pt x="438" y="508"/>
                    <a:pt x="531" y="485"/>
                    <a:pt x="531" y="485"/>
                  </a:cubicBezTo>
                  <a:close/>
                  <a:moveTo>
                    <a:pt x="1015" y="1244"/>
                  </a:moveTo>
                  <a:cubicBezTo>
                    <a:pt x="1015" y="1244"/>
                    <a:pt x="1015" y="1244"/>
                    <a:pt x="1015" y="1244"/>
                  </a:cubicBezTo>
                  <a:cubicBezTo>
                    <a:pt x="1038" y="1337"/>
                    <a:pt x="1038" y="1337"/>
                    <a:pt x="1038" y="1337"/>
                  </a:cubicBezTo>
                  <a:cubicBezTo>
                    <a:pt x="1131" y="1313"/>
                    <a:pt x="1131" y="1313"/>
                    <a:pt x="1131" y="1313"/>
                  </a:cubicBezTo>
                  <a:cubicBezTo>
                    <a:pt x="1108" y="1613"/>
                    <a:pt x="1108" y="1613"/>
                    <a:pt x="1108" y="1613"/>
                  </a:cubicBezTo>
                  <a:cubicBezTo>
                    <a:pt x="993" y="1544"/>
                    <a:pt x="993" y="1544"/>
                    <a:pt x="993" y="1544"/>
                  </a:cubicBezTo>
                  <a:lnTo>
                    <a:pt x="1015" y="1244"/>
                  </a:lnTo>
                  <a:close/>
                  <a:moveTo>
                    <a:pt x="1084" y="1129"/>
                  </a:moveTo>
                  <a:cubicBezTo>
                    <a:pt x="1084" y="1129"/>
                    <a:pt x="1084" y="1129"/>
                    <a:pt x="1084" y="1129"/>
                  </a:cubicBezTo>
                  <a:cubicBezTo>
                    <a:pt x="1131" y="922"/>
                    <a:pt x="1131" y="922"/>
                    <a:pt x="1131" y="922"/>
                  </a:cubicBezTo>
                  <a:cubicBezTo>
                    <a:pt x="1038" y="945"/>
                    <a:pt x="1015" y="853"/>
                    <a:pt x="1015" y="853"/>
                  </a:cubicBezTo>
                  <a:cubicBezTo>
                    <a:pt x="1015" y="853"/>
                    <a:pt x="1015" y="853"/>
                    <a:pt x="1015" y="853"/>
                  </a:cubicBezTo>
                  <a:cubicBezTo>
                    <a:pt x="992" y="1152"/>
                    <a:pt x="992" y="1152"/>
                    <a:pt x="992" y="1152"/>
                  </a:cubicBezTo>
                  <a:cubicBezTo>
                    <a:pt x="1084" y="1129"/>
                    <a:pt x="1084" y="1129"/>
                    <a:pt x="1084" y="1129"/>
                  </a:cubicBezTo>
                  <a:close/>
                  <a:moveTo>
                    <a:pt x="946" y="185"/>
                  </a:moveTo>
                  <a:cubicBezTo>
                    <a:pt x="946" y="185"/>
                    <a:pt x="946" y="185"/>
                    <a:pt x="946" y="185"/>
                  </a:cubicBezTo>
                  <a:cubicBezTo>
                    <a:pt x="1038" y="162"/>
                    <a:pt x="1038" y="162"/>
                    <a:pt x="1038" y="162"/>
                  </a:cubicBezTo>
                  <a:cubicBezTo>
                    <a:pt x="1015" y="69"/>
                    <a:pt x="1107" y="46"/>
                    <a:pt x="1107" y="46"/>
                  </a:cubicBezTo>
                  <a:cubicBezTo>
                    <a:pt x="1084" y="346"/>
                    <a:pt x="1084" y="346"/>
                    <a:pt x="1084" y="346"/>
                  </a:cubicBezTo>
                  <a:cubicBezTo>
                    <a:pt x="1084" y="346"/>
                    <a:pt x="1084" y="346"/>
                    <a:pt x="1084" y="346"/>
                  </a:cubicBezTo>
                  <a:cubicBezTo>
                    <a:pt x="1084" y="346"/>
                    <a:pt x="1084" y="346"/>
                    <a:pt x="1084" y="346"/>
                  </a:cubicBezTo>
                  <a:cubicBezTo>
                    <a:pt x="1084" y="737"/>
                    <a:pt x="1084" y="737"/>
                    <a:pt x="1084" y="737"/>
                  </a:cubicBezTo>
                  <a:cubicBezTo>
                    <a:pt x="1084" y="737"/>
                    <a:pt x="1061" y="645"/>
                    <a:pt x="1084" y="737"/>
                  </a:cubicBezTo>
                  <a:cubicBezTo>
                    <a:pt x="1084" y="737"/>
                    <a:pt x="1084" y="737"/>
                    <a:pt x="1084" y="737"/>
                  </a:cubicBezTo>
                  <a:cubicBezTo>
                    <a:pt x="1107" y="830"/>
                    <a:pt x="1107" y="830"/>
                    <a:pt x="1107" y="830"/>
                  </a:cubicBezTo>
                  <a:cubicBezTo>
                    <a:pt x="1107" y="830"/>
                    <a:pt x="1107" y="830"/>
                    <a:pt x="1107" y="830"/>
                  </a:cubicBezTo>
                  <a:cubicBezTo>
                    <a:pt x="1015" y="853"/>
                    <a:pt x="992" y="761"/>
                    <a:pt x="992" y="761"/>
                  </a:cubicBezTo>
                  <a:cubicBezTo>
                    <a:pt x="946" y="576"/>
                    <a:pt x="946" y="576"/>
                    <a:pt x="946" y="576"/>
                  </a:cubicBezTo>
                  <a:cubicBezTo>
                    <a:pt x="1038" y="553"/>
                    <a:pt x="1038" y="553"/>
                    <a:pt x="1038" y="553"/>
                  </a:cubicBezTo>
                  <a:cubicBezTo>
                    <a:pt x="1038" y="553"/>
                    <a:pt x="1107" y="438"/>
                    <a:pt x="1015" y="461"/>
                  </a:cubicBezTo>
                  <a:cubicBezTo>
                    <a:pt x="1015" y="461"/>
                    <a:pt x="1015" y="461"/>
                    <a:pt x="1015" y="461"/>
                  </a:cubicBezTo>
                  <a:lnTo>
                    <a:pt x="946" y="185"/>
                  </a:lnTo>
                  <a:close/>
                  <a:moveTo>
                    <a:pt x="1246" y="991"/>
                  </a:moveTo>
                  <a:cubicBezTo>
                    <a:pt x="1246" y="991"/>
                    <a:pt x="1246" y="991"/>
                    <a:pt x="1246" y="991"/>
                  </a:cubicBezTo>
                  <a:cubicBezTo>
                    <a:pt x="1200" y="806"/>
                    <a:pt x="1200" y="806"/>
                    <a:pt x="1200" y="806"/>
                  </a:cubicBezTo>
                  <a:cubicBezTo>
                    <a:pt x="1177" y="714"/>
                    <a:pt x="1177" y="714"/>
                    <a:pt x="1177" y="714"/>
                  </a:cubicBezTo>
                  <a:cubicBezTo>
                    <a:pt x="1269" y="691"/>
                    <a:pt x="1269" y="691"/>
                    <a:pt x="1269" y="691"/>
                  </a:cubicBezTo>
                  <a:cubicBezTo>
                    <a:pt x="1223" y="507"/>
                    <a:pt x="1223" y="507"/>
                    <a:pt x="1223" y="507"/>
                  </a:cubicBezTo>
                  <a:cubicBezTo>
                    <a:pt x="1223" y="507"/>
                    <a:pt x="1223" y="507"/>
                    <a:pt x="1223" y="507"/>
                  </a:cubicBezTo>
                  <a:cubicBezTo>
                    <a:pt x="1223" y="507"/>
                    <a:pt x="1223" y="507"/>
                    <a:pt x="1223" y="507"/>
                  </a:cubicBezTo>
                  <a:cubicBezTo>
                    <a:pt x="1268" y="300"/>
                    <a:pt x="1268" y="300"/>
                    <a:pt x="1268" y="300"/>
                  </a:cubicBezTo>
                  <a:cubicBezTo>
                    <a:pt x="1176" y="323"/>
                    <a:pt x="1176" y="323"/>
                    <a:pt x="1176" y="323"/>
                  </a:cubicBezTo>
                  <a:cubicBezTo>
                    <a:pt x="1084" y="346"/>
                    <a:pt x="1084" y="346"/>
                    <a:pt x="1084" y="346"/>
                  </a:cubicBezTo>
                  <a:cubicBezTo>
                    <a:pt x="1084" y="737"/>
                    <a:pt x="1084" y="737"/>
                    <a:pt x="1084" y="737"/>
                  </a:cubicBezTo>
                  <a:cubicBezTo>
                    <a:pt x="1061" y="645"/>
                    <a:pt x="1061" y="645"/>
                    <a:pt x="1061" y="645"/>
                  </a:cubicBezTo>
                  <a:cubicBezTo>
                    <a:pt x="1153" y="622"/>
                    <a:pt x="1084" y="737"/>
                    <a:pt x="1084" y="737"/>
                  </a:cubicBezTo>
                  <a:cubicBezTo>
                    <a:pt x="1177" y="714"/>
                    <a:pt x="1177" y="714"/>
                    <a:pt x="1084" y="737"/>
                  </a:cubicBezTo>
                  <a:cubicBezTo>
                    <a:pt x="1084" y="737"/>
                    <a:pt x="1084" y="737"/>
                    <a:pt x="1084" y="737"/>
                  </a:cubicBezTo>
                  <a:cubicBezTo>
                    <a:pt x="1107" y="830"/>
                    <a:pt x="1107" y="830"/>
                    <a:pt x="1107" y="830"/>
                  </a:cubicBezTo>
                  <a:cubicBezTo>
                    <a:pt x="1131" y="922"/>
                    <a:pt x="1223" y="899"/>
                    <a:pt x="1246" y="991"/>
                  </a:cubicBezTo>
                  <a:close/>
                  <a:moveTo>
                    <a:pt x="1131" y="1313"/>
                  </a:moveTo>
                  <a:cubicBezTo>
                    <a:pt x="1131" y="1313"/>
                    <a:pt x="1131" y="1313"/>
                    <a:pt x="1131" y="1313"/>
                  </a:cubicBezTo>
                  <a:cubicBezTo>
                    <a:pt x="1131" y="1313"/>
                    <a:pt x="1131" y="1313"/>
                    <a:pt x="1131" y="1313"/>
                  </a:cubicBezTo>
                  <a:cubicBezTo>
                    <a:pt x="1154" y="1406"/>
                    <a:pt x="1154" y="1406"/>
                    <a:pt x="1177" y="1498"/>
                  </a:cubicBezTo>
                  <a:cubicBezTo>
                    <a:pt x="1085" y="1521"/>
                    <a:pt x="1108" y="1613"/>
                    <a:pt x="1108" y="1613"/>
                  </a:cubicBezTo>
                  <a:lnTo>
                    <a:pt x="1131" y="1313"/>
                  </a:lnTo>
                  <a:close/>
                  <a:moveTo>
                    <a:pt x="1269" y="1083"/>
                  </a:moveTo>
                  <a:cubicBezTo>
                    <a:pt x="1269" y="1083"/>
                    <a:pt x="1269" y="1083"/>
                    <a:pt x="1269" y="1083"/>
                  </a:cubicBezTo>
                  <a:cubicBezTo>
                    <a:pt x="1177" y="1106"/>
                    <a:pt x="1177" y="1106"/>
                    <a:pt x="1177" y="1106"/>
                  </a:cubicBezTo>
                  <a:cubicBezTo>
                    <a:pt x="1177" y="1106"/>
                    <a:pt x="1177" y="1106"/>
                    <a:pt x="1084" y="1129"/>
                  </a:cubicBezTo>
                  <a:cubicBezTo>
                    <a:pt x="1131" y="922"/>
                    <a:pt x="1131" y="922"/>
                    <a:pt x="1131" y="922"/>
                  </a:cubicBezTo>
                  <a:cubicBezTo>
                    <a:pt x="1246" y="991"/>
                    <a:pt x="1246" y="991"/>
                    <a:pt x="1246" y="991"/>
                  </a:cubicBezTo>
                  <a:lnTo>
                    <a:pt x="1269" y="1083"/>
                  </a:lnTo>
                  <a:close/>
                  <a:moveTo>
                    <a:pt x="1107" y="46"/>
                  </a:moveTo>
                  <a:cubicBezTo>
                    <a:pt x="1107" y="46"/>
                    <a:pt x="1107" y="46"/>
                    <a:pt x="1107" y="46"/>
                  </a:cubicBezTo>
                  <a:cubicBezTo>
                    <a:pt x="1107" y="46"/>
                    <a:pt x="1107" y="46"/>
                    <a:pt x="1107" y="46"/>
                  </a:cubicBezTo>
                  <a:cubicBezTo>
                    <a:pt x="1199" y="23"/>
                    <a:pt x="1199" y="23"/>
                    <a:pt x="1222" y="115"/>
                  </a:cubicBezTo>
                  <a:cubicBezTo>
                    <a:pt x="1245" y="207"/>
                    <a:pt x="1245" y="207"/>
                    <a:pt x="1245" y="207"/>
                  </a:cubicBezTo>
                  <a:cubicBezTo>
                    <a:pt x="1245" y="207"/>
                    <a:pt x="1245" y="207"/>
                    <a:pt x="1245" y="207"/>
                  </a:cubicBezTo>
                  <a:cubicBezTo>
                    <a:pt x="1153" y="231"/>
                    <a:pt x="1153" y="231"/>
                    <a:pt x="1153" y="231"/>
                  </a:cubicBezTo>
                  <a:cubicBezTo>
                    <a:pt x="1153" y="231"/>
                    <a:pt x="1153" y="231"/>
                    <a:pt x="1084" y="346"/>
                  </a:cubicBezTo>
                  <a:lnTo>
                    <a:pt x="1107" y="46"/>
                  </a:lnTo>
                  <a:close/>
                  <a:moveTo>
                    <a:pt x="1222" y="115"/>
                  </a:moveTo>
                  <a:cubicBezTo>
                    <a:pt x="1222" y="115"/>
                    <a:pt x="1222" y="115"/>
                    <a:pt x="1222" y="115"/>
                  </a:cubicBezTo>
                  <a:cubicBezTo>
                    <a:pt x="1222" y="115"/>
                    <a:pt x="1222" y="115"/>
                    <a:pt x="1222" y="115"/>
                  </a:cubicBezTo>
                  <a:cubicBezTo>
                    <a:pt x="1315" y="92"/>
                    <a:pt x="1315" y="92"/>
                    <a:pt x="1315" y="92"/>
                  </a:cubicBezTo>
                  <a:cubicBezTo>
                    <a:pt x="1315" y="92"/>
                    <a:pt x="1315" y="92"/>
                    <a:pt x="1338" y="184"/>
                  </a:cubicBezTo>
                  <a:cubicBezTo>
                    <a:pt x="1338" y="184"/>
                    <a:pt x="1338" y="184"/>
                    <a:pt x="1453" y="253"/>
                  </a:cubicBezTo>
                  <a:cubicBezTo>
                    <a:pt x="1430" y="553"/>
                    <a:pt x="1430" y="553"/>
                    <a:pt x="1430" y="553"/>
                  </a:cubicBezTo>
                  <a:cubicBezTo>
                    <a:pt x="1430" y="553"/>
                    <a:pt x="1430" y="553"/>
                    <a:pt x="1430" y="553"/>
                  </a:cubicBezTo>
                  <a:cubicBezTo>
                    <a:pt x="1338" y="576"/>
                    <a:pt x="1338" y="576"/>
                    <a:pt x="1338" y="576"/>
                  </a:cubicBezTo>
                  <a:cubicBezTo>
                    <a:pt x="1361" y="668"/>
                    <a:pt x="1361" y="668"/>
                    <a:pt x="1361" y="668"/>
                  </a:cubicBezTo>
                  <a:cubicBezTo>
                    <a:pt x="1361" y="668"/>
                    <a:pt x="1361" y="668"/>
                    <a:pt x="1361" y="668"/>
                  </a:cubicBezTo>
                  <a:cubicBezTo>
                    <a:pt x="1430" y="944"/>
                    <a:pt x="1430" y="944"/>
                    <a:pt x="1430" y="944"/>
                  </a:cubicBezTo>
                  <a:cubicBezTo>
                    <a:pt x="1430" y="944"/>
                    <a:pt x="1430" y="944"/>
                    <a:pt x="1430" y="944"/>
                  </a:cubicBezTo>
                  <a:cubicBezTo>
                    <a:pt x="1407" y="1244"/>
                    <a:pt x="1407" y="1244"/>
                    <a:pt x="1407" y="1244"/>
                  </a:cubicBezTo>
                  <a:cubicBezTo>
                    <a:pt x="1407" y="1244"/>
                    <a:pt x="1292" y="1175"/>
                    <a:pt x="1269" y="1083"/>
                  </a:cubicBezTo>
                  <a:cubicBezTo>
                    <a:pt x="1246" y="991"/>
                    <a:pt x="1246" y="991"/>
                    <a:pt x="1246" y="991"/>
                  </a:cubicBezTo>
                  <a:cubicBezTo>
                    <a:pt x="1246" y="991"/>
                    <a:pt x="1246" y="991"/>
                    <a:pt x="1246" y="991"/>
                  </a:cubicBezTo>
                  <a:cubicBezTo>
                    <a:pt x="1269" y="1083"/>
                    <a:pt x="1361" y="1060"/>
                    <a:pt x="1338" y="968"/>
                  </a:cubicBezTo>
                  <a:cubicBezTo>
                    <a:pt x="1246" y="991"/>
                    <a:pt x="1246" y="991"/>
                    <a:pt x="1246" y="991"/>
                  </a:cubicBezTo>
                  <a:cubicBezTo>
                    <a:pt x="1200" y="806"/>
                    <a:pt x="1200" y="806"/>
                    <a:pt x="1200" y="806"/>
                  </a:cubicBezTo>
                  <a:cubicBezTo>
                    <a:pt x="1292" y="783"/>
                    <a:pt x="1292" y="783"/>
                    <a:pt x="1292" y="783"/>
                  </a:cubicBezTo>
                  <a:cubicBezTo>
                    <a:pt x="1292" y="783"/>
                    <a:pt x="1292" y="783"/>
                    <a:pt x="1292" y="783"/>
                  </a:cubicBezTo>
                  <a:cubicBezTo>
                    <a:pt x="1292" y="783"/>
                    <a:pt x="1292" y="783"/>
                    <a:pt x="1269" y="691"/>
                  </a:cubicBezTo>
                  <a:cubicBezTo>
                    <a:pt x="1269" y="691"/>
                    <a:pt x="1269" y="691"/>
                    <a:pt x="1269" y="691"/>
                  </a:cubicBezTo>
                  <a:cubicBezTo>
                    <a:pt x="1223" y="507"/>
                    <a:pt x="1223" y="507"/>
                    <a:pt x="1223" y="507"/>
                  </a:cubicBezTo>
                  <a:cubicBezTo>
                    <a:pt x="1223" y="507"/>
                    <a:pt x="1223" y="507"/>
                    <a:pt x="1223" y="507"/>
                  </a:cubicBezTo>
                  <a:cubicBezTo>
                    <a:pt x="1315" y="484"/>
                    <a:pt x="1315" y="484"/>
                    <a:pt x="1223" y="507"/>
                  </a:cubicBezTo>
                  <a:cubicBezTo>
                    <a:pt x="1223" y="507"/>
                    <a:pt x="1223" y="507"/>
                    <a:pt x="1223" y="507"/>
                  </a:cubicBezTo>
                  <a:cubicBezTo>
                    <a:pt x="1268" y="300"/>
                    <a:pt x="1268" y="300"/>
                    <a:pt x="1268" y="300"/>
                  </a:cubicBezTo>
                  <a:cubicBezTo>
                    <a:pt x="1245" y="207"/>
                    <a:pt x="1245" y="207"/>
                    <a:pt x="1245" y="207"/>
                  </a:cubicBezTo>
                  <a:lnTo>
                    <a:pt x="1222" y="115"/>
                  </a:lnTo>
                  <a:close/>
                  <a:moveTo>
                    <a:pt x="1430" y="944"/>
                  </a:moveTo>
                  <a:cubicBezTo>
                    <a:pt x="1430" y="944"/>
                    <a:pt x="1430" y="944"/>
                    <a:pt x="1430" y="944"/>
                  </a:cubicBezTo>
                  <a:cubicBezTo>
                    <a:pt x="1430" y="944"/>
                    <a:pt x="1430" y="944"/>
                    <a:pt x="1430" y="944"/>
                  </a:cubicBezTo>
                  <a:cubicBezTo>
                    <a:pt x="1546" y="1013"/>
                    <a:pt x="1546" y="1013"/>
                    <a:pt x="1569" y="1106"/>
                  </a:cubicBezTo>
                  <a:cubicBezTo>
                    <a:pt x="1592" y="1198"/>
                    <a:pt x="1592" y="1198"/>
                    <a:pt x="1523" y="1313"/>
                  </a:cubicBezTo>
                  <a:cubicBezTo>
                    <a:pt x="1523" y="1313"/>
                    <a:pt x="1431" y="1336"/>
                    <a:pt x="1407" y="1244"/>
                  </a:cubicBezTo>
                  <a:lnTo>
                    <a:pt x="1430" y="944"/>
                  </a:lnTo>
                  <a:close/>
                  <a:moveTo>
                    <a:pt x="1453" y="253"/>
                  </a:moveTo>
                  <a:cubicBezTo>
                    <a:pt x="1453" y="253"/>
                    <a:pt x="1453" y="253"/>
                    <a:pt x="1453" y="253"/>
                  </a:cubicBezTo>
                  <a:cubicBezTo>
                    <a:pt x="1453" y="253"/>
                    <a:pt x="1453" y="253"/>
                    <a:pt x="1453" y="253"/>
                  </a:cubicBezTo>
                  <a:cubicBezTo>
                    <a:pt x="1545" y="230"/>
                    <a:pt x="1522" y="138"/>
                    <a:pt x="1614" y="115"/>
                  </a:cubicBezTo>
                  <a:cubicBezTo>
                    <a:pt x="1637" y="207"/>
                    <a:pt x="1637" y="207"/>
                    <a:pt x="1661" y="299"/>
                  </a:cubicBezTo>
                  <a:cubicBezTo>
                    <a:pt x="1661" y="299"/>
                    <a:pt x="1684" y="391"/>
                    <a:pt x="1476" y="345"/>
                  </a:cubicBezTo>
                  <a:cubicBezTo>
                    <a:pt x="1499" y="438"/>
                    <a:pt x="1476" y="345"/>
                    <a:pt x="1499" y="438"/>
                  </a:cubicBezTo>
                  <a:cubicBezTo>
                    <a:pt x="1499" y="438"/>
                    <a:pt x="1499" y="438"/>
                    <a:pt x="1430" y="553"/>
                  </a:cubicBezTo>
                  <a:cubicBezTo>
                    <a:pt x="1545" y="622"/>
                    <a:pt x="1545" y="622"/>
                    <a:pt x="1545" y="622"/>
                  </a:cubicBezTo>
                  <a:cubicBezTo>
                    <a:pt x="1545" y="622"/>
                    <a:pt x="1545" y="622"/>
                    <a:pt x="1545" y="622"/>
                  </a:cubicBezTo>
                  <a:cubicBezTo>
                    <a:pt x="1545" y="622"/>
                    <a:pt x="1545" y="622"/>
                    <a:pt x="1522" y="530"/>
                  </a:cubicBezTo>
                  <a:cubicBezTo>
                    <a:pt x="1499" y="438"/>
                    <a:pt x="1499" y="438"/>
                    <a:pt x="1499" y="438"/>
                  </a:cubicBezTo>
                  <a:cubicBezTo>
                    <a:pt x="1591" y="414"/>
                    <a:pt x="1591" y="414"/>
                    <a:pt x="1615" y="507"/>
                  </a:cubicBezTo>
                  <a:cubicBezTo>
                    <a:pt x="1707" y="483"/>
                    <a:pt x="1707" y="483"/>
                    <a:pt x="1730" y="576"/>
                  </a:cubicBezTo>
                  <a:cubicBezTo>
                    <a:pt x="1822" y="552"/>
                    <a:pt x="1822" y="552"/>
                    <a:pt x="1753" y="668"/>
                  </a:cubicBezTo>
                  <a:cubicBezTo>
                    <a:pt x="1776" y="760"/>
                    <a:pt x="1776" y="760"/>
                    <a:pt x="1684" y="783"/>
                  </a:cubicBezTo>
                  <a:cubicBezTo>
                    <a:pt x="1684" y="783"/>
                    <a:pt x="1592" y="806"/>
                    <a:pt x="1499" y="829"/>
                  </a:cubicBezTo>
                  <a:cubicBezTo>
                    <a:pt x="1499" y="829"/>
                    <a:pt x="1407" y="852"/>
                    <a:pt x="1430" y="944"/>
                  </a:cubicBezTo>
                  <a:cubicBezTo>
                    <a:pt x="1361" y="668"/>
                    <a:pt x="1361" y="668"/>
                    <a:pt x="1361" y="668"/>
                  </a:cubicBezTo>
                  <a:cubicBezTo>
                    <a:pt x="1453" y="645"/>
                    <a:pt x="1453" y="645"/>
                    <a:pt x="1453" y="645"/>
                  </a:cubicBezTo>
                  <a:cubicBezTo>
                    <a:pt x="1453" y="645"/>
                    <a:pt x="1453" y="645"/>
                    <a:pt x="1453" y="645"/>
                  </a:cubicBezTo>
                  <a:cubicBezTo>
                    <a:pt x="1453" y="645"/>
                    <a:pt x="1453" y="645"/>
                    <a:pt x="1430" y="553"/>
                  </a:cubicBezTo>
                  <a:lnTo>
                    <a:pt x="1453" y="25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4" name="Freeform 11">
              <a:extLst>
                <a:ext uri="{FF2B5EF4-FFF2-40B4-BE49-F238E27FC236}">
                  <a16:creationId xmlns:a16="http://schemas.microsoft.com/office/drawing/2014/main" id="{1AC7550E-EEBE-4BA7-8EAD-5B7CCEE73CD1}"/>
                </a:ext>
              </a:extLst>
            </p:cNvPr>
            <p:cNvSpPr>
              <a:spLocks/>
            </p:cNvSpPr>
            <p:nvPr/>
          </p:nvSpPr>
          <p:spPr bwMode="auto">
            <a:xfrm>
              <a:off x="-3849688" y="-1951038"/>
              <a:ext cx="611188" cy="644525"/>
            </a:xfrm>
            <a:custGeom>
              <a:avLst/>
              <a:gdLst>
                <a:gd name="T0" fmla="*/ 530 w 1638"/>
                <a:gd name="T1" fmla="*/ 392 h 1728"/>
                <a:gd name="T2" fmla="*/ 738 w 1638"/>
                <a:gd name="T3" fmla="*/ 438 h 1728"/>
                <a:gd name="T4" fmla="*/ 761 w 1638"/>
                <a:gd name="T5" fmla="*/ 139 h 1728"/>
                <a:gd name="T6" fmla="*/ 830 w 1638"/>
                <a:gd name="T7" fmla="*/ 23 h 1728"/>
                <a:gd name="T8" fmla="*/ 922 w 1638"/>
                <a:gd name="T9" fmla="*/ 0 h 1728"/>
                <a:gd name="T10" fmla="*/ 1060 w 1638"/>
                <a:gd name="T11" fmla="*/ 161 h 1728"/>
                <a:gd name="T12" fmla="*/ 1107 w 1638"/>
                <a:gd name="T13" fmla="*/ 346 h 1728"/>
                <a:gd name="T14" fmla="*/ 1014 w 1638"/>
                <a:gd name="T15" fmla="*/ 369 h 1728"/>
                <a:gd name="T16" fmla="*/ 1130 w 1638"/>
                <a:gd name="T17" fmla="*/ 438 h 1728"/>
                <a:gd name="T18" fmla="*/ 1337 w 1638"/>
                <a:gd name="T19" fmla="*/ 484 h 1728"/>
                <a:gd name="T20" fmla="*/ 1360 w 1638"/>
                <a:gd name="T21" fmla="*/ 576 h 1728"/>
                <a:gd name="T22" fmla="*/ 1176 w 1638"/>
                <a:gd name="T23" fmla="*/ 622 h 1728"/>
                <a:gd name="T24" fmla="*/ 899 w 1638"/>
                <a:gd name="T25" fmla="*/ 691 h 1728"/>
                <a:gd name="T26" fmla="*/ 1269 w 1638"/>
                <a:gd name="T27" fmla="*/ 1382 h 1728"/>
                <a:gd name="T28" fmla="*/ 1407 w 1638"/>
                <a:gd name="T29" fmla="*/ 1543 h 1728"/>
                <a:gd name="T30" fmla="*/ 1546 w 1638"/>
                <a:gd name="T31" fmla="*/ 1704 h 1728"/>
                <a:gd name="T32" fmla="*/ 1038 w 1638"/>
                <a:gd name="T33" fmla="*/ 1636 h 1728"/>
                <a:gd name="T34" fmla="*/ 761 w 1638"/>
                <a:gd name="T35" fmla="*/ 922 h 1728"/>
                <a:gd name="T36" fmla="*/ 761 w 1638"/>
                <a:gd name="T37" fmla="*/ 922 h 1728"/>
                <a:gd name="T38" fmla="*/ 346 w 1638"/>
                <a:gd name="T39" fmla="*/ 1222 h 1728"/>
                <a:gd name="T40" fmla="*/ 162 w 1638"/>
                <a:gd name="T41" fmla="*/ 1268 h 1728"/>
                <a:gd name="T42" fmla="*/ 0 w 1638"/>
                <a:gd name="T43" fmla="*/ 1015 h 1728"/>
                <a:gd name="T44" fmla="*/ 0 w 1638"/>
                <a:gd name="T45" fmla="*/ 1015 h 1728"/>
                <a:gd name="T46" fmla="*/ 392 w 1638"/>
                <a:gd name="T47" fmla="*/ 1015 h 1728"/>
                <a:gd name="T48" fmla="*/ 599 w 1638"/>
                <a:gd name="T49" fmla="*/ 669 h 1728"/>
                <a:gd name="T50" fmla="*/ 184 w 1638"/>
                <a:gd name="T51" fmla="*/ 577 h 1728"/>
                <a:gd name="T52" fmla="*/ 415 w 1638"/>
                <a:gd name="T53" fmla="*/ 323 h 1728"/>
                <a:gd name="T54" fmla="*/ 530 w 1638"/>
                <a:gd name="T55" fmla="*/ 392 h 1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638" h="1728">
                  <a:moveTo>
                    <a:pt x="530" y="392"/>
                  </a:moveTo>
                  <a:cubicBezTo>
                    <a:pt x="645" y="461"/>
                    <a:pt x="738" y="438"/>
                    <a:pt x="738" y="438"/>
                  </a:cubicBezTo>
                  <a:cubicBezTo>
                    <a:pt x="715" y="346"/>
                    <a:pt x="784" y="231"/>
                    <a:pt x="761" y="139"/>
                  </a:cubicBezTo>
                  <a:cubicBezTo>
                    <a:pt x="737" y="46"/>
                    <a:pt x="830" y="23"/>
                    <a:pt x="830" y="23"/>
                  </a:cubicBezTo>
                  <a:cubicBezTo>
                    <a:pt x="922" y="0"/>
                    <a:pt x="922" y="0"/>
                    <a:pt x="922" y="0"/>
                  </a:cubicBezTo>
                  <a:cubicBezTo>
                    <a:pt x="1037" y="69"/>
                    <a:pt x="1037" y="69"/>
                    <a:pt x="1060" y="161"/>
                  </a:cubicBezTo>
                  <a:cubicBezTo>
                    <a:pt x="1084" y="253"/>
                    <a:pt x="1153" y="138"/>
                    <a:pt x="1107" y="346"/>
                  </a:cubicBezTo>
                  <a:cubicBezTo>
                    <a:pt x="1014" y="369"/>
                    <a:pt x="1014" y="369"/>
                    <a:pt x="1014" y="369"/>
                  </a:cubicBezTo>
                  <a:cubicBezTo>
                    <a:pt x="1037" y="461"/>
                    <a:pt x="1130" y="438"/>
                    <a:pt x="1130" y="438"/>
                  </a:cubicBezTo>
                  <a:cubicBezTo>
                    <a:pt x="1222" y="415"/>
                    <a:pt x="1291" y="299"/>
                    <a:pt x="1337" y="484"/>
                  </a:cubicBezTo>
                  <a:cubicBezTo>
                    <a:pt x="1360" y="576"/>
                    <a:pt x="1360" y="576"/>
                    <a:pt x="1360" y="576"/>
                  </a:cubicBezTo>
                  <a:cubicBezTo>
                    <a:pt x="1360" y="576"/>
                    <a:pt x="1268" y="599"/>
                    <a:pt x="1176" y="622"/>
                  </a:cubicBezTo>
                  <a:cubicBezTo>
                    <a:pt x="1084" y="645"/>
                    <a:pt x="899" y="691"/>
                    <a:pt x="899" y="691"/>
                  </a:cubicBezTo>
                  <a:cubicBezTo>
                    <a:pt x="945" y="876"/>
                    <a:pt x="1015" y="1152"/>
                    <a:pt x="1269" y="1382"/>
                  </a:cubicBezTo>
                  <a:cubicBezTo>
                    <a:pt x="1292" y="1474"/>
                    <a:pt x="1407" y="1543"/>
                    <a:pt x="1407" y="1543"/>
                  </a:cubicBezTo>
                  <a:cubicBezTo>
                    <a:pt x="1522" y="1612"/>
                    <a:pt x="1638" y="1681"/>
                    <a:pt x="1546" y="1704"/>
                  </a:cubicBezTo>
                  <a:cubicBezTo>
                    <a:pt x="1453" y="1728"/>
                    <a:pt x="1153" y="1705"/>
                    <a:pt x="1038" y="1636"/>
                  </a:cubicBezTo>
                  <a:cubicBezTo>
                    <a:pt x="923" y="1567"/>
                    <a:pt x="784" y="1014"/>
                    <a:pt x="761" y="922"/>
                  </a:cubicBezTo>
                  <a:cubicBezTo>
                    <a:pt x="761" y="922"/>
                    <a:pt x="761" y="922"/>
                    <a:pt x="761" y="922"/>
                  </a:cubicBezTo>
                  <a:cubicBezTo>
                    <a:pt x="692" y="1037"/>
                    <a:pt x="438" y="1199"/>
                    <a:pt x="346" y="1222"/>
                  </a:cubicBezTo>
                  <a:cubicBezTo>
                    <a:pt x="277" y="1337"/>
                    <a:pt x="162" y="1268"/>
                    <a:pt x="162" y="1268"/>
                  </a:cubicBezTo>
                  <a:cubicBezTo>
                    <a:pt x="139" y="1176"/>
                    <a:pt x="23" y="1107"/>
                    <a:pt x="0" y="1015"/>
                  </a:cubicBezTo>
                  <a:cubicBezTo>
                    <a:pt x="0" y="1015"/>
                    <a:pt x="0" y="1015"/>
                    <a:pt x="0" y="1015"/>
                  </a:cubicBezTo>
                  <a:cubicBezTo>
                    <a:pt x="208" y="1061"/>
                    <a:pt x="300" y="1038"/>
                    <a:pt x="392" y="1015"/>
                  </a:cubicBezTo>
                  <a:cubicBezTo>
                    <a:pt x="553" y="876"/>
                    <a:pt x="623" y="761"/>
                    <a:pt x="599" y="669"/>
                  </a:cubicBezTo>
                  <a:cubicBezTo>
                    <a:pt x="323" y="738"/>
                    <a:pt x="300" y="646"/>
                    <a:pt x="184" y="577"/>
                  </a:cubicBezTo>
                  <a:cubicBezTo>
                    <a:pt x="115" y="301"/>
                    <a:pt x="299" y="254"/>
                    <a:pt x="415" y="323"/>
                  </a:cubicBezTo>
                  <a:cubicBezTo>
                    <a:pt x="438" y="415"/>
                    <a:pt x="530" y="392"/>
                    <a:pt x="530" y="39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5" name="Freeform 12">
              <a:extLst>
                <a:ext uri="{FF2B5EF4-FFF2-40B4-BE49-F238E27FC236}">
                  <a16:creationId xmlns:a16="http://schemas.microsoft.com/office/drawing/2014/main" id="{AB4F6013-894E-4E4A-BCC9-21291E4C944B}"/>
                </a:ext>
              </a:extLst>
            </p:cNvPr>
            <p:cNvSpPr>
              <a:spLocks/>
            </p:cNvSpPr>
            <p:nvPr/>
          </p:nvSpPr>
          <p:spPr bwMode="auto">
            <a:xfrm>
              <a:off x="-4614863" y="-1846263"/>
              <a:ext cx="481013" cy="541338"/>
            </a:xfrm>
            <a:custGeom>
              <a:avLst/>
              <a:gdLst>
                <a:gd name="T0" fmla="*/ 92 w 1291"/>
                <a:gd name="T1" fmla="*/ 737 h 1451"/>
                <a:gd name="T2" fmla="*/ 184 w 1291"/>
                <a:gd name="T3" fmla="*/ 714 h 1451"/>
                <a:gd name="T4" fmla="*/ 369 w 1291"/>
                <a:gd name="T5" fmla="*/ 1059 h 1451"/>
                <a:gd name="T6" fmla="*/ 438 w 1291"/>
                <a:gd name="T7" fmla="*/ 944 h 1451"/>
                <a:gd name="T8" fmla="*/ 530 w 1291"/>
                <a:gd name="T9" fmla="*/ 921 h 1451"/>
                <a:gd name="T10" fmla="*/ 253 w 1291"/>
                <a:gd name="T11" fmla="*/ 207 h 1451"/>
                <a:gd name="T12" fmla="*/ 253 w 1291"/>
                <a:gd name="T13" fmla="*/ 207 h 1451"/>
                <a:gd name="T14" fmla="*/ 299 w 1291"/>
                <a:gd name="T15" fmla="*/ 0 h 1451"/>
                <a:gd name="T16" fmla="*/ 506 w 1291"/>
                <a:gd name="T17" fmla="*/ 45 h 1451"/>
                <a:gd name="T18" fmla="*/ 599 w 1291"/>
                <a:gd name="T19" fmla="*/ 414 h 1451"/>
                <a:gd name="T20" fmla="*/ 761 w 1291"/>
                <a:gd name="T21" fmla="*/ 667 h 1451"/>
                <a:gd name="T22" fmla="*/ 945 w 1291"/>
                <a:gd name="T23" fmla="*/ 621 h 1451"/>
                <a:gd name="T24" fmla="*/ 968 w 1291"/>
                <a:gd name="T25" fmla="*/ 321 h 1451"/>
                <a:gd name="T26" fmla="*/ 1175 w 1291"/>
                <a:gd name="T27" fmla="*/ 367 h 1451"/>
                <a:gd name="T28" fmla="*/ 1245 w 1291"/>
                <a:gd name="T29" fmla="*/ 644 h 1451"/>
                <a:gd name="T30" fmla="*/ 1268 w 1291"/>
                <a:gd name="T31" fmla="*/ 736 h 1451"/>
                <a:gd name="T32" fmla="*/ 1245 w 1291"/>
                <a:gd name="T33" fmla="*/ 1035 h 1451"/>
                <a:gd name="T34" fmla="*/ 991 w 1291"/>
                <a:gd name="T35" fmla="*/ 805 h 1451"/>
                <a:gd name="T36" fmla="*/ 991 w 1291"/>
                <a:gd name="T37" fmla="*/ 805 h 1451"/>
                <a:gd name="T38" fmla="*/ 830 w 1291"/>
                <a:gd name="T39" fmla="*/ 944 h 1451"/>
                <a:gd name="T40" fmla="*/ 853 w 1291"/>
                <a:gd name="T41" fmla="*/ 1036 h 1451"/>
                <a:gd name="T42" fmla="*/ 507 w 1291"/>
                <a:gd name="T43" fmla="*/ 1220 h 1451"/>
                <a:gd name="T44" fmla="*/ 438 w 1291"/>
                <a:gd name="T45" fmla="*/ 1336 h 1451"/>
                <a:gd name="T46" fmla="*/ 346 w 1291"/>
                <a:gd name="T47" fmla="*/ 1359 h 1451"/>
                <a:gd name="T48" fmla="*/ 230 w 1291"/>
                <a:gd name="T49" fmla="*/ 1290 h 1451"/>
                <a:gd name="T50" fmla="*/ 92 w 1291"/>
                <a:gd name="T51" fmla="*/ 1129 h 1451"/>
                <a:gd name="T52" fmla="*/ 23 w 1291"/>
                <a:gd name="T53" fmla="*/ 852 h 1451"/>
                <a:gd name="T54" fmla="*/ 92 w 1291"/>
                <a:gd name="T55" fmla="*/ 737 h 1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291" h="1451">
                  <a:moveTo>
                    <a:pt x="92" y="737"/>
                  </a:moveTo>
                  <a:cubicBezTo>
                    <a:pt x="92" y="737"/>
                    <a:pt x="92" y="737"/>
                    <a:pt x="184" y="714"/>
                  </a:cubicBezTo>
                  <a:cubicBezTo>
                    <a:pt x="299" y="783"/>
                    <a:pt x="346" y="967"/>
                    <a:pt x="369" y="1059"/>
                  </a:cubicBezTo>
                  <a:cubicBezTo>
                    <a:pt x="369" y="1059"/>
                    <a:pt x="369" y="1059"/>
                    <a:pt x="438" y="944"/>
                  </a:cubicBezTo>
                  <a:cubicBezTo>
                    <a:pt x="530" y="921"/>
                    <a:pt x="530" y="921"/>
                    <a:pt x="530" y="921"/>
                  </a:cubicBezTo>
                  <a:cubicBezTo>
                    <a:pt x="507" y="829"/>
                    <a:pt x="276" y="299"/>
                    <a:pt x="253" y="207"/>
                  </a:cubicBezTo>
                  <a:cubicBezTo>
                    <a:pt x="253" y="207"/>
                    <a:pt x="253" y="207"/>
                    <a:pt x="253" y="207"/>
                  </a:cubicBezTo>
                  <a:cubicBezTo>
                    <a:pt x="114" y="46"/>
                    <a:pt x="207" y="23"/>
                    <a:pt x="299" y="0"/>
                  </a:cubicBezTo>
                  <a:cubicBezTo>
                    <a:pt x="506" y="45"/>
                    <a:pt x="506" y="45"/>
                    <a:pt x="506" y="45"/>
                  </a:cubicBezTo>
                  <a:cubicBezTo>
                    <a:pt x="530" y="138"/>
                    <a:pt x="576" y="322"/>
                    <a:pt x="599" y="414"/>
                  </a:cubicBezTo>
                  <a:cubicBezTo>
                    <a:pt x="645" y="598"/>
                    <a:pt x="761" y="667"/>
                    <a:pt x="761" y="667"/>
                  </a:cubicBezTo>
                  <a:cubicBezTo>
                    <a:pt x="784" y="759"/>
                    <a:pt x="853" y="644"/>
                    <a:pt x="945" y="621"/>
                  </a:cubicBezTo>
                  <a:cubicBezTo>
                    <a:pt x="1014" y="506"/>
                    <a:pt x="876" y="345"/>
                    <a:pt x="968" y="321"/>
                  </a:cubicBezTo>
                  <a:cubicBezTo>
                    <a:pt x="945" y="229"/>
                    <a:pt x="1037" y="206"/>
                    <a:pt x="1175" y="367"/>
                  </a:cubicBezTo>
                  <a:cubicBezTo>
                    <a:pt x="1199" y="459"/>
                    <a:pt x="1222" y="552"/>
                    <a:pt x="1245" y="644"/>
                  </a:cubicBezTo>
                  <a:cubicBezTo>
                    <a:pt x="1268" y="736"/>
                    <a:pt x="1268" y="736"/>
                    <a:pt x="1268" y="736"/>
                  </a:cubicBezTo>
                  <a:cubicBezTo>
                    <a:pt x="1291" y="828"/>
                    <a:pt x="1222" y="943"/>
                    <a:pt x="1245" y="1035"/>
                  </a:cubicBezTo>
                  <a:cubicBezTo>
                    <a:pt x="1153" y="1058"/>
                    <a:pt x="1107" y="874"/>
                    <a:pt x="991" y="805"/>
                  </a:cubicBezTo>
                  <a:cubicBezTo>
                    <a:pt x="991" y="805"/>
                    <a:pt x="991" y="805"/>
                    <a:pt x="991" y="805"/>
                  </a:cubicBezTo>
                  <a:cubicBezTo>
                    <a:pt x="991" y="805"/>
                    <a:pt x="899" y="828"/>
                    <a:pt x="830" y="944"/>
                  </a:cubicBezTo>
                  <a:cubicBezTo>
                    <a:pt x="830" y="944"/>
                    <a:pt x="830" y="944"/>
                    <a:pt x="853" y="1036"/>
                  </a:cubicBezTo>
                  <a:cubicBezTo>
                    <a:pt x="668" y="1082"/>
                    <a:pt x="484" y="1128"/>
                    <a:pt x="507" y="1220"/>
                  </a:cubicBezTo>
                  <a:cubicBezTo>
                    <a:pt x="438" y="1336"/>
                    <a:pt x="438" y="1336"/>
                    <a:pt x="438" y="1336"/>
                  </a:cubicBezTo>
                  <a:cubicBezTo>
                    <a:pt x="346" y="1359"/>
                    <a:pt x="346" y="1359"/>
                    <a:pt x="346" y="1359"/>
                  </a:cubicBezTo>
                  <a:cubicBezTo>
                    <a:pt x="369" y="1451"/>
                    <a:pt x="254" y="1382"/>
                    <a:pt x="230" y="1290"/>
                  </a:cubicBezTo>
                  <a:cubicBezTo>
                    <a:pt x="138" y="1313"/>
                    <a:pt x="115" y="1221"/>
                    <a:pt x="92" y="1129"/>
                  </a:cubicBezTo>
                  <a:cubicBezTo>
                    <a:pt x="184" y="1106"/>
                    <a:pt x="46" y="944"/>
                    <a:pt x="23" y="852"/>
                  </a:cubicBezTo>
                  <a:cubicBezTo>
                    <a:pt x="23" y="852"/>
                    <a:pt x="0" y="760"/>
                    <a:pt x="92" y="73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6" name="Freeform 13">
              <a:extLst>
                <a:ext uri="{FF2B5EF4-FFF2-40B4-BE49-F238E27FC236}">
                  <a16:creationId xmlns:a16="http://schemas.microsoft.com/office/drawing/2014/main" id="{A11228C6-39CD-453B-A1EA-D521393B4A6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5319713" y="-1562100"/>
              <a:ext cx="619125" cy="687388"/>
            </a:xfrm>
            <a:custGeom>
              <a:avLst/>
              <a:gdLst>
                <a:gd name="T0" fmla="*/ 185 w 1661"/>
                <a:gd name="T1" fmla="*/ 1015 h 1843"/>
                <a:gd name="T2" fmla="*/ 254 w 1661"/>
                <a:gd name="T3" fmla="*/ 899 h 1843"/>
                <a:gd name="T4" fmla="*/ 300 w 1661"/>
                <a:gd name="T5" fmla="*/ 692 h 1843"/>
                <a:gd name="T6" fmla="*/ 138 w 1661"/>
                <a:gd name="T7" fmla="*/ 439 h 1843"/>
                <a:gd name="T8" fmla="*/ 46 w 1661"/>
                <a:gd name="T9" fmla="*/ 462 h 1843"/>
                <a:gd name="T10" fmla="*/ 23 w 1661"/>
                <a:gd name="T11" fmla="*/ 370 h 1843"/>
                <a:gd name="T12" fmla="*/ 23 w 1661"/>
                <a:gd name="T13" fmla="*/ 370 h 1843"/>
                <a:gd name="T14" fmla="*/ 92 w 1661"/>
                <a:gd name="T15" fmla="*/ 254 h 1843"/>
                <a:gd name="T16" fmla="*/ 276 w 1661"/>
                <a:gd name="T17" fmla="*/ 208 h 1843"/>
                <a:gd name="T18" fmla="*/ 415 w 1661"/>
                <a:gd name="T19" fmla="*/ 369 h 1843"/>
                <a:gd name="T20" fmla="*/ 415 w 1661"/>
                <a:gd name="T21" fmla="*/ 369 h 1843"/>
                <a:gd name="T22" fmla="*/ 438 w 1661"/>
                <a:gd name="T23" fmla="*/ 853 h 1843"/>
                <a:gd name="T24" fmla="*/ 438 w 1661"/>
                <a:gd name="T25" fmla="*/ 853 h 1843"/>
                <a:gd name="T26" fmla="*/ 438 w 1661"/>
                <a:gd name="T27" fmla="*/ 853 h 1843"/>
                <a:gd name="T28" fmla="*/ 369 w 1661"/>
                <a:gd name="T29" fmla="*/ 968 h 1843"/>
                <a:gd name="T30" fmla="*/ 507 w 1661"/>
                <a:gd name="T31" fmla="*/ 1130 h 1843"/>
                <a:gd name="T32" fmla="*/ 508 w 1661"/>
                <a:gd name="T33" fmla="*/ 1521 h 1843"/>
                <a:gd name="T34" fmla="*/ 415 w 1661"/>
                <a:gd name="T35" fmla="*/ 1544 h 1843"/>
                <a:gd name="T36" fmla="*/ 300 w 1661"/>
                <a:gd name="T37" fmla="*/ 1475 h 1843"/>
                <a:gd name="T38" fmla="*/ 254 w 1661"/>
                <a:gd name="T39" fmla="*/ 1291 h 1843"/>
                <a:gd name="T40" fmla="*/ 162 w 1661"/>
                <a:gd name="T41" fmla="*/ 1314 h 1843"/>
                <a:gd name="T42" fmla="*/ 115 w 1661"/>
                <a:gd name="T43" fmla="*/ 1130 h 1843"/>
                <a:gd name="T44" fmla="*/ 185 w 1661"/>
                <a:gd name="T45" fmla="*/ 1015 h 1843"/>
                <a:gd name="T46" fmla="*/ 415 w 1661"/>
                <a:gd name="T47" fmla="*/ 369 h 1843"/>
                <a:gd name="T48" fmla="*/ 415 w 1661"/>
                <a:gd name="T49" fmla="*/ 369 h 1843"/>
                <a:gd name="T50" fmla="*/ 576 w 1661"/>
                <a:gd name="T51" fmla="*/ 231 h 1843"/>
                <a:gd name="T52" fmla="*/ 645 w 1661"/>
                <a:gd name="T53" fmla="*/ 116 h 1843"/>
                <a:gd name="T54" fmla="*/ 645 w 1661"/>
                <a:gd name="T55" fmla="*/ 116 h 1843"/>
                <a:gd name="T56" fmla="*/ 715 w 1661"/>
                <a:gd name="T57" fmla="*/ 392 h 1843"/>
                <a:gd name="T58" fmla="*/ 553 w 1661"/>
                <a:gd name="T59" fmla="*/ 530 h 1843"/>
                <a:gd name="T60" fmla="*/ 669 w 1661"/>
                <a:gd name="T61" fmla="*/ 599 h 1843"/>
                <a:gd name="T62" fmla="*/ 692 w 1661"/>
                <a:gd name="T63" fmla="*/ 1475 h 1843"/>
                <a:gd name="T64" fmla="*/ 623 w 1661"/>
                <a:gd name="T65" fmla="*/ 1590 h 1843"/>
                <a:gd name="T66" fmla="*/ 508 w 1661"/>
                <a:gd name="T67" fmla="*/ 1521 h 1843"/>
                <a:gd name="T68" fmla="*/ 507 w 1661"/>
                <a:gd name="T69" fmla="*/ 1130 h 1843"/>
                <a:gd name="T70" fmla="*/ 507 w 1661"/>
                <a:gd name="T71" fmla="*/ 1130 h 1843"/>
                <a:gd name="T72" fmla="*/ 577 w 1661"/>
                <a:gd name="T73" fmla="*/ 1014 h 1843"/>
                <a:gd name="T74" fmla="*/ 438 w 1661"/>
                <a:gd name="T75" fmla="*/ 853 h 1843"/>
                <a:gd name="T76" fmla="*/ 415 w 1661"/>
                <a:gd name="T77" fmla="*/ 369 h 1843"/>
                <a:gd name="T78" fmla="*/ 645 w 1661"/>
                <a:gd name="T79" fmla="*/ 116 h 1843"/>
                <a:gd name="T80" fmla="*/ 645 w 1661"/>
                <a:gd name="T81" fmla="*/ 116 h 1843"/>
                <a:gd name="T82" fmla="*/ 922 w 1661"/>
                <a:gd name="T83" fmla="*/ 46 h 1843"/>
                <a:gd name="T84" fmla="*/ 968 w 1661"/>
                <a:gd name="T85" fmla="*/ 230 h 1843"/>
                <a:gd name="T86" fmla="*/ 968 w 1661"/>
                <a:gd name="T87" fmla="*/ 230 h 1843"/>
                <a:gd name="T88" fmla="*/ 1014 w 1661"/>
                <a:gd name="T89" fmla="*/ 415 h 1843"/>
                <a:gd name="T90" fmla="*/ 1014 w 1661"/>
                <a:gd name="T91" fmla="*/ 415 h 1843"/>
                <a:gd name="T92" fmla="*/ 1061 w 1661"/>
                <a:gd name="T93" fmla="*/ 599 h 1843"/>
                <a:gd name="T94" fmla="*/ 1084 w 1661"/>
                <a:gd name="T95" fmla="*/ 691 h 1843"/>
                <a:gd name="T96" fmla="*/ 945 w 1661"/>
                <a:gd name="T97" fmla="*/ 922 h 1843"/>
                <a:gd name="T98" fmla="*/ 1476 w 1661"/>
                <a:gd name="T99" fmla="*/ 1474 h 1843"/>
                <a:gd name="T100" fmla="*/ 1661 w 1661"/>
                <a:gd name="T101" fmla="*/ 1820 h 1843"/>
                <a:gd name="T102" fmla="*/ 1315 w 1661"/>
                <a:gd name="T103" fmla="*/ 1613 h 1843"/>
                <a:gd name="T104" fmla="*/ 807 w 1661"/>
                <a:gd name="T105" fmla="*/ 1152 h 1843"/>
                <a:gd name="T106" fmla="*/ 669 w 1661"/>
                <a:gd name="T107" fmla="*/ 1383 h 1843"/>
                <a:gd name="T108" fmla="*/ 669 w 1661"/>
                <a:gd name="T109" fmla="*/ 1383 h 1843"/>
                <a:gd name="T110" fmla="*/ 692 w 1661"/>
                <a:gd name="T111" fmla="*/ 1475 h 1843"/>
                <a:gd name="T112" fmla="*/ 692 w 1661"/>
                <a:gd name="T113" fmla="*/ 1475 h 1843"/>
                <a:gd name="T114" fmla="*/ 669 w 1661"/>
                <a:gd name="T115" fmla="*/ 599 h 1843"/>
                <a:gd name="T116" fmla="*/ 692 w 1661"/>
                <a:gd name="T117" fmla="*/ 692 h 1843"/>
                <a:gd name="T118" fmla="*/ 738 w 1661"/>
                <a:gd name="T119" fmla="*/ 484 h 1843"/>
                <a:gd name="T120" fmla="*/ 715 w 1661"/>
                <a:gd name="T121" fmla="*/ 392 h 1843"/>
                <a:gd name="T122" fmla="*/ 715 w 1661"/>
                <a:gd name="T123" fmla="*/ 392 h 1843"/>
                <a:gd name="T124" fmla="*/ 645 w 1661"/>
                <a:gd name="T125" fmla="*/ 116 h 18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61" h="1843">
                  <a:moveTo>
                    <a:pt x="185" y="1015"/>
                  </a:moveTo>
                  <a:cubicBezTo>
                    <a:pt x="254" y="899"/>
                    <a:pt x="254" y="899"/>
                    <a:pt x="254" y="899"/>
                  </a:cubicBezTo>
                  <a:cubicBezTo>
                    <a:pt x="231" y="807"/>
                    <a:pt x="300" y="692"/>
                    <a:pt x="300" y="692"/>
                  </a:cubicBezTo>
                  <a:cubicBezTo>
                    <a:pt x="277" y="600"/>
                    <a:pt x="161" y="531"/>
                    <a:pt x="138" y="439"/>
                  </a:cubicBezTo>
                  <a:cubicBezTo>
                    <a:pt x="46" y="462"/>
                    <a:pt x="46" y="462"/>
                    <a:pt x="46" y="462"/>
                  </a:cubicBezTo>
                  <a:cubicBezTo>
                    <a:pt x="23" y="370"/>
                    <a:pt x="23" y="370"/>
                    <a:pt x="23" y="370"/>
                  </a:cubicBezTo>
                  <a:cubicBezTo>
                    <a:pt x="23" y="370"/>
                    <a:pt x="23" y="370"/>
                    <a:pt x="23" y="370"/>
                  </a:cubicBezTo>
                  <a:cubicBezTo>
                    <a:pt x="0" y="278"/>
                    <a:pt x="0" y="278"/>
                    <a:pt x="92" y="254"/>
                  </a:cubicBezTo>
                  <a:cubicBezTo>
                    <a:pt x="92" y="254"/>
                    <a:pt x="161" y="139"/>
                    <a:pt x="276" y="208"/>
                  </a:cubicBezTo>
                  <a:cubicBezTo>
                    <a:pt x="299" y="300"/>
                    <a:pt x="415" y="369"/>
                    <a:pt x="415" y="369"/>
                  </a:cubicBezTo>
                  <a:cubicBezTo>
                    <a:pt x="415" y="369"/>
                    <a:pt x="415" y="369"/>
                    <a:pt x="415" y="369"/>
                  </a:cubicBezTo>
                  <a:cubicBezTo>
                    <a:pt x="438" y="853"/>
                    <a:pt x="438" y="853"/>
                    <a:pt x="438" y="853"/>
                  </a:cubicBezTo>
                  <a:cubicBezTo>
                    <a:pt x="438" y="853"/>
                    <a:pt x="438" y="853"/>
                    <a:pt x="438" y="853"/>
                  </a:cubicBezTo>
                  <a:cubicBezTo>
                    <a:pt x="438" y="853"/>
                    <a:pt x="438" y="853"/>
                    <a:pt x="438" y="853"/>
                  </a:cubicBezTo>
                  <a:cubicBezTo>
                    <a:pt x="369" y="968"/>
                    <a:pt x="369" y="968"/>
                    <a:pt x="369" y="968"/>
                  </a:cubicBezTo>
                  <a:cubicBezTo>
                    <a:pt x="277" y="992"/>
                    <a:pt x="392" y="1061"/>
                    <a:pt x="507" y="1130"/>
                  </a:cubicBezTo>
                  <a:cubicBezTo>
                    <a:pt x="508" y="1521"/>
                    <a:pt x="508" y="1521"/>
                    <a:pt x="508" y="1521"/>
                  </a:cubicBezTo>
                  <a:cubicBezTo>
                    <a:pt x="415" y="1544"/>
                    <a:pt x="415" y="1544"/>
                    <a:pt x="415" y="1544"/>
                  </a:cubicBezTo>
                  <a:cubicBezTo>
                    <a:pt x="392" y="1452"/>
                    <a:pt x="300" y="1475"/>
                    <a:pt x="300" y="1475"/>
                  </a:cubicBezTo>
                  <a:cubicBezTo>
                    <a:pt x="277" y="1383"/>
                    <a:pt x="277" y="1383"/>
                    <a:pt x="254" y="1291"/>
                  </a:cubicBezTo>
                  <a:cubicBezTo>
                    <a:pt x="254" y="1291"/>
                    <a:pt x="254" y="1291"/>
                    <a:pt x="162" y="1314"/>
                  </a:cubicBezTo>
                  <a:cubicBezTo>
                    <a:pt x="139" y="1222"/>
                    <a:pt x="139" y="1222"/>
                    <a:pt x="115" y="1130"/>
                  </a:cubicBezTo>
                  <a:cubicBezTo>
                    <a:pt x="115" y="1130"/>
                    <a:pt x="92" y="1038"/>
                    <a:pt x="185" y="1015"/>
                  </a:cubicBezTo>
                  <a:close/>
                  <a:moveTo>
                    <a:pt x="415" y="369"/>
                  </a:moveTo>
                  <a:cubicBezTo>
                    <a:pt x="415" y="369"/>
                    <a:pt x="415" y="369"/>
                    <a:pt x="415" y="369"/>
                  </a:cubicBezTo>
                  <a:cubicBezTo>
                    <a:pt x="507" y="346"/>
                    <a:pt x="507" y="346"/>
                    <a:pt x="576" y="231"/>
                  </a:cubicBezTo>
                  <a:cubicBezTo>
                    <a:pt x="645" y="116"/>
                    <a:pt x="645" y="116"/>
                    <a:pt x="645" y="116"/>
                  </a:cubicBezTo>
                  <a:cubicBezTo>
                    <a:pt x="645" y="116"/>
                    <a:pt x="645" y="116"/>
                    <a:pt x="645" y="116"/>
                  </a:cubicBezTo>
                  <a:cubicBezTo>
                    <a:pt x="715" y="392"/>
                    <a:pt x="715" y="392"/>
                    <a:pt x="715" y="392"/>
                  </a:cubicBezTo>
                  <a:cubicBezTo>
                    <a:pt x="622" y="415"/>
                    <a:pt x="553" y="530"/>
                    <a:pt x="553" y="530"/>
                  </a:cubicBezTo>
                  <a:cubicBezTo>
                    <a:pt x="669" y="599"/>
                    <a:pt x="669" y="599"/>
                    <a:pt x="669" y="599"/>
                  </a:cubicBezTo>
                  <a:cubicBezTo>
                    <a:pt x="692" y="1475"/>
                    <a:pt x="692" y="1475"/>
                    <a:pt x="692" y="1475"/>
                  </a:cubicBezTo>
                  <a:cubicBezTo>
                    <a:pt x="623" y="1590"/>
                    <a:pt x="623" y="1590"/>
                    <a:pt x="623" y="1590"/>
                  </a:cubicBezTo>
                  <a:cubicBezTo>
                    <a:pt x="531" y="1613"/>
                    <a:pt x="508" y="1521"/>
                    <a:pt x="508" y="1521"/>
                  </a:cubicBezTo>
                  <a:cubicBezTo>
                    <a:pt x="507" y="1130"/>
                    <a:pt x="507" y="1130"/>
                    <a:pt x="507" y="1130"/>
                  </a:cubicBezTo>
                  <a:cubicBezTo>
                    <a:pt x="507" y="1130"/>
                    <a:pt x="507" y="1130"/>
                    <a:pt x="507" y="1130"/>
                  </a:cubicBezTo>
                  <a:cubicBezTo>
                    <a:pt x="600" y="1106"/>
                    <a:pt x="577" y="1014"/>
                    <a:pt x="577" y="1014"/>
                  </a:cubicBezTo>
                  <a:cubicBezTo>
                    <a:pt x="577" y="1014"/>
                    <a:pt x="553" y="922"/>
                    <a:pt x="438" y="853"/>
                  </a:cubicBezTo>
                  <a:lnTo>
                    <a:pt x="415" y="369"/>
                  </a:lnTo>
                  <a:close/>
                  <a:moveTo>
                    <a:pt x="645" y="116"/>
                  </a:moveTo>
                  <a:cubicBezTo>
                    <a:pt x="645" y="116"/>
                    <a:pt x="645" y="116"/>
                    <a:pt x="645" y="116"/>
                  </a:cubicBezTo>
                  <a:cubicBezTo>
                    <a:pt x="714" y="0"/>
                    <a:pt x="830" y="69"/>
                    <a:pt x="922" y="46"/>
                  </a:cubicBezTo>
                  <a:cubicBezTo>
                    <a:pt x="945" y="138"/>
                    <a:pt x="945" y="138"/>
                    <a:pt x="968" y="230"/>
                  </a:cubicBezTo>
                  <a:cubicBezTo>
                    <a:pt x="968" y="230"/>
                    <a:pt x="968" y="230"/>
                    <a:pt x="968" y="230"/>
                  </a:cubicBezTo>
                  <a:cubicBezTo>
                    <a:pt x="968" y="230"/>
                    <a:pt x="922" y="438"/>
                    <a:pt x="1014" y="415"/>
                  </a:cubicBezTo>
                  <a:cubicBezTo>
                    <a:pt x="1014" y="415"/>
                    <a:pt x="1014" y="415"/>
                    <a:pt x="1014" y="415"/>
                  </a:cubicBezTo>
                  <a:cubicBezTo>
                    <a:pt x="1107" y="392"/>
                    <a:pt x="1153" y="576"/>
                    <a:pt x="1061" y="599"/>
                  </a:cubicBezTo>
                  <a:cubicBezTo>
                    <a:pt x="1061" y="599"/>
                    <a:pt x="1061" y="599"/>
                    <a:pt x="1084" y="691"/>
                  </a:cubicBezTo>
                  <a:cubicBezTo>
                    <a:pt x="992" y="714"/>
                    <a:pt x="1015" y="806"/>
                    <a:pt x="945" y="922"/>
                  </a:cubicBezTo>
                  <a:cubicBezTo>
                    <a:pt x="1176" y="1060"/>
                    <a:pt x="1338" y="1313"/>
                    <a:pt x="1476" y="1474"/>
                  </a:cubicBezTo>
                  <a:cubicBezTo>
                    <a:pt x="1615" y="1635"/>
                    <a:pt x="1638" y="1727"/>
                    <a:pt x="1661" y="1820"/>
                  </a:cubicBezTo>
                  <a:cubicBezTo>
                    <a:pt x="1569" y="1843"/>
                    <a:pt x="1453" y="1774"/>
                    <a:pt x="1315" y="1613"/>
                  </a:cubicBezTo>
                  <a:cubicBezTo>
                    <a:pt x="807" y="1152"/>
                    <a:pt x="807" y="1152"/>
                    <a:pt x="807" y="1152"/>
                  </a:cubicBezTo>
                  <a:cubicBezTo>
                    <a:pt x="715" y="1175"/>
                    <a:pt x="738" y="1268"/>
                    <a:pt x="669" y="1383"/>
                  </a:cubicBezTo>
                  <a:cubicBezTo>
                    <a:pt x="669" y="1383"/>
                    <a:pt x="669" y="1383"/>
                    <a:pt x="669" y="1383"/>
                  </a:cubicBezTo>
                  <a:cubicBezTo>
                    <a:pt x="692" y="1475"/>
                    <a:pt x="692" y="1475"/>
                    <a:pt x="692" y="1475"/>
                  </a:cubicBezTo>
                  <a:cubicBezTo>
                    <a:pt x="692" y="1475"/>
                    <a:pt x="692" y="1475"/>
                    <a:pt x="692" y="1475"/>
                  </a:cubicBezTo>
                  <a:cubicBezTo>
                    <a:pt x="669" y="599"/>
                    <a:pt x="669" y="599"/>
                    <a:pt x="669" y="599"/>
                  </a:cubicBezTo>
                  <a:cubicBezTo>
                    <a:pt x="692" y="692"/>
                    <a:pt x="692" y="692"/>
                    <a:pt x="692" y="692"/>
                  </a:cubicBezTo>
                  <a:cubicBezTo>
                    <a:pt x="784" y="668"/>
                    <a:pt x="761" y="576"/>
                    <a:pt x="738" y="484"/>
                  </a:cubicBezTo>
                  <a:cubicBezTo>
                    <a:pt x="715" y="392"/>
                    <a:pt x="715" y="392"/>
                    <a:pt x="715" y="392"/>
                  </a:cubicBezTo>
                  <a:cubicBezTo>
                    <a:pt x="715" y="392"/>
                    <a:pt x="715" y="392"/>
                    <a:pt x="715" y="392"/>
                  </a:cubicBezTo>
                  <a:lnTo>
                    <a:pt x="645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7" name="Freeform 14">
              <a:extLst>
                <a:ext uri="{FF2B5EF4-FFF2-40B4-BE49-F238E27FC236}">
                  <a16:creationId xmlns:a16="http://schemas.microsoft.com/office/drawing/2014/main" id="{CE28B834-D3DC-459A-A61E-7AB4DF3DA98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6316663" y="-2459038"/>
              <a:ext cx="4772025" cy="4770438"/>
            </a:xfrm>
            <a:custGeom>
              <a:avLst/>
              <a:gdLst>
                <a:gd name="T0" fmla="*/ 6317 w 12803"/>
                <a:gd name="T1" fmla="*/ 4 h 12795"/>
                <a:gd name="T2" fmla="*/ 94 w 12803"/>
                <a:gd name="T3" fmla="*/ 6462 h 12795"/>
                <a:gd name="T4" fmla="*/ 6485 w 12803"/>
                <a:gd name="T5" fmla="*/ 12791 h 12795"/>
                <a:gd name="T6" fmla="*/ 12801 w 12803"/>
                <a:gd name="T7" fmla="*/ 6310 h 12795"/>
                <a:gd name="T8" fmla="*/ 6317 w 12803"/>
                <a:gd name="T9" fmla="*/ 4 h 12795"/>
                <a:gd name="T10" fmla="*/ 6462 w 12803"/>
                <a:gd name="T11" fmla="*/ 12307 h 12795"/>
                <a:gd name="T12" fmla="*/ 6462 w 12803"/>
                <a:gd name="T13" fmla="*/ 12307 h 12795"/>
                <a:gd name="T14" fmla="*/ 486 w 12803"/>
                <a:gd name="T15" fmla="*/ 6461 h 12795"/>
                <a:gd name="T16" fmla="*/ 6340 w 12803"/>
                <a:gd name="T17" fmla="*/ 488 h 12795"/>
                <a:gd name="T18" fmla="*/ 12317 w 12803"/>
                <a:gd name="T19" fmla="*/ 6334 h 12795"/>
                <a:gd name="T20" fmla="*/ 6462 w 12803"/>
                <a:gd name="T21" fmla="*/ 12307 h 12795"/>
                <a:gd name="T22" fmla="*/ 6363 w 12803"/>
                <a:gd name="T23" fmla="*/ 580 h 12795"/>
                <a:gd name="T24" fmla="*/ 6363 w 12803"/>
                <a:gd name="T25" fmla="*/ 580 h 12795"/>
                <a:gd name="T26" fmla="*/ 670 w 12803"/>
                <a:gd name="T27" fmla="*/ 6415 h 12795"/>
                <a:gd name="T28" fmla="*/ 6416 w 12803"/>
                <a:gd name="T29" fmla="*/ 12123 h 12795"/>
                <a:gd name="T30" fmla="*/ 12224 w 12803"/>
                <a:gd name="T31" fmla="*/ 6357 h 12795"/>
                <a:gd name="T32" fmla="*/ 6363 w 12803"/>
                <a:gd name="T33" fmla="*/ 580 h 12795"/>
                <a:gd name="T34" fmla="*/ 6485 w 12803"/>
                <a:gd name="T35" fmla="*/ 12008 h 12795"/>
                <a:gd name="T36" fmla="*/ 6485 w 12803"/>
                <a:gd name="T37" fmla="*/ 12008 h 12795"/>
                <a:gd name="T38" fmla="*/ 786 w 12803"/>
                <a:gd name="T39" fmla="*/ 6484 h 12795"/>
                <a:gd name="T40" fmla="*/ 6410 w 12803"/>
                <a:gd name="T41" fmla="*/ 764 h 12795"/>
                <a:gd name="T42" fmla="*/ 12017 w 12803"/>
                <a:gd name="T43" fmla="*/ 6311 h 12795"/>
                <a:gd name="T44" fmla="*/ 6485 w 12803"/>
                <a:gd name="T45" fmla="*/ 12008 h 127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803" h="12795">
                  <a:moveTo>
                    <a:pt x="6317" y="4"/>
                  </a:moveTo>
                  <a:cubicBezTo>
                    <a:pt x="2812" y="100"/>
                    <a:pt x="0" y="2960"/>
                    <a:pt x="94" y="6462"/>
                  </a:cubicBezTo>
                  <a:cubicBezTo>
                    <a:pt x="96" y="9987"/>
                    <a:pt x="2957" y="12795"/>
                    <a:pt x="6485" y="12791"/>
                  </a:cubicBezTo>
                  <a:cubicBezTo>
                    <a:pt x="9991" y="12695"/>
                    <a:pt x="12803" y="9835"/>
                    <a:pt x="12801" y="6310"/>
                  </a:cubicBezTo>
                  <a:cubicBezTo>
                    <a:pt x="12707" y="2808"/>
                    <a:pt x="9845" y="0"/>
                    <a:pt x="6317" y="4"/>
                  </a:cubicBezTo>
                  <a:close/>
                  <a:moveTo>
                    <a:pt x="6462" y="12307"/>
                  </a:moveTo>
                  <a:cubicBezTo>
                    <a:pt x="6462" y="12307"/>
                    <a:pt x="6462" y="12307"/>
                    <a:pt x="6462" y="12307"/>
                  </a:cubicBezTo>
                  <a:cubicBezTo>
                    <a:pt x="3141" y="12357"/>
                    <a:pt x="511" y="9687"/>
                    <a:pt x="486" y="6461"/>
                  </a:cubicBezTo>
                  <a:cubicBezTo>
                    <a:pt x="438" y="3144"/>
                    <a:pt x="3112" y="514"/>
                    <a:pt x="6340" y="488"/>
                  </a:cubicBezTo>
                  <a:cubicBezTo>
                    <a:pt x="9661" y="438"/>
                    <a:pt x="12269" y="3016"/>
                    <a:pt x="12317" y="6334"/>
                  </a:cubicBezTo>
                  <a:cubicBezTo>
                    <a:pt x="12364" y="9651"/>
                    <a:pt x="9783" y="12258"/>
                    <a:pt x="6462" y="12307"/>
                  </a:cubicBezTo>
                  <a:close/>
                  <a:moveTo>
                    <a:pt x="6363" y="580"/>
                  </a:moveTo>
                  <a:cubicBezTo>
                    <a:pt x="6363" y="580"/>
                    <a:pt x="6363" y="580"/>
                    <a:pt x="6363" y="580"/>
                  </a:cubicBezTo>
                  <a:cubicBezTo>
                    <a:pt x="3158" y="699"/>
                    <a:pt x="576" y="3305"/>
                    <a:pt x="670" y="6415"/>
                  </a:cubicBezTo>
                  <a:cubicBezTo>
                    <a:pt x="695" y="9641"/>
                    <a:pt x="3303" y="12218"/>
                    <a:pt x="6416" y="12123"/>
                  </a:cubicBezTo>
                  <a:cubicBezTo>
                    <a:pt x="9644" y="12096"/>
                    <a:pt x="12226" y="9490"/>
                    <a:pt x="12224" y="6357"/>
                  </a:cubicBezTo>
                  <a:cubicBezTo>
                    <a:pt x="12107" y="3154"/>
                    <a:pt x="9500" y="577"/>
                    <a:pt x="6363" y="580"/>
                  </a:cubicBezTo>
                  <a:close/>
                  <a:moveTo>
                    <a:pt x="6485" y="12008"/>
                  </a:moveTo>
                  <a:cubicBezTo>
                    <a:pt x="6485" y="12008"/>
                    <a:pt x="6485" y="12008"/>
                    <a:pt x="6485" y="12008"/>
                  </a:cubicBezTo>
                  <a:cubicBezTo>
                    <a:pt x="3372" y="12103"/>
                    <a:pt x="764" y="9525"/>
                    <a:pt x="786" y="6484"/>
                  </a:cubicBezTo>
                  <a:cubicBezTo>
                    <a:pt x="692" y="3374"/>
                    <a:pt x="3273" y="768"/>
                    <a:pt x="6410" y="764"/>
                  </a:cubicBezTo>
                  <a:cubicBezTo>
                    <a:pt x="9431" y="692"/>
                    <a:pt x="12015" y="3178"/>
                    <a:pt x="12017" y="6311"/>
                  </a:cubicBezTo>
                  <a:cubicBezTo>
                    <a:pt x="12111" y="9421"/>
                    <a:pt x="9621" y="12004"/>
                    <a:pt x="6485" y="1200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8" name="Freeform 15">
              <a:extLst>
                <a:ext uri="{FF2B5EF4-FFF2-40B4-BE49-F238E27FC236}">
                  <a16:creationId xmlns:a16="http://schemas.microsoft.com/office/drawing/2014/main" id="{B9C081AA-6620-49A6-A2FD-78EE9E631393}"/>
                </a:ext>
              </a:extLst>
            </p:cNvPr>
            <p:cNvSpPr>
              <a:spLocks/>
            </p:cNvSpPr>
            <p:nvPr/>
          </p:nvSpPr>
          <p:spPr bwMode="auto">
            <a:xfrm>
              <a:off x="-5722938" y="-746125"/>
              <a:ext cx="412750" cy="327025"/>
            </a:xfrm>
            <a:custGeom>
              <a:avLst/>
              <a:gdLst>
                <a:gd name="T0" fmla="*/ 900 w 1107"/>
                <a:gd name="T1" fmla="*/ 875 h 875"/>
                <a:gd name="T2" fmla="*/ 600 w 1107"/>
                <a:gd name="T3" fmla="*/ 852 h 875"/>
                <a:gd name="T4" fmla="*/ 692 w 1107"/>
                <a:gd name="T5" fmla="*/ 829 h 875"/>
                <a:gd name="T6" fmla="*/ 877 w 1107"/>
                <a:gd name="T7" fmla="*/ 782 h 875"/>
                <a:gd name="T8" fmla="*/ 923 w 1107"/>
                <a:gd name="T9" fmla="*/ 575 h 875"/>
                <a:gd name="T10" fmla="*/ 992 w 1107"/>
                <a:gd name="T11" fmla="*/ 460 h 875"/>
                <a:gd name="T12" fmla="*/ 876 w 1107"/>
                <a:gd name="T13" fmla="*/ 391 h 875"/>
                <a:gd name="T14" fmla="*/ 876 w 1107"/>
                <a:gd name="T15" fmla="*/ 391 h 875"/>
                <a:gd name="T16" fmla="*/ 784 w 1107"/>
                <a:gd name="T17" fmla="*/ 414 h 875"/>
                <a:gd name="T18" fmla="*/ 623 w 1107"/>
                <a:gd name="T19" fmla="*/ 552 h 875"/>
                <a:gd name="T20" fmla="*/ 392 w 1107"/>
                <a:gd name="T21" fmla="*/ 806 h 875"/>
                <a:gd name="T22" fmla="*/ 185 w 1107"/>
                <a:gd name="T23" fmla="*/ 760 h 875"/>
                <a:gd name="T24" fmla="*/ 46 w 1107"/>
                <a:gd name="T25" fmla="*/ 599 h 875"/>
                <a:gd name="T26" fmla="*/ 0 w 1107"/>
                <a:gd name="T27" fmla="*/ 415 h 875"/>
                <a:gd name="T28" fmla="*/ 69 w 1107"/>
                <a:gd name="T29" fmla="*/ 300 h 875"/>
                <a:gd name="T30" fmla="*/ 138 w 1107"/>
                <a:gd name="T31" fmla="*/ 184 h 875"/>
                <a:gd name="T32" fmla="*/ 138 w 1107"/>
                <a:gd name="T33" fmla="*/ 184 h 875"/>
                <a:gd name="T34" fmla="*/ 115 w 1107"/>
                <a:gd name="T35" fmla="*/ 92 h 875"/>
                <a:gd name="T36" fmla="*/ 115 w 1107"/>
                <a:gd name="T37" fmla="*/ 92 h 875"/>
                <a:gd name="T38" fmla="*/ 92 w 1107"/>
                <a:gd name="T39" fmla="*/ 0 h 875"/>
                <a:gd name="T40" fmla="*/ 507 w 1107"/>
                <a:gd name="T41" fmla="*/ 92 h 875"/>
                <a:gd name="T42" fmla="*/ 438 w 1107"/>
                <a:gd name="T43" fmla="*/ 207 h 875"/>
                <a:gd name="T44" fmla="*/ 230 w 1107"/>
                <a:gd name="T45" fmla="*/ 161 h 875"/>
                <a:gd name="T46" fmla="*/ 92 w 1107"/>
                <a:gd name="T47" fmla="*/ 392 h 875"/>
                <a:gd name="T48" fmla="*/ 115 w 1107"/>
                <a:gd name="T49" fmla="*/ 484 h 875"/>
                <a:gd name="T50" fmla="*/ 138 w 1107"/>
                <a:gd name="T51" fmla="*/ 576 h 875"/>
                <a:gd name="T52" fmla="*/ 231 w 1107"/>
                <a:gd name="T53" fmla="*/ 553 h 875"/>
                <a:gd name="T54" fmla="*/ 323 w 1107"/>
                <a:gd name="T55" fmla="*/ 530 h 875"/>
                <a:gd name="T56" fmla="*/ 392 w 1107"/>
                <a:gd name="T57" fmla="*/ 414 h 875"/>
                <a:gd name="T58" fmla="*/ 553 w 1107"/>
                <a:gd name="T59" fmla="*/ 276 h 875"/>
                <a:gd name="T60" fmla="*/ 738 w 1107"/>
                <a:gd name="T61" fmla="*/ 230 h 875"/>
                <a:gd name="T62" fmla="*/ 830 w 1107"/>
                <a:gd name="T63" fmla="*/ 207 h 875"/>
                <a:gd name="T64" fmla="*/ 968 w 1107"/>
                <a:gd name="T65" fmla="*/ 368 h 875"/>
                <a:gd name="T66" fmla="*/ 1038 w 1107"/>
                <a:gd name="T67" fmla="*/ 644 h 875"/>
                <a:gd name="T68" fmla="*/ 946 w 1107"/>
                <a:gd name="T69" fmla="*/ 667 h 875"/>
                <a:gd name="T70" fmla="*/ 969 w 1107"/>
                <a:gd name="T71" fmla="*/ 759 h 875"/>
                <a:gd name="T72" fmla="*/ 877 w 1107"/>
                <a:gd name="T73" fmla="*/ 782 h 875"/>
                <a:gd name="T74" fmla="*/ 900 w 1107"/>
                <a:gd name="T75" fmla="*/ 875 h 875"/>
                <a:gd name="T76" fmla="*/ 992 w 1107"/>
                <a:gd name="T77" fmla="*/ 852 h 875"/>
                <a:gd name="T78" fmla="*/ 900 w 1107"/>
                <a:gd name="T79" fmla="*/ 875 h 8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107" h="875">
                  <a:moveTo>
                    <a:pt x="900" y="875"/>
                  </a:moveTo>
                  <a:cubicBezTo>
                    <a:pt x="600" y="852"/>
                    <a:pt x="600" y="852"/>
                    <a:pt x="600" y="852"/>
                  </a:cubicBezTo>
                  <a:cubicBezTo>
                    <a:pt x="692" y="829"/>
                    <a:pt x="692" y="829"/>
                    <a:pt x="692" y="829"/>
                  </a:cubicBezTo>
                  <a:cubicBezTo>
                    <a:pt x="692" y="829"/>
                    <a:pt x="784" y="806"/>
                    <a:pt x="877" y="782"/>
                  </a:cubicBezTo>
                  <a:cubicBezTo>
                    <a:pt x="946" y="667"/>
                    <a:pt x="946" y="667"/>
                    <a:pt x="923" y="575"/>
                  </a:cubicBezTo>
                  <a:cubicBezTo>
                    <a:pt x="1015" y="552"/>
                    <a:pt x="992" y="460"/>
                    <a:pt x="992" y="460"/>
                  </a:cubicBezTo>
                  <a:cubicBezTo>
                    <a:pt x="876" y="391"/>
                    <a:pt x="876" y="391"/>
                    <a:pt x="876" y="391"/>
                  </a:cubicBezTo>
                  <a:cubicBezTo>
                    <a:pt x="876" y="391"/>
                    <a:pt x="876" y="391"/>
                    <a:pt x="876" y="391"/>
                  </a:cubicBezTo>
                  <a:cubicBezTo>
                    <a:pt x="784" y="414"/>
                    <a:pt x="784" y="414"/>
                    <a:pt x="784" y="414"/>
                  </a:cubicBezTo>
                  <a:cubicBezTo>
                    <a:pt x="692" y="437"/>
                    <a:pt x="715" y="529"/>
                    <a:pt x="623" y="552"/>
                  </a:cubicBezTo>
                  <a:cubicBezTo>
                    <a:pt x="554" y="668"/>
                    <a:pt x="485" y="783"/>
                    <a:pt x="392" y="806"/>
                  </a:cubicBezTo>
                  <a:cubicBezTo>
                    <a:pt x="392" y="806"/>
                    <a:pt x="300" y="829"/>
                    <a:pt x="185" y="760"/>
                  </a:cubicBezTo>
                  <a:cubicBezTo>
                    <a:pt x="185" y="760"/>
                    <a:pt x="69" y="691"/>
                    <a:pt x="46" y="599"/>
                  </a:cubicBezTo>
                  <a:cubicBezTo>
                    <a:pt x="23" y="507"/>
                    <a:pt x="23" y="507"/>
                    <a:pt x="0" y="415"/>
                  </a:cubicBezTo>
                  <a:cubicBezTo>
                    <a:pt x="69" y="300"/>
                    <a:pt x="69" y="300"/>
                    <a:pt x="69" y="300"/>
                  </a:cubicBezTo>
                  <a:cubicBezTo>
                    <a:pt x="69" y="300"/>
                    <a:pt x="46" y="207"/>
                    <a:pt x="138" y="184"/>
                  </a:cubicBezTo>
                  <a:cubicBezTo>
                    <a:pt x="138" y="184"/>
                    <a:pt x="138" y="184"/>
                    <a:pt x="138" y="184"/>
                  </a:cubicBezTo>
                  <a:cubicBezTo>
                    <a:pt x="115" y="92"/>
                    <a:pt x="115" y="92"/>
                    <a:pt x="115" y="92"/>
                  </a:cubicBezTo>
                  <a:cubicBezTo>
                    <a:pt x="115" y="92"/>
                    <a:pt x="115" y="92"/>
                    <a:pt x="115" y="92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507" y="92"/>
                    <a:pt x="507" y="92"/>
                    <a:pt x="507" y="92"/>
                  </a:cubicBezTo>
                  <a:cubicBezTo>
                    <a:pt x="438" y="207"/>
                    <a:pt x="438" y="207"/>
                    <a:pt x="438" y="207"/>
                  </a:cubicBezTo>
                  <a:cubicBezTo>
                    <a:pt x="323" y="138"/>
                    <a:pt x="323" y="138"/>
                    <a:pt x="230" y="161"/>
                  </a:cubicBezTo>
                  <a:cubicBezTo>
                    <a:pt x="161" y="276"/>
                    <a:pt x="69" y="300"/>
                    <a:pt x="92" y="392"/>
                  </a:cubicBezTo>
                  <a:cubicBezTo>
                    <a:pt x="115" y="484"/>
                    <a:pt x="115" y="484"/>
                    <a:pt x="115" y="484"/>
                  </a:cubicBezTo>
                  <a:cubicBezTo>
                    <a:pt x="138" y="576"/>
                    <a:pt x="138" y="576"/>
                    <a:pt x="138" y="576"/>
                  </a:cubicBezTo>
                  <a:cubicBezTo>
                    <a:pt x="231" y="553"/>
                    <a:pt x="231" y="553"/>
                    <a:pt x="231" y="553"/>
                  </a:cubicBezTo>
                  <a:cubicBezTo>
                    <a:pt x="323" y="530"/>
                    <a:pt x="323" y="530"/>
                    <a:pt x="323" y="530"/>
                  </a:cubicBezTo>
                  <a:cubicBezTo>
                    <a:pt x="323" y="530"/>
                    <a:pt x="415" y="507"/>
                    <a:pt x="392" y="414"/>
                  </a:cubicBezTo>
                  <a:cubicBezTo>
                    <a:pt x="484" y="391"/>
                    <a:pt x="553" y="276"/>
                    <a:pt x="553" y="276"/>
                  </a:cubicBezTo>
                  <a:cubicBezTo>
                    <a:pt x="646" y="253"/>
                    <a:pt x="646" y="253"/>
                    <a:pt x="738" y="230"/>
                  </a:cubicBezTo>
                  <a:cubicBezTo>
                    <a:pt x="830" y="207"/>
                    <a:pt x="830" y="207"/>
                    <a:pt x="830" y="207"/>
                  </a:cubicBezTo>
                  <a:cubicBezTo>
                    <a:pt x="945" y="276"/>
                    <a:pt x="945" y="276"/>
                    <a:pt x="968" y="368"/>
                  </a:cubicBezTo>
                  <a:cubicBezTo>
                    <a:pt x="1084" y="437"/>
                    <a:pt x="1107" y="529"/>
                    <a:pt x="1038" y="644"/>
                  </a:cubicBezTo>
                  <a:cubicBezTo>
                    <a:pt x="1038" y="644"/>
                    <a:pt x="1038" y="644"/>
                    <a:pt x="946" y="667"/>
                  </a:cubicBezTo>
                  <a:cubicBezTo>
                    <a:pt x="969" y="759"/>
                    <a:pt x="969" y="759"/>
                    <a:pt x="969" y="759"/>
                  </a:cubicBezTo>
                  <a:cubicBezTo>
                    <a:pt x="877" y="782"/>
                    <a:pt x="877" y="782"/>
                    <a:pt x="877" y="782"/>
                  </a:cubicBezTo>
                  <a:cubicBezTo>
                    <a:pt x="900" y="875"/>
                    <a:pt x="900" y="875"/>
                    <a:pt x="900" y="875"/>
                  </a:cubicBezTo>
                  <a:cubicBezTo>
                    <a:pt x="900" y="875"/>
                    <a:pt x="900" y="875"/>
                    <a:pt x="992" y="852"/>
                  </a:cubicBezTo>
                  <a:lnTo>
                    <a:pt x="900" y="8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9" name="Freeform 16">
              <a:extLst>
                <a:ext uri="{FF2B5EF4-FFF2-40B4-BE49-F238E27FC236}">
                  <a16:creationId xmlns:a16="http://schemas.microsoft.com/office/drawing/2014/main" id="{79B8080A-0EEA-4BCB-BEB2-D4E88786597F}"/>
                </a:ext>
              </a:extLst>
            </p:cNvPr>
            <p:cNvSpPr>
              <a:spLocks/>
            </p:cNvSpPr>
            <p:nvPr/>
          </p:nvSpPr>
          <p:spPr bwMode="auto">
            <a:xfrm>
              <a:off x="-5783263" y="-419100"/>
              <a:ext cx="404813" cy="377825"/>
            </a:xfrm>
            <a:custGeom>
              <a:avLst/>
              <a:gdLst>
                <a:gd name="T0" fmla="*/ 1084 w 1084"/>
                <a:gd name="T1" fmla="*/ 92 h 1014"/>
                <a:gd name="T2" fmla="*/ 992 w 1084"/>
                <a:gd name="T3" fmla="*/ 507 h 1014"/>
                <a:gd name="T4" fmla="*/ 992 w 1084"/>
                <a:gd name="T5" fmla="*/ 507 h 1014"/>
                <a:gd name="T6" fmla="*/ 992 w 1084"/>
                <a:gd name="T7" fmla="*/ 507 h 1014"/>
                <a:gd name="T8" fmla="*/ 969 w 1084"/>
                <a:gd name="T9" fmla="*/ 414 h 1014"/>
                <a:gd name="T10" fmla="*/ 969 w 1084"/>
                <a:gd name="T11" fmla="*/ 414 h 1014"/>
                <a:gd name="T12" fmla="*/ 853 w 1084"/>
                <a:gd name="T13" fmla="*/ 345 h 1014"/>
                <a:gd name="T14" fmla="*/ 369 w 1084"/>
                <a:gd name="T15" fmla="*/ 369 h 1014"/>
                <a:gd name="T16" fmla="*/ 161 w 1084"/>
                <a:gd name="T17" fmla="*/ 323 h 1014"/>
                <a:gd name="T18" fmla="*/ 69 w 1084"/>
                <a:gd name="T19" fmla="*/ 346 h 1014"/>
                <a:gd name="T20" fmla="*/ 92 w 1084"/>
                <a:gd name="T21" fmla="*/ 438 h 1014"/>
                <a:gd name="T22" fmla="*/ 139 w 1084"/>
                <a:gd name="T23" fmla="*/ 623 h 1014"/>
                <a:gd name="T24" fmla="*/ 162 w 1084"/>
                <a:gd name="T25" fmla="*/ 715 h 1014"/>
                <a:gd name="T26" fmla="*/ 369 w 1084"/>
                <a:gd name="T27" fmla="*/ 761 h 1014"/>
                <a:gd name="T28" fmla="*/ 784 w 1084"/>
                <a:gd name="T29" fmla="*/ 852 h 1014"/>
                <a:gd name="T30" fmla="*/ 877 w 1084"/>
                <a:gd name="T31" fmla="*/ 829 h 1014"/>
                <a:gd name="T32" fmla="*/ 969 w 1084"/>
                <a:gd name="T33" fmla="*/ 806 h 1014"/>
                <a:gd name="T34" fmla="*/ 946 w 1084"/>
                <a:gd name="T35" fmla="*/ 714 h 1014"/>
                <a:gd name="T36" fmla="*/ 946 w 1084"/>
                <a:gd name="T37" fmla="*/ 714 h 1014"/>
                <a:gd name="T38" fmla="*/ 923 w 1084"/>
                <a:gd name="T39" fmla="*/ 1014 h 1014"/>
                <a:gd name="T40" fmla="*/ 923 w 1084"/>
                <a:gd name="T41" fmla="*/ 1014 h 1014"/>
                <a:gd name="T42" fmla="*/ 923 w 1084"/>
                <a:gd name="T43" fmla="*/ 1014 h 1014"/>
                <a:gd name="T44" fmla="*/ 900 w 1084"/>
                <a:gd name="T45" fmla="*/ 921 h 1014"/>
                <a:gd name="T46" fmla="*/ 900 w 1084"/>
                <a:gd name="T47" fmla="*/ 921 h 1014"/>
                <a:gd name="T48" fmla="*/ 784 w 1084"/>
                <a:gd name="T49" fmla="*/ 852 h 1014"/>
                <a:gd name="T50" fmla="*/ 392 w 1084"/>
                <a:gd name="T51" fmla="*/ 853 h 1014"/>
                <a:gd name="T52" fmla="*/ 185 w 1084"/>
                <a:gd name="T53" fmla="*/ 807 h 1014"/>
                <a:gd name="T54" fmla="*/ 46 w 1084"/>
                <a:gd name="T55" fmla="*/ 646 h 1014"/>
                <a:gd name="T56" fmla="*/ 0 w 1084"/>
                <a:gd name="T57" fmla="*/ 462 h 1014"/>
                <a:gd name="T58" fmla="*/ 46 w 1084"/>
                <a:gd name="T59" fmla="*/ 254 h 1014"/>
                <a:gd name="T60" fmla="*/ 207 w 1084"/>
                <a:gd name="T61" fmla="*/ 116 h 1014"/>
                <a:gd name="T62" fmla="*/ 392 w 1084"/>
                <a:gd name="T63" fmla="*/ 69 h 1014"/>
                <a:gd name="T64" fmla="*/ 899 w 1084"/>
                <a:gd name="T65" fmla="*/ 138 h 1014"/>
                <a:gd name="T66" fmla="*/ 992 w 1084"/>
                <a:gd name="T67" fmla="*/ 115 h 1014"/>
                <a:gd name="T68" fmla="*/ 992 w 1084"/>
                <a:gd name="T69" fmla="*/ 115 h 1014"/>
                <a:gd name="T70" fmla="*/ 1061 w 1084"/>
                <a:gd name="T71" fmla="*/ 0 h 1014"/>
                <a:gd name="T72" fmla="*/ 1084 w 1084"/>
                <a:gd name="T73" fmla="*/ 92 h 10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84" h="1014">
                  <a:moveTo>
                    <a:pt x="1084" y="92"/>
                  </a:moveTo>
                  <a:cubicBezTo>
                    <a:pt x="992" y="507"/>
                    <a:pt x="992" y="507"/>
                    <a:pt x="992" y="507"/>
                  </a:cubicBezTo>
                  <a:cubicBezTo>
                    <a:pt x="992" y="507"/>
                    <a:pt x="992" y="507"/>
                    <a:pt x="992" y="507"/>
                  </a:cubicBezTo>
                  <a:cubicBezTo>
                    <a:pt x="992" y="507"/>
                    <a:pt x="992" y="507"/>
                    <a:pt x="992" y="507"/>
                  </a:cubicBezTo>
                  <a:cubicBezTo>
                    <a:pt x="969" y="414"/>
                    <a:pt x="969" y="414"/>
                    <a:pt x="969" y="414"/>
                  </a:cubicBezTo>
                  <a:cubicBezTo>
                    <a:pt x="969" y="414"/>
                    <a:pt x="969" y="414"/>
                    <a:pt x="969" y="414"/>
                  </a:cubicBezTo>
                  <a:cubicBezTo>
                    <a:pt x="969" y="414"/>
                    <a:pt x="876" y="438"/>
                    <a:pt x="853" y="345"/>
                  </a:cubicBezTo>
                  <a:cubicBezTo>
                    <a:pt x="369" y="369"/>
                    <a:pt x="369" y="369"/>
                    <a:pt x="369" y="369"/>
                  </a:cubicBezTo>
                  <a:cubicBezTo>
                    <a:pt x="254" y="300"/>
                    <a:pt x="254" y="300"/>
                    <a:pt x="161" y="323"/>
                  </a:cubicBezTo>
                  <a:cubicBezTo>
                    <a:pt x="161" y="323"/>
                    <a:pt x="161" y="323"/>
                    <a:pt x="69" y="346"/>
                  </a:cubicBezTo>
                  <a:cubicBezTo>
                    <a:pt x="92" y="438"/>
                    <a:pt x="92" y="438"/>
                    <a:pt x="92" y="438"/>
                  </a:cubicBezTo>
                  <a:cubicBezTo>
                    <a:pt x="23" y="554"/>
                    <a:pt x="23" y="554"/>
                    <a:pt x="139" y="623"/>
                  </a:cubicBezTo>
                  <a:cubicBezTo>
                    <a:pt x="162" y="715"/>
                    <a:pt x="162" y="715"/>
                    <a:pt x="162" y="715"/>
                  </a:cubicBezTo>
                  <a:cubicBezTo>
                    <a:pt x="162" y="715"/>
                    <a:pt x="277" y="784"/>
                    <a:pt x="369" y="761"/>
                  </a:cubicBezTo>
                  <a:cubicBezTo>
                    <a:pt x="784" y="852"/>
                    <a:pt x="784" y="852"/>
                    <a:pt x="784" y="852"/>
                  </a:cubicBezTo>
                  <a:cubicBezTo>
                    <a:pt x="877" y="829"/>
                    <a:pt x="877" y="829"/>
                    <a:pt x="877" y="829"/>
                  </a:cubicBezTo>
                  <a:cubicBezTo>
                    <a:pt x="877" y="829"/>
                    <a:pt x="877" y="829"/>
                    <a:pt x="969" y="806"/>
                  </a:cubicBezTo>
                  <a:cubicBezTo>
                    <a:pt x="946" y="714"/>
                    <a:pt x="946" y="714"/>
                    <a:pt x="946" y="714"/>
                  </a:cubicBezTo>
                  <a:cubicBezTo>
                    <a:pt x="946" y="714"/>
                    <a:pt x="946" y="714"/>
                    <a:pt x="946" y="714"/>
                  </a:cubicBezTo>
                  <a:cubicBezTo>
                    <a:pt x="923" y="1014"/>
                    <a:pt x="923" y="1014"/>
                    <a:pt x="923" y="1014"/>
                  </a:cubicBezTo>
                  <a:cubicBezTo>
                    <a:pt x="923" y="1014"/>
                    <a:pt x="923" y="1014"/>
                    <a:pt x="923" y="1014"/>
                  </a:cubicBezTo>
                  <a:cubicBezTo>
                    <a:pt x="923" y="1014"/>
                    <a:pt x="923" y="1014"/>
                    <a:pt x="923" y="1014"/>
                  </a:cubicBezTo>
                  <a:cubicBezTo>
                    <a:pt x="923" y="1014"/>
                    <a:pt x="923" y="1014"/>
                    <a:pt x="900" y="921"/>
                  </a:cubicBezTo>
                  <a:cubicBezTo>
                    <a:pt x="900" y="921"/>
                    <a:pt x="900" y="921"/>
                    <a:pt x="900" y="921"/>
                  </a:cubicBezTo>
                  <a:cubicBezTo>
                    <a:pt x="900" y="921"/>
                    <a:pt x="808" y="945"/>
                    <a:pt x="784" y="852"/>
                  </a:cubicBezTo>
                  <a:cubicBezTo>
                    <a:pt x="392" y="853"/>
                    <a:pt x="392" y="853"/>
                    <a:pt x="392" y="853"/>
                  </a:cubicBezTo>
                  <a:cubicBezTo>
                    <a:pt x="277" y="784"/>
                    <a:pt x="185" y="807"/>
                    <a:pt x="185" y="807"/>
                  </a:cubicBezTo>
                  <a:cubicBezTo>
                    <a:pt x="69" y="738"/>
                    <a:pt x="69" y="738"/>
                    <a:pt x="46" y="646"/>
                  </a:cubicBezTo>
                  <a:cubicBezTo>
                    <a:pt x="23" y="554"/>
                    <a:pt x="23" y="554"/>
                    <a:pt x="0" y="462"/>
                  </a:cubicBezTo>
                  <a:cubicBezTo>
                    <a:pt x="69" y="346"/>
                    <a:pt x="46" y="254"/>
                    <a:pt x="46" y="254"/>
                  </a:cubicBezTo>
                  <a:cubicBezTo>
                    <a:pt x="115" y="139"/>
                    <a:pt x="115" y="139"/>
                    <a:pt x="207" y="116"/>
                  </a:cubicBezTo>
                  <a:cubicBezTo>
                    <a:pt x="300" y="93"/>
                    <a:pt x="300" y="93"/>
                    <a:pt x="392" y="69"/>
                  </a:cubicBezTo>
                  <a:cubicBezTo>
                    <a:pt x="899" y="138"/>
                    <a:pt x="899" y="138"/>
                    <a:pt x="899" y="138"/>
                  </a:cubicBezTo>
                  <a:cubicBezTo>
                    <a:pt x="992" y="115"/>
                    <a:pt x="992" y="115"/>
                    <a:pt x="992" y="115"/>
                  </a:cubicBezTo>
                  <a:cubicBezTo>
                    <a:pt x="992" y="115"/>
                    <a:pt x="992" y="115"/>
                    <a:pt x="992" y="115"/>
                  </a:cubicBezTo>
                  <a:cubicBezTo>
                    <a:pt x="992" y="115"/>
                    <a:pt x="992" y="115"/>
                    <a:pt x="1061" y="0"/>
                  </a:cubicBezTo>
                  <a:lnTo>
                    <a:pt x="1084" y="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0" name="Freeform 17">
              <a:extLst>
                <a:ext uri="{FF2B5EF4-FFF2-40B4-BE49-F238E27FC236}">
                  <a16:creationId xmlns:a16="http://schemas.microsoft.com/office/drawing/2014/main" id="{6749FB7A-87CA-4DFA-B223-260F1487F7F8}"/>
                </a:ext>
              </a:extLst>
            </p:cNvPr>
            <p:cNvSpPr>
              <a:spLocks/>
            </p:cNvSpPr>
            <p:nvPr/>
          </p:nvSpPr>
          <p:spPr bwMode="auto">
            <a:xfrm>
              <a:off x="-5808663" y="-84138"/>
              <a:ext cx="412750" cy="368300"/>
            </a:xfrm>
            <a:custGeom>
              <a:avLst/>
              <a:gdLst>
                <a:gd name="T0" fmla="*/ 1038 w 1108"/>
                <a:gd name="T1" fmla="*/ 300 h 991"/>
                <a:gd name="T2" fmla="*/ 485 w 1108"/>
                <a:gd name="T3" fmla="*/ 830 h 991"/>
                <a:gd name="T4" fmla="*/ 877 w 1108"/>
                <a:gd name="T5" fmla="*/ 830 h 991"/>
                <a:gd name="T6" fmla="*/ 969 w 1108"/>
                <a:gd name="T7" fmla="*/ 807 h 991"/>
                <a:gd name="T8" fmla="*/ 1038 w 1108"/>
                <a:gd name="T9" fmla="*/ 691 h 991"/>
                <a:gd name="T10" fmla="*/ 1038 w 1108"/>
                <a:gd name="T11" fmla="*/ 691 h 991"/>
                <a:gd name="T12" fmla="*/ 1108 w 1108"/>
                <a:gd name="T13" fmla="*/ 968 h 991"/>
                <a:gd name="T14" fmla="*/ 1015 w 1108"/>
                <a:gd name="T15" fmla="*/ 991 h 991"/>
                <a:gd name="T16" fmla="*/ 992 w 1108"/>
                <a:gd name="T17" fmla="*/ 899 h 991"/>
                <a:gd name="T18" fmla="*/ 992 w 1108"/>
                <a:gd name="T19" fmla="*/ 899 h 991"/>
                <a:gd name="T20" fmla="*/ 900 w 1108"/>
                <a:gd name="T21" fmla="*/ 922 h 991"/>
                <a:gd name="T22" fmla="*/ 24 w 1108"/>
                <a:gd name="T23" fmla="*/ 946 h 991"/>
                <a:gd name="T24" fmla="*/ 24 w 1108"/>
                <a:gd name="T25" fmla="*/ 946 h 991"/>
                <a:gd name="T26" fmla="*/ 807 w 1108"/>
                <a:gd name="T27" fmla="*/ 162 h 991"/>
                <a:gd name="T28" fmla="*/ 231 w 1108"/>
                <a:gd name="T29" fmla="*/ 208 h 991"/>
                <a:gd name="T30" fmla="*/ 139 w 1108"/>
                <a:gd name="T31" fmla="*/ 232 h 991"/>
                <a:gd name="T32" fmla="*/ 69 w 1108"/>
                <a:gd name="T33" fmla="*/ 347 h 991"/>
                <a:gd name="T34" fmla="*/ 69 w 1108"/>
                <a:gd name="T35" fmla="*/ 347 h 991"/>
                <a:gd name="T36" fmla="*/ 69 w 1108"/>
                <a:gd name="T37" fmla="*/ 347 h 991"/>
                <a:gd name="T38" fmla="*/ 0 w 1108"/>
                <a:gd name="T39" fmla="*/ 71 h 991"/>
                <a:gd name="T40" fmla="*/ 92 w 1108"/>
                <a:gd name="T41" fmla="*/ 47 h 991"/>
                <a:gd name="T42" fmla="*/ 116 w 1108"/>
                <a:gd name="T43" fmla="*/ 139 h 991"/>
                <a:gd name="T44" fmla="*/ 231 w 1108"/>
                <a:gd name="T45" fmla="*/ 208 h 991"/>
                <a:gd name="T46" fmla="*/ 900 w 1108"/>
                <a:gd name="T47" fmla="*/ 139 h 991"/>
                <a:gd name="T48" fmla="*/ 900 w 1108"/>
                <a:gd name="T49" fmla="*/ 139 h 991"/>
                <a:gd name="T50" fmla="*/ 969 w 1108"/>
                <a:gd name="T51" fmla="*/ 23 h 991"/>
                <a:gd name="T52" fmla="*/ 969 w 1108"/>
                <a:gd name="T53" fmla="*/ 23 h 991"/>
                <a:gd name="T54" fmla="*/ 1061 w 1108"/>
                <a:gd name="T55" fmla="*/ 0 h 991"/>
                <a:gd name="T56" fmla="*/ 1038 w 1108"/>
                <a:gd name="T57" fmla="*/ 300 h 9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108" h="991">
                  <a:moveTo>
                    <a:pt x="1038" y="300"/>
                  </a:moveTo>
                  <a:cubicBezTo>
                    <a:pt x="485" y="830"/>
                    <a:pt x="485" y="830"/>
                    <a:pt x="485" y="830"/>
                  </a:cubicBezTo>
                  <a:cubicBezTo>
                    <a:pt x="877" y="830"/>
                    <a:pt x="877" y="830"/>
                    <a:pt x="877" y="830"/>
                  </a:cubicBezTo>
                  <a:cubicBezTo>
                    <a:pt x="969" y="807"/>
                    <a:pt x="969" y="807"/>
                    <a:pt x="969" y="807"/>
                  </a:cubicBezTo>
                  <a:cubicBezTo>
                    <a:pt x="1061" y="784"/>
                    <a:pt x="1038" y="691"/>
                    <a:pt x="1038" y="691"/>
                  </a:cubicBezTo>
                  <a:cubicBezTo>
                    <a:pt x="1038" y="691"/>
                    <a:pt x="1038" y="691"/>
                    <a:pt x="1038" y="691"/>
                  </a:cubicBezTo>
                  <a:cubicBezTo>
                    <a:pt x="1108" y="968"/>
                    <a:pt x="1108" y="968"/>
                    <a:pt x="1108" y="968"/>
                  </a:cubicBezTo>
                  <a:cubicBezTo>
                    <a:pt x="1015" y="991"/>
                    <a:pt x="1015" y="991"/>
                    <a:pt x="1015" y="991"/>
                  </a:cubicBezTo>
                  <a:cubicBezTo>
                    <a:pt x="992" y="899"/>
                    <a:pt x="992" y="899"/>
                    <a:pt x="992" y="899"/>
                  </a:cubicBezTo>
                  <a:cubicBezTo>
                    <a:pt x="992" y="899"/>
                    <a:pt x="992" y="899"/>
                    <a:pt x="992" y="899"/>
                  </a:cubicBezTo>
                  <a:cubicBezTo>
                    <a:pt x="900" y="922"/>
                    <a:pt x="900" y="922"/>
                    <a:pt x="900" y="922"/>
                  </a:cubicBezTo>
                  <a:cubicBezTo>
                    <a:pt x="24" y="946"/>
                    <a:pt x="24" y="946"/>
                    <a:pt x="24" y="946"/>
                  </a:cubicBezTo>
                  <a:cubicBezTo>
                    <a:pt x="24" y="946"/>
                    <a:pt x="24" y="946"/>
                    <a:pt x="24" y="946"/>
                  </a:cubicBezTo>
                  <a:cubicBezTo>
                    <a:pt x="807" y="162"/>
                    <a:pt x="807" y="162"/>
                    <a:pt x="807" y="162"/>
                  </a:cubicBezTo>
                  <a:cubicBezTo>
                    <a:pt x="231" y="208"/>
                    <a:pt x="231" y="208"/>
                    <a:pt x="231" y="208"/>
                  </a:cubicBezTo>
                  <a:cubicBezTo>
                    <a:pt x="139" y="232"/>
                    <a:pt x="139" y="232"/>
                    <a:pt x="139" y="232"/>
                  </a:cubicBezTo>
                  <a:cubicBezTo>
                    <a:pt x="69" y="347"/>
                    <a:pt x="69" y="347"/>
                    <a:pt x="69" y="347"/>
                  </a:cubicBezTo>
                  <a:cubicBezTo>
                    <a:pt x="69" y="347"/>
                    <a:pt x="69" y="347"/>
                    <a:pt x="69" y="347"/>
                  </a:cubicBezTo>
                  <a:cubicBezTo>
                    <a:pt x="69" y="347"/>
                    <a:pt x="69" y="347"/>
                    <a:pt x="69" y="347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92" y="47"/>
                    <a:pt x="92" y="47"/>
                    <a:pt x="92" y="47"/>
                  </a:cubicBezTo>
                  <a:cubicBezTo>
                    <a:pt x="116" y="139"/>
                    <a:pt x="116" y="139"/>
                    <a:pt x="116" y="139"/>
                  </a:cubicBezTo>
                  <a:cubicBezTo>
                    <a:pt x="116" y="139"/>
                    <a:pt x="139" y="232"/>
                    <a:pt x="231" y="208"/>
                  </a:cubicBezTo>
                  <a:cubicBezTo>
                    <a:pt x="900" y="139"/>
                    <a:pt x="900" y="139"/>
                    <a:pt x="900" y="139"/>
                  </a:cubicBezTo>
                  <a:cubicBezTo>
                    <a:pt x="900" y="139"/>
                    <a:pt x="900" y="139"/>
                    <a:pt x="900" y="139"/>
                  </a:cubicBezTo>
                  <a:cubicBezTo>
                    <a:pt x="992" y="116"/>
                    <a:pt x="992" y="116"/>
                    <a:pt x="969" y="23"/>
                  </a:cubicBezTo>
                  <a:cubicBezTo>
                    <a:pt x="969" y="23"/>
                    <a:pt x="969" y="23"/>
                    <a:pt x="969" y="23"/>
                  </a:cubicBezTo>
                  <a:cubicBezTo>
                    <a:pt x="1061" y="0"/>
                    <a:pt x="1061" y="0"/>
                    <a:pt x="1061" y="0"/>
                  </a:cubicBezTo>
                  <a:lnTo>
                    <a:pt x="1038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1" name="Freeform 18">
              <a:extLst>
                <a:ext uri="{FF2B5EF4-FFF2-40B4-BE49-F238E27FC236}">
                  <a16:creationId xmlns:a16="http://schemas.microsoft.com/office/drawing/2014/main" id="{EE9F8F69-D0FF-4292-8E7D-D2EEBB2CACA9}"/>
                </a:ext>
              </a:extLst>
            </p:cNvPr>
            <p:cNvSpPr>
              <a:spLocks/>
            </p:cNvSpPr>
            <p:nvPr/>
          </p:nvSpPr>
          <p:spPr bwMode="auto">
            <a:xfrm>
              <a:off x="-5678488" y="387350"/>
              <a:ext cx="428625" cy="387350"/>
            </a:xfrm>
            <a:custGeom>
              <a:avLst/>
              <a:gdLst>
                <a:gd name="T0" fmla="*/ 1153 w 1153"/>
                <a:gd name="T1" fmla="*/ 875 h 1038"/>
                <a:gd name="T2" fmla="*/ 1153 w 1153"/>
                <a:gd name="T3" fmla="*/ 875 h 1038"/>
                <a:gd name="T4" fmla="*/ 1061 w 1153"/>
                <a:gd name="T5" fmla="*/ 899 h 1038"/>
                <a:gd name="T6" fmla="*/ 854 w 1153"/>
                <a:gd name="T7" fmla="*/ 853 h 1038"/>
                <a:gd name="T8" fmla="*/ 438 w 1153"/>
                <a:gd name="T9" fmla="*/ 761 h 1038"/>
                <a:gd name="T10" fmla="*/ 254 w 1153"/>
                <a:gd name="T11" fmla="*/ 807 h 1038"/>
                <a:gd name="T12" fmla="*/ 185 w 1153"/>
                <a:gd name="T13" fmla="*/ 923 h 1038"/>
                <a:gd name="T14" fmla="*/ 185 w 1153"/>
                <a:gd name="T15" fmla="*/ 923 h 1038"/>
                <a:gd name="T16" fmla="*/ 208 w 1153"/>
                <a:gd name="T17" fmla="*/ 1015 h 1038"/>
                <a:gd name="T18" fmla="*/ 208 w 1153"/>
                <a:gd name="T19" fmla="*/ 1015 h 1038"/>
                <a:gd name="T20" fmla="*/ 116 w 1153"/>
                <a:gd name="T21" fmla="*/ 1038 h 1038"/>
                <a:gd name="T22" fmla="*/ 0 w 1153"/>
                <a:gd name="T23" fmla="*/ 577 h 1038"/>
                <a:gd name="T24" fmla="*/ 0 w 1153"/>
                <a:gd name="T25" fmla="*/ 577 h 1038"/>
                <a:gd name="T26" fmla="*/ 0 w 1153"/>
                <a:gd name="T27" fmla="*/ 577 h 1038"/>
                <a:gd name="T28" fmla="*/ 23 w 1153"/>
                <a:gd name="T29" fmla="*/ 669 h 1038"/>
                <a:gd name="T30" fmla="*/ 115 w 1153"/>
                <a:gd name="T31" fmla="*/ 646 h 1038"/>
                <a:gd name="T32" fmla="*/ 208 w 1153"/>
                <a:gd name="T33" fmla="*/ 623 h 1038"/>
                <a:gd name="T34" fmla="*/ 392 w 1153"/>
                <a:gd name="T35" fmla="*/ 577 h 1038"/>
                <a:gd name="T36" fmla="*/ 692 w 1153"/>
                <a:gd name="T37" fmla="*/ 208 h 1038"/>
                <a:gd name="T38" fmla="*/ 738 w 1153"/>
                <a:gd name="T39" fmla="*/ 0 h 1038"/>
                <a:gd name="T40" fmla="*/ 738 w 1153"/>
                <a:gd name="T41" fmla="*/ 0 h 1038"/>
                <a:gd name="T42" fmla="*/ 738 w 1153"/>
                <a:gd name="T43" fmla="*/ 0 h 1038"/>
                <a:gd name="T44" fmla="*/ 946 w 1153"/>
                <a:gd name="T45" fmla="*/ 438 h 1038"/>
                <a:gd name="T46" fmla="*/ 946 w 1153"/>
                <a:gd name="T47" fmla="*/ 438 h 1038"/>
                <a:gd name="T48" fmla="*/ 922 w 1153"/>
                <a:gd name="T49" fmla="*/ 346 h 1038"/>
                <a:gd name="T50" fmla="*/ 922 w 1153"/>
                <a:gd name="T51" fmla="*/ 346 h 1038"/>
                <a:gd name="T52" fmla="*/ 830 w 1153"/>
                <a:gd name="T53" fmla="*/ 369 h 1038"/>
                <a:gd name="T54" fmla="*/ 738 w 1153"/>
                <a:gd name="T55" fmla="*/ 392 h 1038"/>
                <a:gd name="T56" fmla="*/ 531 w 1153"/>
                <a:gd name="T57" fmla="*/ 738 h 1038"/>
                <a:gd name="T58" fmla="*/ 830 w 1153"/>
                <a:gd name="T59" fmla="*/ 761 h 1038"/>
                <a:gd name="T60" fmla="*/ 1038 w 1153"/>
                <a:gd name="T61" fmla="*/ 806 h 1038"/>
                <a:gd name="T62" fmla="*/ 1015 w 1153"/>
                <a:gd name="T63" fmla="*/ 714 h 1038"/>
                <a:gd name="T64" fmla="*/ 992 w 1153"/>
                <a:gd name="T65" fmla="*/ 622 h 1038"/>
                <a:gd name="T66" fmla="*/ 992 w 1153"/>
                <a:gd name="T67" fmla="*/ 622 h 1038"/>
                <a:gd name="T68" fmla="*/ 1153 w 1153"/>
                <a:gd name="T69" fmla="*/ 875 h 10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153" h="1038">
                  <a:moveTo>
                    <a:pt x="1153" y="875"/>
                  </a:moveTo>
                  <a:cubicBezTo>
                    <a:pt x="1153" y="875"/>
                    <a:pt x="1153" y="875"/>
                    <a:pt x="1153" y="875"/>
                  </a:cubicBezTo>
                  <a:cubicBezTo>
                    <a:pt x="1061" y="899"/>
                    <a:pt x="1061" y="899"/>
                    <a:pt x="1061" y="899"/>
                  </a:cubicBezTo>
                  <a:cubicBezTo>
                    <a:pt x="1061" y="899"/>
                    <a:pt x="946" y="830"/>
                    <a:pt x="854" y="853"/>
                  </a:cubicBezTo>
                  <a:cubicBezTo>
                    <a:pt x="438" y="761"/>
                    <a:pt x="438" y="761"/>
                    <a:pt x="438" y="761"/>
                  </a:cubicBezTo>
                  <a:cubicBezTo>
                    <a:pt x="254" y="807"/>
                    <a:pt x="254" y="807"/>
                    <a:pt x="254" y="807"/>
                  </a:cubicBezTo>
                  <a:cubicBezTo>
                    <a:pt x="185" y="923"/>
                    <a:pt x="185" y="923"/>
                    <a:pt x="185" y="923"/>
                  </a:cubicBezTo>
                  <a:cubicBezTo>
                    <a:pt x="185" y="923"/>
                    <a:pt x="185" y="923"/>
                    <a:pt x="185" y="923"/>
                  </a:cubicBezTo>
                  <a:cubicBezTo>
                    <a:pt x="185" y="923"/>
                    <a:pt x="185" y="923"/>
                    <a:pt x="208" y="1015"/>
                  </a:cubicBezTo>
                  <a:cubicBezTo>
                    <a:pt x="208" y="1015"/>
                    <a:pt x="208" y="1015"/>
                    <a:pt x="208" y="1015"/>
                  </a:cubicBezTo>
                  <a:cubicBezTo>
                    <a:pt x="116" y="1038"/>
                    <a:pt x="116" y="1038"/>
                    <a:pt x="116" y="1038"/>
                  </a:cubicBezTo>
                  <a:cubicBezTo>
                    <a:pt x="0" y="577"/>
                    <a:pt x="0" y="577"/>
                    <a:pt x="0" y="577"/>
                  </a:cubicBezTo>
                  <a:cubicBezTo>
                    <a:pt x="0" y="577"/>
                    <a:pt x="0" y="577"/>
                    <a:pt x="0" y="577"/>
                  </a:cubicBezTo>
                  <a:cubicBezTo>
                    <a:pt x="0" y="577"/>
                    <a:pt x="0" y="577"/>
                    <a:pt x="0" y="577"/>
                  </a:cubicBezTo>
                  <a:cubicBezTo>
                    <a:pt x="23" y="669"/>
                    <a:pt x="23" y="669"/>
                    <a:pt x="23" y="669"/>
                  </a:cubicBezTo>
                  <a:cubicBezTo>
                    <a:pt x="23" y="669"/>
                    <a:pt x="23" y="669"/>
                    <a:pt x="115" y="646"/>
                  </a:cubicBezTo>
                  <a:cubicBezTo>
                    <a:pt x="115" y="646"/>
                    <a:pt x="115" y="646"/>
                    <a:pt x="208" y="623"/>
                  </a:cubicBezTo>
                  <a:cubicBezTo>
                    <a:pt x="392" y="577"/>
                    <a:pt x="392" y="577"/>
                    <a:pt x="392" y="577"/>
                  </a:cubicBezTo>
                  <a:cubicBezTo>
                    <a:pt x="692" y="208"/>
                    <a:pt x="692" y="208"/>
                    <a:pt x="692" y="208"/>
                  </a:cubicBezTo>
                  <a:cubicBezTo>
                    <a:pt x="669" y="116"/>
                    <a:pt x="761" y="93"/>
                    <a:pt x="738" y="0"/>
                  </a:cubicBezTo>
                  <a:cubicBezTo>
                    <a:pt x="738" y="0"/>
                    <a:pt x="738" y="0"/>
                    <a:pt x="738" y="0"/>
                  </a:cubicBezTo>
                  <a:cubicBezTo>
                    <a:pt x="738" y="0"/>
                    <a:pt x="738" y="0"/>
                    <a:pt x="738" y="0"/>
                  </a:cubicBezTo>
                  <a:cubicBezTo>
                    <a:pt x="946" y="438"/>
                    <a:pt x="946" y="438"/>
                    <a:pt x="946" y="438"/>
                  </a:cubicBezTo>
                  <a:cubicBezTo>
                    <a:pt x="946" y="438"/>
                    <a:pt x="946" y="438"/>
                    <a:pt x="946" y="438"/>
                  </a:cubicBezTo>
                  <a:cubicBezTo>
                    <a:pt x="922" y="346"/>
                    <a:pt x="922" y="346"/>
                    <a:pt x="922" y="346"/>
                  </a:cubicBezTo>
                  <a:cubicBezTo>
                    <a:pt x="922" y="346"/>
                    <a:pt x="922" y="346"/>
                    <a:pt x="922" y="346"/>
                  </a:cubicBezTo>
                  <a:cubicBezTo>
                    <a:pt x="830" y="369"/>
                    <a:pt x="830" y="369"/>
                    <a:pt x="830" y="369"/>
                  </a:cubicBezTo>
                  <a:cubicBezTo>
                    <a:pt x="830" y="369"/>
                    <a:pt x="830" y="369"/>
                    <a:pt x="738" y="392"/>
                  </a:cubicBezTo>
                  <a:cubicBezTo>
                    <a:pt x="531" y="738"/>
                    <a:pt x="531" y="738"/>
                    <a:pt x="531" y="738"/>
                  </a:cubicBezTo>
                  <a:cubicBezTo>
                    <a:pt x="830" y="761"/>
                    <a:pt x="830" y="761"/>
                    <a:pt x="830" y="761"/>
                  </a:cubicBezTo>
                  <a:cubicBezTo>
                    <a:pt x="923" y="737"/>
                    <a:pt x="1038" y="806"/>
                    <a:pt x="1038" y="806"/>
                  </a:cubicBezTo>
                  <a:cubicBezTo>
                    <a:pt x="1015" y="714"/>
                    <a:pt x="1015" y="714"/>
                    <a:pt x="1015" y="714"/>
                  </a:cubicBezTo>
                  <a:cubicBezTo>
                    <a:pt x="1015" y="714"/>
                    <a:pt x="1015" y="714"/>
                    <a:pt x="992" y="622"/>
                  </a:cubicBezTo>
                  <a:cubicBezTo>
                    <a:pt x="992" y="622"/>
                    <a:pt x="992" y="622"/>
                    <a:pt x="992" y="622"/>
                  </a:cubicBezTo>
                  <a:lnTo>
                    <a:pt x="1153" y="8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2" name="Freeform 19">
              <a:extLst>
                <a:ext uri="{FF2B5EF4-FFF2-40B4-BE49-F238E27FC236}">
                  <a16:creationId xmlns:a16="http://schemas.microsoft.com/office/drawing/2014/main" id="{3C3655DF-B04D-4C2C-8E5C-263EA264D9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5618163" y="774700"/>
              <a:ext cx="420688" cy="377825"/>
            </a:xfrm>
            <a:custGeom>
              <a:avLst/>
              <a:gdLst>
                <a:gd name="T0" fmla="*/ 577 w 1130"/>
                <a:gd name="T1" fmla="*/ 530 h 1014"/>
                <a:gd name="T2" fmla="*/ 392 w 1130"/>
                <a:gd name="T3" fmla="*/ 185 h 1014"/>
                <a:gd name="T4" fmla="*/ 300 w 1130"/>
                <a:gd name="T5" fmla="*/ 208 h 1014"/>
                <a:gd name="T6" fmla="*/ 207 w 1130"/>
                <a:gd name="T7" fmla="*/ 231 h 1014"/>
                <a:gd name="T8" fmla="*/ 231 w 1130"/>
                <a:gd name="T9" fmla="*/ 323 h 1014"/>
                <a:gd name="T10" fmla="*/ 254 w 1130"/>
                <a:gd name="T11" fmla="*/ 415 h 1014"/>
                <a:gd name="T12" fmla="*/ 254 w 1130"/>
                <a:gd name="T13" fmla="*/ 415 h 1014"/>
                <a:gd name="T14" fmla="*/ 0 w 1130"/>
                <a:gd name="T15" fmla="*/ 185 h 1014"/>
                <a:gd name="T16" fmla="*/ 69 w 1130"/>
                <a:gd name="T17" fmla="*/ 70 h 1014"/>
                <a:gd name="T18" fmla="*/ 92 w 1130"/>
                <a:gd name="T19" fmla="*/ 162 h 1014"/>
                <a:gd name="T20" fmla="*/ 277 w 1130"/>
                <a:gd name="T21" fmla="*/ 116 h 1014"/>
                <a:gd name="T22" fmla="*/ 1130 w 1130"/>
                <a:gd name="T23" fmla="*/ 0 h 1014"/>
                <a:gd name="T24" fmla="*/ 1130 w 1130"/>
                <a:gd name="T25" fmla="*/ 0 h 1014"/>
                <a:gd name="T26" fmla="*/ 646 w 1130"/>
                <a:gd name="T27" fmla="*/ 806 h 1014"/>
                <a:gd name="T28" fmla="*/ 577 w 1130"/>
                <a:gd name="T29" fmla="*/ 922 h 1014"/>
                <a:gd name="T30" fmla="*/ 600 w 1130"/>
                <a:gd name="T31" fmla="*/ 1014 h 1014"/>
                <a:gd name="T32" fmla="*/ 600 w 1130"/>
                <a:gd name="T33" fmla="*/ 1014 h 1014"/>
                <a:gd name="T34" fmla="*/ 300 w 1130"/>
                <a:gd name="T35" fmla="*/ 599 h 1014"/>
                <a:gd name="T36" fmla="*/ 392 w 1130"/>
                <a:gd name="T37" fmla="*/ 576 h 1014"/>
                <a:gd name="T38" fmla="*/ 392 w 1130"/>
                <a:gd name="T39" fmla="*/ 576 h 1014"/>
                <a:gd name="T40" fmla="*/ 415 w 1130"/>
                <a:gd name="T41" fmla="*/ 669 h 1014"/>
                <a:gd name="T42" fmla="*/ 507 w 1130"/>
                <a:gd name="T43" fmla="*/ 645 h 1014"/>
                <a:gd name="T44" fmla="*/ 507 w 1130"/>
                <a:gd name="T45" fmla="*/ 645 h 1014"/>
                <a:gd name="T46" fmla="*/ 484 w 1130"/>
                <a:gd name="T47" fmla="*/ 553 h 1014"/>
                <a:gd name="T48" fmla="*/ 577 w 1130"/>
                <a:gd name="T49" fmla="*/ 530 h 1014"/>
                <a:gd name="T50" fmla="*/ 646 w 1130"/>
                <a:gd name="T51" fmla="*/ 415 h 1014"/>
                <a:gd name="T52" fmla="*/ 646 w 1130"/>
                <a:gd name="T53" fmla="*/ 415 h 1014"/>
                <a:gd name="T54" fmla="*/ 853 w 1130"/>
                <a:gd name="T55" fmla="*/ 69 h 1014"/>
                <a:gd name="T56" fmla="*/ 484 w 1130"/>
                <a:gd name="T57" fmla="*/ 162 h 1014"/>
                <a:gd name="T58" fmla="*/ 646 w 1130"/>
                <a:gd name="T59" fmla="*/ 415 h 10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130" h="1014">
                  <a:moveTo>
                    <a:pt x="577" y="530"/>
                  </a:moveTo>
                  <a:cubicBezTo>
                    <a:pt x="392" y="185"/>
                    <a:pt x="392" y="185"/>
                    <a:pt x="392" y="185"/>
                  </a:cubicBezTo>
                  <a:cubicBezTo>
                    <a:pt x="300" y="208"/>
                    <a:pt x="300" y="208"/>
                    <a:pt x="300" y="208"/>
                  </a:cubicBezTo>
                  <a:cubicBezTo>
                    <a:pt x="207" y="231"/>
                    <a:pt x="207" y="231"/>
                    <a:pt x="207" y="231"/>
                  </a:cubicBezTo>
                  <a:cubicBezTo>
                    <a:pt x="207" y="231"/>
                    <a:pt x="207" y="231"/>
                    <a:pt x="231" y="323"/>
                  </a:cubicBezTo>
                  <a:cubicBezTo>
                    <a:pt x="231" y="323"/>
                    <a:pt x="231" y="323"/>
                    <a:pt x="254" y="415"/>
                  </a:cubicBezTo>
                  <a:cubicBezTo>
                    <a:pt x="254" y="415"/>
                    <a:pt x="254" y="415"/>
                    <a:pt x="254" y="415"/>
                  </a:cubicBezTo>
                  <a:cubicBezTo>
                    <a:pt x="0" y="185"/>
                    <a:pt x="0" y="185"/>
                    <a:pt x="0" y="185"/>
                  </a:cubicBezTo>
                  <a:cubicBezTo>
                    <a:pt x="69" y="70"/>
                    <a:pt x="69" y="70"/>
                    <a:pt x="69" y="70"/>
                  </a:cubicBezTo>
                  <a:cubicBezTo>
                    <a:pt x="92" y="162"/>
                    <a:pt x="92" y="162"/>
                    <a:pt x="92" y="162"/>
                  </a:cubicBezTo>
                  <a:cubicBezTo>
                    <a:pt x="184" y="139"/>
                    <a:pt x="184" y="139"/>
                    <a:pt x="277" y="116"/>
                  </a:cubicBezTo>
                  <a:cubicBezTo>
                    <a:pt x="1130" y="0"/>
                    <a:pt x="1130" y="0"/>
                    <a:pt x="1130" y="0"/>
                  </a:cubicBezTo>
                  <a:cubicBezTo>
                    <a:pt x="1130" y="0"/>
                    <a:pt x="1130" y="0"/>
                    <a:pt x="1130" y="0"/>
                  </a:cubicBezTo>
                  <a:cubicBezTo>
                    <a:pt x="646" y="806"/>
                    <a:pt x="646" y="806"/>
                    <a:pt x="646" y="806"/>
                  </a:cubicBezTo>
                  <a:cubicBezTo>
                    <a:pt x="577" y="922"/>
                    <a:pt x="577" y="922"/>
                    <a:pt x="577" y="922"/>
                  </a:cubicBezTo>
                  <a:cubicBezTo>
                    <a:pt x="577" y="922"/>
                    <a:pt x="577" y="922"/>
                    <a:pt x="600" y="1014"/>
                  </a:cubicBezTo>
                  <a:cubicBezTo>
                    <a:pt x="600" y="1014"/>
                    <a:pt x="600" y="1014"/>
                    <a:pt x="600" y="1014"/>
                  </a:cubicBezTo>
                  <a:cubicBezTo>
                    <a:pt x="300" y="599"/>
                    <a:pt x="300" y="599"/>
                    <a:pt x="300" y="599"/>
                  </a:cubicBezTo>
                  <a:cubicBezTo>
                    <a:pt x="392" y="576"/>
                    <a:pt x="392" y="576"/>
                    <a:pt x="392" y="576"/>
                  </a:cubicBezTo>
                  <a:cubicBezTo>
                    <a:pt x="392" y="576"/>
                    <a:pt x="392" y="576"/>
                    <a:pt x="392" y="576"/>
                  </a:cubicBezTo>
                  <a:cubicBezTo>
                    <a:pt x="415" y="669"/>
                    <a:pt x="415" y="669"/>
                    <a:pt x="415" y="669"/>
                  </a:cubicBezTo>
                  <a:cubicBezTo>
                    <a:pt x="507" y="645"/>
                    <a:pt x="507" y="645"/>
                    <a:pt x="507" y="645"/>
                  </a:cubicBezTo>
                  <a:cubicBezTo>
                    <a:pt x="507" y="645"/>
                    <a:pt x="507" y="645"/>
                    <a:pt x="507" y="645"/>
                  </a:cubicBezTo>
                  <a:cubicBezTo>
                    <a:pt x="507" y="645"/>
                    <a:pt x="507" y="645"/>
                    <a:pt x="484" y="553"/>
                  </a:cubicBezTo>
                  <a:lnTo>
                    <a:pt x="577" y="530"/>
                  </a:lnTo>
                  <a:close/>
                  <a:moveTo>
                    <a:pt x="646" y="415"/>
                  </a:moveTo>
                  <a:cubicBezTo>
                    <a:pt x="646" y="415"/>
                    <a:pt x="646" y="415"/>
                    <a:pt x="646" y="415"/>
                  </a:cubicBezTo>
                  <a:cubicBezTo>
                    <a:pt x="853" y="69"/>
                    <a:pt x="853" y="69"/>
                    <a:pt x="853" y="69"/>
                  </a:cubicBezTo>
                  <a:cubicBezTo>
                    <a:pt x="484" y="162"/>
                    <a:pt x="484" y="162"/>
                    <a:pt x="484" y="162"/>
                  </a:cubicBezTo>
                  <a:lnTo>
                    <a:pt x="646" y="4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3" name="Freeform 20">
              <a:extLst>
                <a:ext uri="{FF2B5EF4-FFF2-40B4-BE49-F238E27FC236}">
                  <a16:creationId xmlns:a16="http://schemas.microsoft.com/office/drawing/2014/main" id="{EBCEE60D-B9BC-4C47-AB08-288BD0DFAC3A}"/>
                </a:ext>
              </a:extLst>
            </p:cNvPr>
            <p:cNvSpPr>
              <a:spLocks/>
            </p:cNvSpPr>
            <p:nvPr/>
          </p:nvSpPr>
          <p:spPr bwMode="auto">
            <a:xfrm>
              <a:off x="-5351463" y="868363"/>
              <a:ext cx="420688" cy="430213"/>
            </a:xfrm>
            <a:custGeom>
              <a:avLst/>
              <a:gdLst>
                <a:gd name="T0" fmla="*/ 1130 w 1130"/>
                <a:gd name="T1" fmla="*/ 644 h 1152"/>
                <a:gd name="T2" fmla="*/ 969 w 1130"/>
                <a:gd name="T3" fmla="*/ 783 h 1152"/>
                <a:gd name="T4" fmla="*/ 969 w 1130"/>
                <a:gd name="T5" fmla="*/ 783 h 1152"/>
                <a:gd name="T6" fmla="*/ 1038 w 1130"/>
                <a:gd name="T7" fmla="*/ 668 h 1152"/>
                <a:gd name="T8" fmla="*/ 1015 w 1130"/>
                <a:gd name="T9" fmla="*/ 575 h 1152"/>
                <a:gd name="T10" fmla="*/ 992 w 1130"/>
                <a:gd name="T11" fmla="*/ 483 h 1152"/>
                <a:gd name="T12" fmla="*/ 876 w 1130"/>
                <a:gd name="T13" fmla="*/ 414 h 1152"/>
                <a:gd name="T14" fmla="*/ 323 w 1130"/>
                <a:gd name="T15" fmla="*/ 945 h 1152"/>
                <a:gd name="T16" fmla="*/ 254 w 1130"/>
                <a:gd name="T17" fmla="*/ 1060 h 1152"/>
                <a:gd name="T18" fmla="*/ 254 w 1130"/>
                <a:gd name="T19" fmla="*/ 1060 h 1152"/>
                <a:gd name="T20" fmla="*/ 369 w 1130"/>
                <a:gd name="T21" fmla="*/ 1129 h 1152"/>
                <a:gd name="T22" fmla="*/ 369 w 1130"/>
                <a:gd name="T23" fmla="*/ 1129 h 1152"/>
                <a:gd name="T24" fmla="*/ 277 w 1130"/>
                <a:gd name="T25" fmla="*/ 1152 h 1152"/>
                <a:gd name="T26" fmla="*/ 0 w 1130"/>
                <a:gd name="T27" fmla="*/ 830 h 1152"/>
                <a:gd name="T28" fmla="*/ 0 w 1130"/>
                <a:gd name="T29" fmla="*/ 830 h 1152"/>
                <a:gd name="T30" fmla="*/ 0 w 1130"/>
                <a:gd name="T31" fmla="*/ 830 h 1152"/>
                <a:gd name="T32" fmla="*/ 116 w 1130"/>
                <a:gd name="T33" fmla="*/ 899 h 1152"/>
                <a:gd name="T34" fmla="*/ 116 w 1130"/>
                <a:gd name="T35" fmla="*/ 899 h 1152"/>
                <a:gd name="T36" fmla="*/ 185 w 1130"/>
                <a:gd name="T37" fmla="*/ 784 h 1152"/>
                <a:gd name="T38" fmla="*/ 738 w 1130"/>
                <a:gd name="T39" fmla="*/ 253 h 1152"/>
                <a:gd name="T40" fmla="*/ 738 w 1130"/>
                <a:gd name="T41" fmla="*/ 253 h 1152"/>
                <a:gd name="T42" fmla="*/ 530 w 1130"/>
                <a:gd name="T43" fmla="*/ 207 h 1152"/>
                <a:gd name="T44" fmla="*/ 346 w 1130"/>
                <a:gd name="T45" fmla="*/ 254 h 1152"/>
                <a:gd name="T46" fmla="*/ 323 w 1130"/>
                <a:gd name="T47" fmla="*/ 161 h 1152"/>
                <a:gd name="T48" fmla="*/ 576 w 1130"/>
                <a:gd name="T49" fmla="*/ 0 h 1152"/>
                <a:gd name="T50" fmla="*/ 1130 w 1130"/>
                <a:gd name="T51" fmla="*/ 644 h 1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130" h="1152">
                  <a:moveTo>
                    <a:pt x="1130" y="644"/>
                  </a:moveTo>
                  <a:cubicBezTo>
                    <a:pt x="969" y="783"/>
                    <a:pt x="969" y="783"/>
                    <a:pt x="969" y="783"/>
                  </a:cubicBezTo>
                  <a:cubicBezTo>
                    <a:pt x="969" y="783"/>
                    <a:pt x="969" y="783"/>
                    <a:pt x="969" y="783"/>
                  </a:cubicBezTo>
                  <a:cubicBezTo>
                    <a:pt x="1038" y="668"/>
                    <a:pt x="1038" y="668"/>
                    <a:pt x="1038" y="668"/>
                  </a:cubicBezTo>
                  <a:cubicBezTo>
                    <a:pt x="1015" y="575"/>
                    <a:pt x="1015" y="575"/>
                    <a:pt x="1015" y="575"/>
                  </a:cubicBezTo>
                  <a:cubicBezTo>
                    <a:pt x="992" y="483"/>
                    <a:pt x="992" y="483"/>
                    <a:pt x="992" y="483"/>
                  </a:cubicBezTo>
                  <a:cubicBezTo>
                    <a:pt x="876" y="414"/>
                    <a:pt x="876" y="414"/>
                    <a:pt x="876" y="414"/>
                  </a:cubicBezTo>
                  <a:cubicBezTo>
                    <a:pt x="323" y="945"/>
                    <a:pt x="323" y="945"/>
                    <a:pt x="323" y="945"/>
                  </a:cubicBezTo>
                  <a:cubicBezTo>
                    <a:pt x="346" y="1037"/>
                    <a:pt x="346" y="1037"/>
                    <a:pt x="254" y="1060"/>
                  </a:cubicBezTo>
                  <a:cubicBezTo>
                    <a:pt x="254" y="1060"/>
                    <a:pt x="254" y="1060"/>
                    <a:pt x="254" y="1060"/>
                  </a:cubicBezTo>
                  <a:cubicBezTo>
                    <a:pt x="277" y="1152"/>
                    <a:pt x="277" y="1152"/>
                    <a:pt x="369" y="1129"/>
                  </a:cubicBezTo>
                  <a:cubicBezTo>
                    <a:pt x="369" y="1129"/>
                    <a:pt x="369" y="1129"/>
                    <a:pt x="369" y="1129"/>
                  </a:cubicBezTo>
                  <a:cubicBezTo>
                    <a:pt x="277" y="1152"/>
                    <a:pt x="277" y="1152"/>
                    <a:pt x="277" y="1152"/>
                  </a:cubicBezTo>
                  <a:cubicBezTo>
                    <a:pt x="0" y="830"/>
                    <a:pt x="0" y="830"/>
                    <a:pt x="0" y="830"/>
                  </a:cubicBezTo>
                  <a:cubicBezTo>
                    <a:pt x="0" y="830"/>
                    <a:pt x="0" y="830"/>
                    <a:pt x="0" y="830"/>
                  </a:cubicBezTo>
                  <a:cubicBezTo>
                    <a:pt x="0" y="830"/>
                    <a:pt x="0" y="830"/>
                    <a:pt x="0" y="830"/>
                  </a:cubicBezTo>
                  <a:cubicBezTo>
                    <a:pt x="0" y="830"/>
                    <a:pt x="93" y="807"/>
                    <a:pt x="116" y="899"/>
                  </a:cubicBezTo>
                  <a:cubicBezTo>
                    <a:pt x="116" y="899"/>
                    <a:pt x="116" y="899"/>
                    <a:pt x="116" y="899"/>
                  </a:cubicBezTo>
                  <a:cubicBezTo>
                    <a:pt x="185" y="784"/>
                    <a:pt x="185" y="784"/>
                    <a:pt x="185" y="784"/>
                  </a:cubicBezTo>
                  <a:cubicBezTo>
                    <a:pt x="738" y="253"/>
                    <a:pt x="738" y="253"/>
                    <a:pt x="738" y="253"/>
                  </a:cubicBezTo>
                  <a:cubicBezTo>
                    <a:pt x="738" y="253"/>
                    <a:pt x="738" y="253"/>
                    <a:pt x="738" y="253"/>
                  </a:cubicBezTo>
                  <a:cubicBezTo>
                    <a:pt x="623" y="184"/>
                    <a:pt x="623" y="184"/>
                    <a:pt x="530" y="207"/>
                  </a:cubicBezTo>
                  <a:cubicBezTo>
                    <a:pt x="507" y="115"/>
                    <a:pt x="415" y="138"/>
                    <a:pt x="346" y="254"/>
                  </a:cubicBezTo>
                  <a:cubicBezTo>
                    <a:pt x="323" y="161"/>
                    <a:pt x="323" y="161"/>
                    <a:pt x="323" y="161"/>
                  </a:cubicBezTo>
                  <a:cubicBezTo>
                    <a:pt x="576" y="0"/>
                    <a:pt x="576" y="0"/>
                    <a:pt x="576" y="0"/>
                  </a:cubicBezTo>
                  <a:lnTo>
                    <a:pt x="1130" y="6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4" name="Freeform 21">
              <a:extLst>
                <a:ext uri="{FF2B5EF4-FFF2-40B4-BE49-F238E27FC236}">
                  <a16:creationId xmlns:a16="http://schemas.microsoft.com/office/drawing/2014/main" id="{41A0C309-FC3D-40A6-A207-5B2A3203DECF}"/>
                </a:ext>
              </a:extLst>
            </p:cNvPr>
            <p:cNvSpPr>
              <a:spLocks/>
            </p:cNvSpPr>
            <p:nvPr/>
          </p:nvSpPr>
          <p:spPr bwMode="auto">
            <a:xfrm>
              <a:off x="-5033963" y="1238250"/>
              <a:ext cx="120650" cy="128588"/>
            </a:xfrm>
            <a:custGeom>
              <a:avLst/>
              <a:gdLst>
                <a:gd name="T0" fmla="*/ 60 w 76"/>
                <a:gd name="T1" fmla="*/ 81 h 81"/>
                <a:gd name="T2" fmla="*/ 0 w 76"/>
                <a:gd name="T3" fmla="*/ 27 h 81"/>
                <a:gd name="T4" fmla="*/ 16 w 76"/>
                <a:gd name="T5" fmla="*/ 0 h 81"/>
                <a:gd name="T6" fmla="*/ 76 w 76"/>
                <a:gd name="T7" fmla="*/ 54 h 81"/>
                <a:gd name="T8" fmla="*/ 60 w 76"/>
                <a:gd name="T9" fmla="*/ 81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" h="81">
                  <a:moveTo>
                    <a:pt x="60" y="81"/>
                  </a:moveTo>
                  <a:lnTo>
                    <a:pt x="0" y="27"/>
                  </a:lnTo>
                  <a:lnTo>
                    <a:pt x="16" y="0"/>
                  </a:lnTo>
                  <a:lnTo>
                    <a:pt x="76" y="54"/>
                  </a:lnTo>
                  <a:lnTo>
                    <a:pt x="60" y="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Freeform 22">
              <a:extLst>
                <a:ext uri="{FF2B5EF4-FFF2-40B4-BE49-F238E27FC236}">
                  <a16:creationId xmlns:a16="http://schemas.microsoft.com/office/drawing/2014/main" id="{70E048D5-22F9-4A56-9AB4-511414185EF9}"/>
                </a:ext>
              </a:extLst>
            </p:cNvPr>
            <p:cNvSpPr>
              <a:spLocks/>
            </p:cNvSpPr>
            <p:nvPr/>
          </p:nvSpPr>
          <p:spPr bwMode="auto">
            <a:xfrm>
              <a:off x="-5016500" y="1211263"/>
              <a:ext cx="385763" cy="387350"/>
            </a:xfrm>
            <a:custGeom>
              <a:avLst/>
              <a:gdLst>
                <a:gd name="T0" fmla="*/ 1038 w 1038"/>
                <a:gd name="T1" fmla="*/ 207 h 1037"/>
                <a:gd name="T2" fmla="*/ 922 w 1038"/>
                <a:gd name="T3" fmla="*/ 530 h 1037"/>
                <a:gd name="T4" fmla="*/ 899 w 1038"/>
                <a:gd name="T5" fmla="*/ 438 h 1037"/>
                <a:gd name="T6" fmla="*/ 945 w 1038"/>
                <a:gd name="T7" fmla="*/ 231 h 1037"/>
                <a:gd name="T8" fmla="*/ 807 w 1038"/>
                <a:gd name="T9" fmla="*/ 69 h 1037"/>
                <a:gd name="T10" fmla="*/ 715 w 1038"/>
                <a:gd name="T11" fmla="*/ 93 h 1037"/>
                <a:gd name="T12" fmla="*/ 622 w 1038"/>
                <a:gd name="T13" fmla="*/ 116 h 1037"/>
                <a:gd name="T14" fmla="*/ 553 w 1038"/>
                <a:gd name="T15" fmla="*/ 231 h 1037"/>
                <a:gd name="T16" fmla="*/ 577 w 1038"/>
                <a:gd name="T17" fmla="*/ 323 h 1037"/>
                <a:gd name="T18" fmla="*/ 692 w 1038"/>
                <a:gd name="T19" fmla="*/ 392 h 1037"/>
                <a:gd name="T20" fmla="*/ 761 w 1038"/>
                <a:gd name="T21" fmla="*/ 668 h 1037"/>
                <a:gd name="T22" fmla="*/ 807 w 1038"/>
                <a:gd name="T23" fmla="*/ 853 h 1037"/>
                <a:gd name="T24" fmla="*/ 554 w 1038"/>
                <a:gd name="T25" fmla="*/ 1014 h 1037"/>
                <a:gd name="T26" fmla="*/ 346 w 1038"/>
                <a:gd name="T27" fmla="*/ 968 h 1037"/>
                <a:gd name="T28" fmla="*/ 231 w 1038"/>
                <a:gd name="T29" fmla="*/ 899 h 1037"/>
                <a:gd name="T30" fmla="*/ 208 w 1038"/>
                <a:gd name="T31" fmla="*/ 807 h 1037"/>
                <a:gd name="T32" fmla="*/ 92 w 1038"/>
                <a:gd name="T33" fmla="*/ 738 h 1037"/>
                <a:gd name="T34" fmla="*/ 92 w 1038"/>
                <a:gd name="T35" fmla="*/ 738 h 1037"/>
                <a:gd name="T36" fmla="*/ 0 w 1038"/>
                <a:gd name="T37" fmla="*/ 761 h 1037"/>
                <a:gd name="T38" fmla="*/ 0 w 1038"/>
                <a:gd name="T39" fmla="*/ 761 h 1037"/>
                <a:gd name="T40" fmla="*/ 208 w 1038"/>
                <a:gd name="T41" fmla="*/ 416 h 1037"/>
                <a:gd name="T42" fmla="*/ 231 w 1038"/>
                <a:gd name="T43" fmla="*/ 508 h 1037"/>
                <a:gd name="T44" fmla="*/ 185 w 1038"/>
                <a:gd name="T45" fmla="*/ 715 h 1037"/>
                <a:gd name="T46" fmla="*/ 323 w 1038"/>
                <a:gd name="T47" fmla="*/ 876 h 1037"/>
                <a:gd name="T48" fmla="*/ 438 w 1038"/>
                <a:gd name="T49" fmla="*/ 945 h 1037"/>
                <a:gd name="T50" fmla="*/ 623 w 1038"/>
                <a:gd name="T51" fmla="*/ 899 h 1037"/>
                <a:gd name="T52" fmla="*/ 600 w 1038"/>
                <a:gd name="T53" fmla="*/ 807 h 1037"/>
                <a:gd name="T54" fmla="*/ 577 w 1038"/>
                <a:gd name="T55" fmla="*/ 715 h 1037"/>
                <a:gd name="T56" fmla="*/ 554 w 1038"/>
                <a:gd name="T57" fmla="*/ 623 h 1037"/>
                <a:gd name="T58" fmla="*/ 392 w 1038"/>
                <a:gd name="T59" fmla="*/ 369 h 1037"/>
                <a:gd name="T60" fmla="*/ 369 w 1038"/>
                <a:gd name="T61" fmla="*/ 277 h 1037"/>
                <a:gd name="T62" fmla="*/ 438 w 1038"/>
                <a:gd name="T63" fmla="*/ 162 h 1037"/>
                <a:gd name="T64" fmla="*/ 599 w 1038"/>
                <a:gd name="T65" fmla="*/ 23 h 1037"/>
                <a:gd name="T66" fmla="*/ 807 w 1038"/>
                <a:gd name="T67" fmla="*/ 69 h 1037"/>
                <a:gd name="T68" fmla="*/ 922 w 1038"/>
                <a:gd name="T69" fmla="*/ 138 h 1037"/>
                <a:gd name="T70" fmla="*/ 922 w 1038"/>
                <a:gd name="T71" fmla="*/ 138 h 1037"/>
                <a:gd name="T72" fmla="*/ 945 w 1038"/>
                <a:gd name="T73" fmla="*/ 231 h 1037"/>
                <a:gd name="T74" fmla="*/ 1038 w 1038"/>
                <a:gd name="T75" fmla="*/ 207 h 1037"/>
                <a:gd name="T76" fmla="*/ 1038 w 1038"/>
                <a:gd name="T77" fmla="*/ 207 h 10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38" h="1037">
                  <a:moveTo>
                    <a:pt x="1038" y="207"/>
                  </a:moveTo>
                  <a:cubicBezTo>
                    <a:pt x="922" y="530"/>
                    <a:pt x="922" y="530"/>
                    <a:pt x="922" y="530"/>
                  </a:cubicBezTo>
                  <a:cubicBezTo>
                    <a:pt x="899" y="438"/>
                    <a:pt x="899" y="438"/>
                    <a:pt x="899" y="438"/>
                  </a:cubicBezTo>
                  <a:cubicBezTo>
                    <a:pt x="899" y="438"/>
                    <a:pt x="969" y="323"/>
                    <a:pt x="945" y="231"/>
                  </a:cubicBezTo>
                  <a:cubicBezTo>
                    <a:pt x="922" y="138"/>
                    <a:pt x="830" y="161"/>
                    <a:pt x="807" y="69"/>
                  </a:cubicBezTo>
                  <a:cubicBezTo>
                    <a:pt x="715" y="93"/>
                    <a:pt x="715" y="93"/>
                    <a:pt x="715" y="93"/>
                  </a:cubicBezTo>
                  <a:cubicBezTo>
                    <a:pt x="622" y="116"/>
                    <a:pt x="622" y="116"/>
                    <a:pt x="622" y="116"/>
                  </a:cubicBezTo>
                  <a:cubicBezTo>
                    <a:pt x="530" y="139"/>
                    <a:pt x="530" y="139"/>
                    <a:pt x="553" y="231"/>
                  </a:cubicBezTo>
                  <a:cubicBezTo>
                    <a:pt x="553" y="231"/>
                    <a:pt x="553" y="231"/>
                    <a:pt x="577" y="323"/>
                  </a:cubicBezTo>
                  <a:cubicBezTo>
                    <a:pt x="692" y="392"/>
                    <a:pt x="692" y="392"/>
                    <a:pt x="692" y="392"/>
                  </a:cubicBezTo>
                  <a:cubicBezTo>
                    <a:pt x="738" y="576"/>
                    <a:pt x="761" y="668"/>
                    <a:pt x="761" y="668"/>
                  </a:cubicBezTo>
                  <a:cubicBezTo>
                    <a:pt x="784" y="761"/>
                    <a:pt x="807" y="853"/>
                    <a:pt x="807" y="853"/>
                  </a:cubicBezTo>
                  <a:cubicBezTo>
                    <a:pt x="738" y="968"/>
                    <a:pt x="646" y="991"/>
                    <a:pt x="554" y="1014"/>
                  </a:cubicBezTo>
                  <a:cubicBezTo>
                    <a:pt x="462" y="1037"/>
                    <a:pt x="462" y="1037"/>
                    <a:pt x="346" y="968"/>
                  </a:cubicBezTo>
                  <a:cubicBezTo>
                    <a:pt x="231" y="899"/>
                    <a:pt x="231" y="899"/>
                    <a:pt x="231" y="899"/>
                  </a:cubicBezTo>
                  <a:cubicBezTo>
                    <a:pt x="208" y="807"/>
                    <a:pt x="208" y="807"/>
                    <a:pt x="208" y="807"/>
                  </a:cubicBezTo>
                  <a:cubicBezTo>
                    <a:pt x="208" y="807"/>
                    <a:pt x="208" y="807"/>
                    <a:pt x="92" y="738"/>
                  </a:cubicBezTo>
                  <a:cubicBezTo>
                    <a:pt x="92" y="738"/>
                    <a:pt x="92" y="738"/>
                    <a:pt x="92" y="738"/>
                  </a:cubicBezTo>
                  <a:cubicBezTo>
                    <a:pt x="92" y="738"/>
                    <a:pt x="92" y="738"/>
                    <a:pt x="0" y="761"/>
                  </a:cubicBezTo>
                  <a:cubicBezTo>
                    <a:pt x="0" y="761"/>
                    <a:pt x="0" y="761"/>
                    <a:pt x="0" y="761"/>
                  </a:cubicBezTo>
                  <a:cubicBezTo>
                    <a:pt x="208" y="416"/>
                    <a:pt x="208" y="416"/>
                    <a:pt x="208" y="416"/>
                  </a:cubicBezTo>
                  <a:cubicBezTo>
                    <a:pt x="231" y="508"/>
                    <a:pt x="231" y="508"/>
                    <a:pt x="231" y="508"/>
                  </a:cubicBezTo>
                  <a:cubicBezTo>
                    <a:pt x="254" y="600"/>
                    <a:pt x="161" y="623"/>
                    <a:pt x="185" y="715"/>
                  </a:cubicBezTo>
                  <a:cubicBezTo>
                    <a:pt x="208" y="807"/>
                    <a:pt x="323" y="876"/>
                    <a:pt x="323" y="876"/>
                  </a:cubicBezTo>
                  <a:cubicBezTo>
                    <a:pt x="438" y="945"/>
                    <a:pt x="438" y="945"/>
                    <a:pt x="438" y="945"/>
                  </a:cubicBezTo>
                  <a:cubicBezTo>
                    <a:pt x="531" y="922"/>
                    <a:pt x="531" y="922"/>
                    <a:pt x="623" y="899"/>
                  </a:cubicBezTo>
                  <a:cubicBezTo>
                    <a:pt x="600" y="807"/>
                    <a:pt x="600" y="807"/>
                    <a:pt x="600" y="807"/>
                  </a:cubicBezTo>
                  <a:cubicBezTo>
                    <a:pt x="577" y="715"/>
                    <a:pt x="577" y="715"/>
                    <a:pt x="577" y="715"/>
                  </a:cubicBezTo>
                  <a:cubicBezTo>
                    <a:pt x="554" y="623"/>
                    <a:pt x="554" y="623"/>
                    <a:pt x="554" y="623"/>
                  </a:cubicBezTo>
                  <a:cubicBezTo>
                    <a:pt x="438" y="554"/>
                    <a:pt x="415" y="461"/>
                    <a:pt x="392" y="369"/>
                  </a:cubicBezTo>
                  <a:cubicBezTo>
                    <a:pt x="369" y="277"/>
                    <a:pt x="369" y="277"/>
                    <a:pt x="369" y="277"/>
                  </a:cubicBezTo>
                  <a:cubicBezTo>
                    <a:pt x="346" y="185"/>
                    <a:pt x="346" y="185"/>
                    <a:pt x="438" y="162"/>
                  </a:cubicBezTo>
                  <a:cubicBezTo>
                    <a:pt x="415" y="70"/>
                    <a:pt x="507" y="47"/>
                    <a:pt x="599" y="23"/>
                  </a:cubicBezTo>
                  <a:cubicBezTo>
                    <a:pt x="692" y="0"/>
                    <a:pt x="692" y="0"/>
                    <a:pt x="807" y="69"/>
                  </a:cubicBezTo>
                  <a:cubicBezTo>
                    <a:pt x="807" y="69"/>
                    <a:pt x="899" y="46"/>
                    <a:pt x="922" y="138"/>
                  </a:cubicBezTo>
                  <a:cubicBezTo>
                    <a:pt x="922" y="138"/>
                    <a:pt x="922" y="138"/>
                    <a:pt x="922" y="138"/>
                  </a:cubicBezTo>
                  <a:cubicBezTo>
                    <a:pt x="945" y="231"/>
                    <a:pt x="945" y="231"/>
                    <a:pt x="945" y="231"/>
                  </a:cubicBezTo>
                  <a:cubicBezTo>
                    <a:pt x="1038" y="207"/>
                    <a:pt x="1038" y="207"/>
                    <a:pt x="1038" y="207"/>
                  </a:cubicBezTo>
                  <a:cubicBezTo>
                    <a:pt x="1038" y="207"/>
                    <a:pt x="1038" y="207"/>
                    <a:pt x="1038" y="20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Freeform 23">
              <a:extLst>
                <a:ext uri="{FF2B5EF4-FFF2-40B4-BE49-F238E27FC236}">
                  <a16:creationId xmlns:a16="http://schemas.microsoft.com/office/drawing/2014/main" id="{BAD3F8E4-4D1B-4556-854C-3BD7AD06E077}"/>
                </a:ext>
              </a:extLst>
            </p:cNvPr>
            <p:cNvSpPr>
              <a:spLocks/>
            </p:cNvSpPr>
            <p:nvPr/>
          </p:nvSpPr>
          <p:spPr bwMode="auto">
            <a:xfrm>
              <a:off x="-4759325" y="1289050"/>
              <a:ext cx="412750" cy="473075"/>
            </a:xfrm>
            <a:custGeom>
              <a:avLst/>
              <a:gdLst>
                <a:gd name="T0" fmla="*/ 692 w 1107"/>
                <a:gd name="T1" fmla="*/ 207 h 1267"/>
                <a:gd name="T2" fmla="*/ 600 w 1107"/>
                <a:gd name="T3" fmla="*/ 622 h 1267"/>
                <a:gd name="T4" fmla="*/ 600 w 1107"/>
                <a:gd name="T5" fmla="*/ 622 h 1267"/>
                <a:gd name="T6" fmla="*/ 692 w 1107"/>
                <a:gd name="T7" fmla="*/ 599 h 1267"/>
                <a:gd name="T8" fmla="*/ 853 w 1107"/>
                <a:gd name="T9" fmla="*/ 461 h 1267"/>
                <a:gd name="T10" fmla="*/ 853 w 1107"/>
                <a:gd name="T11" fmla="*/ 461 h 1267"/>
                <a:gd name="T12" fmla="*/ 669 w 1107"/>
                <a:gd name="T13" fmla="*/ 899 h 1267"/>
                <a:gd name="T14" fmla="*/ 669 w 1107"/>
                <a:gd name="T15" fmla="*/ 899 h 1267"/>
                <a:gd name="T16" fmla="*/ 646 w 1107"/>
                <a:gd name="T17" fmla="*/ 806 h 1267"/>
                <a:gd name="T18" fmla="*/ 623 w 1107"/>
                <a:gd name="T19" fmla="*/ 714 h 1267"/>
                <a:gd name="T20" fmla="*/ 507 w 1107"/>
                <a:gd name="T21" fmla="*/ 645 h 1267"/>
                <a:gd name="T22" fmla="*/ 461 w 1107"/>
                <a:gd name="T23" fmla="*/ 853 h 1267"/>
                <a:gd name="T24" fmla="*/ 392 w 1107"/>
                <a:gd name="T25" fmla="*/ 968 h 1267"/>
                <a:gd name="T26" fmla="*/ 415 w 1107"/>
                <a:gd name="T27" fmla="*/ 1060 h 1267"/>
                <a:gd name="T28" fmla="*/ 508 w 1107"/>
                <a:gd name="T29" fmla="*/ 1037 h 1267"/>
                <a:gd name="T30" fmla="*/ 531 w 1107"/>
                <a:gd name="T31" fmla="*/ 1129 h 1267"/>
                <a:gd name="T32" fmla="*/ 715 w 1107"/>
                <a:gd name="T33" fmla="*/ 1083 h 1267"/>
                <a:gd name="T34" fmla="*/ 969 w 1107"/>
                <a:gd name="T35" fmla="*/ 921 h 1267"/>
                <a:gd name="T36" fmla="*/ 992 w 1107"/>
                <a:gd name="T37" fmla="*/ 1013 h 1267"/>
                <a:gd name="T38" fmla="*/ 761 w 1107"/>
                <a:gd name="T39" fmla="*/ 1267 h 1267"/>
                <a:gd name="T40" fmla="*/ 0 w 1107"/>
                <a:gd name="T41" fmla="*/ 968 h 1267"/>
                <a:gd name="T42" fmla="*/ 0 w 1107"/>
                <a:gd name="T43" fmla="*/ 968 h 1267"/>
                <a:gd name="T44" fmla="*/ 93 w 1107"/>
                <a:gd name="T45" fmla="*/ 945 h 1267"/>
                <a:gd name="T46" fmla="*/ 93 w 1107"/>
                <a:gd name="T47" fmla="*/ 945 h 1267"/>
                <a:gd name="T48" fmla="*/ 185 w 1107"/>
                <a:gd name="T49" fmla="*/ 922 h 1267"/>
                <a:gd name="T50" fmla="*/ 162 w 1107"/>
                <a:gd name="T51" fmla="*/ 830 h 1267"/>
                <a:gd name="T52" fmla="*/ 415 w 1107"/>
                <a:gd name="T53" fmla="*/ 277 h 1267"/>
                <a:gd name="T54" fmla="*/ 484 w 1107"/>
                <a:gd name="T55" fmla="*/ 161 h 1267"/>
                <a:gd name="T56" fmla="*/ 461 w 1107"/>
                <a:gd name="T57" fmla="*/ 69 h 1267"/>
                <a:gd name="T58" fmla="*/ 369 w 1107"/>
                <a:gd name="T59" fmla="*/ 93 h 1267"/>
                <a:gd name="T60" fmla="*/ 369 w 1107"/>
                <a:gd name="T61" fmla="*/ 93 h 1267"/>
                <a:gd name="T62" fmla="*/ 346 w 1107"/>
                <a:gd name="T63" fmla="*/ 0 h 1267"/>
                <a:gd name="T64" fmla="*/ 1107 w 1107"/>
                <a:gd name="T65" fmla="*/ 299 h 1267"/>
                <a:gd name="T66" fmla="*/ 992 w 1107"/>
                <a:gd name="T67" fmla="*/ 622 h 1267"/>
                <a:gd name="T68" fmla="*/ 992 w 1107"/>
                <a:gd name="T69" fmla="*/ 622 h 1267"/>
                <a:gd name="T70" fmla="*/ 1038 w 1107"/>
                <a:gd name="T71" fmla="*/ 414 h 1267"/>
                <a:gd name="T72" fmla="*/ 922 w 1107"/>
                <a:gd name="T73" fmla="*/ 345 h 1267"/>
                <a:gd name="T74" fmla="*/ 807 w 1107"/>
                <a:gd name="T75" fmla="*/ 276 h 1267"/>
                <a:gd name="T76" fmla="*/ 692 w 1107"/>
                <a:gd name="T77" fmla="*/ 207 h 1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107" h="1267">
                  <a:moveTo>
                    <a:pt x="692" y="207"/>
                  </a:moveTo>
                  <a:cubicBezTo>
                    <a:pt x="600" y="622"/>
                    <a:pt x="600" y="622"/>
                    <a:pt x="600" y="622"/>
                  </a:cubicBezTo>
                  <a:cubicBezTo>
                    <a:pt x="600" y="622"/>
                    <a:pt x="600" y="622"/>
                    <a:pt x="600" y="622"/>
                  </a:cubicBezTo>
                  <a:cubicBezTo>
                    <a:pt x="692" y="599"/>
                    <a:pt x="692" y="599"/>
                    <a:pt x="692" y="599"/>
                  </a:cubicBezTo>
                  <a:cubicBezTo>
                    <a:pt x="784" y="576"/>
                    <a:pt x="761" y="484"/>
                    <a:pt x="853" y="461"/>
                  </a:cubicBezTo>
                  <a:cubicBezTo>
                    <a:pt x="853" y="461"/>
                    <a:pt x="853" y="461"/>
                    <a:pt x="853" y="461"/>
                  </a:cubicBezTo>
                  <a:cubicBezTo>
                    <a:pt x="669" y="899"/>
                    <a:pt x="669" y="899"/>
                    <a:pt x="669" y="899"/>
                  </a:cubicBezTo>
                  <a:cubicBezTo>
                    <a:pt x="669" y="899"/>
                    <a:pt x="669" y="899"/>
                    <a:pt x="669" y="899"/>
                  </a:cubicBezTo>
                  <a:cubicBezTo>
                    <a:pt x="646" y="806"/>
                    <a:pt x="646" y="806"/>
                    <a:pt x="646" y="806"/>
                  </a:cubicBezTo>
                  <a:cubicBezTo>
                    <a:pt x="623" y="714"/>
                    <a:pt x="623" y="714"/>
                    <a:pt x="623" y="714"/>
                  </a:cubicBezTo>
                  <a:cubicBezTo>
                    <a:pt x="623" y="714"/>
                    <a:pt x="600" y="622"/>
                    <a:pt x="507" y="645"/>
                  </a:cubicBezTo>
                  <a:cubicBezTo>
                    <a:pt x="461" y="853"/>
                    <a:pt x="461" y="853"/>
                    <a:pt x="461" y="853"/>
                  </a:cubicBezTo>
                  <a:cubicBezTo>
                    <a:pt x="392" y="968"/>
                    <a:pt x="392" y="968"/>
                    <a:pt x="392" y="968"/>
                  </a:cubicBezTo>
                  <a:cubicBezTo>
                    <a:pt x="415" y="1060"/>
                    <a:pt x="415" y="1060"/>
                    <a:pt x="415" y="1060"/>
                  </a:cubicBezTo>
                  <a:cubicBezTo>
                    <a:pt x="415" y="1060"/>
                    <a:pt x="415" y="1060"/>
                    <a:pt x="508" y="1037"/>
                  </a:cubicBezTo>
                  <a:cubicBezTo>
                    <a:pt x="531" y="1129"/>
                    <a:pt x="531" y="1129"/>
                    <a:pt x="531" y="1129"/>
                  </a:cubicBezTo>
                  <a:cubicBezTo>
                    <a:pt x="623" y="1106"/>
                    <a:pt x="715" y="1083"/>
                    <a:pt x="715" y="1083"/>
                  </a:cubicBezTo>
                  <a:cubicBezTo>
                    <a:pt x="807" y="1060"/>
                    <a:pt x="900" y="1037"/>
                    <a:pt x="969" y="921"/>
                  </a:cubicBezTo>
                  <a:cubicBezTo>
                    <a:pt x="992" y="1013"/>
                    <a:pt x="992" y="1013"/>
                    <a:pt x="992" y="1013"/>
                  </a:cubicBezTo>
                  <a:cubicBezTo>
                    <a:pt x="761" y="1267"/>
                    <a:pt x="761" y="1267"/>
                    <a:pt x="761" y="1267"/>
                  </a:cubicBezTo>
                  <a:cubicBezTo>
                    <a:pt x="0" y="968"/>
                    <a:pt x="0" y="968"/>
                    <a:pt x="0" y="968"/>
                  </a:cubicBezTo>
                  <a:cubicBezTo>
                    <a:pt x="0" y="968"/>
                    <a:pt x="0" y="968"/>
                    <a:pt x="0" y="968"/>
                  </a:cubicBezTo>
                  <a:cubicBezTo>
                    <a:pt x="93" y="945"/>
                    <a:pt x="93" y="945"/>
                    <a:pt x="93" y="945"/>
                  </a:cubicBezTo>
                  <a:cubicBezTo>
                    <a:pt x="93" y="945"/>
                    <a:pt x="93" y="945"/>
                    <a:pt x="93" y="945"/>
                  </a:cubicBezTo>
                  <a:cubicBezTo>
                    <a:pt x="185" y="922"/>
                    <a:pt x="185" y="922"/>
                    <a:pt x="185" y="922"/>
                  </a:cubicBezTo>
                  <a:cubicBezTo>
                    <a:pt x="185" y="922"/>
                    <a:pt x="185" y="922"/>
                    <a:pt x="162" y="830"/>
                  </a:cubicBezTo>
                  <a:cubicBezTo>
                    <a:pt x="415" y="277"/>
                    <a:pt x="415" y="277"/>
                    <a:pt x="415" y="277"/>
                  </a:cubicBezTo>
                  <a:cubicBezTo>
                    <a:pt x="484" y="161"/>
                    <a:pt x="484" y="161"/>
                    <a:pt x="484" y="161"/>
                  </a:cubicBezTo>
                  <a:cubicBezTo>
                    <a:pt x="484" y="161"/>
                    <a:pt x="484" y="161"/>
                    <a:pt x="461" y="69"/>
                  </a:cubicBezTo>
                  <a:cubicBezTo>
                    <a:pt x="461" y="69"/>
                    <a:pt x="461" y="69"/>
                    <a:pt x="369" y="93"/>
                  </a:cubicBezTo>
                  <a:cubicBezTo>
                    <a:pt x="369" y="93"/>
                    <a:pt x="369" y="93"/>
                    <a:pt x="369" y="93"/>
                  </a:cubicBezTo>
                  <a:cubicBezTo>
                    <a:pt x="346" y="0"/>
                    <a:pt x="346" y="0"/>
                    <a:pt x="346" y="0"/>
                  </a:cubicBezTo>
                  <a:cubicBezTo>
                    <a:pt x="1107" y="299"/>
                    <a:pt x="1107" y="299"/>
                    <a:pt x="1107" y="299"/>
                  </a:cubicBezTo>
                  <a:cubicBezTo>
                    <a:pt x="992" y="622"/>
                    <a:pt x="992" y="622"/>
                    <a:pt x="992" y="622"/>
                  </a:cubicBezTo>
                  <a:cubicBezTo>
                    <a:pt x="992" y="622"/>
                    <a:pt x="992" y="622"/>
                    <a:pt x="992" y="622"/>
                  </a:cubicBezTo>
                  <a:cubicBezTo>
                    <a:pt x="1061" y="506"/>
                    <a:pt x="1038" y="414"/>
                    <a:pt x="1038" y="414"/>
                  </a:cubicBezTo>
                  <a:cubicBezTo>
                    <a:pt x="922" y="345"/>
                    <a:pt x="922" y="345"/>
                    <a:pt x="922" y="345"/>
                  </a:cubicBezTo>
                  <a:cubicBezTo>
                    <a:pt x="922" y="345"/>
                    <a:pt x="899" y="253"/>
                    <a:pt x="807" y="276"/>
                  </a:cubicBezTo>
                  <a:lnTo>
                    <a:pt x="692" y="2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Freeform 24">
              <a:extLst>
                <a:ext uri="{FF2B5EF4-FFF2-40B4-BE49-F238E27FC236}">
                  <a16:creationId xmlns:a16="http://schemas.microsoft.com/office/drawing/2014/main" id="{E8168CE8-27D9-4D2B-AE20-BB2856E0E94B}"/>
                </a:ext>
              </a:extLst>
            </p:cNvPr>
            <p:cNvSpPr>
              <a:spLocks/>
            </p:cNvSpPr>
            <p:nvPr/>
          </p:nvSpPr>
          <p:spPr bwMode="auto">
            <a:xfrm>
              <a:off x="-4397375" y="1425575"/>
              <a:ext cx="438150" cy="420688"/>
            </a:xfrm>
            <a:custGeom>
              <a:avLst/>
              <a:gdLst>
                <a:gd name="T0" fmla="*/ 461 w 1176"/>
                <a:gd name="T1" fmla="*/ 46 h 1128"/>
                <a:gd name="T2" fmla="*/ 830 w 1176"/>
                <a:gd name="T3" fmla="*/ 737 h 1128"/>
                <a:gd name="T4" fmla="*/ 922 w 1176"/>
                <a:gd name="T5" fmla="*/ 322 h 1128"/>
                <a:gd name="T6" fmla="*/ 899 w 1176"/>
                <a:gd name="T7" fmla="*/ 230 h 1128"/>
                <a:gd name="T8" fmla="*/ 876 w 1176"/>
                <a:gd name="T9" fmla="*/ 138 h 1128"/>
                <a:gd name="T10" fmla="*/ 853 w 1176"/>
                <a:gd name="T11" fmla="*/ 46 h 1128"/>
                <a:gd name="T12" fmla="*/ 1176 w 1176"/>
                <a:gd name="T13" fmla="*/ 160 h 1128"/>
                <a:gd name="T14" fmla="*/ 1176 w 1176"/>
                <a:gd name="T15" fmla="*/ 160 h 1128"/>
                <a:gd name="T16" fmla="*/ 1083 w 1176"/>
                <a:gd name="T17" fmla="*/ 184 h 1128"/>
                <a:gd name="T18" fmla="*/ 991 w 1176"/>
                <a:gd name="T19" fmla="*/ 207 h 1128"/>
                <a:gd name="T20" fmla="*/ 1014 w 1176"/>
                <a:gd name="T21" fmla="*/ 299 h 1128"/>
                <a:gd name="T22" fmla="*/ 830 w 1176"/>
                <a:gd name="T23" fmla="*/ 1128 h 1128"/>
                <a:gd name="T24" fmla="*/ 830 w 1176"/>
                <a:gd name="T25" fmla="*/ 1128 h 1128"/>
                <a:gd name="T26" fmla="*/ 299 w 1176"/>
                <a:gd name="T27" fmla="*/ 184 h 1128"/>
                <a:gd name="T28" fmla="*/ 254 w 1176"/>
                <a:gd name="T29" fmla="*/ 783 h 1128"/>
                <a:gd name="T30" fmla="*/ 185 w 1176"/>
                <a:gd name="T31" fmla="*/ 899 h 1128"/>
                <a:gd name="T32" fmla="*/ 300 w 1176"/>
                <a:gd name="T33" fmla="*/ 968 h 1128"/>
                <a:gd name="T34" fmla="*/ 300 w 1176"/>
                <a:gd name="T35" fmla="*/ 968 h 1128"/>
                <a:gd name="T36" fmla="*/ 300 w 1176"/>
                <a:gd name="T37" fmla="*/ 968 h 1128"/>
                <a:gd name="T38" fmla="*/ 0 w 1176"/>
                <a:gd name="T39" fmla="*/ 945 h 1128"/>
                <a:gd name="T40" fmla="*/ 0 w 1176"/>
                <a:gd name="T41" fmla="*/ 945 h 1128"/>
                <a:gd name="T42" fmla="*/ 92 w 1176"/>
                <a:gd name="T43" fmla="*/ 922 h 1128"/>
                <a:gd name="T44" fmla="*/ 161 w 1176"/>
                <a:gd name="T45" fmla="*/ 807 h 1128"/>
                <a:gd name="T46" fmla="*/ 276 w 1176"/>
                <a:gd name="T47" fmla="*/ 92 h 1128"/>
                <a:gd name="T48" fmla="*/ 276 w 1176"/>
                <a:gd name="T49" fmla="*/ 92 h 1128"/>
                <a:gd name="T50" fmla="*/ 253 w 1176"/>
                <a:gd name="T51" fmla="*/ 0 h 1128"/>
                <a:gd name="T52" fmla="*/ 161 w 1176"/>
                <a:gd name="T53" fmla="*/ 23 h 1128"/>
                <a:gd name="T54" fmla="*/ 161 w 1176"/>
                <a:gd name="T55" fmla="*/ 23 h 1128"/>
                <a:gd name="T56" fmla="*/ 461 w 1176"/>
                <a:gd name="T57" fmla="*/ 46 h 1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176" h="1128">
                  <a:moveTo>
                    <a:pt x="461" y="46"/>
                  </a:moveTo>
                  <a:cubicBezTo>
                    <a:pt x="830" y="737"/>
                    <a:pt x="830" y="737"/>
                    <a:pt x="830" y="737"/>
                  </a:cubicBezTo>
                  <a:cubicBezTo>
                    <a:pt x="922" y="322"/>
                    <a:pt x="922" y="322"/>
                    <a:pt x="922" y="322"/>
                  </a:cubicBezTo>
                  <a:cubicBezTo>
                    <a:pt x="899" y="230"/>
                    <a:pt x="991" y="207"/>
                    <a:pt x="899" y="230"/>
                  </a:cubicBezTo>
                  <a:cubicBezTo>
                    <a:pt x="876" y="138"/>
                    <a:pt x="876" y="138"/>
                    <a:pt x="876" y="138"/>
                  </a:cubicBezTo>
                  <a:cubicBezTo>
                    <a:pt x="853" y="46"/>
                    <a:pt x="853" y="46"/>
                    <a:pt x="853" y="46"/>
                  </a:cubicBezTo>
                  <a:cubicBezTo>
                    <a:pt x="1176" y="160"/>
                    <a:pt x="1176" y="160"/>
                    <a:pt x="1176" y="160"/>
                  </a:cubicBezTo>
                  <a:cubicBezTo>
                    <a:pt x="1176" y="160"/>
                    <a:pt x="1176" y="160"/>
                    <a:pt x="1176" y="160"/>
                  </a:cubicBezTo>
                  <a:cubicBezTo>
                    <a:pt x="1083" y="184"/>
                    <a:pt x="1083" y="184"/>
                    <a:pt x="1083" y="184"/>
                  </a:cubicBezTo>
                  <a:cubicBezTo>
                    <a:pt x="991" y="207"/>
                    <a:pt x="991" y="207"/>
                    <a:pt x="991" y="207"/>
                  </a:cubicBezTo>
                  <a:cubicBezTo>
                    <a:pt x="1014" y="299"/>
                    <a:pt x="1014" y="299"/>
                    <a:pt x="1014" y="299"/>
                  </a:cubicBezTo>
                  <a:cubicBezTo>
                    <a:pt x="830" y="1128"/>
                    <a:pt x="830" y="1128"/>
                    <a:pt x="830" y="1128"/>
                  </a:cubicBezTo>
                  <a:cubicBezTo>
                    <a:pt x="830" y="1128"/>
                    <a:pt x="830" y="1128"/>
                    <a:pt x="830" y="1128"/>
                  </a:cubicBezTo>
                  <a:cubicBezTo>
                    <a:pt x="299" y="184"/>
                    <a:pt x="299" y="184"/>
                    <a:pt x="299" y="184"/>
                  </a:cubicBezTo>
                  <a:cubicBezTo>
                    <a:pt x="254" y="783"/>
                    <a:pt x="254" y="783"/>
                    <a:pt x="254" y="783"/>
                  </a:cubicBezTo>
                  <a:cubicBezTo>
                    <a:pt x="185" y="899"/>
                    <a:pt x="185" y="899"/>
                    <a:pt x="185" y="899"/>
                  </a:cubicBezTo>
                  <a:cubicBezTo>
                    <a:pt x="300" y="968"/>
                    <a:pt x="300" y="968"/>
                    <a:pt x="300" y="968"/>
                  </a:cubicBezTo>
                  <a:cubicBezTo>
                    <a:pt x="300" y="968"/>
                    <a:pt x="300" y="968"/>
                    <a:pt x="300" y="968"/>
                  </a:cubicBezTo>
                  <a:cubicBezTo>
                    <a:pt x="300" y="968"/>
                    <a:pt x="300" y="968"/>
                    <a:pt x="300" y="968"/>
                  </a:cubicBezTo>
                  <a:cubicBezTo>
                    <a:pt x="0" y="945"/>
                    <a:pt x="0" y="945"/>
                    <a:pt x="0" y="945"/>
                  </a:cubicBezTo>
                  <a:cubicBezTo>
                    <a:pt x="0" y="945"/>
                    <a:pt x="0" y="945"/>
                    <a:pt x="0" y="945"/>
                  </a:cubicBezTo>
                  <a:cubicBezTo>
                    <a:pt x="92" y="922"/>
                    <a:pt x="92" y="922"/>
                    <a:pt x="92" y="922"/>
                  </a:cubicBezTo>
                  <a:cubicBezTo>
                    <a:pt x="185" y="899"/>
                    <a:pt x="161" y="807"/>
                    <a:pt x="161" y="807"/>
                  </a:cubicBezTo>
                  <a:cubicBezTo>
                    <a:pt x="276" y="92"/>
                    <a:pt x="276" y="92"/>
                    <a:pt x="276" y="92"/>
                  </a:cubicBezTo>
                  <a:cubicBezTo>
                    <a:pt x="276" y="92"/>
                    <a:pt x="276" y="92"/>
                    <a:pt x="276" y="92"/>
                  </a:cubicBezTo>
                  <a:cubicBezTo>
                    <a:pt x="253" y="0"/>
                    <a:pt x="253" y="0"/>
                    <a:pt x="253" y="0"/>
                  </a:cubicBezTo>
                  <a:cubicBezTo>
                    <a:pt x="161" y="23"/>
                    <a:pt x="161" y="23"/>
                    <a:pt x="161" y="23"/>
                  </a:cubicBezTo>
                  <a:cubicBezTo>
                    <a:pt x="161" y="23"/>
                    <a:pt x="161" y="23"/>
                    <a:pt x="161" y="23"/>
                  </a:cubicBezTo>
                  <a:lnTo>
                    <a:pt x="461" y="4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Freeform 25">
              <a:extLst>
                <a:ext uri="{FF2B5EF4-FFF2-40B4-BE49-F238E27FC236}">
                  <a16:creationId xmlns:a16="http://schemas.microsoft.com/office/drawing/2014/main" id="{AEB64955-26C1-4DD3-9C24-4B792274B438}"/>
                </a:ext>
              </a:extLst>
            </p:cNvPr>
            <p:cNvSpPr>
              <a:spLocks/>
            </p:cNvSpPr>
            <p:nvPr/>
          </p:nvSpPr>
          <p:spPr bwMode="auto">
            <a:xfrm>
              <a:off x="-3848100" y="1408113"/>
              <a:ext cx="352425" cy="420688"/>
            </a:xfrm>
            <a:custGeom>
              <a:avLst/>
              <a:gdLst>
                <a:gd name="T0" fmla="*/ 0 w 946"/>
                <a:gd name="T1" fmla="*/ 231 h 1129"/>
                <a:gd name="T2" fmla="*/ 461 w 946"/>
                <a:gd name="T3" fmla="*/ 115 h 1129"/>
                <a:gd name="T4" fmla="*/ 461 w 946"/>
                <a:gd name="T5" fmla="*/ 115 h 1129"/>
                <a:gd name="T6" fmla="*/ 461 w 946"/>
                <a:gd name="T7" fmla="*/ 115 h 1129"/>
                <a:gd name="T8" fmla="*/ 369 w 946"/>
                <a:gd name="T9" fmla="*/ 139 h 1129"/>
                <a:gd name="T10" fmla="*/ 299 w 946"/>
                <a:gd name="T11" fmla="*/ 254 h 1129"/>
                <a:gd name="T12" fmla="*/ 322 w 946"/>
                <a:gd name="T13" fmla="*/ 346 h 1129"/>
                <a:gd name="T14" fmla="*/ 438 w 946"/>
                <a:gd name="T15" fmla="*/ 807 h 1129"/>
                <a:gd name="T16" fmla="*/ 484 w 946"/>
                <a:gd name="T17" fmla="*/ 991 h 1129"/>
                <a:gd name="T18" fmla="*/ 484 w 946"/>
                <a:gd name="T19" fmla="*/ 991 h 1129"/>
                <a:gd name="T20" fmla="*/ 692 w 946"/>
                <a:gd name="T21" fmla="*/ 1037 h 1129"/>
                <a:gd name="T22" fmla="*/ 784 w 946"/>
                <a:gd name="T23" fmla="*/ 1014 h 1129"/>
                <a:gd name="T24" fmla="*/ 853 w 946"/>
                <a:gd name="T25" fmla="*/ 898 h 1129"/>
                <a:gd name="T26" fmla="*/ 876 w 946"/>
                <a:gd name="T27" fmla="*/ 599 h 1129"/>
                <a:gd name="T28" fmla="*/ 784 w 946"/>
                <a:gd name="T29" fmla="*/ 230 h 1129"/>
                <a:gd name="T30" fmla="*/ 761 w 946"/>
                <a:gd name="T31" fmla="*/ 138 h 1129"/>
                <a:gd name="T32" fmla="*/ 761 w 946"/>
                <a:gd name="T33" fmla="*/ 138 h 1129"/>
                <a:gd name="T34" fmla="*/ 645 w 946"/>
                <a:gd name="T35" fmla="*/ 69 h 1129"/>
                <a:gd name="T36" fmla="*/ 645 w 946"/>
                <a:gd name="T37" fmla="*/ 69 h 1129"/>
                <a:gd name="T38" fmla="*/ 922 w 946"/>
                <a:gd name="T39" fmla="*/ 0 h 1129"/>
                <a:gd name="T40" fmla="*/ 945 w 946"/>
                <a:gd name="T41" fmla="*/ 92 h 1129"/>
                <a:gd name="T42" fmla="*/ 945 w 946"/>
                <a:gd name="T43" fmla="*/ 92 h 1129"/>
                <a:gd name="T44" fmla="*/ 853 w 946"/>
                <a:gd name="T45" fmla="*/ 115 h 1129"/>
                <a:gd name="T46" fmla="*/ 853 w 946"/>
                <a:gd name="T47" fmla="*/ 115 h 1129"/>
                <a:gd name="T48" fmla="*/ 876 w 946"/>
                <a:gd name="T49" fmla="*/ 207 h 1129"/>
                <a:gd name="T50" fmla="*/ 876 w 946"/>
                <a:gd name="T51" fmla="*/ 599 h 1129"/>
                <a:gd name="T52" fmla="*/ 946 w 946"/>
                <a:gd name="T53" fmla="*/ 875 h 1129"/>
                <a:gd name="T54" fmla="*/ 784 w 946"/>
                <a:gd name="T55" fmla="*/ 1014 h 1129"/>
                <a:gd name="T56" fmla="*/ 600 w 946"/>
                <a:gd name="T57" fmla="*/ 1060 h 1129"/>
                <a:gd name="T58" fmla="*/ 415 w 946"/>
                <a:gd name="T59" fmla="*/ 1106 h 1129"/>
                <a:gd name="T60" fmla="*/ 300 w 946"/>
                <a:gd name="T61" fmla="*/ 1037 h 1129"/>
                <a:gd name="T62" fmla="*/ 161 w 946"/>
                <a:gd name="T63" fmla="*/ 876 h 1129"/>
                <a:gd name="T64" fmla="*/ 115 w 946"/>
                <a:gd name="T65" fmla="*/ 300 h 1129"/>
                <a:gd name="T66" fmla="*/ 92 w 946"/>
                <a:gd name="T67" fmla="*/ 208 h 1129"/>
                <a:gd name="T68" fmla="*/ 92 w 946"/>
                <a:gd name="T69" fmla="*/ 208 h 1129"/>
                <a:gd name="T70" fmla="*/ 0 w 946"/>
                <a:gd name="T71" fmla="*/ 231 h 1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946" h="1129">
                  <a:moveTo>
                    <a:pt x="0" y="231"/>
                  </a:moveTo>
                  <a:cubicBezTo>
                    <a:pt x="461" y="115"/>
                    <a:pt x="461" y="115"/>
                    <a:pt x="461" y="115"/>
                  </a:cubicBezTo>
                  <a:cubicBezTo>
                    <a:pt x="461" y="115"/>
                    <a:pt x="461" y="115"/>
                    <a:pt x="461" y="115"/>
                  </a:cubicBezTo>
                  <a:cubicBezTo>
                    <a:pt x="461" y="115"/>
                    <a:pt x="461" y="115"/>
                    <a:pt x="461" y="115"/>
                  </a:cubicBezTo>
                  <a:cubicBezTo>
                    <a:pt x="369" y="139"/>
                    <a:pt x="369" y="139"/>
                    <a:pt x="369" y="139"/>
                  </a:cubicBezTo>
                  <a:cubicBezTo>
                    <a:pt x="369" y="139"/>
                    <a:pt x="369" y="139"/>
                    <a:pt x="299" y="254"/>
                  </a:cubicBezTo>
                  <a:cubicBezTo>
                    <a:pt x="299" y="254"/>
                    <a:pt x="299" y="254"/>
                    <a:pt x="322" y="346"/>
                  </a:cubicBezTo>
                  <a:cubicBezTo>
                    <a:pt x="438" y="807"/>
                    <a:pt x="438" y="807"/>
                    <a:pt x="438" y="807"/>
                  </a:cubicBezTo>
                  <a:cubicBezTo>
                    <a:pt x="461" y="899"/>
                    <a:pt x="461" y="899"/>
                    <a:pt x="484" y="991"/>
                  </a:cubicBezTo>
                  <a:cubicBezTo>
                    <a:pt x="484" y="991"/>
                    <a:pt x="484" y="991"/>
                    <a:pt x="484" y="991"/>
                  </a:cubicBezTo>
                  <a:cubicBezTo>
                    <a:pt x="600" y="1060"/>
                    <a:pt x="600" y="1060"/>
                    <a:pt x="692" y="1037"/>
                  </a:cubicBezTo>
                  <a:cubicBezTo>
                    <a:pt x="784" y="1014"/>
                    <a:pt x="784" y="1014"/>
                    <a:pt x="784" y="1014"/>
                  </a:cubicBezTo>
                  <a:cubicBezTo>
                    <a:pt x="853" y="898"/>
                    <a:pt x="853" y="898"/>
                    <a:pt x="853" y="898"/>
                  </a:cubicBezTo>
                  <a:cubicBezTo>
                    <a:pt x="830" y="806"/>
                    <a:pt x="807" y="714"/>
                    <a:pt x="876" y="599"/>
                  </a:cubicBezTo>
                  <a:cubicBezTo>
                    <a:pt x="784" y="230"/>
                    <a:pt x="784" y="230"/>
                    <a:pt x="784" y="230"/>
                  </a:cubicBezTo>
                  <a:cubicBezTo>
                    <a:pt x="761" y="138"/>
                    <a:pt x="761" y="138"/>
                    <a:pt x="761" y="138"/>
                  </a:cubicBezTo>
                  <a:cubicBezTo>
                    <a:pt x="761" y="138"/>
                    <a:pt x="761" y="138"/>
                    <a:pt x="761" y="138"/>
                  </a:cubicBezTo>
                  <a:cubicBezTo>
                    <a:pt x="668" y="161"/>
                    <a:pt x="645" y="69"/>
                    <a:pt x="645" y="69"/>
                  </a:cubicBezTo>
                  <a:cubicBezTo>
                    <a:pt x="645" y="69"/>
                    <a:pt x="645" y="69"/>
                    <a:pt x="645" y="69"/>
                  </a:cubicBezTo>
                  <a:cubicBezTo>
                    <a:pt x="922" y="0"/>
                    <a:pt x="922" y="0"/>
                    <a:pt x="922" y="0"/>
                  </a:cubicBezTo>
                  <a:cubicBezTo>
                    <a:pt x="945" y="92"/>
                    <a:pt x="945" y="92"/>
                    <a:pt x="945" y="92"/>
                  </a:cubicBezTo>
                  <a:cubicBezTo>
                    <a:pt x="945" y="92"/>
                    <a:pt x="945" y="92"/>
                    <a:pt x="945" y="92"/>
                  </a:cubicBezTo>
                  <a:cubicBezTo>
                    <a:pt x="853" y="115"/>
                    <a:pt x="853" y="115"/>
                    <a:pt x="853" y="115"/>
                  </a:cubicBezTo>
                  <a:cubicBezTo>
                    <a:pt x="853" y="115"/>
                    <a:pt x="853" y="115"/>
                    <a:pt x="853" y="115"/>
                  </a:cubicBezTo>
                  <a:cubicBezTo>
                    <a:pt x="876" y="207"/>
                    <a:pt x="876" y="207"/>
                    <a:pt x="876" y="207"/>
                  </a:cubicBezTo>
                  <a:cubicBezTo>
                    <a:pt x="876" y="599"/>
                    <a:pt x="876" y="599"/>
                    <a:pt x="876" y="599"/>
                  </a:cubicBezTo>
                  <a:cubicBezTo>
                    <a:pt x="899" y="691"/>
                    <a:pt x="922" y="783"/>
                    <a:pt x="946" y="875"/>
                  </a:cubicBezTo>
                  <a:cubicBezTo>
                    <a:pt x="946" y="875"/>
                    <a:pt x="876" y="990"/>
                    <a:pt x="784" y="1014"/>
                  </a:cubicBezTo>
                  <a:cubicBezTo>
                    <a:pt x="784" y="1014"/>
                    <a:pt x="715" y="1129"/>
                    <a:pt x="600" y="1060"/>
                  </a:cubicBezTo>
                  <a:cubicBezTo>
                    <a:pt x="507" y="1083"/>
                    <a:pt x="415" y="1106"/>
                    <a:pt x="415" y="1106"/>
                  </a:cubicBezTo>
                  <a:cubicBezTo>
                    <a:pt x="323" y="1129"/>
                    <a:pt x="300" y="1037"/>
                    <a:pt x="300" y="1037"/>
                  </a:cubicBezTo>
                  <a:cubicBezTo>
                    <a:pt x="185" y="968"/>
                    <a:pt x="161" y="876"/>
                    <a:pt x="161" y="876"/>
                  </a:cubicBezTo>
                  <a:cubicBezTo>
                    <a:pt x="115" y="300"/>
                    <a:pt x="115" y="300"/>
                    <a:pt x="115" y="300"/>
                  </a:cubicBezTo>
                  <a:cubicBezTo>
                    <a:pt x="115" y="300"/>
                    <a:pt x="115" y="300"/>
                    <a:pt x="92" y="208"/>
                  </a:cubicBezTo>
                  <a:cubicBezTo>
                    <a:pt x="92" y="208"/>
                    <a:pt x="92" y="208"/>
                    <a:pt x="92" y="208"/>
                  </a:cubicBezTo>
                  <a:cubicBezTo>
                    <a:pt x="0" y="231"/>
                    <a:pt x="0" y="231"/>
                    <a:pt x="0" y="2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9" name="Freeform 26">
              <a:extLst>
                <a:ext uri="{FF2B5EF4-FFF2-40B4-BE49-F238E27FC236}">
                  <a16:creationId xmlns:a16="http://schemas.microsoft.com/office/drawing/2014/main" id="{75E37B1A-8A2B-4A64-B754-F92F42BF4EFD}"/>
                </a:ext>
              </a:extLst>
            </p:cNvPr>
            <p:cNvSpPr>
              <a:spLocks/>
            </p:cNvSpPr>
            <p:nvPr/>
          </p:nvSpPr>
          <p:spPr bwMode="auto">
            <a:xfrm>
              <a:off x="-3538538" y="1287463"/>
              <a:ext cx="463550" cy="498475"/>
            </a:xfrm>
            <a:custGeom>
              <a:avLst/>
              <a:gdLst>
                <a:gd name="T0" fmla="*/ 369 w 1245"/>
                <a:gd name="T1" fmla="*/ 254 h 1337"/>
                <a:gd name="T2" fmla="*/ 1061 w 1245"/>
                <a:gd name="T3" fmla="*/ 668 h 1337"/>
                <a:gd name="T4" fmla="*/ 853 w 1245"/>
                <a:gd name="T5" fmla="*/ 231 h 1337"/>
                <a:gd name="T6" fmla="*/ 830 w 1245"/>
                <a:gd name="T7" fmla="*/ 139 h 1337"/>
                <a:gd name="T8" fmla="*/ 645 w 1245"/>
                <a:gd name="T9" fmla="*/ 185 h 1337"/>
                <a:gd name="T10" fmla="*/ 645 w 1245"/>
                <a:gd name="T11" fmla="*/ 185 h 1337"/>
                <a:gd name="T12" fmla="*/ 991 w 1245"/>
                <a:gd name="T13" fmla="*/ 0 h 1337"/>
                <a:gd name="T14" fmla="*/ 1014 w 1245"/>
                <a:gd name="T15" fmla="*/ 92 h 1337"/>
                <a:gd name="T16" fmla="*/ 922 w 1245"/>
                <a:gd name="T17" fmla="*/ 115 h 1337"/>
                <a:gd name="T18" fmla="*/ 922 w 1245"/>
                <a:gd name="T19" fmla="*/ 115 h 1337"/>
                <a:gd name="T20" fmla="*/ 945 w 1245"/>
                <a:gd name="T21" fmla="*/ 208 h 1337"/>
                <a:gd name="T22" fmla="*/ 1245 w 1245"/>
                <a:gd name="T23" fmla="*/ 1014 h 1337"/>
                <a:gd name="T24" fmla="*/ 1153 w 1245"/>
                <a:gd name="T25" fmla="*/ 1037 h 1337"/>
                <a:gd name="T26" fmla="*/ 323 w 1245"/>
                <a:gd name="T27" fmla="*/ 462 h 1337"/>
                <a:gd name="T28" fmla="*/ 484 w 1245"/>
                <a:gd name="T29" fmla="*/ 1107 h 1337"/>
                <a:gd name="T30" fmla="*/ 600 w 1245"/>
                <a:gd name="T31" fmla="*/ 1176 h 1337"/>
                <a:gd name="T32" fmla="*/ 692 w 1245"/>
                <a:gd name="T33" fmla="*/ 1153 h 1337"/>
                <a:gd name="T34" fmla="*/ 692 w 1245"/>
                <a:gd name="T35" fmla="*/ 1153 h 1337"/>
                <a:gd name="T36" fmla="*/ 692 w 1245"/>
                <a:gd name="T37" fmla="*/ 1153 h 1337"/>
                <a:gd name="T38" fmla="*/ 346 w 1245"/>
                <a:gd name="T39" fmla="*/ 1337 h 1337"/>
                <a:gd name="T40" fmla="*/ 323 w 1245"/>
                <a:gd name="T41" fmla="*/ 1245 h 1337"/>
                <a:gd name="T42" fmla="*/ 508 w 1245"/>
                <a:gd name="T43" fmla="*/ 1199 h 1337"/>
                <a:gd name="T44" fmla="*/ 484 w 1245"/>
                <a:gd name="T45" fmla="*/ 1107 h 1337"/>
                <a:gd name="T46" fmla="*/ 230 w 1245"/>
                <a:gd name="T47" fmla="*/ 485 h 1337"/>
                <a:gd name="T48" fmla="*/ 207 w 1245"/>
                <a:gd name="T49" fmla="*/ 393 h 1337"/>
                <a:gd name="T50" fmla="*/ 115 w 1245"/>
                <a:gd name="T51" fmla="*/ 416 h 1337"/>
                <a:gd name="T52" fmla="*/ 23 w 1245"/>
                <a:gd name="T53" fmla="*/ 439 h 1337"/>
                <a:gd name="T54" fmla="*/ 0 w 1245"/>
                <a:gd name="T55" fmla="*/ 347 h 1337"/>
                <a:gd name="T56" fmla="*/ 369 w 1245"/>
                <a:gd name="T57" fmla="*/ 254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45" h="1337">
                  <a:moveTo>
                    <a:pt x="369" y="254"/>
                  </a:moveTo>
                  <a:cubicBezTo>
                    <a:pt x="1061" y="668"/>
                    <a:pt x="1061" y="668"/>
                    <a:pt x="1061" y="668"/>
                  </a:cubicBezTo>
                  <a:cubicBezTo>
                    <a:pt x="853" y="231"/>
                    <a:pt x="853" y="231"/>
                    <a:pt x="853" y="231"/>
                  </a:cubicBezTo>
                  <a:cubicBezTo>
                    <a:pt x="830" y="139"/>
                    <a:pt x="830" y="139"/>
                    <a:pt x="830" y="139"/>
                  </a:cubicBezTo>
                  <a:cubicBezTo>
                    <a:pt x="738" y="162"/>
                    <a:pt x="738" y="162"/>
                    <a:pt x="645" y="185"/>
                  </a:cubicBezTo>
                  <a:cubicBezTo>
                    <a:pt x="645" y="185"/>
                    <a:pt x="645" y="185"/>
                    <a:pt x="645" y="185"/>
                  </a:cubicBezTo>
                  <a:cubicBezTo>
                    <a:pt x="991" y="0"/>
                    <a:pt x="991" y="0"/>
                    <a:pt x="991" y="0"/>
                  </a:cubicBezTo>
                  <a:cubicBezTo>
                    <a:pt x="1014" y="92"/>
                    <a:pt x="1014" y="92"/>
                    <a:pt x="1014" y="92"/>
                  </a:cubicBezTo>
                  <a:cubicBezTo>
                    <a:pt x="922" y="115"/>
                    <a:pt x="922" y="115"/>
                    <a:pt x="922" y="115"/>
                  </a:cubicBezTo>
                  <a:cubicBezTo>
                    <a:pt x="922" y="115"/>
                    <a:pt x="922" y="115"/>
                    <a:pt x="922" y="115"/>
                  </a:cubicBezTo>
                  <a:cubicBezTo>
                    <a:pt x="945" y="208"/>
                    <a:pt x="945" y="208"/>
                    <a:pt x="945" y="208"/>
                  </a:cubicBezTo>
                  <a:cubicBezTo>
                    <a:pt x="1245" y="1014"/>
                    <a:pt x="1245" y="1014"/>
                    <a:pt x="1245" y="1014"/>
                  </a:cubicBezTo>
                  <a:cubicBezTo>
                    <a:pt x="1153" y="1037"/>
                    <a:pt x="1153" y="1037"/>
                    <a:pt x="1153" y="1037"/>
                  </a:cubicBezTo>
                  <a:cubicBezTo>
                    <a:pt x="323" y="462"/>
                    <a:pt x="323" y="462"/>
                    <a:pt x="323" y="462"/>
                  </a:cubicBezTo>
                  <a:cubicBezTo>
                    <a:pt x="484" y="1107"/>
                    <a:pt x="484" y="1107"/>
                    <a:pt x="484" y="1107"/>
                  </a:cubicBezTo>
                  <a:cubicBezTo>
                    <a:pt x="600" y="1176"/>
                    <a:pt x="600" y="1176"/>
                    <a:pt x="600" y="1176"/>
                  </a:cubicBezTo>
                  <a:cubicBezTo>
                    <a:pt x="600" y="1176"/>
                    <a:pt x="600" y="1176"/>
                    <a:pt x="692" y="1153"/>
                  </a:cubicBezTo>
                  <a:cubicBezTo>
                    <a:pt x="692" y="1153"/>
                    <a:pt x="692" y="1153"/>
                    <a:pt x="692" y="1153"/>
                  </a:cubicBezTo>
                  <a:cubicBezTo>
                    <a:pt x="692" y="1153"/>
                    <a:pt x="692" y="1153"/>
                    <a:pt x="692" y="1153"/>
                  </a:cubicBezTo>
                  <a:cubicBezTo>
                    <a:pt x="346" y="1337"/>
                    <a:pt x="346" y="1337"/>
                    <a:pt x="346" y="1337"/>
                  </a:cubicBezTo>
                  <a:cubicBezTo>
                    <a:pt x="323" y="1245"/>
                    <a:pt x="323" y="1245"/>
                    <a:pt x="323" y="1245"/>
                  </a:cubicBezTo>
                  <a:cubicBezTo>
                    <a:pt x="415" y="1222"/>
                    <a:pt x="415" y="1222"/>
                    <a:pt x="508" y="1199"/>
                  </a:cubicBezTo>
                  <a:cubicBezTo>
                    <a:pt x="484" y="1107"/>
                    <a:pt x="484" y="1107"/>
                    <a:pt x="484" y="1107"/>
                  </a:cubicBezTo>
                  <a:cubicBezTo>
                    <a:pt x="230" y="485"/>
                    <a:pt x="230" y="485"/>
                    <a:pt x="230" y="485"/>
                  </a:cubicBezTo>
                  <a:cubicBezTo>
                    <a:pt x="207" y="393"/>
                    <a:pt x="207" y="393"/>
                    <a:pt x="207" y="393"/>
                  </a:cubicBezTo>
                  <a:cubicBezTo>
                    <a:pt x="115" y="416"/>
                    <a:pt x="115" y="416"/>
                    <a:pt x="115" y="416"/>
                  </a:cubicBezTo>
                  <a:cubicBezTo>
                    <a:pt x="115" y="416"/>
                    <a:pt x="115" y="416"/>
                    <a:pt x="23" y="439"/>
                  </a:cubicBezTo>
                  <a:cubicBezTo>
                    <a:pt x="0" y="347"/>
                    <a:pt x="0" y="347"/>
                    <a:pt x="0" y="347"/>
                  </a:cubicBezTo>
                  <a:lnTo>
                    <a:pt x="369" y="2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0" name="Freeform 27">
              <a:extLst>
                <a:ext uri="{FF2B5EF4-FFF2-40B4-BE49-F238E27FC236}">
                  <a16:creationId xmlns:a16="http://schemas.microsoft.com/office/drawing/2014/main" id="{8A5F9F73-0EAB-4BC8-8A59-AC7215F793C6}"/>
                </a:ext>
              </a:extLst>
            </p:cNvPr>
            <p:cNvSpPr>
              <a:spLocks/>
            </p:cNvSpPr>
            <p:nvPr/>
          </p:nvSpPr>
          <p:spPr bwMode="auto">
            <a:xfrm>
              <a:off x="-3168650" y="1209675"/>
              <a:ext cx="342900" cy="404813"/>
            </a:xfrm>
            <a:custGeom>
              <a:avLst/>
              <a:gdLst>
                <a:gd name="T0" fmla="*/ 923 w 923"/>
                <a:gd name="T1" fmla="*/ 760 h 1083"/>
                <a:gd name="T2" fmla="*/ 923 w 923"/>
                <a:gd name="T3" fmla="*/ 760 h 1083"/>
                <a:gd name="T4" fmla="*/ 508 w 923"/>
                <a:gd name="T5" fmla="*/ 1060 h 1083"/>
                <a:gd name="T6" fmla="*/ 416 w 923"/>
                <a:gd name="T7" fmla="*/ 1083 h 1083"/>
                <a:gd name="T8" fmla="*/ 508 w 923"/>
                <a:gd name="T9" fmla="*/ 1060 h 1083"/>
                <a:gd name="T10" fmla="*/ 485 w 923"/>
                <a:gd name="T11" fmla="*/ 968 h 1083"/>
                <a:gd name="T12" fmla="*/ 577 w 923"/>
                <a:gd name="T13" fmla="*/ 945 h 1083"/>
                <a:gd name="T14" fmla="*/ 462 w 923"/>
                <a:gd name="T15" fmla="*/ 876 h 1083"/>
                <a:gd name="T16" fmla="*/ 208 w 923"/>
                <a:gd name="T17" fmla="*/ 254 h 1083"/>
                <a:gd name="T18" fmla="*/ 92 w 923"/>
                <a:gd name="T19" fmla="*/ 185 h 1083"/>
                <a:gd name="T20" fmla="*/ 92 w 923"/>
                <a:gd name="T21" fmla="*/ 185 h 1083"/>
                <a:gd name="T22" fmla="*/ 0 w 923"/>
                <a:gd name="T23" fmla="*/ 208 h 1083"/>
                <a:gd name="T24" fmla="*/ 0 w 923"/>
                <a:gd name="T25" fmla="*/ 208 h 1083"/>
                <a:gd name="T26" fmla="*/ 0 w 923"/>
                <a:gd name="T27" fmla="*/ 208 h 1083"/>
                <a:gd name="T28" fmla="*/ 438 w 923"/>
                <a:gd name="T29" fmla="*/ 0 h 1083"/>
                <a:gd name="T30" fmla="*/ 438 w 923"/>
                <a:gd name="T31" fmla="*/ 0 h 1083"/>
                <a:gd name="T32" fmla="*/ 438 w 923"/>
                <a:gd name="T33" fmla="*/ 0 h 1083"/>
                <a:gd name="T34" fmla="*/ 346 w 923"/>
                <a:gd name="T35" fmla="*/ 24 h 1083"/>
                <a:gd name="T36" fmla="*/ 369 w 923"/>
                <a:gd name="T37" fmla="*/ 116 h 1083"/>
                <a:gd name="T38" fmla="*/ 392 w 923"/>
                <a:gd name="T39" fmla="*/ 208 h 1083"/>
                <a:gd name="T40" fmla="*/ 715 w 923"/>
                <a:gd name="T41" fmla="*/ 714 h 1083"/>
                <a:gd name="T42" fmla="*/ 738 w 923"/>
                <a:gd name="T43" fmla="*/ 806 h 1083"/>
                <a:gd name="T44" fmla="*/ 831 w 923"/>
                <a:gd name="T45" fmla="*/ 783 h 1083"/>
                <a:gd name="T46" fmla="*/ 831 w 923"/>
                <a:gd name="T47" fmla="*/ 783 h 1083"/>
                <a:gd name="T48" fmla="*/ 923 w 923"/>
                <a:gd name="T49" fmla="*/ 760 h 1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923" h="1083">
                  <a:moveTo>
                    <a:pt x="923" y="760"/>
                  </a:moveTo>
                  <a:cubicBezTo>
                    <a:pt x="923" y="760"/>
                    <a:pt x="923" y="760"/>
                    <a:pt x="923" y="760"/>
                  </a:cubicBezTo>
                  <a:cubicBezTo>
                    <a:pt x="508" y="1060"/>
                    <a:pt x="508" y="1060"/>
                    <a:pt x="508" y="1060"/>
                  </a:cubicBezTo>
                  <a:cubicBezTo>
                    <a:pt x="416" y="1083"/>
                    <a:pt x="416" y="1083"/>
                    <a:pt x="416" y="1083"/>
                  </a:cubicBezTo>
                  <a:cubicBezTo>
                    <a:pt x="508" y="1060"/>
                    <a:pt x="508" y="1060"/>
                    <a:pt x="508" y="1060"/>
                  </a:cubicBezTo>
                  <a:cubicBezTo>
                    <a:pt x="485" y="968"/>
                    <a:pt x="485" y="968"/>
                    <a:pt x="485" y="968"/>
                  </a:cubicBezTo>
                  <a:cubicBezTo>
                    <a:pt x="577" y="945"/>
                    <a:pt x="577" y="945"/>
                    <a:pt x="577" y="945"/>
                  </a:cubicBezTo>
                  <a:cubicBezTo>
                    <a:pt x="577" y="945"/>
                    <a:pt x="554" y="853"/>
                    <a:pt x="462" y="876"/>
                  </a:cubicBezTo>
                  <a:cubicBezTo>
                    <a:pt x="208" y="254"/>
                    <a:pt x="208" y="254"/>
                    <a:pt x="208" y="254"/>
                  </a:cubicBezTo>
                  <a:cubicBezTo>
                    <a:pt x="115" y="277"/>
                    <a:pt x="115" y="277"/>
                    <a:pt x="92" y="185"/>
                  </a:cubicBezTo>
                  <a:cubicBezTo>
                    <a:pt x="92" y="185"/>
                    <a:pt x="92" y="185"/>
                    <a:pt x="92" y="185"/>
                  </a:cubicBezTo>
                  <a:cubicBezTo>
                    <a:pt x="0" y="208"/>
                    <a:pt x="0" y="208"/>
                    <a:pt x="0" y="208"/>
                  </a:cubicBezTo>
                  <a:cubicBezTo>
                    <a:pt x="0" y="208"/>
                    <a:pt x="0" y="208"/>
                    <a:pt x="0" y="208"/>
                  </a:cubicBezTo>
                  <a:cubicBezTo>
                    <a:pt x="0" y="208"/>
                    <a:pt x="0" y="208"/>
                    <a:pt x="0" y="208"/>
                  </a:cubicBezTo>
                  <a:cubicBezTo>
                    <a:pt x="438" y="0"/>
                    <a:pt x="438" y="0"/>
                    <a:pt x="438" y="0"/>
                  </a:cubicBezTo>
                  <a:cubicBezTo>
                    <a:pt x="438" y="0"/>
                    <a:pt x="438" y="0"/>
                    <a:pt x="438" y="0"/>
                  </a:cubicBezTo>
                  <a:cubicBezTo>
                    <a:pt x="438" y="0"/>
                    <a:pt x="438" y="0"/>
                    <a:pt x="438" y="0"/>
                  </a:cubicBezTo>
                  <a:cubicBezTo>
                    <a:pt x="346" y="24"/>
                    <a:pt x="346" y="24"/>
                    <a:pt x="346" y="24"/>
                  </a:cubicBezTo>
                  <a:cubicBezTo>
                    <a:pt x="369" y="116"/>
                    <a:pt x="369" y="116"/>
                    <a:pt x="369" y="116"/>
                  </a:cubicBezTo>
                  <a:cubicBezTo>
                    <a:pt x="369" y="116"/>
                    <a:pt x="369" y="116"/>
                    <a:pt x="392" y="208"/>
                  </a:cubicBezTo>
                  <a:cubicBezTo>
                    <a:pt x="715" y="714"/>
                    <a:pt x="715" y="714"/>
                    <a:pt x="715" y="714"/>
                  </a:cubicBezTo>
                  <a:cubicBezTo>
                    <a:pt x="738" y="806"/>
                    <a:pt x="738" y="806"/>
                    <a:pt x="738" y="806"/>
                  </a:cubicBezTo>
                  <a:cubicBezTo>
                    <a:pt x="738" y="806"/>
                    <a:pt x="738" y="806"/>
                    <a:pt x="831" y="783"/>
                  </a:cubicBezTo>
                  <a:cubicBezTo>
                    <a:pt x="831" y="783"/>
                    <a:pt x="831" y="783"/>
                    <a:pt x="831" y="783"/>
                  </a:cubicBezTo>
                  <a:lnTo>
                    <a:pt x="923" y="7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1" name="Freeform 28">
              <a:extLst>
                <a:ext uri="{FF2B5EF4-FFF2-40B4-BE49-F238E27FC236}">
                  <a16:creationId xmlns:a16="http://schemas.microsoft.com/office/drawing/2014/main" id="{3D58E56F-B2EF-434F-8B37-EBB7D3A4CDA1}"/>
                </a:ext>
              </a:extLst>
            </p:cNvPr>
            <p:cNvSpPr>
              <a:spLocks/>
            </p:cNvSpPr>
            <p:nvPr/>
          </p:nvSpPr>
          <p:spPr bwMode="auto">
            <a:xfrm>
              <a:off x="-3040063" y="960438"/>
              <a:ext cx="403225" cy="412750"/>
            </a:xfrm>
            <a:custGeom>
              <a:avLst/>
              <a:gdLst>
                <a:gd name="T0" fmla="*/ 807 w 1084"/>
                <a:gd name="T1" fmla="*/ 0 h 1106"/>
                <a:gd name="T2" fmla="*/ 830 w 1084"/>
                <a:gd name="T3" fmla="*/ 93 h 1106"/>
                <a:gd name="T4" fmla="*/ 830 w 1084"/>
                <a:gd name="T5" fmla="*/ 93 h 1106"/>
                <a:gd name="T6" fmla="*/ 899 w 1084"/>
                <a:gd name="T7" fmla="*/ 369 h 1106"/>
                <a:gd name="T8" fmla="*/ 1084 w 1084"/>
                <a:gd name="T9" fmla="*/ 1106 h 1106"/>
                <a:gd name="T10" fmla="*/ 1084 w 1084"/>
                <a:gd name="T11" fmla="*/ 1106 h 1106"/>
                <a:gd name="T12" fmla="*/ 300 w 1084"/>
                <a:gd name="T13" fmla="*/ 715 h 1106"/>
                <a:gd name="T14" fmla="*/ 92 w 1084"/>
                <a:gd name="T15" fmla="*/ 669 h 1106"/>
                <a:gd name="T16" fmla="*/ 0 w 1084"/>
                <a:gd name="T17" fmla="*/ 693 h 1106"/>
                <a:gd name="T18" fmla="*/ 0 w 1084"/>
                <a:gd name="T19" fmla="*/ 693 h 1106"/>
                <a:gd name="T20" fmla="*/ 415 w 1084"/>
                <a:gd name="T21" fmla="*/ 393 h 1106"/>
                <a:gd name="T22" fmla="*/ 415 w 1084"/>
                <a:gd name="T23" fmla="*/ 393 h 1106"/>
                <a:gd name="T24" fmla="*/ 415 w 1084"/>
                <a:gd name="T25" fmla="*/ 393 h 1106"/>
                <a:gd name="T26" fmla="*/ 346 w 1084"/>
                <a:gd name="T27" fmla="*/ 508 h 1106"/>
                <a:gd name="T28" fmla="*/ 346 w 1084"/>
                <a:gd name="T29" fmla="*/ 508 h 1106"/>
                <a:gd name="T30" fmla="*/ 346 w 1084"/>
                <a:gd name="T31" fmla="*/ 508 h 1106"/>
                <a:gd name="T32" fmla="*/ 461 w 1084"/>
                <a:gd name="T33" fmla="*/ 577 h 1106"/>
                <a:gd name="T34" fmla="*/ 922 w 1084"/>
                <a:gd name="T35" fmla="*/ 853 h 1106"/>
                <a:gd name="T36" fmla="*/ 807 w 1084"/>
                <a:gd name="T37" fmla="*/ 392 h 1106"/>
                <a:gd name="T38" fmla="*/ 784 w 1084"/>
                <a:gd name="T39" fmla="*/ 300 h 1106"/>
                <a:gd name="T40" fmla="*/ 761 w 1084"/>
                <a:gd name="T41" fmla="*/ 208 h 1106"/>
                <a:gd name="T42" fmla="*/ 761 w 1084"/>
                <a:gd name="T43" fmla="*/ 208 h 1106"/>
                <a:gd name="T44" fmla="*/ 669 w 1084"/>
                <a:gd name="T45" fmla="*/ 231 h 1106"/>
                <a:gd name="T46" fmla="*/ 576 w 1084"/>
                <a:gd name="T47" fmla="*/ 254 h 1106"/>
                <a:gd name="T48" fmla="*/ 576 w 1084"/>
                <a:gd name="T49" fmla="*/ 254 h 1106"/>
                <a:gd name="T50" fmla="*/ 807 w 1084"/>
                <a:gd name="T51" fmla="*/ 0 h 1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084" h="1106">
                  <a:moveTo>
                    <a:pt x="807" y="0"/>
                  </a:moveTo>
                  <a:cubicBezTo>
                    <a:pt x="830" y="93"/>
                    <a:pt x="830" y="93"/>
                    <a:pt x="830" y="93"/>
                  </a:cubicBezTo>
                  <a:cubicBezTo>
                    <a:pt x="830" y="93"/>
                    <a:pt x="830" y="93"/>
                    <a:pt x="830" y="93"/>
                  </a:cubicBezTo>
                  <a:cubicBezTo>
                    <a:pt x="853" y="185"/>
                    <a:pt x="853" y="185"/>
                    <a:pt x="899" y="369"/>
                  </a:cubicBezTo>
                  <a:cubicBezTo>
                    <a:pt x="1084" y="1106"/>
                    <a:pt x="1084" y="1106"/>
                    <a:pt x="1084" y="1106"/>
                  </a:cubicBezTo>
                  <a:cubicBezTo>
                    <a:pt x="1084" y="1106"/>
                    <a:pt x="1084" y="1106"/>
                    <a:pt x="1084" y="1106"/>
                  </a:cubicBezTo>
                  <a:cubicBezTo>
                    <a:pt x="300" y="715"/>
                    <a:pt x="300" y="715"/>
                    <a:pt x="300" y="715"/>
                  </a:cubicBezTo>
                  <a:cubicBezTo>
                    <a:pt x="208" y="738"/>
                    <a:pt x="184" y="646"/>
                    <a:pt x="92" y="669"/>
                  </a:cubicBezTo>
                  <a:cubicBezTo>
                    <a:pt x="92" y="669"/>
                    <a:pt x="92" y="669"/>
                    <a:pt x="0" y="693"/>
                  </a:cubicBezTo>
                  <a:cubicBezTo>
                    <a:pt x="0" y="693"/>
                    <a:pt x="0" y="693"/>
                    <a:pt x="0" y="693"/>
                  </a:cubicBezTo>
                  <a:cubicBezTo>
                    <a:pt x="415" y="393"/>
                    <a:pt x="415" y="393"/>
                    <a:pt x="415" y="393"/>
                  </a:cubicBezTo>
                  <a:cubicBezTo>
                    <a:pt x="415" y="393"/>
                    <a:pt x="415" y="393"/>
                    <a:pt x="415" y="393"/>
                  </a:cubicBezTo>
                  <a:cubicBezTo>
                    <a:pt x="415" y="393"/>
                    <a:pt x="415" y="393"/>
                    <a:pt x="415" y="393"/>
                  </a:cubicBezTo>
                  <a:cubicBezTo>
                    <a:pt x="323" y="416"/>
                    <a:pt x="346" y="508"/>
                    <a:pt x="346" y="508"/>
                  </a:cubicBezTo>
                  <a:cubicBezTo>
                    <a:pt x="346" y="508"/>
                    <a:pt x="346" y="508"/>
                    <a:pt x="346" y="508"/>
                  </a:cubicBezTo>
                  <a:cubicBezTo>
                    <a:pt x="346" y="508"/>
                    <a:pt x="346" y="508"/>
                    <a:pt x="346" y="508"/>
                  </a:cubicBezTo>
                  <a:cubicBezTo>
                    <a:pt x="369" y="600"/>
                    <a:pt x="461" y="577"/>
                    <a:pt x="461" y="577"/>
                  </a:cubicBezTo>
                  <a:cubicBezTo>
                    <a:pt x="922" y="853"/>
                    <a:pt x="922" y="853"/>
                    <a:pt x="922" y="853"/>
                  </a:cubicBezTo>
                  <a:cubicBezTo>
                    <a:pt x="807" y="392"/>
                    <a:pt x="807" y="392"/>
                    <a:pt x="807" y="392"/>
                  </a:cubicBezTo>
                  <a:cubicBezTo>
                    <a:pt x="784" y="300"/>
                    <a:pt x="784" y="300"/>
                    <a:pt x="784" y="300"/>
                  </a:cubicBezTo>
                  <a:cubicBezTo>
                    <a:pt x="761" y="208"/>
                    <a:pt x="761" y="208"/>
                    <a:pt x="761" y="208"/>
                  </a:cubicBezTo>
                  <a:cubicBezTo>
                    <a:pt x="761" y="208"/>
                    <a:pt x="761" y="208"/>
                    <a:pt x="761" y="208"/>
                  </a:cubicBezTo>
                  <a:cubicBezTo>
                    <a:pt x="669" y="231"/>
                    <a:pt x="669" y="231"/>
                    <a:pt x="669" y="231"/>
                  </a:cubicBezTo>
                  <a:cubicBezTo>
                    <a:pt x="669" y="231"/>
                    <a:pt x="669" y="231"/>
                    <a:pt x="576" y="254"/>
                  </a:cubicBezTo>
                  <a:cubicBezTo>
                    <a:pt x="576" y="254"/>
                    <a:pt x="576" y="254"/>
                    <a:pt x="576" y="254"/>
                  </a:cubicBezTo>
                  <a:lnTo>
                    <a:pt x="80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2" name="Freeform 29">
              <a:extLst>
                <a:ext uri="{FF2B5EF4-FFF2-40B4-BE49-F238E27FC236}">
                  <a16:creationId xmlns:a16="http://schemas.microsoft.com/office/drawing/2014/main" id="{B19B6610-94CD-4F08-ACD8-05A1DCA21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-2765425" y="736600"/>
              <a:ext cx="498475" cy="481013"/>
            </a:xfrm>
            <a:custGeom>
              <a:avLst/>
              <a:gdLst>
                <a:gd name="T0" fmla="*/ 322 w 1337"/>
                <a:gd name="T1" fmla="*/ 438 h 1290"/>
                <a:gd name="T2" fmla="*/ 576 w 1337"/>
                <a:gd name="T3" fmla="*/ 668 h 1290"/>
                <a:gd name="T4" fmla="*/ 576 w 1337"/>
                <a:gd name="T5" fmla="*/ 668 h 1290"/>
                <a:gd name="T6" fmla="*/ 622 w 1337"/>
                <a:gd name="T7" fmla="*/ 461 h 1290"/>
                <a:gd name="T8" fmla="*/ 507 w 1337"/>
                <a:gd name="T9" fmla="*/ 392 h 1290"/>
                <a:gd name="T10" fmla="*/ 599 w 1337"/>
                <a:gd name="T11" fmla="*/ 369 h 1290"/>
                <a:gd name="T12" fmla="*/ 968 w 1337"/>
                <a:gd name="T13" fmla="*/ 668 h 1290"/>
                <a:gd name="T14" fmla="*/ 968 w 1337"/>
                <a:gd name="T15" fmla="*/ 668 h 1290"/>
                <a:gd name="T16" fmla="*/ 853 w 1337"/>
                <a:gd name="T17" fmla="*/ 599 h 1290"/>
                <a:gd name="T18" fmla="*/ 761 w 1337"/>
                <a:gd name="T19" fmla="*/ 622 h 1290"/>
                <a:gd name="T20" fmla="*/ 668 w 1337"/>
                <a:gd name="T21" fmla="*/ 645 h 1290"/>
                <a:gd name="T22" fmla="*/ 922 w 1337"/>
                <a:gd name="T23" fmla="*/ 875 h 1290"/>
                <a:gd name="T24" fmla="*/ 922 w 1337"/>
                <a:gd name="T25" fmla="*/ 875 h 1290"/>
                <a:gd name="T26" fmla="*/ 1014 w 1337"/>
                <a:gd name="T27" fmla="*/ 852 h 1290"/>
                <a:gd name="T28" fmla="*/ 1014 w 1337"/>
                <a:gd name="T29" fmla="*/ 852 h 1290"/>
                <a:gd name="T30" fmla="*/ 1107 w 1337"/>
                <a:gd name="T31" fmla="*/ 829 h 1290"/>
                <a:gd name="T32" fmla="*/ 1153 w 1337"/>
                <a:gd name="T33" fmla="*/ 621 h 1290"/>
                <a:gd name="T34" fmla="*/ 1083 w 1337"/>
                <a:gd name="T35" fmla="*/ 345 h 1290"/>
                <a:gd name="T36" fmla="*/ 1083 w 1337"/>
                <a:gd name="T37" fmla="*/ 345 h 1290"/>
                <a:gd name="T38" fmla="*/ 1337 w 1337"/>
                <a:gd name="T39" fmla="*/ 575 h 1290"/>
                <a:gd name="T40" fmla="*/ 830 w 1337"/>
                <a:gd name="T41" fmla="*/ 1290 h 1290"/>
                <a:gd name="T42" fmla="*/ 807 w 1337"/>
                <a:gd name="T43" fmla="*/ 1198 h 1290"/>
                <a:gd name="T44" fmla="*/ 807 w 1337"/>
                <a:gd name="T45" fmla="*/ 1198 h 1290"/>
                <a:gd name="T46" fmla="*/ 807 w 1337"/>
                <a:gd name="T47" fmla="*/ 1198 h 1290"/>
                <a:gd name="T48" fmla="*/ 784 w 1337"/>
                <a:gd name="T49" fmla="*/ 1106 h 1290"/>
                <a:gd name="T50" fmla="*/ 761 w 1337"/>
                <a:gd name="T51" fmla="*/ 1013 h 1290"/>
                <a:gd name="T52" fmla="*/ 184 w 1337"/>
                <a:gd name="T53" fmla="*/ 668 h 1290"/>
                <a:gd name="T54" fmla="*/ 184 w 1337"/>
                <a:gd name="T55" fmla="*/ 668 h 1290"/>
                <a:gd name="T56" fmla="*/ 69 w 1337"/>
                <a:gd name="T57" fmla="*/ 599 h 1290"/>
                <a:gd name="T58" fmla="*/ 92 w 1337"/>
                <a:gd name="T59" fmla="*/ 692 h 1290"/>
                <a:gd name="T60" fmla="*/ 0 w 1337"/>
                <a:gd name="T61" fmla="*/ 715 h 1290"/>
                <a:gd name="T62" fmla="*/ 0 w 1337"/>
                <a:gd name="T63" fmla="*/ 715 h 1290"/>
                <a:gd name="T64" fmla="*/ 507 w 1337"/>
                <a:gd name="T65" fmla="*/ 0 h 1290"/>
                <a:gd name="T66" fmla="*/ 760 w 1337"/>
                <a:gd name="T67" fmla="*/ 230 h 1290"/>
                <a:gd name="T68" fmla="*/ 760 w 1337"/>
                <a:gd name="T69" fmla="*/ 230 h 1290"/>
                <a:gd name="T70" fmla="*/ 553 w 1337"/>
                <a:gd name="T71" fmla="*/ 184 h 1290"/>
                <a:gd name="T72" fmla="*/ 461 w 1337"/>
                <a:gd name="T73" fmla="*/ 207 h 1290"/>
                <a:gd name="T74" fmla="*/ 299 w 1337"/>
                <a:gd name="T75" fmla="*/ 346 h 1290"/>
                <a:gd name="T76" fmla="*/ 322 w 1337"/>
                <a:gd name="T77" fmla="*/ 438 h 1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37" h="1290">
                  <a:moveTo>
                    <a:pt x="322" y="438"/>
                  </a:moveTo>
                  <a:cubicBezTo>
                    <a:pt x="576" y="668"/>
                    <a:pt x="576" y="668"/>
                    <a:pt x="576" y="668"/>
                  </a:cubicBezTo>
                  <a:cubicBezTo>
                    <a:pt x="576" y="668"/>
                    <a:pt x="576" y="668"/>
                    <a:pt x="576" y="668"/>
                  </a:cubicBezTo>
                  <a:cubicBezTo>
                    <a:pt x="645" y="553"/>
                    <a:pt x="645" y="553"/>
                    <a:pt x="622" y="461"/>
                  </a:cubicBezTo>
                  <a:cubicBezTo>
                    <a:pt x="622" y="461"/>
                    <a:pt x="599" y="369"/>
                    <a:pt x="507" y="392"/>
                  </a:cubicBezTo>
                  <a:cubicBezTo>
                    <a:pt x="599" y="369"/>
                    <a:pt x="599" y="369"/>
                    <a:pt x="599" y="369"/>
                  </a:cubicBezTo>
                  <a:cubicBezTo>
                    <a:pt x="968" y="668"/>
                    <a:pt x="968" y="668"/>
                    <a:pt x="968" y="668"/>
                  </a:cubicBezTo>
                  <a:cubicBezTo>
                    <a:pt x="968" y="668"/>
                    <a:pt x="968" y="668"/>
                    <a:pt x="968" y="668"/>
                  </a:cubicBezTo>
                  <a:cubicBezTo>
                    <a:pt x="853" y="599"/>
                    <a:pt x="853" y="599"/>
                    <a:pt x="853" y="599"/>
                  </a:cubicBezTo>
                  <a:cubicBezTo>
                    <a:pt x="761" y="622"/>
                    <a:pt x="761" y="622"/>
                    <a:pt x="761" y="622"/>
                  </a:cubicBezTo>
                  <a:cubicBezTo>
                    <a:pt x="668" y="645"/>
                    <a:pt x="668" y="645"/>
                    <a:pt x="668" y="645"/>
                  </a:cubicBezTo>
                  <a:cubicBezTo>
                    <a:pt x="922" y="875"/>
                    <a:pt x="922" y="875"/>
                    <a:pt x="922" y="875"/>
                  </a:cubicBezTo>
                  <a:cubicBezTo>
                    <a:pt x="922" y="875"/>
                    <a:pt x="922" y="875"/>
                    <a:pt x="922" y="875"/>
                  </a:cubicBezTo>
                  <a:cubicBezTo>
                    <a:pt x="1014" y="852"/>
                    <a:pt x="1014" y="852"/>
                    <a:pt x="1014" y="852"/>
                  </a:cubicBezTo>
                  <a:cubicBezTo>
                    <a:pt x="1014" y="852"/>
                    <a:pt x="1014" y="852"/>
                    <a:pt x="1014" y="852"/>
                  </a:cubicBezTo>
                  <a:cubicBezTo>
                    <a:pt x="1107" y="829"/>
                    <a:pt x="1107" y="829"/>
                    <a:pt x="1107" y="829"/>
                  </a:cubicBezTo>
                  <a:cubicBezTo>
                    <a:pt x="1084" y="737"/>
                    <a:pt x="1153" y="621"/>
                    <a:pt x="1153" y="621"/>
                  </a:cubicBezTo>
                  <a:cubicBezTo>
                    <a:pt x="1130" y="529"/>
                    <a:pt x="1107" y="437"/>
                    <a:pt x="1083" y="345"/>
                  </a:cubicBezTo>
                  <a:cubicBezTo>
                    <a:pt x="1083" y="345"/>
                    <a:pt x="1083" y="345"/>
                    <a:pt x="1083" y="345"/>
                  </a:cubicBezTo>
                  <a:cubicBezTo>
                    <a:pt x="1337" y="575"/>
                    <a:pt x="1337" y="575"/>
                    <a:pt x="1337" y="575"/>
                  </a:cubicBezTo>
                  <a:cubicBezTo>
                    <a:pt x="830" y="1290"/>
                    <a:pt x="830" y="1290"/>
                    <a:pt x="830" y="1290"/>
                  </a:cubicBezTo>
                  <a:cubicBezTo>
                    <a:pt x="807" y="1198"/>
                    <a:pt x="807" y="1198"/>
                    <a:pt x="807" y="1198"/>
                  </a:cubicBezTo>
                  <a:cubicBezTo>
                    <a:pt x="807" y="1198"/>
                    <a:pt x="807" y="1198"/>
                    <a:pt x="807" y="1198"/>
                  </a:cubicBezTo>
                  <a:cubicBezTo>
                    <a:pt x="807" y="1198"/>
                    <a:pt x="807" y="1198"/>
                    <a:pt x="807" y="1198"/>
                  </a:cubicBezTo>
                  <a:cubicBezTo>
                    <a:pt x="784" y="1106"/>
                    <a:pt x="784" y="1106"/>
                    <a:pt x="784" y="1106"/>
                  </a:cubicBezTo>
                  <a:cubicBezTo>
                    <a:pt x="784" y="1106"/>
                    <a:pt x="784" y="1106"/>
                    <a:pt x="761" y="1013"/>
                  </a:cubicBezTo>
                  <a:cubicBezTo>
                    <a:pt x="184" y="668"/>
                    <a:pt x="184" y="668"/>
                    <a:pt x="184" y="668"/>
                  </a:cubicBezTo>
                  <a:cubicBezTo>
                    <a:pt x="184" y="668"/>
                    <a:pt x="184" y="668"/>
                    <a:pt x="184" y="668"/>
                  </a:cubicBezTo>
                  <a:cubicBezTo>
                    <a:pt x="161" y="576"/>
                    <a:pt x="161" y="576"/>
                    <a:pt x="69" y="599"/>
                  </a:cubicBezTo>
                  <a:cubicBezTo>
                    <a:pt x="92" y="692"/>
                    <a:pt x="92" y="692"/>
                    <a:pt x="92" y="692"/>
                  </a:cubicBezTo>
                  <a:cubicBezTo>
                    <a:pt x="0" y="715"/>
                    <a:pt x="0" y="715"/>
                    <a:pt x="0" y="715"/>
                  </a:cubicBezTo>
                  <a:cubicBezTo>
                    <a:pt x="0" y="715"/>
                    <a:pt x="0" y="715"/>
                    <a:pt x="0" y="715"/>
                  </a:cubicBezTo>
                  <a:cubicBezTo>
                    <a:pt x="507" y="0"/>
                    <a:pt x="507" y="0"/>
                    <a:pt x="507" y="0"/>
                  </a:cubicBezTo>
                  <a:cubicBezTo>
                    <a:pt x="760" y="230"/>
                    <a:pt x="760" y="230"/>
                    <a:pt x="760" y="230"/>
                  </a:cubicBezTo>
                  <a:cubicBezTo>
                    <a:pt x="760" y="230"/>
                    <a:pt x="760" y="230"/>
                    <a:pt x="760" y="230"/>
                  </a:cubicBezTo>
                  <a:cubicBezTo>
                    <a:pt x="645" y="161"/>
                    <a:pt x="553" y="184"/>
                    <a:pt x="553" y="184"/>
                  </a:cubicBezTo>
                  <a:cubicBezTo>
                    <a:pt x="461" y="207"/>
                    <a:pt x="461" y="207"/>
                    <a:pt x="461" y="207"/>
                  </a:cubicBezTo>
                  <a:cubicBezTo>
                    <a:pt x="368" y="231"/>
                    <a:pt x="391" y="323"/>
                    <a:pt x="299" y="346"/>
                  </a:cubicBezTo>
                  <a:lnTo>
                    <a:pt x="322" y="4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3" name="Freeform 30">
              <a:extLst>
                <a:ext uri="{FF2B5EF4-FFF2-40B4-BE49-F238E27FC236}">
                  <a16:creationId xmlns:a16="http://schemas.microsoft.com/office/drawing/2014/main" id="{8C905A5A-B3A8-4783-A03C-CB5D80843FA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2576513" y="461963"/>
              <a:ext cx="490538" cy="412750"/>
            </a:xfrm>
            <a:custGeom>
              <a:avLst/>
              <a:gdLst>
                <a:gd name="T0" fmla="*/ 645 w 1314"/>
                <a:gd name="T1" fmla="*/ 576 h 1106"/>
                <a:gd name="T2" fmla="*/ 876 w 1314"/>
                <a:gd name="T3" fmla="*/ 714 h 1106"/>
                <a:gd name="T4" fmla="*/ 991 w 1314"/>
                <a:gd name="T5" fmla="*/ 783 h 1106"/>
                <a:gd name="T6" fmla="*/ 1060 w 1314"/>
                <a:gd name="T7" fmla="*/ 668 h 1106"/>
                <a:gd name="T8" fmla="*/ 1060 w 1314"/>
                <a:gd name="T9" fmla="*/ 668 h 1106"/>
                <a:gd name="T10" fmla="*/ 1153 w 1314"/>
                <a:gd name="T11" fmla="*/ 645 h 1106"/>
                <a:gd name="T12" fmla="*/ 968 w 1314"/>
                <a:gd name="T13" fmla="*/ 1082 h 1106"/>
                <a:gd name="T14" fmla="*/ 876 w 1314"/>
                <a:gd name="T15" fmla="*/ 1106 h 1106"/>
                <a:gd name="T16" fmla="*/ 945 w 1314"/>
                <a:gd name="T17" fmla="*/ 990 h 1106"/>
                <a:gd name="T18" fmla="*/ 945 w 1314"/>
                <a:gd name="T19" fmla="*/ 990 h 1106"/>
                <a:gd name="T20" fmla="*/ 830 w 1314"/>
                <a:gd name="T21" fmla="*/ 921 h 1106"/>
                <a:gd name="T22" fmla="*/ 184 w 1314"/>
                <a:gd name="T23" fmla="*/ 692 h 1106"/>
                <a:gd name="T24" fmla="*/ 184 w 1314"/>
                <a:gd name="T25" fmla="*/ 692 h 1106"/>
                <a:gd name="T26" fmla="*/ 92 w 1314"/>
                <a:gd name="T27" fmla="*/ 715 h 1106"/>
                <a:gd name="T28" fmla="*/ 0 w 1314"/>
                <a:gd name="T29" fmla="*/ 738 h 1106"/>
                <a:gd name="T30" fmla="*/ 0 w 1314"/>
                <a:gd name="T31" fmla="*/ 738 h 1106"/>
                <a:gd name="T32" fmla="*/ 184 w 1314"/>
                <a:gd name="T33" fmla="*/ 300 h 1106"/>
                <a:gd name="T34" fmla="*/ 322 w 1314"/>
                <a:gd name="T35" fmla="*/ 69 h 1106"/>
                <a:gd name="T36" fmla="*/ 414 w 1314"/>
                <a:gd name="T37" fmla="*/ 46 h 1106"/>
                <a:gd name="T38" fmla="*/ 599 w 1314"/>
                <a:gd name="T39" fmla="*/ 0 h 1106"/>
                <a:gd name="T40" fmla="*/ 737 w 1314"/>
                <a:gd name="T41" fmla="*/ 161 h 1106"/>
                <a:gd name="T42" fmla="*/ 784 w 1314"/>
                <a:gd name="T43" fmla="*/ 345 h 1106"/>
                <a:gd name="T44" fmla="*/ 1129 w 1314"/>
                <a:gd name="T45" fmla="*/ 161 h 1106"/>
                <a:gd name="T46" fmla="*/ 1222 w 1314"/>
                <a:gd name="T47" fmla="*/ 138 h 1106"/>
                <a:gd name="T48" fmla="*/ 1314 w 1314"/>
                <a:gd name="T49" fmla="*/ 115 h 1106"/>
                <a:gd name="T50" fmla="*/ 1314 w 1314"/>
                <a:gd name="T51" fmla="*/ 115 h 1106"/>
                <a:gd name="T52" fmla="*/ 1199 w 1314"/>
                <a:gd name="T53" fmla="*/ 437 h 1106"/>
                <a:gd name="T54" fmla="*/ 645 w 1314"/>
                <a:gd name="T55" fmla="*/ 576 h 1106"/>
                <a:gd name="T56" fmla="*/ 207 w 1314"/>
                <a:gd name="T57" fmla="*/ 392 h 1106"/>
                <a:gd name="T58" fmla="*/ 207 w 1314"/>
                <a:gd name="T59" fmla="*/ 392 h 1106"/>
                <a:gd name="T60" fmla="*/ 645 w 1314"/>
                <a:gd name="T61" fmla="*/ 576 h 1106"/>
                <a:gd name="T62" fmla="*/ 645 w 1314"/>
                <a:gd name="T63" fmla="*/ 576 h 1106"/>
                <a:gd name="T64" fmla="*/ 691 w 1314"/>
                <a:gd name="T65" fmla="*/ 369 h 1106"/>
                <a:gd name="T66" fmla="*/ 576 w 1314"/>
                <a:gd name="T67" fmla="*/ 300 h 1106"/>
                <a:gd name="T68" fmla="*/ 553 w 1314"/>
                <a:gd name="T69" fmla="*/ 207 h 1106"/>
                <a:gd name="T70" fmla="*/ 368 w 1314"/>
                <a:gd name="T71" fmla="*/ 254 h 1106"/>
                <a:gd name="T72" fmla="*/ 207 w 1314"/>
                <a:gd name="T73" fmla="*/ 392 h 1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314" h="1106">
                  <a:moveTo>
                    <a:pt x="645" y="576"/>
                  </a:moveTo>
                  <a:cubicBezTo>
                    <a:pt x="876" y="714"/>
                    <a:pt x="876" y="714"/>
                    <a:pt x="876" y="714"/>
                  </a:cubicBezTo>
                  <a:cubicBezTo>
                    <a:pt x="968" y="691"/>
                    <a:pt x="968" y="691"/>
                    <a:pt x="991" y="783"/>
                  </a:cubicBezTo>
                  <a:cubicBezTo>
                    <a:pt x="991" y="783"/>
                    <a:pt x="1083" y="760"/>
                    <a:pt x="1060" y="668"/>
                  </a:cubicBezTo>
                  <a:cubicBezTo>
                    <a:pt x="1060" y="668"/>
                    <a:pt x="1060" y="668"/>
                    <a:pt x="1060" y="668"/>
                  </a:cubicBezTo>
                  <a:cubicBezTo>
                    <a:pt x="1153" y="645"/>
                    <a:pt x="1153" y="645"/>
                    <a:pt x="1153" y="645"/>
                  </a:cubicBezTo>
                  <a:cubicBezTo>
                    <a:pt x="968" y="1082"/>
                    <a:pt x="968" y="1082"/>
                    <a:pt x="968" y="1082"/>
                  </a:cubicBezTo>
                  <a:cubicBezTo>
                    <a:pt x="876" y="1106"/>
                    <a:pt x="876" y="1106"/>
                    <a:pt x="876" y="1106"/>
                  </a:cubicBezTo>
                  <a:cubicBezTo>
                    <a:pt x="968" y="1082"/>
                    <a:pt x="945" y="990"/>
                    <a:pt x="945" y="990"/>
                  </a:cubicBezTo>
                  <a:cubicBezTo>
                    <a:pt x="945" y="990"/>
                    <a:pt x="945" y="990"/>
                    <a:pt x="945" y="990"/>
                  </a:cubicBezTo>
                  <a:cubicBezTo>
                    <a:pt x="830" y="921"/>
                    <a:pt x="830" y="921"/>
                    <a:pt x="830" y="921"/>
                  </a:cubicBezTo>
                  <a:cubicBezTo>
                    <a:pt x="184" y="692"/>
                    <a:pt x="184" y="692"/>
                    <a:pt x="184" y="692"/>
                  </a:cubicBezTo>
                  <a:cubicBezTo>
                    <a:pt x="184" y="692"/>
                    <a:pt x="184" y="692"/>
                    <a:pt x="184" y="692"/>
                  </a:cubicBezTo>
                  <a:cubicBezTo>
                    <a:pt x="92" y="715"/>
                    <a:pt x="92" y="715"/>
                    <a:pt x="92" y="715"/>
                  </a:cubicBezTo>
                  <a:cubicBezTo>
                    <a:pt x="92" y="715"/>
                    <a:pt x="92" y="715"/>
                    <a:pt x="0" y="738"/>
                  </a:cubicBezTo>
                  <a:cubicBezTo>
                    <a:pt x="0" y="738"/>
                    <a:pt x="0" y="738"/>
                    <a:pt x="0" y="738"/>
                  </a:cubicBezTo>
                  <a:cubicBezTo>
                    <a:pt x="184" y="300"/>
                    <a:pt x="184" y="300"/>
                    <a:pt x="184" y="300"/>
                  </a:cubicBezTo>
                  <a:cubicBezTo>
                    <a:pt x="253" y="185"/>
                    <a:pt x="253" y="185"/>
                    <a:pt x="322" y="69"/>
                  </a:cubicBezTo>
                  <a:cubicBezTo>
                    <a:pt x="414" y="46"/>
                    <a:pt x="414" y="46"/>
                    <a:pt x="414" y="46"/>
                  </a:cubicBezTo>
                  <a:cubicBezTo>
                    <a:pt x="507" y="23"/>
                    <a:pt x="507" y="23"/>
                    <a:pt x="599" y="0"/>
                  </a:cubicBezTo>
                  <a:cubicBezTo>
                    <a:pt x="714" y="69"/>
                    <a:pt x="714" y="69"/>
                    <a:pt x="737" y="161"/>
                  </a:cubicBezTo>
                  <a:cubicBezTo>
                    <a:pt x="737" y="161"/>
                    <a:pt x="760" y="253"/>
                    <a:pt x="784" y="345"/>
                  </a:cubicBezTo>
                  <a:cubicBezTo>
                    <a:pt x="1129" y="161"/>
                    <a:pt x="1129" y="161"/>
                    <a:pt x="1129" y="161"/>
                  </a:cubicBezTo>
                  <a:cubicBezTo>
                    <a:pt x="1222" y="138"/>
                    <a:pt x="1222" y="138"/>
                    <a:pt x="1222" y="138"/>
                  </a:cubicBezTo>
                  <a:cubicBezTo>
                    <a:pt x="1314" y="115"/>
                    <a:pt x="1314" y="115"/>
                    <a:pt x="1314" y="115"/>
                  </a:cubicBezTo>
                  <a:cubicBezTo>
                    <a:pt x="1314" y="115"/>
                    <a:pt x="1314" y="115"/>
                    <a:pt x="1314" y="115"/>
                  </a:cubicBezTo>
                  <a:cubicBezTo>
                    <a:pt x="1199" y="437"/>
                    <a:pt x="1199" y="437"/>
                    <a:pt x="1199" y="437"/>
                  </a:cubicBezTo>
                  <a:cubicBezTo>
                    <a:pt x="645" y="576"/>
                    <a:pt x="645" y="576"/>
                    <a:pt x="645" y="576"/>
                  </a:cubicBezTo>
                  <a:close/>
                  <a:moveTo>
                    <a:pt x="207" y="392"/>
                  </a:moveTo>
                  <a:cubicBezTo>
                    <a:pt x="207" y="392"/>
                    <a:pt x="207" y="392"/>
                    <a:pt x="207" y="392"/>
                  </a:cubicBezTo>
                  <a:cubicBezTo>
                    <a:pt x="645" y="576"/>
                    <a:pt x="645" y="576"/>
                    <a:pt x="645" y="576"/>
                  </a:cubicBezTo>
                  <a:cubicBezTo>
                    <a:pt x="645" y="576"/>
                    <a:pt x="645" y="576"/>
                    <a:pt x="645" y="576"/>
                  </a:cubicBezTo>
                  <a:cubicBezTo>
                    <a:pt x="622" y="484"/>
                    <a:pt x="622" y="484"/>
                    <a:pt x="691" y="369"/>
                  </a:cubicBezTo>
                  <a:cubicBezTo>
                    <a:pt x="691" y="369"/>
                    <a:pt x="691" y="369"/>
                    <a:pt x="576" y="300"/>
                  </a:cubicBezTo>
                  <a:cubicBezTo>
                    <a:pt x="576" y="300"/>
                    <a:pt x="576" y="300"/>
                    <a:pt x="553" y="207"/>
                  </a:cubicBezTo>
                  <a:cubicBezTo>
                    <a:pt x="461" y="231"/>
                    <a:pt x="368" y="254"/>
                    <a:pt x="368" y="254"/>
                  </a:cubicBezTo>
                  <a:cubicBezTo>
                    <a:pt x="276" y="277"/>
                    <a:pt x="276" y="277"/>
                    <a:pt x="207" y="39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4" name="Freeform 31">
              <a:extLst>
                <a:ext uri="{FF2B5EF4-FFF2-40B4-BE49-F238E27FC236}">
                  <a16:creationId xmlns:a16="http://schemas.microsoft.com/office/drawing/2014/main" id="{E6C06653-7AA1-4898-962F-7C27C9695721}"/>
                </a:ext>
              </a:extLst>
            </p:cNvPr>
            <p:cNvSpPr>
              <a:spLocks/>
            </p:cNvSpPr>
            <p:nvPr/>
          </p:nvSpPr>
          <p:spPr bwMode="auto">
            <a:xfrm>
              <a:off x="-2455863" y="187325"/>
              <a:ext cx="403225" cy="282575"/>
            </a:xfrm>
            <a:custGeom>
              <a:avLst/>
              <a:gdLst>
                <a:gd name="T0" fmla="*/ 92 w 1084"/>
                <a:gd name="T1" fmla="*/ 0 h 759"/>
                <a:gd name="T2" fmla="*/ 392 w 1084"/>
                <a:gd name="T3" fmla="*/ 23 h 759"/>
                <a:gd name="T4" fmla="*/ 415 w 1084"/>
                <a:gd name="T5" fmla="*/ 115 h 759"/>
                <a:gd name="T6" fmla="*/ 230 w 1084"/>
                <a:gd name="T7" fmla="*/ 161 h 759"/>
                <a:gd name="T8" fmla="*/ 69 w 1084"/>
                <a:gd name="T9" fmla="*/ 300 h 759"/>
                <a:gd name="T10" fmla="*/ 115 w 1084"/>
                <a:gd name="T11" fmla="*/ 484 h 759"/>
                <a:gd name="T12" fmla="*/ 207 w 1084"/>
                <a:gd name="T13" fmla="*/ 461 h 759"/>
                <a:gd name="T14" fmla="*/ 300 w 1084"/>
                <a:gd name="T15" fmla="*/ 437 h 759"/>
                <a:gd name="T16" fmla="*/ 300 w 1084"/>
                <a:gd name="T17" fmla="*/ 437 h 759"/>
                <a:gd name="T18" fmla="*/ 461 w 1084"/>
                <a:gd name="T19" fmla="*/ 299 h 759"/>
                <a:gd name="T20" fmla="*/ 599 w 1084"/>
                <a:gd name="T21" fmla="*/ 69 h 759"/>
                <a:gd name="T22" fmla="*/ 784 w 1084"/>
                <a:gd name="T23" fmla="*/ 22 h 759"/>
                <a:gd name="T24" fmla="*/ 1015 w 1084"/>
                <a:gd name="T25" fmla="*/ 160 h 759"/>
                <a:gd name="T26" fmla="*/ 1084 w 1084"/>
                <a:gd name="T27" fmla="*/ 437 h 759"/>
                <a:gd name="T28" fmla="*/ 1015 w 1084"/>
                <a:gd name="T29" fmla="*/ 552 h 759"/>
                <a:gd name="T30" fmla="*/ 1038 w 1084"/>
                <a:gd name="T31" fmla="*/ 644 h 759"/>
                <a:gd name="T32" fmla="*/ 945 w 1084"/>
                <a:gd name="T33" fmla="*/ 667 h 759"/>
                <a:gd name="T34" fmla="*/ 945 w 1084"/>
                <a:gd name="T35" fmla="*/ 667 h 759"/>
                <a:gd name="T36" fmla="*/ 1061 w 1084"/>
                <a:gd name="T37" fmla="*/ 736 h 759"/>
                <a:gd name="T38" fmla="*/ 969 w 1084"/>
                <a:gd name="T39" fmla="*/ 759 h 759"/>
                <a:gd name="T40" fmla="*/ 669 w 1084"/>
                <a:gd name="T41" fmla="*/ 737 h 759"/>
                <a:gd name="T42" fmla="*/ 646 w 1084"/>
                <a:gd name="T43" fmla="*/ 644 h 759"/>
                <a:gd name="T44" fmla="*/ 922 w 1084"/>
                <a:gd name="T45" fmla="*/ 575 h 759"/>
                <a:gd name="T46" fmla="*/ 992 w 1084"/>
                <a:gd name="T47" fmla="*/ 460 h 759"/>
                <a:gd name="T48" fmla="*/ 945 w 1084"/>
                <a:gd name="T49" fmla="*/ 276 h 759"/>
                <a:gd name="T50" fmla="*/ 922 w 1084"/>
                <a:gd name="T51" fmla="*/ 183 h 759"/>
                <a:gd name="T52" fmla="*/ 830 w 1084"/>
                <a:gd name="T53" fmla="*/ 207 h 759"/>
                <a:gd name="T54" fmla="*/ 761 w 1084"/>
                <a:gd name="T55" fmla="*/ 322 h 759"/>
                <a:gd name="T56" fmla="*/ 692 w 1084"/>
                <a:gd name="T57" fmla="*/ 437 h 759"/>
                <a:gd name="T58" fmla="*/ 530 w 1084"/>
                <a:gd name="T59" fmla="*/ 576 h 759"/>
                <a:gd name="T60" fmla="*/ 438 w 1084"/>
                <a:gd name="T61" fmla="*/ 599 h 759"/>
                <a:gd name="T62" fmla="*/ 254 w 1084"/>
                <a:gd name="T63" fmla="*/ 645 h 759"/>
                <a:gd name="T64" fmla="*/ 138 w 1084"/>
                <a:gd name="T65" fmla="*/ 576 h 759"/>
                <a:gd name="T66" fmla="*/ 69 w 1084"/>
                <a:gd name="T67" fmla="*/ 300 h 759"/>
                <a:gd name="T68" fmla="*/ 46 w 1084"/>
                <a:gd name="T69" fmla="*/ 207 h 759"/>
                <a:gd name="T70" fmla="*/ 138 w 1084"/>
                <a:gd name="T71" fmla="*/ 184 h 759"/>
                <a:gd name="T72" fmla="*/ 115 w 1084"/>
                <a:gd name="T73" fmla="*/ 92 h 759"/>
                <a:gd name="T74" fmla="*/ 115 w 1084"/>
                <a:gd name="T75" fmla="*/ 92 h 759"/>
                <a:gd name="T76" fmla="*/ 92 w 1084"/>
                <a:gd name="T77" fmla="*/ 0 h 7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84" h="759">
                  <a:moveTo>
                    <a:pt x="92" y="0"/>
                  </a:moveTo>
                  <a:cubicBezTo>
                    <a:pt x="392" y="23"/>
                    <a:pt x="392" y="23"/>
                    <a:pt x="392" y="23"/>
                  </a:cubicBezTo>
                  <a:cubicBezTo>
                    <a:pt x="415" y="115"/>
                    <a:pt x="415" y="115"/>
                    <a:pt x="415" y="115"/>
                  </a:cubicBezTo>
                  <a:cubicBezTo>
                    <a:pt x="299" y="46"/>
                    <a:pt x="207" y="69"/>
                    <a:pt x="230" y="161"/>
                  </a:cubicBezTo>
                  <a:cubicBezTo>
                    <a:pt x="138" y="184"/>
                    <a:pt x="161" y="276"/>
                    <a:pt x="69" y="300"/>
                  </a:cubicBezTo>
                  <a:cubicBezTo>
                    <a:pt x="92" y="392"/>
                    <a:pt x="92" y="392"/>
                    <a:pt x="115" y="484"/>
                  </a:cubicBezTo>
                  <a:cubicBezTo>
                    <a:pt x="207" y="461"/>
                    <a:pt x="207" y="461"/>
                    <a:pt x="207" y="461"/>
                  </a:cubicBezTo>
                  <a:cubicBezTo>
                    <a:pt x="207" y="461"/>
                    <a:pt x="207" y="461"/>
                    <a:pt x="300" y="437"/>
                  </a:cubicBezTo>
                  <a:cubicBezTo>
                    <a:pt x="300" y="437"/>
                    <a:pt x="300" y="437"/>
                    <a:pt x="300" y="437"/>
                  </a:cubicBezTo>
                  <a:cubicBezTo>
                    <a:pt x="392" y="414"/>
                    <a:pt x="369" y="322"/>
                    <a:pt x="461" y="299"/>
                  </a:cubicBezTo>
                  <a:cubicBezTo>
                    <a:pt x="530" y="184"/>
                    <a:pt x="599" y="69"/>
                    <a:pt x="599" y="69"/>
                  </a:cubicBezTo>
                  <a:cubicBezTo>
                    <a:pt x="692" y="45"/>
                    <a:pt x="784" y="22"/>
                    <a:pt x="784" y="22"/>
                  </a:cubicBezTo>
                  <a:cubicBezTo>
                    <a:pt x="899" y="91"/>
                    <a:pt x="991" y="68"/>
                    <a:pt x="1015" y="160"/>
                  </a:cubicBezTo>
                  <a:cubicBezTo>
                    <a:pt x="1038" y="252"/>
                    <a:pt x="1061" y="344"/>
                    <a:pt x="1084" y="437"/>
                  </a:cubicBezTo>
                  <a:cubicBezTo>
                    <a:pt x="1084" y="437"/>
                    <a:pt x="1084" y="437"/>
                    <a:pt x="1015" y="552"/>
                  </a:cubicBezTo>
                  <a:cubicBezTo>
                    <a:pt x="1015" y="552"/>
                    <a:pt x="1015" y="552"/>
                    <a:pt x="1038" y="644"/>
                  </a:cubicBezTo>
                  <a:cubicBezTo>
                    <a:pt x="945" y="667"/>
                    <a:pt x="945" y="667"/>
                    <a:pt x="945" y="667"/>
                  </a:cubicBezTo>
                  <a:cubicBezTo>
                    <a:pt x="945" y="667"/>
                    <a:pt x="945" y="667"/>
                    <a:pt x="945" y="667"/>
                  </a:cubicBezTo>
                  <a:cubicBezTo>
                    <a:pt x="969" y="759"/>
                    <a:pt x="969" y="759"/>
                    <a:pt x="1061" y="736"/>
                  </a:cubicBezTo>
                  <a:cubicBezTo>
                    <a:pt x="969" y="759"/>
                    <a:pt x="969" y="759"/>
                    <a:pt x="969" y="759"/>
                  </a:cubicBezTo>
                  <a:cubicBezTo>
                    <a:pt x="669" y="737"/>
                    <a:pt x="669" y="737"/>
                    <a:pt x="669" y="737"/>
                  </a:cubicBezTo>
                  <a:cubicBezTo>
                    <a:pt x="646" y="644"/>
                    <a:pt x="646" y="644"/>
                    <a:pt x="646" y="644"/>
                  </a:cubicBezTo>
                  <a:cubicBezTo>
                    <a:pt x="761" y="713"/>
                    <a:pt x="853" y="690"/>
                    <a:pt x="922" y="575"/>
                  </a:cubicBezTo>
                  <a:cubicBezTo>
                    <a:pt x="1015" y="552"/>
                    <a:pt x="992" y="460"/>
                    <a:pt x="992" y="460"/>
                  </a:cubicBezTo>
                  <a:cubicBezTo>
                    <a:pt x="1061" y="344"/>
                    <a:pt x="1061" y="344"/>
                    <a:pt x="945" y="276"/>
                  </a:cubicBezTo>
                  <a:cubicBezTo>
                    <a:pt x="945" y="276"/>
                    <a:pt x="945" y="276"/>
                    <a:pt x="922" y="183"/>
                  </a:cubicBezTo>
                  <a:cubicBezTo>
                    <a:pt x="830" y="207"/>
                    <a:pt x="830" y="207"/>
                    <a:pt x="830" y="207"/>
                  </a:cubicBezTo>
                  <a:cubicBezTo>
                    <a:pt x="830" y="207"/>
                    <a:pt x="738" y="230"/>
                    <a:pt x="761" y="322"/>
                  </a:cubicBezTo>
                  <a:cubicBezTo>
                    <a:pt x="761" y="322"/>
                    <a:pt x="669" y="345"/>
                    <a:pt x="692" y="437"/>
                  </a:cubicBezTo>
                  <a:cubicBezTo>
                    <a:pt x="599" y="460"/>
                    <a:pt x="530" y="576"/>
                    <a:pt x="530" y="576"/>
                  </a:cubicBezTo>
                  <a:cubicBezTo>
                    <a:pt x="438" y="599"/>
                    <a:pt x="438" y="599"/>
                    <a:pt x="438" y="599"/>
                  </a:cubicBezTo>
                  <a:cubicBezTo>
                    <a:pt x="346" y="622"/>
                    <a:pt x="346" y="622"/>
                    <a:pt x="254" y="645"/>
                  </a:cubicBezTo>
                  <a:cubicBezTo>
                    <a:pt x="161" y="668"/>
                    <a:pt x="138" y="576"/>
                    <a:pt x="138" y="576"/>
                  </a:cubicBezTo>
                  <a:cubicBezTo>
                    <a:pt x="23" y="507"/>
                    <a:pt x="0" y="415"/>
                    <a:pt x="69" y="300"/>
                  </a:cubicBezTo>
                  <a:cubicBezTo>
                    <a:pt x="69" y="300"/>
                    <a:pt x="69" y="300"/>
                    <a:pt x="46" y="207"/>
                  </a:cubicBezTo>
                  <a:cubicBezTo>
                    <a:pt x="138" y="184"/>
                    <a:pt x="138" y="184"/>
                    <a:pt x="138" y="184"/>
                  </a:cubicBezTo>
                  <a:cubicBezTo>
                    <a:pt x="115" y="92"/>
                    <a:pt x="115" y="92"/>
                    <a:pt x="115" y="92"/>
                  </a:cubicBezTo>
                  <a:cubicBezTo>
                    <a:pt x="115" y="92"/>
                    <a:pt x="115" y="92"/>
                    <a:pt x="115" y="92"/>
                  </a:cubicBezTo>
                  <a:cubicBezTo>
                    <a:pt x="92" y="0"/>
                    <a:pt x="92" y="0"/>
                    <a:pt x="9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5" name="Freeform 32">
              <a:extLst>
                <a:ext uri="{FF2B5EF4-FFF2-40B4-BE49-F238E27FC236}">
                  <a16:creationId xmlns:a16="http://schemas.microsoft.com/office/drawing/2014/main" id="{4596B05B-2D55-4DE6-9F89-B18D188CC941}"/>
                </a:ext>
              </a:extLst>
            </p:cNvPr>
            <p:cNvSpPr>
              <a:spLocks/>
            </p:cNvSpPr>
            <p:nvPr/>
          </p:nvSpPr>
          <p:spPr bwMode="auto">
            <a:xfrm>
              <a:off x="-2405063" y="-44450"/>
              <a:ext cx="379413" cy="223838"/>
            </a:xfrm>
            <a:custGeom>
              <a:avLst/>
              <a:gdLst>
                <a:gd name="T0" fmla="*/ 991 w 1015"/>
                <a:gd name="T1" fmla="*/ 68 h 599"/>
                <a:gd name="T2" fmla="*/ 991 w 1015"/>
                <a:gd name="T3" fmla="*/ 68 h 599"/>
                <a:gd name="T4" fmla="*/ 1015 w 1015"/>
                <a:gd name="T5" fmla="*/ 552 h 599"/>
                <a:gd name="T6" fmla="*/ 1015 w 1015"/>
                <a:gd name="T7" fmla="*/ 552 h 599"/>
                <a:gd name="T8" fmla="*/ 1015 w 1015"/>
                <a:gd name="T9" fmla="*/ 552 h 599"/>
                <a:gd name="T10" fmla="*/ 992 w 1015"/>
                <a:gd name="T11" fmla="*/ 460 h 599"/>
                <a:gd name="T12" fmla="*/ 992 w 1015"/>
                <a:gd name="T13" fmla="*/ 460 h 599"/>
                <a:gd name="T14" fmla="*/ 876 w 1015"/>
                <a:gd name="T15" fmla="*/ 391 h 599"/>
                <a:gd name="T16" fmla="*/ 207 w 1015"/>
                <a:gd name="T17" fmla="*/ 460 h 599"/>
                <a:gd name="T18" fmla="*/ 92 w 1015"/>
                <a:gd name="T19" fmla="*/ 391 h 599"/>
                <a:gd name="T20" fmla="*/ 115 w 1015"/>
                <a:gd name="T21" fmla="*/ 484 h 599"/>
                <a:gd name="T22" fmla="*/ 23 w 1015"/>
                <a:gd name="T23" fmla="*/ 507 h 599"/>
                <a:gd name="T24" fmla="*/ 46 w 1015"/>
                <a:gd name="T25" fmla="*/ 599 h 599"/>
                <a:gd name="T26" fmla="*/ 46 w 1015"/>
                <a:gd name="T27" fmla="*/ 599 h 599"/>
                <a:gd name="T28" fmla="*/ 0 w 1015"/>
                <a:gd name="T29" fmla="*/ 23 h 599"/>
                <a:gd name="T30" fmla="*/ 92 w 1015"/>
                <a:gd name="T31" fmla="*/ 0 h 599"/>
                <a:gd name="T32" fmla="*/ 115 w 1015"/>
                <a:gd name="T33" fmla="*/ 92 h 599"/>
                <a:gd name="T34" fmla="*/ 115 w 1015"/>
                <a:gd name="T35" fmla="*/ 92 h 599"/>
                <a:gd name="T36" fmla="*/ 138 w 1015"/>
                <a:gd name="T37" fmla="*/ 184 h 599"/>
                <a:gd name="T38" fmla="*/ 230 w 1015"/>
                <a:gd name="T39" fmla="*/ 161 h 599"/>
                <a:gd name="T40" fmla="*/ 830 w 1015"/>
                <a:gd name="T41" fmla="*/ 206 h 599"/>
                <a:gd name="T42" fmla="*/ 922 w 1015"/>
                <a:gd name="T43" fmla="*/ 183 h 599"/>
                <a:gd name="T44" fmla="*/ 1014 w 1015"/>
                <a:gd name="T45" fmla="*/ 160 h 599"/>
                <a:gd name="T46" fmla="*/ 991 w 1015"/>
                <a:gd name="T47" fmla="*/ 68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15" h="599">
                  <a:moveTo>
                    <a:pt x="991" y="68"/>
                  </a:moveTo>
                  <a:cubicBezTo>
                    <a:pt x="991" y="68"/>
                    <a:pt x="991" y="68"/>
                    <a:pt x="991" y="68"/>
                  </a:cubicBezTo>
                  <a:cubicBezTo>
                    <a:pt x="1015" y="552"/>
                    <a:pt x="1015" y="552"/>
                    <a:pt x="1015" y="552"/>
                  </a:cubicBezTo>
                  <a:cubicBezTo>
                    <a:pt x="1015" y="552"/>
                    <a:pt x="1015" y="552"/>
                    <a:pt x="1015" y="552"/>
                  </a:cubicBezTo>
                  <a:cubicBezTo>
                    <a:pt x="1015" y="552"/>
                    <a:pt x="1015" y="552"/>
                    <a:pt x="1015" y="552"/>
                  </a:cubicBezTo>
                  <a:cubicBezTo>
                    <a:pt x="992" y="460"/>
                    <a:pt x="992" y="460"/>
                    <a:pt x="992" y="460"/>
                  </a:cubicBezTo>
                  <a:cubicBezTo>
                    <a:pt x="992" y="460"/>
                    <a:pt x="992" y="460"/>
                    <a:pt x="992" y="460"/>
                  </a:cubicBezTo>
                  <a:cubicBezTo>
                    <a:pt x="876" y="391"/>
                    <a:pt x="876" y="391"/>
                    <a:pt x="876" y="391"/>
                  </a:cubicBezTo>
                  <a:cubicBezTo>
                    <a:pt x="207" y="460"/>
                    <a:pt x="207" y="460"/>
                    <a:pt x="207" y="460"/>
                  </a:cubicBezTo>
                  <a:cubicBezTo>
                    <a:pt x="184" y="368"/>
                    <a:pt x="92" y="391"/>
                    <a:pt x="92" y="391"/>
                  </a:cubicBezTo>
                  <a:cubicBezTo>
                    <a:pt x="92" y="391"/>
                    <a:pt x="92" y="391"/>
                    <a:pt x="115" y="484"/>
                  </a:cubicBezTo>
                  <a:cubicBezTo>
                    <a:pt x="23" y="507"/>
                    <a:pt x="23" y="507"/>
                    <a:pt x="23" y="507"/>
                  </a:cubicBezTo>
                  <a:cubicBezTo>
                    <a:pt x="46" y="599"/>
                    <a:pt x="46" y="599"/>
                    <a:pt x="46" y="599"/>
                  </a:cubicBezTo>
                  <a:cubicBezTo>
                    <a:pt x="46" y="599"/>
                    <a:pt x="46" y="599"/>
                    <a:pt x="46" y="599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115" y="92"/>
                    <a:pt x="115" y="92"/>
                    <a:pt x="115" y="92"/>
                  </a:cubicBezTo>
                  <a:cubicBezTo>
                    <a:pt x="23" y="115"/>
                    <a:pt x="23" y="115"/>
                    <a:pt x="115" y="92"/>
                  </a:cubicBezTo>
                  <a:cubicBezTo>
                    <a:pt x="138" y="184"/>
                    <a:pt x="138" y="184"/>
                    <a:pt x="138" y="184"/>
                  </a:cubicBezTo>
                  <a:cubicBezTo>
                    <a:pt x="138" y="184"/>
                    <a:pt x="138" y="184"/>
                    <a:pt x="230" y="161"/>
                  </a:cubicBezTo>
                  <a:cubicBezTo>
                    <a:pt x="830" y="206"/>
                    <a:pt x="830" y="206"/>
                    <a:pt x="830" y="206"/>
                  </a:cubicBezTo>
                  <a:cubicBezTo>
                    <a:pt x="922" y="183"/>
                    <a:pt x="922" y="183"/>
                    <a:pt x="922" y="183"/>
                  </a:cubicBezTo>
                  <a:cubicBezTo>
                    <a:pt x="1014" y="160"/>
                    <a:pt x="1014" y="160"/>
                    <a:pt x="1014" y="160"/>
                  </a:cubicBezTo>
                  <a:cubicBezTo>
                    <a:pt x="991" y="68"/>
                    <a:pt x="991" y="68"/>
                    <a:pt x="991" y="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6" name="Freeform 33">
              <a:extLst>
                <a:ext uri="{FF2B5EF4-FFF2-40B4-BE49-F238E27FC236}">
                  <a16:creationId xmlns:a16="http://schemas.microsoft.com/office/drawing/2014/main" id="{0C3CF26D-7BCD-4C5D-909E-E0F17C40B82D}"/>
                </a:ext>
              </a:extLst>
            </p:cNvPr>
            <p:cNvSpPr>
              <a:spLocks/>
            </p:cNvSpPr>
            <p:nvPr/>
          </p:nvSpPr>
          <p:spPr bwMode="auto">
            <a:xfrm>
              <a:off x="-2413000" y="-388938"/>
              <a:ext cx="412750" cy="344488"/>
            </a:xfrm>
            <a:custGeom>
              <a:avLst/>
              <a:gdLst>
                <a:gd name="T0" fmla="*/ 0 w 1107"/>
                <a:gd name="T1" fmla="*/ 69 h 922"/>
                <a:gd name="T2" fmla="*/ 277 w 1107"/>
                <a:gd name="T3" fmla="*/ 0 h 922"/>
                <a:gd name="T4" fmla="*/ 300 w 1107"/>
                <a:gd name="T5" fmla="*/ 92 h 922"/>
                <a:gd name="T6" fmla="*/ 116 w 1107"/>
                <a:gd name="T7" fmla="*/ 138 h 922"/>
                <a:gd name="T8" fmla="*/ 139 w 1107"/>
                <a:gd name="T9" fmla="*/ 231 h 922"/>
                <a:gd name="T10" fmla="*/ 69 w 1107"/>
                <a:gd name="T11" fmla="*/ 346 h 922"/>
                <a:gd name="T12" fmla="*/ 69 w 1107"/>
                <a:gd name="T13" fmla="*/ 346 h 922"/>
                <a:gd name="T14" fmla="*/ 830 w 1107"/>
                <a:gd name="T15" fmla="*/ 253 h 922"/>
                <a:gd name="T16" fmla="*/ 923 w 1107"/>
                <a:gd name="T17" fmla="*/ 230 h 922"/>
                <a:gd name="T18" fmla="*/ 1015 w 1107"/>
                <a:gd name="T19" fmla="*/ 207 h 922"/>
                <a:gd name="T20" fmla="*/ 992 w 1107"/>
                <a:gd name="T21" fmla="*/ 114 h 922"/>
                <a:gd name="T22" fmla="*/ 992 w 1107"/>
                <a:gd name="T23" fmla="*/ 114 h 922"/>
                <a:gd name="T24" fmla="*/ 992 w 1107"/>
                <a:gd name="T25" fmla="*/ 114 h 922"/>
                <a:gd name="T26" fmla="*/ 1107 w 1107"/>
                <a:gd name="T27" fmla="*/ 575 h 922"/>
                <a:gd name="T28" fmla="*/ 1015 w 1107"/>
                <a:gd name="T29" fmla="*/ 598 h 922"/>
                <a:gd name="T30" fmla="*/ 1015 w 1107"/>
                <a:gd name="T31" fmla="*/ 598 h 922"/>
                <a:gd name="T32" fmla="*/ 992 w 1107"/>
                <a:gd name="T33" fmla="*/ 506 h 922"/>
                <a:gd name="T34" fmla="*/ 992 w 1107"/>
                <a:gd name="T35" fmla="*/ 506 h 922"/>
                <a:gd name="T36" fmla="*/ 900 w 1107"/>
                <a:gd name="T37" fmla="*/ 529 h 922"/>
                <a:gd name="T38" fmla="*/ 139 w 1107"/>
                <a:gd name="T39" fmla="*/ 622 h 922"/>
                <a:gd name="T40" fmla="*/ 162 w 1107"/>
                <a:gd name="T41" fmla="*/ 714 h 922"/>
                <a:gd name="T42" fmla="*/ 185 w 1107"/>
                <a:gd name="T43" fmla="*/ 806 h 922"/>
                <a:gd name="T44" fmla="*/ 393 w 1107"/>
                <a:gd name="T45" fmla="*/ 852 h 922"/>
                <a:gd name="T46" fmla="*/ 393 w 1107"/>
                <a:gd name="T47" fmla="*/ 852 h 922"/>
                <a:gd name="T48" fmla="*/ 116 w 1107"/>
                <a:gd name="T49" fmla="*/ 922 h 922"/>
                <a:gd name="T50" fmla="*/ 0 w 1107"/>
                <a:gd name="T51" fmla="*/ 69 h 9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107" h="922">
                  <a:moveTo>
                    <a:pt x="0" y="69"/>
                  </a:moveTo>
                  <a:cubicBezTo>
                    <a:pt x="277" y="0"/>
                    <a:pt x="277" y="0"/>
                    <a:pt x="277" y="0"/>
                  </a:cubicBezTo>
                  <a:cubicBezTo>
                    <a:pt x="300" y="92"/>
                    <a:pt x="300" y="92"/>
                    <a:pt x="300" y="92"/>
                  </a:cubicBezTo>
                  <a:cubicBezTo>
                    <a:pt x="208" y="115"/>
                    <a:pt x="208" y="115"/>
                    <a:pt x="116" y="138"/>
                  </a:cubicBezTo>
                  <a:cubicBezTo>
                    <a:pt x="116" y="138"/>
                    <a:pt x="116" y="138"/>
                    <a:pt x="139" y="231"/>
                  </a:cubicBezTo>
                  <a:cubicBezTo>
                    <a:pt x="46" y="254"/>
                    <a:pt x="46" y="254"/>
                    <a:pt x="69" y="346"/>
                  </a:cubicBezTo>
                  <a:cubicBezTo>
                    <a:pt x="69" y="346"/>
                    <a:pt x="69" y="346"/>
                    <a:pt x="69" y="346"/>
                  </a:cubicBezTo>
                  <a:cubicBezTo>
                    <a:pt x="830" y="253"/>
                    <a:pt x="830" y="253"/>
                    <a:pt x="830" y="253"/>
                  </a:cubicBezTo>
                  <a:cubicBezTo>
                    <a:pt x="923" y="230"/>
                    <a:pt x="923" y="230"/>
                    <a:pt x="923" y="230"/>
                  </a:cubicBezTo>
                  <a:cubicBezTo>
                    <a:pt x="923" y="230"/>
                    <a:pt x="923" y="230"/>
                    <a:pt x="1015" y="207"/>
                  </a:cubicBezTo>
                  <a:cubicBezTo>
                    <a:pt x="1015" y="207"/>
                    <a:pt x="1015" y="207"/>
                    <a:pt x="992" y="114"/>
                  </a:cubicBezTo>
                  <a:cubicBezTo>
                    <a:pt x="992" y="114"/>
                    <a:pt x="992" y="114"/>
                    <a:pt x="992" y="114"/>
                  </a:cubicBezTo>
                  <a:cubicBezTo>
                    <a:pt x="992" y="114"/>
                    <a:pt x="992" y="114"/>
                    <a:pt x="992" y="114"/>
                  </a:cubicBezTo>
                  <a:cubicBezTo>
                    <a:pt x="1107" y="575"/>
                    <a:pt x="1107" y="575"/>
                    <a:pt x="1107" y="575"/>
                  </a:cubicBezTo>
                  <a:cubicBezTo>
                    <a:pt x="1015" y="598"/>
                    <a:pt x="1015" y="598"/>
                    <a:pt x="1015" y="598"/>
                  </a:cubicBezTo>
                  <a:cubicBezTo>
                    <a:pt x="1015" y="598"/>
                    <a:pt x="1015" y="598"/>
                    <a:pt x="1015" y="598"/>
                  </a:cubicBezTo>
                  <a:cubicBezTo>
                    <a:pt x="992" y="506"/>
                    <a:pt x="992" y="506"/>
                    <a:pt x="992" y="506"/>
                  </a:cubicBezTo>
                  <a:cubicBezTo>
                    <a:pt x="992" y="506"/>
                    <a:pt x="992" y="506"/>
                    <a:pt x="992" y="506"/>
                  </a:cubicBezTo>
                  <a:cubicBezTo>
                    <a:pt x="900" y="529"/>
                    <a:pt x="900" y="529"/>
                    <a:pt x="900" y="529"/>
                  </a:cubicBezTo>
                  <a:cubicBezTo>
                    <a:pt x="139" y="622"/>
                    <a:pt x="139" y="622"/>
                    <a:pt x="139" y="622"/>
                  </a:cubicBezTo>
                  <a:cubicBezTo>
                    <a:pt x="162" y="714"/>
                    <a:pt x="162" y="714"/>
                    <a:pt x="162" y="714"/>
                  </a:cubicBezTo>
                  <a:cubicBezTo>
                    <a:pt x="185" y="806"/>
                    <a:pt x="185" y="806"/>
                    <a:pt x="185" y="806"/>
                  </a:cubicBezTo>
                  <a:cubicBezTo>
                    <a:pt x="300" y="875"/>
                    <a:pt x="300" y="875"/>
                    <a:pt x="393" y="852"/>
                  </a:cubicBezTo>
                  <a:cubicBezTo>
                    <a:pt x="393" y="852"/>
                    <a:pt x="393" y="852"/>
                    <a:pt x="393" y="852"/>
                  </a:cubicBezTo>
                  <a:cubicBezTo>
                    <a:pt x="116" y="922"/>
                    <a:pt x="116" y="922"/>
                    <a:pt x="116" y="922"/>
                  </a:cubicBezTo>
                  <a:lnTo>
                    <a:pt x="0" y="6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7" name="Freeform 34">
              <a:extLst>
                <a:ext uri="{FF2B5EF4-FFF2-40B4-BE49-F238E27FC236}">
                  <a16:creationId xmlns:a16="http://schemas.microsoft.com/office/drawing/2014/main" id="{77EEF3DA-7222-460C-8D43-37E2D34F3189}"/>
                </a:ext>
              </a:extLst>
            </p:cNvPr>
            <p:cNvSpPr>
              <a:spLocks/>
            </p:cNvSpPr>
            <p:nvPr/>
          </p:nvSpPr>
          <p:spPr bwMode="auto">
            <a:xfrm>
              <a:off x="-2508250" y="-757238"/>
              <a:ext cx="412750" cy="393700"/>
            </a:xfrm>
            <a:custGeom>
              <a:avLst/>
              <a:gdLst>
                <a:gd name="T0" fmla="*/ 0 w 1107"/>
                <a:gd name="T1" fmla="*/ 47 h 1060"/>
                <a:gd name="T2" fmla="*/ 0 w 1107"/>
                <a:gd name="T3" fmla="*/ 47 h 1060"/>
                <a:gd name="T4" fmla="*/ 23 w 1107"/>
                <a:gd name="T5" fmla="*/ 139 h 1060"/>
                <a:gd name="T6" fmla="*/ 231 w 1107"/>
                <a:gd name="T7" fmla="*/ 185 h 1060"/>
                <a:gd name="T8" fmla="*/ 646 w 1107"/>
                <a:gd name="T9" fmla="*/ 277 h 1060"/>
                <a:gd name="T10" fmla="*/ 830 w 1107"/>
                <a:gd name="T11" fmla="*/ 230 h 1060"/>
                <a:gd name="T12" fmla="*/ 899 w 1107"/>
                <a:gd name="T13" fmla="*/ 115 h 1060"/>
                <a:gd name="T14" fmla="*/ 992 w 1107"/>
                <a:gd name="T15" fmla="*/ 92 h 1060"/>
                <a:gd name="T16" fmla="*/ 968 w 1107"/>
                <a:gd name="T17" fmla="*/ 0 h 1060"/>
                <a:gd name="T18" fmla="*/ 968 w 1107"/>
                <a:gd name="T19" fmla="*/ 0 h 1060"/>
                <a:gd name="T20" fmla="*/ 968 w 1107"/>
                <a:gd name="T21" fmla="*/ 0 h 1060"/>
                <a:gd name="T22" fmla="*/ 1107 w 1107"/>
                <a:gd name="T23" fmla="*/ 553 h 1060"/>
                <a:gd name="T24" fmla="*/ 1107 w 1107"/>
                <a:gd name="T25" fmla="*/ 553 h 1060"/>
                <a:gd name="T26" fmla="*/ 1084 w 1107"/>
                <a:gd name="T27" fmla="*/ 461 h 1060"/>
                <a:gd name="T28" fmla="*/ 1061 w 1107"/>
                <a:gd name="T29" fmla="*/ 368 h 1060"/>
                <a:gd name="T30" fmla="*/ 969 w 1107"/>
                <a:gd name="T31" fmla="*/ 391 h 1060"/>
                <a:gd name="T32" fmla="*/ 876 w 1107"/>
                <a:gd name="T33" fmla="*/ 415 h 1060"/>
                <a:gd name="T34" fmla="*/ 692 w 1107"/>
                <a:gd name="T35" fmla="*/ 461 h 1060"/>
                <a:gd name="T36" fmla="*/ 392 w 1107"/>
                <a:gd name="T37" fmla="*/ 830 h 1060"/>
                <a:gd name="T38" fmla="*/ 323 w 1107"/>
                <a:gd name="T39" fmla="*/ 945 h 1060"/>
                <a:gd name="T40" fmla="*/ 254 w 1107"/>
                <a:gd name="T41" fmla="*/ 1060 h 1060"/>
                <a:gd name="T42" fmla="*/ 254 w 1107"/>
                <a:gd name="T43" fmla="*/ 1060 h 1060"/>
                <a:gd name="T44" fmla="*/ 139 w 1107"/>
                <a:gd name="T45" fmla="*/ 600 h 1060"/>
                <a:gd name="T46" fmla="*/ 139 w 1107"/>
                <a:gd name="T47" fmla="*/ 600 h 1060"/>
                <a:gd name="T48" fmla="*/ 139 w 1107"/>
                <a:gd name="T49" fmla="*/ 600 h 1060"/>
                <a:gd name="T50" fmla="*/ 162 w 1107"/>
                <a:gd name="T51" fmla="*/ 692 h 1060"/>
                <a:gd name="T52" fmla="*/ 254 w 1107"/>
                <a:gd name="T53" fmla="*/ 669 h 1060"/>
                <a:gd name="T54" fmla="*/ 323 w 1107"/>
                <a:gd name="T55" fmla="*/ 553 h 1060"/>
                <a:gd name="T56" fmla="*/ 554 w 1107"/>
                <a:gd name="T57" fmla="*/ 300 h 1060"/>
                <a:gd name="T58" fmla="*/ 231 w 1107"/>
                <a:gd name="T59" fmla="*/ 185 h 1060"/>
                <a:gd name="T60" fmla="*/ 138 w 1107"/>
                <a:gd name="T61" fmla="*/ 208 h 1060"/>
                <a:gd name="T62" fmla="*/ 46 w 1107"/>
                <a:gd name="T63" fmla="*/ 231 h 1060"/>
                <a:gd name="T64" fmla="*/ 69 w 1107"/>
                <a:gd name="T65" fmla="*/ 323 h 1060"/>
                <a:gd name="T66" fmla="*/ 69 w 1107"/>
                <a:gd name="T67" fmla="*/ 323 h 1060"/>
                <a:gd name="T68" fmla="*/ 0 w 1107"/>
                <a:gd name="T69" fmla="*/ 47 h 10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107" h="1060">
                  <a:moveTo>
                    <a:pt x="0" y="47"/>
                  </a:moveTo>
                  <a:cubicBezTo>
                    <a:pt x="0" y="47"/>
                    <a:pt x="0" y="47"/>
                    <a:pt x="0" y="47"/>
                  </a:cubicBezTo>
                  <a:cubicBezTo>
                    <a:pt x="0" y="47"/>
                    <a:pt x="0" y="47"/>
                    <a:pt x="23" y="139"/>
                  </a:cubicBezTo>
                  <a:cubicBezTo>
                    <a:pt x="23" y="139"/>
                    <a:pt x="115" y="116"/>
                    <a:pt x="231" y="185"/>
                  </a:cubicBezTo>
                  <a:cubicBezTo>
                    <a:pt x="646" y="277"/>
                    <a:pt x="646" y="277"/>
                    <a:pt x="646" y="277"/>
                  </a:cubicBezTo>
                  <a:cubicBezTo>
                    <a:pt x="830" y="230"/>
                    <a:pt x="830" y="230"/>
                    <a:pt x="830" y="230"/>
                  </a:cubicBezTo>
                  <a:cubicBezTo>
                    <a:pt x="923" y="207"/>
                    <a:pt x="923" y="207"/>
                    <a:pt x="899" y="115"/>
                  </a:cubicBezTo>
                  <a:cubicBezTo>
                    <a:pt x="992" y="92"/>
                    <a:pt x="992" y="92"/>
                    <a:pt x="992" y="92"/>
                  </a:cubicBezTo>
                  <a:cubicBezTo>
                    <a:pt x="992" y="92"/>
                    <a:pt x="992" y="92"/>
                    <a:pt x="968" y="0"/>
                  </a:cubicBezTo>
                  <a:cubicBezTo>
                    <a:pt x="968" y="0"/>
                    <a:pt x="968" y="0"/>
                    <a:pt x="968" y="0"/>
                  </a:cubicBezTo>
                  <a:cubicBezTo>
                    <a:pt x="968" y="0"/>
                    <a:pt x="968" y="0"/>
                    <a:pt x="968" y="0"/>
                  </a:cubicBezTo>
                  <a:cubicBezTo>
                    <a:pt x="1107" y="553"/>
                    <a:pt x="1107" y="553"/>
                    <a:pt x="1107" y="553"/>
                  </a:cubicBezTo>
                  <a:cubicBezTo>
                    <a:pt x="1107" y="553"/>
                    <a:pt x="1107" y="553"/>
                    <a:pt x="1107" y="553"/>
                  </a:cubicBezTo>
                  <a:cubicBezTo>
                    <a:pt x="1084" y="461"/>
                    <a:pt x="1084" y="461"/>
                    <a:pt x="1084" y="461"/>
                  </a:cubicBezTo>
                  <a:cubicBezTo>
                    <a:pt x="1084" y="461"/>
                    <a:pt x="1084" y="461"/>
                    <a:pt x="1061" y="368"/>
                  </a:cubicBezTo>
                  <a:cubicBezTo>
                    <a:pt x="1061" y="368"/>
                    <a:pt x="1061" y="368"/>
                    <a:pt x="969" y="391"/>
                  </a:cubicBezTo>
                  <a:cubicBezTo>
                    <a:pt x="969" y="391"/>
                    <a:pt x="969" y="391"/>
                    <a:pt x="876" y="415"/>
                  </a:cubicBezTo>
                  <a:cubicBezTo>
                    <a:pt x="692" y="461"/>
                    <a:pt x="692" y="461"/>
                    <a:pt x="692" y="461"/>
                  </a:cubicBezTo>
                  <a:cubicBezTo>
                    <a:pt x="392" y="830"/>
                    <a:pt x="392" y="830"/>
                    <a:pt x="392" y="830"/>
                  </a:cubicBezTo>
                  <a:cubicBezTo>
                    <a:pt x="300" y="853"/>
                    <a:pt x="323" y="945"/>
                    <a:pt x="323" y="945"/>
                  </a:cubicBezTo>
                  <a:cubicBezTo>
                    <a:pt x="231" y="968"/>
                    <a:pt x="231" y="968"/>
                    <a:pt x="254" y="1060"/>
                  </a:cubicBezTo>
                  <a:cubicBezTo>
                    <a:pt x="254" y="1060"/>
                    <a:pt x="254" y="1060"/>
                    <a:pt x="254" y="1060"/>
                  </a:cubicBezTo>
                  <a:cubicBezTo>
                    <a:pt x="139" y="600"/>
                    <a:pt x="139" y="600"/>
                    <a:pt x="139" y="600"/>
                  </a:cubicBezTo>
                  <a:cubicBezTo>
                    <a:pt x="139" y="600"/>
                    <a:pt x="139" y="600"/>
                    <a:pt x="139" y="600"/>
                  </a:cubicBezTo>
                  <a:cubicBezTo>
                    <a:pt x="139" y="600"/>
                    <a:pt x="139" y="600"/>
                    <a:pt x="139" y="600"/>
                  </a:cubicBezTo>
                  <a:cubicBezTo>
                    <a:pt x="139" y="600"/>
                    <a:pt x="139" y="600"/>
                    <a:pt x="162" y="692"/>
                  </a:cubicBezTo>
                  <a:cubicBezTo>
                    <a:pt x="254" y="669"/>
                    <a:pt x="254" y="669"/>
                    <a:pt x="254" y="669"/>
                  </a:cubicBezTo>
                  <a:cubicBezTo>
                    <a:pt x="254" y="669"/>
                    <a:pt x="254" y="669"/>
                    <a:pt x="323" y="553"/>
                  </a:cubicBezTo>
                  <a:cubicBezTo>
                    <a:pt x="554" y="300"/>
                    <a:pt x="554" y="300"/>
                    <a:pt x="554" y="300"/>
                  </a:cubicBezTo>
                  <a:cubicBezTo>
                    <a:pt x="231" y="185"/>
                    <a:pt x="231" y="185"/>
                    <a:pt x="231" y="185"/>
                  </a:cubicBezTo>
                  <a:cubicBezTo>
                    <a:pt x="138" y="208"/>
                    <a:pt x="138" y="208"/>
                    <a:pt x="138" y="208"/>
                  </a:cubicBezTo>
                  <a:cubicBezTo>
                    <a:pt x="46" y="231"/>
                    <a:pt x="46" y="231"/>
                    <a:pt x="46" y="231"/>
                  </a:cubicBezTo>
                  <a:cubicBezTo>
                    <a:pt x="46" y="231"/>
                    <a:pt x="46" y="231"/>
                    <a:pt x="69" y="323"/>
                  </a:cubicBezTo>
                  <a:cubicBezTo>
                    <a:pt x="69" y="323"/>
                    <a:pt x="69" y="323"/>
                    <a:pt x="69" y="323"/>
                  </a:cubicBezTo>
                  <a:lnTo>
                    <a:pt x="0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8" name="Freeform 35">
              <a:extLst>
                <a:ext uri="{FF2B5EF4-FFF2-40B4-BE49-F238E27FC236}">
                  <a16:creationId xmlns:a16="http://schemas.microsoft.com/office/drawing/2014/main" id="{416DEFC9-50E1-4CC8-A296-8B42ECB7916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5129213" y="-1108075"/>
              <a:ext cx="2406650" cy="2224088"/>
            </a:xfrm>
            <a:custGeom>
              <a:avLst/>
              <a:gdLst>
                <a:gd name="T0" fmla="*/ 0 w 6458"/>
                <a:gd name="T1" fmla="*/ 3045 h 5967"/>
                <a:gd name="T2" fmla="*/ 6135 w 6458"/>
                <a:gd name="T3" fmla="*/ 3269 h 5967"/>
                <a:gd name="T4" fmla="*/ 5951 w 6458"/>
                <a:gd name="T5" fmla="*/ 3707 h 5967"/>
                <a:gd name="T6" fmla="*/ 5674 w 6458"/>
                <a:gd name="T7" fmla="*/ 4168 h 5967"/>
                <a:gd name="T8" fmla="*/ 5351 w 6458"/>
                <a:gd name="T9" fmla="*/ 4445 h 5967"/>
                <a:gd name="T10" fmla="*/ 4890 w 6458"/>
                <a:gd name="T11" fmla="*/ 4560 h 5967"/>
                <a:gd name="T12" fmla="*/ 4314 w 6458"/>
                <a:gd name="T13" fmla="*/ 4999 h 5967"/>
                <a:gd name="T14" fmla="*/ 4106 w 6458"/>
                <a:gd name="T15" fmla="*/ 5345 h 5967"/>
                <a:gd name="T16" fmla="*/ 3853 w 6458"/>
                <a:gd name="T17" fmla="*/ 5506 h 5967"/>
                <a:gd name="T18" fmla="*/ 3507 w 6458"/>
                <a:gd name="T19" fmla="*/ 5691 h 5967"/>
                <a:gd name="T20" fmla="*/ 3115 w 6458"/>
                <a:gd name="T21" fmla="*/ 5691 h 5967"/>
                <a:gd name="T22" fmla="*/ 2792 w 6458"/>
                <a:gd name="T23" fmla="*/ 5576 h 5967"/>
                <a:gd name="T24" fmla="*/ 2469 w 6458"/>
                <a:gd name="T25" fmla="*/ 5461 h 5967"/>
                <a:gd name="T26" fmla="*/ 2284 w 6458"/>
                <a:gd name="T27" fmla="*/ 5116 h 5967"/>
                <a:gd name="T28" fmla="*/ 1961 w 6458"/>
                <a:gd name="T29" fmla="*/ 4610 h 5967"/>
                <a:gd name="T30" fmla="*/ 1362 w 6458"/>
                <a:gd name="T31" fmla="*/ 4564 h 5967"/>
                <a:gd name="T32" fmla="*/ 900 w 6458"/>
                <a:gd name="T33" fmla="*/ 4288 h 5967"/>
                <a:gd name="T34" fmla="*/ 623 w 6458"/>
                <a:gd name="T35" fmla="*/ 3966 h 5967"/>
                <a:gd name="T36" fmla="*/ 323 w 6458"/>
                <a:gd name="T37" fmla="*/ 3551 h 5967"/>
                <a:gd name="T38" fmla="*/ 300 w 6458"/>
                <a:gd name="T39" fmla="*/ 3068 h 5967"/>
                <a:gd name="T40" fmla="*/ 369 w 6458"/>
                <a:gd name="T41" fmla="*/ 2561 h 5967"/>
                <a:gd name="T42" fmla="*/ 553 w 6458"/>
                <a:gd name="T43" fmla="*/ 2123 h 5967"/>
                <a:gd name="T44" fmla="*/ 853 w 6458"/>
                <a:gd name="T45" fmla="*/ 1754 h 5967"/>
                <a:gd name="T46" fmla="*/ 1199 w 6458"/>
                <a:gd name="T47" fmla="*/ 1569 h 5967"/>
                <a:gd name="T48" fmla="*/ 1637 w 6458"/>
                <a:gd name="T49" fmla="*/ 1361 h 5967"/>
                <a:gd name="T50" fmla="*/ 2190 w 6458"/>
                <a:gd name="T51" fmla="*/ 831 h 5967"/>
                <a:gd name="T52" fmla="*/ 2420 w 6458"/>
                <a:gd name="T53" fmla="*/ 577 h 5967"/>
                <a:gd name="T54" fmla="*/ 2674 w 6458"/>
                <a:gd name="T55" fmla="*/ 416 h 5967"/>
                <a:gd name="T56" fmla="*/ 3043 w 6458"/>
                <a:gd name="T57" fmla="*/ 323 h 5967"/>
                <a:gd name="T58" fmla="*/ 3435 w 6458"/>
                <a:gd name="T59" fmla="*/ 323 h 5967"/>
                <a:gd name="T60" fmla="*/ 3758 w 6458"/>
                <a:gd name="T61" fmla="*/ 437 h 5967"/>
                <a:gd name="T62" fmla="*/ 4012 w 6458"/>
                <a:gd name="T63" fmla="*/ 668 h 5967"/>
                <a:gd name="T64" fmla="*/ 4265 w 6458"/>
                <a:gd name="T65" fmla="*/ 898 h 5967"/>
                <a:gd name="T66" fmla="*/ 4773 w 6458"/>
                <a:gd name="T67" fmla="*/ 1358 h 5967"/>
                <a:gd name="T68" fmla="*/ 5188 w 6458"/>
                <a:gd name="T69" fmla="*/ 1450 h 5967"/>
                <a:gd name="T70" fmla="*/ 5650 w 6458"/>
                <a:gd name="T71" fmla="*/ 1726 h 5967"/>
                <a:gd name="T72" fmla="*/ 5950 w 6458"/>
                <a:gd name="T73" fmla="*/ 2140 h 5967"/>
                <a:gd name="T74" fmla="*/ 6134 w 6458"/>
                <a:gd name="T75" fmla="*/ 2486 h 5967"/>
                <a:gd name="T76" fmla="*/ 3228 w 6458"/>
                <a:gd name="T77" fmla="*/ 2235 h 5967"/>
                <a:gd name="T78" fmla="*/ 3159 w 6458"/>
                <a:gd name="T79" fmla="*/ 2350 h 5967"/>
                <a:gd name="T80" fmla="*/ 3344 w 6458"/>
                <a:gd name="T81" fmla="*/ 3479 h 5967"/>
                <a:gd name="T82" fmla="*/ 3390 w 6458"/>
                <a:gd name="T83" fmla="*/ 2488 h 5967"/>
                <a:gd name="T84" fmla="*/ 3228 w 6458"/>
                <a:gd name="T85" fmla="*/ 1060 h 5967"/>
                <a:gd name="T86" fmla="*/ 2859 w 6458"/>
                <a:gd name="T87" fmla="*/ 1544 h 5967"/>
                <a:gd name="T88" fmla="*/ 3205 w 6458"/>
                <a:gd name="T89" fmla="*/ 1360 h 5967"/>
                <a:gd name="T90" fmla="*/ 3158 w 6458"/>
                <a:gd name="T91" fmla="*/ 392 h 5967"/>
                <a:gd name="T92" fmla="*/ 1961 w 6458"/>
                <a:gd name="T93" fmla="*/ 3435 h 5967"/>
                <a:gd name="T94" fmla="*/ 1984 w 6458"/>
                <a:gd name="T95" fmla="*/ 3527 h 5967"/>
                <a:gd name="T96" fmla="*/ 3253 w 6458"/>
                <a:gd name="T97" fmla="*/ 5461 h 5967"/>
                <a:gd name="T98" fmla="*/ 3945 w 6458"/>
                <a:gd name="T99" fmla="*/ 4700 h 5967"/>
                <a:gd name="T100" fmla="*/ 4521 w 6458"/>
                <a:gd name="T101" fmla="*/ 3478 h 5967"/>
                <a:gd name="T102" fmla="*/ 4935 w 6458"/>
                <a:gd name="T103" fmla="*/ 3178 h 5967"/>
                <a:gd name="T104" fmla="*/ 3345 w 6458"/>
                <a:gd name="T105" fmla="*/ 3871 h 5967"/>
                <a:gd name="T106" fmla="*/ 2745 w 6458"/>
                <a:gd name="T107" fmla="*/ 3825 h 5967"/>
                <a:gd name="T108" fmla="*/ 1476 w 6458"/>
                <a:gd name="T109" fmla="*/ 3066 h 5967"/>
                <a:gd name="T110" fmla="*/ 5627 w 6458"/>
                <a:gd name="T111" fmla="*/ 2417 h 5967"/>
                <a:gd name="T112" fmla="*/ 3045 w 6458"/>
                <a:gd name="T113" fmla="*/ 5023 h 5967"/>
                <a:gd name="T114" fmla="*/ 3737 w 6458"/>
                <a:gd name="T115" fmla="*/ 5045 h 5967"/>
                <a:gd name="T116" fmla="*/ 2930 w 6458"/>
                <a:gd name="T117" fmla="*/ 4954 h 5967"/>
                <a:gd name="T118" fmla="*/ 3230 w 6458"/>
                <a:gd name="T119" fmla="*/ 4977 h 59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458" h="5967">
                  <a:moveTo>
                    <a:pt x="3229" y="2627"/>
                  </a:moveTo>
                  <a:cubicBezTo>
                    <a:pt x="3136" y="2650"/>
                    <a:pt x="3136" y="2650"/>
                    <a:pt x="3136" y="2650"/>
                  </a:cubicBezTo>
                  <a:cubicBezTo>
                    <a:pt x="3229" y="3018"/>
                    <a:pt x="3229" y="3018"/>
                    <a:pt x="3229" y="3018"/>
                  </a:cubicBezTo>
                  <a:cubicBezTo>
                    <a:pt x="3137" y="3042"/>
                    <a:pt x="3229" y="3018"/>
                    <a:pt x="3252" y="3111"/>
                  </a:cubicBezTo>
                  <a:cubicBezTo>
                    <a:pt x="3229" y="3018"/>
                    <a:pt x="3229" y="3018"/>
                    <a:pt x="3229" y="3018"/>
                  </a:cubicBezTo>
                  <a:cubicBezTo>
                    <a:pt x="3252" y="2719"/>
                    <a:pt x="3252" y="2719"/>
                    <a:pt x="3252" y="2719"/>
                  </a:cubicBezTo>
                  <a:cubicBezTo>
                    <a:pt x="3229" y="2627"/>
                    <a:pt x="3229" y="2627"/>
                    <a:pt x="3229" y="2627"/>
                  </a:cubicBezTo>
                  <a:close/>
                  <a:moveTo>
                    <a:pt x="4611" y="1105"/>
                  </a:moveTo>
                  <a:cubicBezTo>
                    <a:pt x="4611" y="1105"/>
                    <a:pt x="4611" y="1105"/>
                    <a:pt x="4611" y="1105"/>
                  </a:cubicBezTo>
                  <a:cubicBezTo>
                    <a:pt x="4450" y="460"/>
                    <a:pt x="3850" y="23"/>
                    <a:pt x="3158" y="0"/>
                  </a:cubicBezTo>
                  <a:cubicBezTo>
                    <a:pt x="2581" y="47"/>
                    <a:pt x="2005" y="485"/>
                    <a:pt x="1775" y="1131"/>
                  </a:cubicBezTo>
                  <a:cubicBezTo>
                    <a:pt x="806" y="1178"/>
                    <a:pt x="23" y="1962"/>
                    <a:pt x="0" y="3045"/>
                  </a:cubicBezTo>
                  <a:cubicBezTo>
                    <a:pt x="47" y="4013"/>
                    <a:pt x="854" y="4887"/>
                    <a:pt x="1846" y="4932"/>
                  </a:cubicBezTo>
                  <a:cubicBezTo>
                    <a:pt x="1985" y="5485"/>
                    <a:pt x="2585" y="5922"/>
                    <a:pt x="3277" y="5944"/>
                  </a:cubicBezTo>
                  <a:cubicBezTo>
                    <a:pt x="3968" y="5967"/>
                    <a:pt x="4429" y="5459"/>
                    <a:pt x="4683" y="4906"/>
                  </a:cubicBezTo>
                  <a:cubicBezTo>
                    <a:pt x="5651" y="4859"/>
                    <a:pt x="6412" y="3983"/>
                    <a:pt x="6458" y="2992"/>
                  </a:cubicBezTo>
                  <a:cubicBezTo>
                    <a:pt x="6388" y="1932"/>
                    <a:pt x="5603" y="1150"/>
                    <a:pt x="4611" y="1105"/>
                  </a:cubicBezTo>
                  <a:close/>
                  <a:moveTo>
                    <a:pt x="6181" y="3061"/>
                  </a:moveTo>
                  <a:cubicBezTo>
                    <a:pt x="6181" y="3061"/>
                    <a:pt x="6181" y="3061"/>
                    <a:pt x="6181" y="3061"/>
                  </a:cubicBezTo>
                  <a:cubicBezTo>
                    <a:pt x="6181" y="3061"/>
                    <a:pt x="6181" y="3061"/>
                    <a:pt x="6204" y="3154"/>
                  </a:cubicBezTo>
                  <a:cubicBezTo>
                    <a:pt x="6204" y="3154"/>
                    <a:pt x="6204" y="3154"/>
                    <a:pt x="6204" y="3154"/>
                  </a:cubicBezTo>
                  <a:cubicBezTo>
                    <a:pt x="6204" y="3154"/>
                    <a:pt x="6204" y="3154"/>
                    <a:pt x="6112" y="3177"/>
                  </a:cubicBezTo>
                  <a:cubicBezTo>
                    <a:pt x="6135" y="3269"/>
                    <a:pt x="6135" y="3269"/>
                    <a:pt x="6135" y="3269"/>
                  </a:cubicBezTo>
                  <a:cubicBezTo>
                    <a:pt x="6135" y="3269"/>
                    <a:pt x="6135" y="3269"/>
                    <a:pt x="6135" y="3269"/>
                  </a:cubicBezTo>
                  <a:cubicBezTo>
                    <a:pt x="6135" y="3269"/>
                    <a:pt x="6135" y="3269"/>
                    <a:pt x="6135" y="3269"/>
                  </a:cubicBezTo>
                  <a:cubicBezTo>
                    <a:pt x="6158" y="3361"/>
                    <a:pt x="6158" y="3361"/>
                    <a:pt x="6158" y="3361"/>
                  </a:cubicBezTo>
                  <a:cubicBezTo>
                    <a:pt x="6158" y="3361"/>
                    <a:pt x="6158" y="3361"/>
                    <a:pt x="6158" y="3361"/>
                  </a:cubicBezTo>
                  <a:cubicBezTo>
                    <a:pt x="6066" y="3384"/>
                    <a:pt x="6089" y="3476"/>
                    <a:pt x="6089" y="3476"/>
                  </a:cubicBezTo>
                  <a:cubicBezTo>
                    <a:pt x="6089" y="3476"/>
                    <a:pt x="6089" y="3476"/>
                    <a:pt x="6089" y="3476"/>
                  </a:cubicBezTo>
                  <a:cubicBezTo>
                    <a:pt x="6089" y="3476"/>
                    <a:pt x="6089" y="3476"/>
                    <a:pt x="6089" y="3476"/>
                  </a:cubicBezTo>
                  <a:cubicBezTo>
                    <a:pt x="6112" y="3568"/>
                    <a:pt x="6112" y="3568"/>
                    <a:pt x="6112" y="3568"/>
                  </a:cubicBezTo>
                  <a:cubicBezTo>
                    <a:pt x="6112" y="3568"/>
                    <a:pt x="6112" y="3568"/>
                    <a:pt x="6020" y="3591"/>
                  </a:cubicBezTo>
                  <a:cubicBezTo>
                    <a:pt x="6020" y="3591"/>
                    <a:pt x="6020" y="3591"/>
                    <a:pt x="6020" y="3591"/>
                  </a:cubicBezTo>
                  <a:cubicBezTo>
                    <a:pt x="6043" y="3684"/>
                    <a:pt x="6043" y="3684"/>
                    <a:pt x="6043" y="3684"/>
                  </a:cubicBezTo>
                  <a:cubicBezTo>
                    <a:pt x="6043" y="3684"/>
                    <a:pt x="6043" y="3684"/>
                    <a:pt x="6043" y="3684"/>
                  </a:cubicBezTo>
                  <a:cubicBezTo>
                    <a:pt x="6043" y="3684"/>
                    <a:pt x="6043" y="3684"/>
                    <a:pt x="5951" y="3707"/>
                  </a:cubicBezTo>
                  <a:cubicBezTo>
                    <a:pt x="5974" y="3799"/>
                    <a:pt x="5974" y="3799"/>
                    <a:pt x="5974" y="3799"/>
                  </a:cubicBezTo>
                  <a:cubicBezTo>
                    <a:pt x="5974" y="3799"/>
                    <a:pt x="5974" y="3799"/>
                    <a:pt x="5974" y="3799"/>
                  </a:cubicBezTo>
                  <a:cubicBezTo>
                    <a:pt x="5974" y="3799"/>
                    <a:pt x="5974" y="3799"/>
                    <a:pt x="5974" y="3799"/>
                  </a:cubicBezTo>
                  <a:cubicBezTo>
                    <a:pt x="5881" y="3822"/>
                    <a:pt x="5881" y="3822"/>
                    <a:pt x="5881" y="3822"/>
                  </a:cubicBezTo>
                  <a:cubicBezTo>
                    <a:pt x="5904" y="3914"/>
                    <a:pt x="5904" y="3914"/>
                    <a:pt x="5904" y="3914"/>
                  </a:cubicBezTo>
                  <a:cubicBezTo>
                    <a:pt x="5904" y="3914"/>
                    <a:pt x="5904" y="3914"/>
                    <a:pt x="5904" y="3914"/>
                  </a:cubicBezTo>
                  <a:cubicBezTo>
                    <a:pt x="5812" y="3937"/>
                    <a:pt x="5812" y="3937"/>
                    <a:pt x="5812" y="3937"/>
                  </a:cubicBezTo>
                  <a:cubicBezTo>
                    <a:pt x="5812" y="3937"/>
                    <a:pt x="5812" y="3937"/>
                    <a:pt x="5835" y="4029"/>
                  </a:cubicBezTo>
                  <a:cubicBezTo>
                    <a:pt x="5835" y="4029"/>
                    <a:pt x="5835" y="4029"/>
                    <a:pt x="5835" y="4029"/>
                  </a:cubicBezTo>
                  <a:cubicBezTo>
                    <a:pt x="5743" y="4053"/>
                    <a:pt x="5743" y="4053"/>
                    <a:pt x="5743" y="4053"/>
                  </a:cubicBezTo>
                  <a:cubicBezTo>
                    <a:pt x="5743" y="4053"/>
                    <a:pt x="5743" y="4053"/>
                    <a:pt x="5743" y="4053"/>
                  </a:cubicBezTo>
                  <a:cubicBezTo>
                    <a:pt x="5743" y="4053"/>
                    <a:pt x="5766" y="4145"/>
                    <a:pt x="5674" y="4168"/>
                  </a:cubicBezTo>
                  <a:cubicBezTo>
                    <a:pt x="5674" y="4168"/>
                    <a:pt x="5674" y="4168"/>
                    <a:pt x="5674" y="4168"/>
                  </a:cubicBezTo>
                  <a:cubicBezTo>
                    <a:pt x="5674" y="4168"/>
                    <a:pt x="5674" y="4168"/>
                    <a:pt x="5674" y="4168"/>
                  </a:cubicBezTo>
                  <a:cubicBezTo>
                    <a:pt x="5582" y="4191"/>
                    <a:pt x="5582" y="4191"/>
                    <a:pt x="5582" y="4191"/>
                  </a:cubicBezTo>
                  <a:cubicBezTo>
                    <a:pt x="5582" y="4191"/>
                    <a:pt x="5582" y="4191"/>
                    <a:pt x="5582" y="4191"/>
                  </a:cubicBezTo>
                  <a:cubicBezTo>
                    <a:pt x="5605" y="4283"/>
                    <a:pt x="5605" y="4283"/>
                    <a:pt x="5605" y="4283"/>
                  </a:cubicBezTo>
                  <a:cubicBezTo>
                    <a:pt x="5513" y="4306"/>
                    <a:pt x="5513" y="4306"/>
                    <a:pt x="5513" y="4306"/>
                  </a:cubicBezTo>
                  <a:cubicBezTo>
                    <a:pt x="5513" y="4306"/>
                    <a:pt x="5513" y="4306"/>
                    <a:pt x="5513" y="4306"/>
                  </a:cubicBezTo>
                  <a:cubicBezTo>
                    <a:pt x="5513" y="4306"/>
                    <a:pt x="5513" y="4306"/>
                    <a:pt x="5513" y="4306"/>
                  </a:cubicBezTo>
                  <a:cubicBezTo>
                    <a:pt x="5420" y="4329"/>
                    <a:pt x="5420" y="4329"/>
                    <a:pt x="5420" y="4329"/>
                  </a:cubicBezTo>
                  <a:cubicBezTo>
                    <a:pt x="5420" y="4329"/>
                    <a:pt x="5420" y="4329"/>
                    <a:pt x="5420" y="4329"/>
                  </a:cubicBezTo>
                  <a:cubicBezTo>
                    <a:pt x="5328" y="4352"/>
                    <a:pt x="5328" y="4352"/>
                    <a:pt x="5328" y="4352"/>
                  </a:cubicBezTo>
                  <a:cubicBezTo>
                    <a:pt x="5351" y="4445"/>
                    <a:pt x="5351" y="4445"/>
                    <a:pt x="5351" y="4445"/>
                  </a:cubicBezTo>
                  <a:cubicBezTo>
                    <a:pt x="5351" y="4445"/>
                    <a:pt x="5351" y="4445"/>
                    <a:pt x="5351" y="4445"/>
                  </a:cubicBezTo>
                  <a:cubicBezTo>
                    <a:pt x="5259" y="4468"/>
                    <a:pt x="5259" y="4468"/>
                    <a:pt x="5259" y="4468"/>
                  </a:cubicBezTo>
                  <a:cubicBezTo>
                    <a:pt x="5259" y="4468"/>
                    <a:pt x="5259" y="4468"/>
                    <a:pt x="5259" y="4468"/>
                  </a:cubicBezTo>
                  <a:cubicBezTo>
                    <a:pt x="5167" y="4491"/>
                    <a:pt x="5167" y="4491"/>
                    <a:pt x="5167" y="4491"/>
                  </a:cubicBezTo>
                  <a:cubicBezTo>
                    <a:pt x="5167" y="4491"/>
                    <a:pt x="5167" y="4491"/>
                    <a:pt x="5167" y="4491"/>
                  </a:cubicBezTo>
                  <a:cubicBezTo>
                    <a:pt x="5167" y="4491"/>
                    <a:pt x="5167" y="4491"/>
                    <a:pt x="5167" y="4491"/>
                  </a:cubicBezTo>
                  <a:cubicBezTo>
                    <a:pt x="5075" y="4514"/>
                    <a:pt x="5075" y="4514"/>
                    <a:pt x="5075" y="4514"/>
                  </a:cubicBezTo>
                  <a:cubicBezTo>
                    <a:pt x="5075" y="4514"/>
                    <a:pt x="5075" y="4514"/>
                    <a:pt x="5075" y="4514"/>
                  </a:cubicBezTo>
                  <a:cubicBezTo>
                    <a:pt x="5075" y="4514"/>
                    <a:pt x="5075" y="4514"/>
                    <a:pt x="4982" y="4537"/>
                  </a:cubicBezTo>
                  <a:cubicBezTo>
                    <a:pt x="4982" y="4537"/>
                    <a:pt x="4982" y="4537"/>
                    <a:pt x="4982" y="4537"/>
                  </a:cubicBezTo>
                  <a:cubicBezTo>
                    <a:pt x="4982" y="4537"/>
                    <a:pt x="4982" y="4537"/>
                    <a:pt x="4982" y="4537"/>
                  </a:cubicBezTo>
                  <a:cubicBezTo>
                    <a:pt x="4890" y="4560"/>
                    <a:pt x="4890" y="4560"/>
                    <a:pt x="4890" y="4560"/>
                  </a:cubicBezTo>
                  <a:cubicBezTo>
                    <a:pt x="4890" y="4560"/>
                    <a:pt x="4890" y="4560"/>
                    <a:pt x="4890" y="4560"/>
                  </a:cubicBezTo>
                  <a:cubicBezTo>
                    <a:pt x="4798" y="4583"/>
                    <a:pt x="4798" y="4583"/>
                    <a:pt x="4798" y="4583"/>
                  </a:cubicBezTo>
                  <a:cubicBezTo>
                    <a:pt x="4798" y="4583"/>
                    <a:pt x="4798" y="4583"/>
                    <a:pt x="4798" y="4583"/>
                  </a:cubicBezTo>
                  <a:cubicBezTo>
                    <a:pt x="4798" y="4583"/>
                    <a:pt x="4798" y="4583"/>
                    <a:pt x="4798" y="4583"/>
                  </a:cubicBezTo>
                  <a:cubicBezTo>
                    <a:pt x="4706" y="4607"/>
                    <a:pt x="4613" y="4630"/>
                    <a:pt x="4521" y="4653"/>
                  </a:cubicBezTo>
                  <a:cubicBezTo>
                    <a:pt x="4521" y="4653"/>
                    <a:pt x="4521" y="4653"/>
                    <a:pt x="4406" y="4584"/>
                  </a:cubicBezTo>
                  <a:cubicBezTo>
                    <a:pt x="4429" y="4676"/>
                    <a:pt x="4452" y="4768"/>
                    <a:pt x="4383" y="4883"/>
                  </a:cubicBezTo>
                  <a:cubicBezTo>
                    <a:pt x="4383" y="4883"/>
                    <a:pt x="4383" y="4883"/>
                    <a:pt x="4383" y="4883"/>
                  </a:cubicBezTo>
                  <a:cubicBezTo>
                    <a:pt x="4406" y="4976"/>
                    <a:pt x="4406" y="4976"/>
                    <a:pt x="4406" y="4976"/>
                  </a:cubicBezTo>
                  <a:cubicBezTo>
                    <a:pt x="4314" y="4999"/>
                    <a:pt x="4314" y="4999"/>
                    <a:pt x="4314" y="4999"/>
                  </a:cubicBezTo>
                  <a:cubicBezTo>
                    <a:pt x="4314" y="4999"/>
                    <a:pt x="4314" y="4999"/>
                    <a:pt x="4314" y="4999"/>
                  </a:cubicBezTo>
                  <a:cubicBezTo>
                    <a:pt x="4314" y="4999"/>
                    <a:pt x="4314" y="4999"/>
                    <a:pt x="4314" y="4999"/>
                  </a:cubicBezTo>
                  <a:cubicBezTo>
                    <a:pt x="4314" y="4999"/>
                    <a:pt x="4314" y="4999"/>
                    <a:pt x="4314" y="4999"/>
                  </a:cubicBezTo>
                  <a:cubicBezTo>
                    <a:pt x="4337" y="5091"/>
                    <a:pt x="4337" y="5091"/>
                    <a:pt x="4337" y="5091"/>
                  </a:cubicBezTo>
                  <a:cubicBezTo>
                    <a:pt x="4245" y="5114"/>
                    <a:pt x="4245" y="5114"/>
                    <a:pt x="4245" y="5114"/>
                  </a:cubicBezTo>
                  <a:cubicBezTo>
                    <a:pt x="4245" y="5114"/>
                    <a:pt x="4245" y="5114"/>
                    <a:pt x="4245" y="5114"/>
                  </a:cubicBezTo>
                  <a:cubicBezTo>
                    <a:pt x="4245" y="5114"/>
                    <a:pt x="4245" y="5114"/>
                    <a:pt x="4245" y="5114"/>
                  </a:cubicBezTo>
                  <a:cubicBezTo>
                    <a:pt x="4268" y="5206"/>
                    <a:pt x="4268" y="5206"/>
                    <a:pt x="4268" y="5206"/>
                  </a:cubicBezTo>
                  <a:cubicBezTo>
                    <a:pt x="4176" y="5229"/>
                    <a:pt x="4176" y="5229"/>
                    <a:pt x="4176" y="5229"/>
                  </a:cubicBezTo>
                  <a:cubicBezTo>
                    <a:pt x="4176" y="5229"/>
                    <a:pt x="4176" y="5229"/>
                    <a:pt x="4176" y="5229"/>
                  </a:cubicBezTo>
                  <a:cubicBezTo>
                    <a:pt x="4176" y="5229"/>
                    <a:pt x="4176" y="5229"/>
                    <a:pt x="4176" y="5229"/>
                  </a:cubicBezTo>
                  <a:cubicBezTo>
                    <a:pt x="4176" y="5229"/>
                    <a:pt x="4176" y="5229"/>
                    <a:pt x="4176" y="5229"/>
                  </a:cubicBezTo>
                  <a:cubicBezTo>
                    <a:pt x="4083" y="5252"/>
                    <a:pt x="4083" y="5252"/>
                    <a:pt x="4083" y="5252"/>
                  </a:cubicBezTo>
                  <a:cubicBezTo>
                    <a:pt x="4106" y="5345"/>
                    <a:pt x="4106" y="5345"/>
                    <a:pt x="4106" y="5345"/>
                  </a:cubicBezTo>
                  <a:cubicBezTo>
                    <a:pt x="4106" y="5345"/>
                    <a:pt x="4106" y="5345"/>
                    <a:pt x="4106" y="5345"/>
                  </a:cubicBezTo>
                  <a:cubicBezTo>
                    <a:pt x="4106" y="5345"/>
                    <a:pt x="4106" y="5345"/>
                    <a:pt x="4106" y="5345"/>
                  </a:cubicBezTo>
                  <a:cubicBezTo>
                    <a:pt x="4014" y="5368"/>
                    <a:pt x="4014" y="5368"/>
                    <a:pt x="4014" y="5368"/>
                  </a:cubicBezTo>
                  <a:cubicBezTo>
                    <a:pt x="4014" y="5368"/>
                    <a:pt x="4014" y="5368"/>
                    <a:pt x="4014" y="5368"/>
                  </a:cubicBezTo>
                  <a:cubicBezTo>
                    <a:pt x="4014" y="5368"/>
                    <a:pt x="4014" y="5368"/>
                    <a:pt x="4014" y="5368"/>
                  </a:cubicBezTo>
                  <a:cubicBezTo>
                    <a:pt x="4037" y="5460"/>
                    <a:pt x="4037" y="5460"/>
                    <a:pt x="4037" y="5460"/>
                  </a:cubicBezTo>
                  <a:cubicBezTo>
                    <a:pt x="3945" y="5483"/>
                    <a:pt x="3945" y="5483"/>
                    <a:pt x="3945" y="5483"/>
                  </a:cubicBezTo>
                  <a:cubicBezTo>
                    <a:pt x="3945" y="5483"/>
                    <a:pt x="3945" y="5483"/>
                    <a:pt x="3945" y="5483"/>
                  </a:cubicBezTo>
                  <a:cubicBezTo>
                    <a:pt x="3945" y="5483"/>
                    <a:pt x="3945" y="5483"/>
                    <a:pt x="3945" y="5483"/>
                  </a:cubicBezTo>
                  <a:cubicBezTo>
                    <a:pt x="3853" y="5506"/>
                    <a:pt x="3853" y="5506"/>
                    <a:pt x="3853" y="5506"/>
                  </a:cubicBezTo>
                  <a:cubicBezTo>
                    <a:pt x="3853" y="5506"/>
                    <a:pt x="3853" y="5506"/>
                    <a:pt x="3853" y="5506"/>
                  </a:cubicBezTo>
                  <a:cubicBezTo>
                    <a:pt x="3853" y="5506"/>
                    <a:pt x="3853" y="5506"/>
                    <a:pt x="3853" y="5506"/>
                  </a:cubicBezTo>
                  <a:cubicBezTo>
                    <a:pt x="3853" y="5506"/>
                    <a:pt x="3853" y="5506"/>
                    <a:pt x="3853" y="5506"/>
                  </a:cubicBezTo>
                  <a:cubicBezTo>
                    <a:pt x="3761" y="5529"/>
                    <a:pt x="3761" y="5529"/>
                    <a:pt x="3761" y="5529"/>
                  </a:cubicBezTo>
                  <a:cubicBezTo>
                    <a:pt x="3761" y="5529"/>
                    <a:pt x="3761" y="5529"/>
                    <a:pt x="3761" y="5529"/>
                  </a:cubicBezTo>
                  <a:cubicBezTo>
                    <a:pt x="3761" y="5529"/>
                    <a:pt x="3761" y="5529"/>
                    <a:pt x="3761" y="5529"/>
                  </a:cubicBezTo>
                  <a:cubicBezTo>
                    <a:pt x="3668" y="5552"/>
                    <a:pt x="3668" y="5552"/>
                    <a:pt x="3668" y="5552"/>
                  </a:cubicBezTo>
                  <a:cubicBezTo>
                    <a:pt x="3668" y="5552"/>
                    <a:pt x="3668" y="5552"/>
                    <a:pt x="3691" y="5645"/>
                  </a:cubicBezTo>
                  <a:cubicBezTo>
                    <a:pt x="3691" y="5645"/>
                    <a:pt x="3691" y="5645"/>
                    <a:pt x="3691" y="5645"/>
                  </a:cubicBezTo>
                  <a:cubicBezTo>
                    <a:pt x="3599" y="5668"/>
                    <a:pt x="3599" y="5668"/>
                    <a:pt x="3599" y="5668"/>
                  </a:cubicBezTo>
                  <a:cubicBezTo>
                    <a:pt x="3599" y="5668"/>
                    <a:pt x="3599" y="5668"/>
                    <a:pt x="3599" y="5668"/>
                  </a:cubicBezTo>
                  <a:cubicBezTo>
                    <a:pt x="3599" y="5668"/>
                    <a:pt x="3599" y="5668"/>
                    <a:pt x="3599" y="5668"/>
                  </a:cubicBezTo>
                  <a:cubicBezTo>
                    <a:pt x="3599" y="5668"/>
                    <a:pt x="3599" y="5668"/>
                    <a:pt x="3599" y="5668"/>
                  </a:cubicBezTo>
                  <a:cubicBezTo>
                    <a:pt x="3507" y="5691"/>
                    <a:pt x="3507" y="5691"/>
                    <a:pt x="3507" y="5691"/>
                  </a:cubicBezTo>
                  <a:cubicBezTo>
                    <a:pt x="3507" y="5691"/>
                    <a:pt x="3507" y="5691"/>
                    <a:pt x="3507" y="5691"/>
                  </a:cubicBezTo>
                  <a:cubicBezTo>
                    <a:pt x="3507" y="5691"/>
                    <a:pt x="3507" y="5691"/>
                    <a:pt x="3415" y="5714"/>
                  </a:cubicBezTo>
                  <a:cubicBezTo>
                    <a:pt x="3415" y="5714"/>
                    <a:pt x="3415" y="5714"/>
                    <a:pt x="3415" y="5714"/>
                  </a:cubicBezTo>
                  <a:cubicBezTo>
                    <a:pt x="3415" y="5714"/>
                    <a:pt x="3415" y="5714"/>
                    <a:pt x="3392" y="5622"/>
                  </a:cubicBezTo>
                  <a:cubicBezTo>
                    <a:pt x="3392" y="5622"/>
                    <a:pt x="3392" y="5622"/>
                    <a:pt x="3392" y="5622"/>
                  </a:cubicBezTo>
                  <a:cubicBezTo>
                    <a:pt x="3299" y="5645"/>
                    <a:pt x="3299" y="5645"/>
                    <a:pt x="3299" y="5645"/>
                  </a:cubicBezTo>
                  <a:cubicBezTo>
                    <a:pt x="3299" y="5645"/>
                    <a:pt x="3299" y="5645"/>
                    <a:pt x="3299" y="5645"/>
                  </a:cubicBezTo>
                  <a:cubicBezTo>
                    <a:pt x="3299" y="5645"/>
                    <a:pt x="3299" y="5645"/>
                    <a:pt x="3207" y="5668"/>
                  </a:cubicBezTo>
                  <a:cubicBezTo>
                    <a:pt x="3207" y="5668"/>
                    <a:pt x="3207" y="5668"/>
                    <a:pt x="3207" y="5668"/>
                  </a:cubicBezTo>
                  <a:cubicBezTo>
                    <a:pt x="3207" y="5668"/>
                    <a:pt x="3207" y="5668"/>
                    <a:pt x="3207" y="5668"/>
                  </a:cubicBezTo>
                  <a:cubicBezTo>
                    <a:pt x="3207" y="5668"/>
                    <a:pt x="3207" y="5668"/>
                    <a:pt x="3207" y="5668"/>
                  </a:cubicBezTo>
                  <a:cubicBezTo>
                    <a:pt x="3115" y="5691"/>
                    <a:pt x="3115" y="5691"/>
                    <a:pt x="3115" y="5691"/>
                  </a:cubicBezTo>
                  <a:cubicBezTo>
                    <a:pt x="3115" y="5691"/>
                    <a:pt x="3115" y="5691"/>
                    <a:pt x="3115" y="5691"/>
                  </a:cubicBezTo>
                  <a:cubicBezTo>
                    <a:pt x="3115" y="5691"/>
                    <a:pt x="3115" y="5691"/>
                    <a:pt x="3115" y="5691"/>
                  </a:cubicBezTo>
                  <a:cubicBezTo>
                    <a:pt x="3115" y="5691"/>
                    <a:pt x="3115" y="5691"/>
                    <a:pt x="3115" y="5691"/>
                  </a:cubicBezTo>
                  <a:cubicBezTo>
                    <a:pt x="3023" y="5714"/>
                    <a:pt x="3000" y="5622"/>
                    <a:pt x="3000" y="5622"/>
                  </a:cubicBezTo>
                  <a:cubicBezTo>
                    <a:pt x="3000" y="5622"/>
                    <a:pt x="3000" y="5622"/>
                    <a:pt x="3000" y="5622"/>
                  </a:cubicBezTo>
                  <a:cubicBezTo>
                    <a:pt x="3000" y="5622"/>
                    <a:pt x="3000" y="5622"/>
                    <a:pt x="3000" y="5622"/>
                  </a:cubicBezTo>
                  <a:cubicBezTo>
                    <a:pt x="2907" y="5645"/>
                    <a:pt x="2907" y="5645"/>
                    <a:pt x="2907" y="5645"/>
                  </a:cubicBezTo>
                  <a:cubicBezTo>
                    <a:pt x="2907" y="5645"/>
                    <a:pt x="2907" y="5645"/>
                    <a:pt x="2907" y="5645"/>
                  </a:cubicBezTo>
                  <a:cubicBezTo>
                    <a:pt x="2907" y="5645"/>
                    <a:pt x="2907" y="5645"/>
                    <a:pt x="2907" y="5645"/>
                  </a:cubicBezTo>
                  <a:cubicBezTo>
                    <a:pt x="2907" y="5645"/>
                    <a:pt x="2907" y="5645"/>
                    <a:pt x="2792" y="5576"/>
                  </a:cubicBezTo>
                  <a:cubicBezTo>
                    <a:pt x="2792" y="5576"/>
                    <a:pt x="2792" y="5576"/>
                    <a:pt x="2792" y="5576"/>
                  </a:cubicBezTo>
                  <a:cubicBezTo>
                    <a:pt x="2792" y="5576"/>
                    <a:pt x="2792" y="5576"/>
                    <a:pt x="2792" y="5576"/>
                  </a:cubicBezTo>
                  <a:cubicBezTo>
                    <a:pt x="2792" y="5576"/>
                    <a:pt x="2792" y="5576"/>
                    <a:pt x="2792" y="5576"/>
                  </a:cubicBezTo>
                  <a:cubicBezTo>
                    <a:pt x="2700" y="5600"/>
                    <a:pt x="2700" y="5600"/>
                    <a:pt x="2700" y="5600"/>
                  </a:cubicBezTo>
                  <a:cubicBezTo>
                    <a:pt x="2700" y="5600"/>
                    <a:pt x="2700" y="5600"/>
                    <a:pt x="2700" y="5600"/>
                  </a:cubicBezTo>
                  <a:cubicBezTo>
                    <a:pt x="2677" y="5507"/>
                    <a:pt x="2677" y="5507"/>
                    <a:pt x="2677" y="5507"/>
                  </a:cubicBezTo>
                  <a:cubicBezTo>
                    <a:pt x="2677" y="5507"/>
                    <a:pt x="2677" y="5507"/>
                    <a:pt x="2677" y="5507"/>
                  </a:cubicBezTo>
                  <a:cubicBezTo>
                    <a:pt x="2677" y="5507"/>
                    <a:pt x="2677" y="5507"/>
                    <a:pt x="2584" y="5530"/>
                  </a:cubicBezTo>
                  <a:cubicBezTo>
                    <a:pt x="2584" y="5530"/>
                    <a:pt x="2584" y="5530"/>
                    <a:pt x="2584" y="5530"/>
                  </a:cubicBezTo>
                  <a:cubicBezTo>
                    <a:pt x="2584" y="5530"/>
                    <a:pt x="2584" y="5530"/>
                    <a:pt x="2584" y="5530"/>
                  </a:cubicBezTo>
                  <a:cubicBezTo>
                    <a:pt x="2561" y="5438"/>
                    <a:pt x="2561" y="5438"/>
                    <a:pt x="2561" y="5438"/>
                  </a:cubicBezTo>
                  <a:cubicBezTo>
                    <a:pt x="2561" y="5438"/>
                    <a:pt x="2561" y="5438"/>
                    <a:pt x="2561" y="5438"/>
                  </a:cubicBezTo>
                  <a:cubicBezTo>
                    <a:pt x="2561" y="5438"/>
                    <a:pt x="2561" y="5438"/>
                    <a:pt x="2561" y="5438"/>
                  </a:cubicBezTo>
                  <a:cubicBezTo>
                    <a:pt x="2469" y="5461"/>
                    <a:pt x="2469" y="5461"/>
                    <a:pt x="2469" y="5461"/>
                  </a:cubicBezTo>
                  <a:cubicBezTo>
                    <a:pt x="2446" y="5369"/>
                    <a:pt x="2446" y="5369"/>
                    <a:pt x="2446" y="5369"/>
                  </a:cubicBezTo>
                  <a:cubicBezTo>
                    <a:pt x="2446" y="5369"/>
                    <a:pt x="2446" y="5369"/>
                    <a:pt x="2446" y="5369"/>
                  </a:cubicBezTo>
                  <a:cubicBezTo>
                    <a:pt x="2446" y="5369"/>
                    <a:pt x="2446" y="5369"/>
                    <a:pt x="2446" y="5369"/>
                  </a:cubicBezTo>
                  <a:cubicBezTo>
                    <a:pt x="2446" y="5369"/>
                    <a:pt x="2446" y="5369"/>
                    <a:pt x="2446" y="5369"/>
                  </a:cubicBezTo>
                  <a:cubicBezTo>
                    <a:pt x="2331" y="5300"/>
                    <a:pt x="2331" y="5300"/>
                    <a:pt x="2331" y="5300"/>
                  </a:cubicBezTo>
                  <a:cubicBezTo>
                    <a:pt x="2331" y="5300"/>
                    <a:pt x="2331" y="5300"/>
                    <a:pt x="2331" y="5300"/>
                  </a:cubicBezTo>
                  <a:cubicBezTo>
                    <a:pt x="2331" y="5300"/>
                    <a:pt x="2331" y="5300"/>
                    <a:pt x="2331" y="5300"/>
                  </a:cubicBezTo>
                  <a:cubicBezTo>
                    <a:pt x="2331" y="5300"/>
                    <a:pt x="2331" y="5300"/>
                    <a:pt x="2331" y="5300"/>
                  </a:cubicBezTo>
                  <a:cubicBezTo>
                    <a:pt x="2308" y="5208"/>
                    <a:pt x="2308" y="5208"/>
                    <a:pt x="2308" y="5208"/>
                  </a:cubicBezTo>
                  <a:cubicBezTo>
                    <a:pt x="2308" y="5208"/>
                    <a:pt x="2308" y="5208"/>
                    <a:pt x="2308" y="5208"/>
                  </a:cubicBezTo>
                  <a:cubicBezTo>
                    <a:pt x="2308" y="5208"/>
                    <a:pt x="2308" y="5208"/>
                    <a:pt x="2308" y="5208"/>
                  </a:cubicBezTo>
                  <a:cubicBezTo>
                    <a:pt x="2284" y="5116"/>
                    <a:pt x="2284" y="5116"/>
                    <a:pt x="2284" y="5116"/>
                  </a:cubicBezTo>
                  <a:cubicBezTo>
                    <a:pt x="2192" y="5139"/>
                    <a:pt x="2192" y="5139"/>
                    <a:pt x="2192" y="5139"/>
                  </a:cubicBezTo>
                  <a:cubicBezTo>
                    <a:pt x="2192" y="5139"/>
                    <a:pt x="2192" y="5139"/>
                    <a:pt x="2192" y="5139"/>
                  </a:cubicBezTo>
                  <a:cubicBezTo>
                    <a:pt x="2192" y="5139"/>
                    <a:pt x="2192" y="5139"/>
                    <a:pt x="2169" y="5047"/>
                  </a:cubicBezTo>
                  <a:cubicBezTo>
                    <a:pt x="2169" y="5047"/>
                    <a:pt x="2169" y="5047"/>
                    <a:pt x="2169" y="5047"/>
                  </a:cubicBezTo>
                  <a:cubicBezTo>
                    <a:pt x="2169" y="5047"/>
                    <a:pt x="2169" y="5047"/>
                    <a:pt x="2169" y="5047"/>
                  </a:cubicBezTo>
                  <a:cubicBezTo>
                    <a:pt x="2169" y="5047"/>
                    <a:pt x="2169" y="5047"/>
                    <a:pt x="2169" y="5047"/>
                  </a:cubicBezTo>
                  <a:cubicBezTo>
                    <a:pt x="2146" y="4955"/>
                    <a:pt x="2146" y="4955"/>
                    <a:pt x="2146" y="4955"/>
                  </a:cubicBezTo>
                  <a:cubicBezTo>
                    <a:pt x="2146" y="4955"/>
                    <a:pt x="2146" y="4955"/>
                    <a:pt x="2146" y="4955"/>
                  </a:cubicBezTo>
                  <a:cubicBezTo>
                    <a:pt x="2146" y="4955"/>
                    <a:pt x="2146" y="4955"/>
                    <a:pt x="2146" y="4955"/>
                  </a:cubicBezTo>
                  <a:cubicBezTo>
                    <a:pt x="2146" y="4955"/>
                    <a:pt x="2146" y="4955"/>
                    <a:pt x="2146" y="4955"/>
                  </a:cubicBezTo>
                  <a:cubicBezTo>
                    <a:pt x="2123" y="4863"/>
                    <a:pt x="2100" y="4771"/>
                    <a:pt x="2077" y="4679"/>
                  </a:cubicBezTo>
                  <a:cubicBezTo>
                    <a:pt x="1961" y="4610"/>
                    <a:pt x="1961" y="4610"/>
                    <a:pt x="1961" y="4610"/>
                  </a:cubicBezTo>
                  <a:cubicBezTo>
                    <a:pt x="1869" y="4633"/>
                    <a:pt x="1777" y="4656"/>
                    <a:pt x="1777" y="4656"/>
                  </a:cubicBezTo>
                  <a:cubicBezTo>
                    <a:pt x="1685" y="4679"/>
                    <a:pt x="1685" y="4679"/>
                    <a:pt x="1685" y="4679"/>
                  </a:cubicBezTo>
                  <a:cubicBezTo>
                    <a:pt x="1661" y="4587"/>
                    <a:pt x="1661" y="4587"/>
                    <a:pt x="1661" y="4587"/>
                  </a:cubicBezTo>
                  <a:cubicBezTo>
                    <a:pt x="1569" y="4610"/>
                    <a:pt x="1569" y="4610"/>
                    <a:pt x="1569" y="4610"/>
                  </a:cubicBezTo>
                  <a:cubicBezTo>
                    <a:pt x="1569" y="4610"/>
                    <a:pt x="1569" y="4610"/>
                    <a:pt x="1569" y="4610"/>
                  </a:cubicBezTo>
                  <a:cubicBezTo>
                    <a:pt x="1569" y="4610"/>
                    <a:pt x="1569" y="4610"/>
                    <a:pt x="1569" y="4610"/>
                  </a:cubicBezTo>
                  <a:cubicBezTo>
                    <a:pt x="1477" y="4633"/>
                    <a:pt x="1477" y="4633"/>
                    <a:pt x="1477" y="4633"/>
                  </a:cubicBezTo>
                  <a:cubicBezTo>
                    <a:pt x="1454" y="4541"/>
                    <a:pt x="1454" y="4541"/>
                    <a:pt x="1454" y="4541"/>
                  </a:cubicBezTo>
                  <a:cubicBezTo>
                    <a:pt x="1454" y="4541"/>
                    <a:pt x="1454" y="4541"/>
                    <a:pt x="1454" y="4541"/>
                  </a:cubicBezTo>
                  <a:cubicBezTo>
                    <a:pt x="1362" y="4564"/>
                    <a:pt x="1362" y="4564"/>
                    <a:pt x="1362" y="4564"/>
                  </a:cubicBezTo>
                  <a:cubicBezTo>
                    <a:pt x="1362" y="4564"/>
                    <a:pt x="1362" y="4564"/>
                    <a:pt x="1362" y="4564"/>
                  </a:cubicBezTo>
                  <a:cubicBezTo>
                    <a:pt x="1362" y="4564"/>
                    <a:pt x="1362" y="4564"/>
                    <a:pt x="1362" y="4564"/>
                  </a:cubicBezTo>
                  <a:cubicBezTo>
                    <a:pt x="1246" y="4495"/>
                    <a:pt x="1246" y="4495"/>
                    <a:pt x="1246" y="4495"/>
                  </a:cubicBezTo>
                  <a:cubicBezTo>
                    <a:pt x="1246" y="4495"/>
                    <a:pt x="1246" y="4495"/>
                    <a:pt x="1246" y="4495"/>
                  </a:cubicBezTo>
                  <a:cubicBezTo>
                    <a:pt x="1246" y="4495"/>
                    <a:pt x="1246" y="4495"/>
                    <a:pt x="1246" y="4495"/>
                  </a:cubicBezTo>
                  <a:cubicBezTo>
                    <a:pt x="1131" y="4426"/>
                    <a:pt x="1131" y="4426"/>
                    <a:pt x="1131" y="4426"/>
                  </a:cubicBezTo>
                  <a:cubicBezTo>
                    <a:pt x="1131" y="4426"/>
                    <a:pt x="1131" y="4426"/>
                    <a:pt x="1131" y="4426"/>
                  </a:cubicBezTo>
                  <a:cubicBezTo>
                    <a:pt x="1131" y="4426"/>
                    <a:pt x="1131" y="4426"/>
                    <a:pt x="1131" y="4426"/>
                  </a:cubicBezTo>
                  <a:cubicBezTo>
                    <a:pt x="1039" y="4449"/>
                    <a:pt x="1039" y="4449"/>
                    <a:pt x="1039" y="4449"/>
                  </a:cubicBezTo>
                  <a:cubicBezTo>
                    <a:pt x="1016" y="4357"/>
                    <a:pt x="1016" y="4357"/>
                    <a:pt x="1016" y="4357"/>
                  </a:cubicBezTo>
                  <a:cubicBezTo>
                    <a:pt x="1016" y="4357"/>
                    <a:pt x="1016" y="4357"/>
                    <a:pt x="1016" y="4357"/>
                  </a:cubicBezTo>
                  <a:cubicBezTo>
                    <a:pt x="1016" y="4357"/>
                    <a:pt x="1016" y="4357"/>
                    <a:pt x="1016" y="4357"/>
                  </a:cubicBezTo>
                  <a:cubicBezTo>
                    <a:pt x="900" y="4288"/>
                    <a:pt x="900" y="4288"/>
                    <a:pt x="900" y="4288"/>
                  </a:cubicBezTo>
                  <a:cubicBezTo>
                    <a:pt x="900" y="4288"/>
                    <a:pt x="900" y="4288"/>
                    <a:pt x="900" y="4288"/>
                  </a:cubicBezTo>
                  <a:cubicBezTo>
                    <a:pt x="900" y="4288"/>
                    <a:pt x="900" y="4288"/>
                    <a:pt x="900" y="4288"/>
                  </a:cubicBezTo>
                  <a:cubicBezTo>
                    <a:pt x="900" y="4288"/>
                    <a:pt x="900" y="4288"/>
                    <a:pt x="900" y="4288"/>
                  </a:cubicBezTo>
                  <a:cubicBezTo>
                    <a:pt x="785" y="4219"/>
                    <a:pt x="785" y="4219"/>
                    <a:pt x="785" y="4219"/>
                  </a:cubicBezTo>
                  <a:cubicBezTo>
                    <a:pt x="785" y="4219"/>
                    <a:pt x="785" y="4219"/>
                    <a:pt x="785" y="4219"/>
                  </a:cubicBezTo>
                  <a:cubicBezTo>
                    <a:pt x="762" y="4127"/>
                    <a:pt x="762" y="4127"/>
                    <a:pt x="762" y="4127"/>
                  </a:cubicBezTo>
                  <a:cubicBezTo>
                    <a:pt x="762" y="4127"/>
                    <a:pt x="762" y="4127"/>
                    <a:pt x="762" y="4127"/>
                  </a:cubicBezTo>
                  <a:cubicBezTo>
                    <a:pt x="762" y="4127"/>
                    <a:pt x="670" y="4150"/>
                    <a:pt x="646" y="4058"/>
                  </a:cubicBezTo>
                  <a:cubicBezTo>
                    <a:pt x="646" y="4058"/>
                    <a:pt x="646" y="4058"/>
                    <a:pt x="646" y="4058"/>
                  </a:cubicBezTo>
                  <a:cubicBezTo>
                    <a:pt x="646" y="4058"/>
                    <a:pt x="646" y="4058"/>
                    <a:pt x="646" y="4058"/>
                  </a:cubicBezTo>
                  <a:cubicBezTo>
                    <a:pt x="623" y="3966"/>
                    <a:pt x="623" y="3966"/>
                    <a:pt x="623" y="3966"/>
                  </a:cubicBezTo>
                  <a:cubicBezTo>
                    <a:pt x="623" y="3966"/>
                    <a:pt x="623" y="3966"/>
                    <a:pt x="623" y="3966"/>
                  </a:cubicBezTo>
                  <a:cubicBezTo>
                    <a:pt x="623" y="3966"/>
                    <a:pt x="623" y="3966"/>
                    <a:pt x="623" y="3966"/>
                  </a:cubicBezTo>
                  <a:cubicBezTo>
                    <a:pt x="508" y="3897"/>
                    <a:pt x="508" y="3897"/>
                    <a:pt x="508" y="3897"/>
                  </a:cubicBezTo>
                  <a:cubicBezTo>
                    <a:pt x="508" y="3897"/>
                    <a:pt x="508" y="3897"/>
                    <a:pt x="508" y="3897"/>
                  </a:cubicBezTo>
                  <a:cubicBezTo>
                    <a:pt x="485" y="3805"/>
                    <a:pt x="485" y="3805"/>
                    <a:pt x="485" y="3805"/>
                  </a:cubicBezTo>
                  <a:cubicBezTo>
                    <a:pt x="485" y="3805"/>
                    <a:pt x="485" y="3805"/>
                    <a:pt x="485" y="3805"/>
                  </a:cubicBezTo>
                  <a:cubicBezTo>
                    <a:pt x="485" y="3805"/>
                    <a:pt x="485" y="3805"/>
                    <a:pt x="485" y="3805"/>
                  </a:cubicBezTo>
                  <a:cubicBezTo>
                    <a:pt x="462" y="3713"/>
                    <a:pt x="462" y="3713"/>
                    <a:pt x="462" y="3713"/>
                  </a:cubicBezTo>
                  <a:cubicBezTo>
                    <a:pt x="462" y="3713"/>
                    <a:pt x="462" y="3713"/>
                    <a:pt x="462" y="3713"/>
                  </a:cubicBezTo>
                  <a:cubicBezTo>
                    <a:pt x="439" y="3620"/>
                    <a:pt x="439" y="3620"/>
                    <a:pt x="439" y="3620"/>
                  </a:cubicBezTo>
                  <a:cubicBezTo>
                    <a:pt x="439" y="3620"/>
                    <a:pt x="439" y="3620"/>
                    <a:pt x="439" y="3620"/>
                  </a:cubicBezTo>
                  <a:cubicBezTo>
                    <a:pt x="439" y="3620"/>
                    <a:pt x="439" y="3620"/>
                    <a:pt x="439" y="3620"/>
                  </a:cubicBezTo>
                  <a:cubicBezTo>
                    <a:pt x="416" y="3528"/>
                    <a:pt x="416" y="3528"/>
                    <a:pt x="416" y="3528"/>
                  </a:cubicBezTo>
                  <a:cubicBezTo>
                    <a:pt x="323" y="3551"/>
                    <a:pt x="323" y="3551"/>
                    <a:pt x="323" y="3551"/>
                  </a:cubicBezTo>
                  <a:cubicBezTo>
                    <a:pt x="300" y="3459"/>
                    <a:pt x="300" y="3459"/>
                    <a:pt x="300" y="3459"/>
                  </a:cubicBezTo>
                  <a:cubicBezTo>
                    <a:pt x="300" y="3459"/>
                    <a:pt x="300" y="3459"/>
                    <a:pt x="300" y="3459"/>
                  </a:cubicBezTo>
                  <a:cubicBezTo>
                    <a:pt x="300" y="3459"/>
                    <a:pt x="300" y="3459"/>
                    <a:pt x="300" y="3459"/>
                  </a:cubicBezTo>
                  <a:cubicBezTo>
                    <a:pt x="277" y="3367"/>
                    <a:pt x="277" y="3367"/>
                    <a:pt x="277" y="3367"/>
                  </a:cubicBezTo>
                  <a:cubicBezTo>
                    <a:pt x="277" y="3367"/>
                    <a:pt x="277" y="3367"/>
                    <a:pt x="277" y="3367"/>
                  </a:cubicBezTo>
                  <a:cubicBezTo>
                    <a:pt x="254" y="3275"/>
                    <a:pt x="254" y="3275"/>
                    <a:pt x="254" y="3275"/>
                  </a:cubicBezTo>
                  <a:cubicBezTo>
                    <a:pt x="254" y="3275"/>
                    <a:pt x="254" y="3275"/>
                    <a:pt x="254" y="3275"/>
                  </a:cubicBezTo>
                  <a:cubicBezTo>
                    <a:pt x="254" y="3275"/>
                    <a:pt x="346" y="3252"/>
                    <a:pt x="323" y="3160"/>
                  </a:cubicBezTo>
                  <a:cubicBezTo>
                    <a:pt x="323" y="3160"/>
                    <a:pt x="323" y="3160"/>
                    <a:pt x="323" y="3160"/>
                  </a:cubicBezTo>
                  <a:cubicBezTo>
                    <a:pt x="323" y="3160"/>
                    <a:pt x="323" y="3160"/>
                    <a:pt x="323" y="3160"/>
                  </a:cubicBezTo>
                  <a:cubicBezTo>
                    <a:pt x="300" y="3068"/>
                    <a:pt x="300" y="3068"/>
                    <a:pt x="300" y="3068"/>
                  </a:cubicBezTo>
                  <a:cubicBezTo>
                    <a:pt x="300" y="3068"/>
                    <a:pt x="300" y="3068"/>
                    <a:pt x="300" y="3068"/>
                  </a:cubicBezTo>
                  <a:cubicBezTo>
                    <a:pt x="277" y="2976"/>
                    <a:pt x="277" y="2976"/>
                    <a:pt x="277" y="2976"/>
                  </a:cubicBezTo>
                  <a:cubicBezTo>
                    <a:pt x="277" y="2976"/>
                    <a:pt x="277" y="2976"/>
                    <a:pt x="277" y="2976"/>
                  </a:cubicBezTo>
                  <a:cubicBezTo>
                    <a:pt x="277" y="2976"/>
                    <a:pt x="277" y="2976"/>
                    <a:pt x="277" y="2976"/>
                  </a:cubicBezTo>
                  <a:cubicBezTo>
                    <a:pt x="254" y="2883"/>
                    <a:pt x="254" y="2883"/>
                    <a:pt x="254" y="2883"/>
                  </a:cubicBezTo>
                  <a:cubicBezTo>
                    <a:pt x="254" y="2883"/>
                    <a:pt x="254" y="2883"/>
                    <a:pt x="254" y="2883"/>
                  </a:cubicBezTo>
                  <a:cubicBezTo>
                    <a:pt x="323" y="2768"/>
                    <a:pt x="323" y="2768"/>
                    <a:pt x="323" y="2768"/>
                  </a:cubicBezTo>
                  <a:cubicBezTo>
                    <a:pt x="323" y="2768"/>
                    <a:pt x="323" y="2768"/>
                    <a:pt x="323" y="2768"/>
                  </a:cubicBezTo>
                  <a:cubicBezTo>
                    <a:pt x="323" y="2768"/>
                    <a:pt x="323" y="2768"/>
                    <a:pt x="323" y="2768"/>
                  </a:cubicBezTo>
                  <a:cubicBezTo>
                    <a:pt x="300" y="2676"/>
                    <a:pt x="300" y="2676"/>
                    <a:pt x="300" y="2676"/>
                  </a:cubicBezTo>
                  <a:cubicBezTo>
                    <a:pt x="300" y="2676"/>
                    <a:pt x="300" y="2676"/>
                    <a:pt x="300" y="2676"/>
                  </a:cubicBezTo>
                  <a:cubicBezTo>
                    <a:pt x="300" y="2676"/>
                    <a:pt x="300" y="2676"/>
                    <a:pt x="277" y="2584"/>
                  </a:cubicBezTo>
                  <a:cubicBezTo>
                    <a:pt x="369" y="2561"/>
                    <a:pt x="369" y="2561"/>
                    <a:pt x="369" y="2561"/>
                  </a:cubicBezTo>
                  <a:cubicBezTo>
                    <a:pt x="369" y="2561"/>
                    <a:pt x="369" y="2561"/>
                    <a:pt x="369" y="2561"/>
                  </a:cubicBezTo>
                  <a:cubicBezTo>
                    <a:pt x="346" y="2469"/>
                    <a:pt x="346" y="2469"/>
                    <a:pt x="346" y="2469"/>
                  </a:cubicBezTo>
                  <a:cubicBezTo>
                    <a:pt x="346" y="2469"/>
                    <a:pt x="346" y="2469"/>
                    <a:pt x="346" y="2469"/>
                  </a:cubicBezTo>
                  <a:cubicBezTo>
                    <a:pt x="346" y="2469"/>
                    <a:pt x="346" y="2469"/>
                    <a:pt x="346" y="2469"/>
                  </a:cubicBezTo>
                  <a:cubicBezTo>
                    <a:pt x="438" y="2445"/>
                    <a:pt x="415" y="2353"/>
                    <a:pt x="415" y="2353"/>
                  </a:cubicBezTo>
                  <a:cubicBezTo>
                    <a:pt x="415" y="2353"/>
                    <a:pt x="415" y="2353"/>
                    <a:pt x="415" y="2353"/>
                  </a:cubicBezTo>
                  <a:cubicBezTo>
                    <a:pt x="415" y="2353"/>
                    <a:pt x="415" y="2353"/>
                    <a:pt x="415" y="2353"/>
                  </a:cubicBezTo>
                  <a:cubicBezTo>
                    <a:pt x="392" y="2261"/>
                    <a:pt x="392" y="2261"/>
                    <a:pt x="392" y="2261"/>
                  </a:cubicBezTo>
                  <a:cubicBezTo>
                    <a:pt x="484" y="2238"/>
                    <a:pt x="484" y="2238"/>
                    <a:pt x="484" y="2238"/>
                  </a:cubicBezTo>
                  <a:cubicBezTo>
                    <a:pt x="484" y="2238"/>
                    <a:pt x="484" y="2238"/>
                    <a:pt x="484" y="2238"/>
                  </a:cubicBezTo>
                  <a:cubicBezTo>
                    <a:pt x="461" y="2146"/>
                    <a:pt x="461" y="2146"/>
                    <a:pt x="461" y="2146"/>
                  </a:cubicBezTo>
                  <a:cubicBezTo>
                    <a:pt x="553" y="2123"/>
                    <a:pt x="553" y="2123"/>
                    <a:pt x="553" y="2123"/>
                  </a:cubicBezTo>
                  <a:cubicBezTo>
                    <a:pt x="553" y="2123"/>
                    <a:pt x="553" y="2123"/>
                    <a:pt x="553" y="2123"/>
                  </a:cubicBezTo>
                  <a:cubicBezTo>
                    <a:pt x="553" y="2123"/>
                    <a:pt x="553" y="2123"/>
                    <a:pt x="553" y="2123"/>
                  </a:cubicBezTo>
                  <a:cubicBezTo>
                    <a:pt x="530" y="2031"/>
                    <a:pt x="530" y="2031"/>
                    <a:pt x="530" y="2031"/>
                  </a:cubicBezTo>
                  <a:cubicBezTo>
                    <a:pt x="622" y="2008"/>
                    <a:pt x="622" y="2008"/>
                    <a:pt x="622" y="2008"/>
                  </a:cubicBezTo>
                  <a:cubicBezTo>
                    <a:pt x="622" y="2008"/>
                    <a:pt x="622" y="2008"/>
                    <a:pt x="622" y="2008"/>
                  </a:cubicBezTo>
                  <a:cubicBezTo>
                    <a:pt x="622" y="2008"/>
                    <a:pt x="622" y="2008"/>
                    <a:pt x="622" y="2008"/>
                  </a:cubicBezTo>
                  <a:cubicBezTo>
                    <a:pt x="691" y="1892"/>
                    <a:pt x="691" y="1892"/>
                    <a:pt x="691" y="1892"/>
                  </a:cubicBezTo>
                  <a:cubicBezTo>
                    <a:pt x="691" y="1892"/>
                    <a:pt x="691" y="1892"/>
                    <a:pt x="691" y="1892"/>
                  </a:cubicBezTo>
                  <a:cubicBezTo>
                    <a:pt x="784" y="1869"/>
                    <a:pt x="784" y="1869"/>
                    <a:pt x="784" y="1869"/>
                  </a:cubicBezTo>
                  <a:cubicBezTo>
                    <a:pt x="784" y="1869"/>
                    <a:pt x="784" y="1869"/>
                    <a:pt x="784" y="1869"/>
                  </a:cubicBezTo>
                  <a:cubicBezTo>
                    <a:pt x="760" y="1777"/>
                    <a:pt x="760" y="1777"/>
                    <a:pt x="760" y="1777"/>
                  </a:cubicBezTo>
                  <a:cubicBezTo>
                    <a:pt x="853" y="1754"/>
                    <a:pt x="853" y="1754"/>
                    <a:pt x="853" y="1754"/>
                  </a:cubicBezTo>
                  <a:cubicBezTo>
                    <a:pt x="853" y="1754"/>
                    <a:pt x="853" y="1754"/>
                    <a:pt x="853" y="1754"/>
                  </a:cubicBezTo>
                  <a:cubicBezTo>
                    <a:pt x="853" y="1754"/>
                    <a:pt x="853" y="1754"/>
                    <a:pt x="853" y="1754"/>
                  </a:cubicBezTo>
                  <a:cubicBezTo>
                    <a:pt x="945" y="1731"/>
                    <a:pt x="945" y="1731"/>
                    <a:pt x="945" y="1731"/>
                  </a:cubicBezTo>
                  <a:cubicBezTo>
                    <a:pt x="922" y="1639"/>
                    <a:pt x="922" y="1639"/>
                    <a:pt x="922" y="1639"/>
                  </a:cubicBezTo>
                  <a:cubicBezTo>
                    <a:pt x="1014" y="1615"/>
                    <a:pt x="1014" y="1615"/>
                    <a:pt x="1014" y="1615"/>
                  </a:cubicBezTo>
                  <a:cubicBezTo>
                    <a:pt x="1014" y="1615"/>
                    <a:pt x="1014" y="1615"/>
                    <a:pt x="1014" y="1615"/>
                  </a:cubicBezTo>
                  <a:cubicBezTo>
                    <a:pt x="1014" y="1615"/>
                    <a:pt x="1014" y="1615"/>
                    <a:pt x="1014" y="1615"/>
                  </a:cubicBezTo>
                  <a:cubicBezTo>
                    <a:pt x="1106" y="1592"/>
                    <a:pt x="1106" y="1592"/>
                    <a:pt x="1106" y="1592"/>
                  </a:cubicBezTo>
                  <a:cubicBezTo>
                    <a:pt x="1106" y="1592"/>
                    <a:pt x="1106" y="1592"/>
                    <a:pt x="1106" y="1592"/>
                  </a:cubicBezTo>
                  <a:cubicBezTo>
                    <a:pt x="1106" y="1592"/>
                    <a:pt x="1106" y="1592"/>
                    <a:pt x="1106" y="1592"/>
                  </a:cubicBezTo>
                  <a:cubicBezTo>
                    <a:pt x="1199" y="1569"/>
                    <a:pt x="1199" y="1569"/>
                    <a:pt x="1199" y="1569"/>
                  </a:cubicBezTo>
                  <a:cubicBezTo>
                    <a:pt x="1199" y="1569"/>
                    <a:pt x="1199" y="1569"/>
                    <a:pt x="1199" y="1569"/>
                  </a:cubicBezTo>
                  <a:cubicBezTo>
                    <a:pt x="1268" y="1454"/>
                    <a:pt x="1268" y="1454"/>
                    <a:pt x="1268" y="1454"/>
                  </a:cubicBezTo>
                  <a:cubicBezTo>
                    <a:pt x="1268" y="1454"/>
                    <a:pt x="1268" y="1454"/>
                    <a:pt x="1268" y="1454"/>
                  </a:cubicBezTo>
                  <a:cubicBezTo>
                    <a:pt x="1268" y="1454"/>
                    <a:pt x="1268" y="1454"/>
                    <a:pt x="1268" y="1454"/>
                  </a:cubicBezTo>
                  <a:cubicBezTo>
                    <a:pt x="1360" y="1431"/>
                    <a:pt x="1360" y="1431"/>
                    <a:pt x="1360" y="1431"/>
                  </a:cubicBezTo>
                  <a:cubicBezTo>
                    <a:pt x="1360" y="1431"/>
                    <a:pt x="1360" y="1431"/>
                    <a:pt x="1360" y="1431"/>
                  </a:cubicBezTo>
                  <a:cubicBezTo>
                    <a:pt x="1452" y="1408"/>
                    <a:pt x="1452" y="1408"/>
                    <a:pt x="1452" y="1408"/>
                  </a:cubicBezTo>
                  <a:cubicBezTo>
                    <a:pt x="1452" y="1408"/>
                    <a:pt x="1452" y="1408"/>
                    <a:pt x="1452" y="1408"/>
                  </a:cubicBezTo>
                  <a:cubicBezTo>
                    <a:pt x="1452" y="1408"/>
                    <a:pt x="1452" y="1408"/>
                    <a:pt x="1544" y="1384"/>
                  </a:cubicBezTo>
                  <a:cubicBezTo>
                    <a:pt x="1544" y="1384"/>
                    <a:pt x="1544" y="1384"/>
                    <a:pt x="1544" y="1384"/>
                  </a:cubicBezTo>
                  <a:cubicBezTo>
                    <a:pt x="1544" y="1384"/>
                    <a:pt x="1544" y="1384"/>
                    <a:pt x="1544" y="1384"/>
                  </a:cubicBezTo>
                  <a:cubicBezTo>
                    <a:pt x="1637" y="1361"/>
                    <a:pt x="1637" y="1361"/>
                    <a:pt x="1637" y="1361"/>
                  </a:cubicBezTo>
                  <a:cubicBezTo>
                    <a:pt x="1637" y="1361"/>
                    <a:pt x="1637" y="1361"/>
                    <a:pt x="1637" y="1361"/>
                  </a:cubicBezTo>
                  <a:cubicBezTo>
                    <a:pt x="1729" y="1338"/>
                    <a:pt x="1729" y="1338"/>
                    <a:pt x="1729" y="1338"/>
                  </a:cubicBezTo>
                  <a:cubicBezTo>
                    <a:pt x="1729" y="1338"/>
                    <a:pt x="1821" y="1315"/>
                    <a:pt x="1936" y="1384"/>
                  </a:cubicBezTo>
                  <a:cubicBezTo>
                    <a:pt x="1936" y="1384"/>
                    <a:pt x="1936" y="1384"/>
                    <a:pt x="2029" y="1361"/>
                  </a:cubicBezTo>
                  <a:cubicBezTo>
                    <a:pt x="2006" y="1269"/>
                    <a:pt x="2075" y="1154"/>
                    <a:pt x="2052" y="1061"/>
                  </a:cubicBezTo>
                  <a:cubicBezTo>
                    <a:pt x="2052" y="1061"/>
                    <a:pt x="2052" y="1061"/>
                    <a:pt x="2052" y="1061"/>
                  </a:cubicBezTo>
                  <a:cubicBezTo>
                    <a:pt x="2144" y="1038"/>
                    <a:pt x="2144" y="1038"/>
                    <a:pt x="2144" y="1038"/>
                  </a:cubicBezTo>
                  <a:cubicBezTo>
                    <a:pt x="2144" y="1038"/>
                    <a:pt x="2144" y="1038"/>
                    <a:pt x="2144" y="1038"/>
                  </a:cubicBezTo>
                  <a:cubicBezTo>
                    <a:pt x="2121" y="946"/>
                    <a:pt x="2121" y="946"/>
                    <a:pt x="2121" y="946"/>
                  </a:cubicBezTo>
                  <a:cubicBezTo>
                    <a:pt x="2121" y="946"/>
                    <a:pt x="2121" y="946"/>
                    <a:pt x="2121" y="946"/>
                  </a:cubicBezTo>
                  <a:cubicBezTo>
                    <a:pt x="2121" y="946"/>
                    <a:pt x="2121" y="946"/>
                    <a:pt x="2121" y="946"/>
                  </a:cubicBezTo>
                  <a:cubicBezTo>
                    <a:pt x="2121" y="946"/>
                    <a:pt x="2121" y="946"/>
                    <a:pt x="2121" y="946"/>
                  </a:cubicBezTo>
                  <a:cubicBezTo>
                    <a:pt x="2213" y="923"/>
                    <a:pt x="2190" y="831"/>
                    <a:pt x="2190" y="831"/>
                  </a:cubicBezTo>
                  <a:cubicBezTo>
                    <a:pt x="2190" y="831"/>
                    <a:pt x="2190" y="831"/>
                    <a:pt x="2190" y="831"/>
                  </a:cubicBezTo>
                  <a:cubicBezTo>
                    <a:pt x="2190" y="831"/>
                    <a:pt x="2190" y="831"/>
                    <a:pt x="2190" y="831"/>
                  </a:cubicBezTo>
                  <a:cubicBezTo>
                    <a:pt x="2190" y="831"/>
                    <a:pt x="2190" y="831"/>
                    <a:pt x="2190" y="831"/>
                  </a:cubicBezTo>
                  <a:cubicBezTo>
                    <a:pt x="2282" y="808"/>
                    <a:pt x="2282" y="808"/>
                    <a:pt x="2282" y="808"/>
                  </a:cubicBezTo>
                  <a:cubicBezTo>
                    <a:pt x="2259" y="716"/>
                    <a:pt x="2259" y="716"/>
                    <a:pt x="2259" y="716"/>
                  </a:cubicBezTo>
                  <a:cubicBezTo>
                    <a:pt x="2259" y="716"/>
                    <a:pt x="2259" y="716"/>
                    <a:pt x="2259" y="716"/>
                  </a:cubicBezTo>
                  <a:cubicBezTo>
                    <a:pt x="2259" y="716"/>
                    <a:pt x="2259" y="716"/>
                    <a:pt x="2259" y="716"/>
                  </a:cubicBezTo>
                  <a:cubicBezTo>
                    <a:pt x="2351" y="692"/>
                    <a:pt x="2351" y="692"/>
                    <a:pt x="2351" y="692"/>
                  </a:cubicBezTo>
                  <a:cubicBezTo>
                    <a:pt x="2351" y="692"/>
                    <a:pt x="2351" y="692"/>
                    <a:pt x="2351" y="692"/>
                  </a:cubicBezTo>
                  <a:cubicBezTo>
                    <a:pt x="2351" y="692"/>
                    <a:pt x="2351" y="692"/>
                    <a:pt x="2351" y="692"/>
                  </a:cubicBezTo>
                  <a:cubicBezTo>
                    <a:pt x="2328" y="600"/>
                    <a:pt x="2328" y="600"/>
                    <a:pt x="2328" y="600"/>
                  </a:cubicBezTo>
                  <a:cubicBezTo>
                    <a:pt x="2420" y="577"/>
                    <a:pt x="2420" y="577"/>
                    <a:pt x="2420" y="577"/>
                  </a:cubicBezTo>
                  <a:cubicBezTo>
                    <a:pt x="2420" y="577"/>
                    <a:pt x="2420" y="577"/>
                    <a:pt x="2420" y="577"/>
                  </a:cubicBezTo>
                  <a:cubicBezTo>
                    <a:pt x="2420" y="577"/>
                    <a:pt x="2420" y="577"/>
                    <a:pt x="2420" y="577"/>
                  </a:cubicBezTo>
                  <a:cubicBezTo>
                    <a:pt x="2513" y="554"/>
                    <a:pt x="2513" y="554"/>
                    <a:pt x="2513" y="554"/>
                  </a:cubicBezTo>
                  <a:cubicBezTo>
                    <a:pt x="2513" y="554"/>
                    <a:pt x="2513" y="554"/>
                    <a:pt x="2513" y="554"/>
                  </a:cubicBezTo>
                  <a:cubicBezTo>
                    <a:pt x="2513" y="554"/>
                    <a:pt x="2513" y="554"/>
                    <a:pt x="2513" y="554"/>
                  </a:cubicBezTo>
                  <a:cubicBezTo>
                    <a:pt x="2513" y="554"/>
                    <a:pt x="2513" y="554"/>
                    <a:pt x="2513" y="554"/>
                  </a:cubicBezTo>
                  <a:cubicBezTo>
                    <a:pt x="2582" y="439"/>
                    <a:pt x="2582" y="439"/>
                    <a:pt x="2582" y="439"/>
                  </a:cubicBezTo>
                  <a:cubicBezTo>
                    <a:pt x="2582" y="439"/>
                    <a:pt x="2582" y="439"/>
                    <a:pt x="2582" y="439"/>
                  </a:cubicBezTo>
                  <a:cubicBezTo>
                    <a:pt x="2582" y="439"/>
                    <a:pt x="2582" y="439"/>
                    <a:pt x="2582" y="439"/>
                  </a:cubicBezTo>
                  <a:cubicBezTo>
                    <a:pt x="2674" y="416"/>
                    <a:pt x="2674" y="416"/>
                    <a:pt x="2674" y="416"/>
                  </a:cubicBezTo>
                  <a:cubicBezTo>
                    <a:pt x="2674" y="416"/>
                    <a:pt x="2674" y="416"/>
                    <a:pt x="2674" y="416"/>
                  </a:cubicBezTo>
                  <a:cubicBezTo>
                    <a:pt x="2674" y="416"/>
                    <a:pt x="2674" y="416"/>
                    <a:pt x="2674" y="416"/>
                  </a:cubicBezTo>
                  <a:cubicBezTo>
                    <a:pt x="2674" y="416"/>
                    <a:pt x="2674" y="416"/>
                    <a:pt x="2674" y="416"/>
                  </a:cubicBezTo>
                  <a:cubicBezTo>
                    <a:pt x="2766" y="392"/>
                    <a:pt x="2766" y="392"/>
                    <a:pt x="2766" y="392"/>
                  </a:cubicBezTo>
                  <a:cubicBezTo>
                    <a:pt x="2766" y="392"/>
                    <a:pt x="2766" y="392"/>
                    <a:pt x="2766" y="392"/>
                  </a:cubicBezTo>
                  <a:cubicBezTo>
                    <a:pt x="2766" y="392"/>
                    <a:pt x="2766" y="392"/>
                    <a:pt x="2766" y="392"/>
                  </a:cubicBezTo>
                  <a:cubicBezTo>
                    <a:pt x="2858" y="369"/>
                    <a:pt x="2858" y="369"/>
                    <a:pt x="2858" y="369"/>
                  </a:cubicBezTo>
                  <a:cubicBezTo>
                    <a:pt x="2858" y="369"/>
                    <a:pt x="2858" y="369"/>
                    <a:pt x="2858" y="369"/>
                  </a:cubicBezTo>
                  <a:cubicBezTo>
                    <a:pt x="2858" y="369"/>
                    <a:pt x="2858" y="369"/>
                    <a:pt x="2858" y="369"/>
                  </a:cubicBezTo>
                  <a:cubicBezTo>
                    <a:pt x="2951" y="346"/>
                    <a:pt x="2951" y="346"/>
                    <a:pt x="2951" y="346"/>
                  </a:cubicBezTo>
                  <a:cubicBezTo>
                    <a:pt x="2951" y="346"/>
                    <a:pt x="2951" y="346"/>
                    <a:pt x="2951" y="346"/>
                  </a:cubicBezTo>
                  <a:cubicBezTo>
                    <a:pt x="2951" y="346"/>
                    <a:pt x="2951" y="346"/>
                    <a:pt x="2951" y="346"/>
                  </a:cubicBezTo>
                  <a:cubicBezTo>
                    <a:pt x="3043" y="323"/>
                    <a:pt x="3043" y="323"/>
                    <a:pt x="3043" y="323"/>
                  </a:cubicBezTo>
                  <a:cubicBezTo>
                    <a:pt x="3043" y="323"/>
                    <a:pt x="3043" y="323"/>
                    <a:pt x="3043" y="323"/>
                  </a:cubicBezTo>
                  <a:cubicBezTo>
                    <a:pt x="3043" y="323"/>
                    <a:pt x="3043" y="323"/>
                    <a:pt x="3043" y="323"/>
                  </a:cubicBezTo>
                  <a:cubicBezTo>
                    <a:pt x="3135" y="300"/>
                    <a:pt x="3135" y="300"/>
                    <a:pt x="3135" y="300"/>
                  </a:cubicBezTo>
                  <a:cubicBezTo>
                    <a:pt x="3135" y="300"/>
                    <a:pt x="3135" y="300"/>
                    <a:pt x="3135" y="300"/>
                  </a:cubicBezTo>
                  <a:cubicBezTo>
                    <a:pt x="3135" y="300"/>
                    <a:pt x="3135" y="300"/>
                    <a:pt x="3135" y="300"/>
                  </a:cubicBezTo>
                  <a:cubicBezTo>
                    <a:pt x="3135" y="300"/>
                    <a:pt x="3135" y="300"/>
                    <a:pt x="3227" y="277"/>
                  </a:cubicBezTo>
                  <a:cubicBezTo>
                    <a:pt x="3227" y="277"/>
                    <a:pt x="3227" y="277"/>
                    <a:pt x="3227" y="277"/>
                  </a:cubicBezTo>
                  <a:cubicBezTo>
                    <a:pt x="3227" y="277"/>
                    <a:pt x="3227" y="277"/>
                    <a:pt x="3227" y="277"/>
                  </a:cubicBezTo>
                  <a:cubicBezTo>
                    <a:pt x="3227" y="277"/>
                    <a:pt x="3227" y="277"/>
                    <a:pt x="3227" y="277"/>
                  </a:cubicBezTo>
                  <a:cubicBezTo>
                    <a:pt x="3320" y="254"/>
                    <a:pt x="3320" y="254"/>
                    <a:pt x="3320" y="254"/>
                  </a:cubicBezTo>
                  <a:cubicBezTo>
                    <a:pt x="3343" y="346"/>
                    <a:pt x="3343" y="346"/>
                    <a:pt x="3343" y="346"/>
                  </a:cubicBezTo>
                  <a:cubicBezTo>
                    <a:pt x="3343" y="346"/>
                    <a:pt x="3343" y="346"/>
                    <a:pt x="3343" y="346"/>
                  </a:cubicBezTo>
                  <a:cubicBezTo>
                    <a:pt x="3435" y="323"/>
                    <a:pt x="3435" y="323"/>
                    <a:pt x="3435" y="323"/>
                  </a:cubicBezTo>
                  <a:cubicBezTo>
                    <a:pt x="3435" y="323"/>
                    <a:pt x="3435" y="323"/>
                    <a:pt x="3435" y="323"/>
                  </a:cubicBezTo>
                  <a:cubicBezTo>
                    <a:pt x="3435" y="323"/>
                    <a:pt x="3435" y="323"/>
                    <a:pt x="3435" y="323"/>
                  </a:cubicBezTo>
                  <a:cubicBezTo>
                    <a:pt x="3435" y="323"/>
                    <a:pt x="3435" y="323"/>
                    <a:pt x="3527" y="300"/>
                  </a:cubicBezTo>
                  <a:cubicBezTo>
                    <a:pt x="3527" y="300"/>
                    <a:pt x="3527" y="300"/>
                    <a:pt x="3527" y="300"/>
                  </a:cubicBezTo>
                  <a:cubicBezTo>
                    <a:pt x="3527" y="300"/>
                    <a:pt x="3527" y="300"/>
                    <a:pt x="3550" y="392"/>
                  </a:cubicBezTo>
                  <a:cubicBezTo>
                    <a:pt x="3550" y="392"/>
                    <a:pt x="3550" y="392"/>
                    <a:pt x="3550" y="392"/>
                  </a:cubicBezTo>
                  <a:cubicBezTo>
                    <a:pt x="3642" y="368"/>
                    <a:pt x="3642" y="368"/>
                    <a:pt x="3642" y="368"/>
                  </a:cubicBezTo>
                  <a:cubicBezTo>
                    <a:pt x="3642" y="368"/>
                    <a:pt x="3642" y="368"/>
                    <a:pt x="3642" y="368"/>
                  </a:cubicBezTo>
                  <a:cubicBezTo>
                    <a:pt x="3642" y="368"/>
                    <a:pt x="3642" y="368"/>
                    <a:pt x="3642" y="368"/>
                  </a:cubicBezTo>
                  <a:cubicBezTo>
                    <a:pt x="3642" y="368"/>
                    <a:pt x="3642" y="368"/>
                    <a:pt x="3642" y="368"/>
                  </a:cubicBezTo>
                  <a:cubicBezTo>
                    <a:pt x="3758" y="437"/>
                    <a:pt x="3758" y="437"/>
                    <a:pt x="3758" y="437"/>
                  </a:cubicBezTo>
                  <a:cubicBezTo>
                    <a:pt x="3758" y="437"/>
                    <a:pt x="3758" y="437"/>
                    <a:pt x="3758" y="437"/>
                  </a:cubicBezTo>
                  <a:cubicBezTo>
                    <a:pt x="3758" y="437"/>
                    <a:pt x="3758" y="437"/>
                    <a:pt x="3758" y="437"/>
                  </a:cubicBezTo>
                  <a:cubicBezTo>
                    <a:pt x="3758" y="437"/>
                    <a:pt x="3758" y="437"/>
                    <a:pt x="3758" y="437"/>
                  </a:cubicBezTo>
                  <a:cubicBezTo>
                    <a:pt x="3850" y="414"/>
                    <a:pt x="3850" y="414"/>
                    <a:pt x="3850" y="414"/>
                  </a:cubicBezTo>
                  <a:cubicBezTo>
                    <a:pt x="3873" y="506"/>
                    <a:pt x="3873" y="506"/>
                    <a:pt x="3873" y="506"/>
                  </a:cubicBezTo>
                  <a:cubicBezTo>
                    <a:pt x="3873" y="506"/>
                    <a:pt x="3873" y="506"/>
                    <a:pt x="3873" y="506"/>
                  </a:cubicBezTo>
                  <a:cubicBezTo>
                    <a:pt x="3873" y="506"/>
                    <a:pt x="3873" y="506"/>
                    <a:pt x="3873" y="506"/>
                  </a:cubicBezTo>
                  <a:cubicBezTo>
                    <a:pt x="3873" y="506"/>
                    <a:pt x="3873" y="506"/>
                    <a:pt x="3873" y="506"/>
                  </a:cubicBezTo>
                  <a:cubicBezTo>
                    <a:pt x="3965" y="483"/>
                    <a:pt x="3965" y="483"/>
                    <a:pt x="3965" y="483"/>
                  </a:cubicBezTo>
                  <a:cubicBezTo>
                    <a:pt x="3989" y="575"/>
                    <a:pt x="3989" y="575"/>
                    <a:pt x="3989" y="575"/>
                  </a:cubicBezTo>
                  <a:cubicBezTo>
                    <a:pt x="3989" y="575"/>
                    <a:pt x="3989" y="575"/>
                    <a:pt x="3989" y="575"/>
                  </a:cubicBezTo>
                  <a:cubicBezTo>
                    <a:pt x="3989" y="575"/>
                    <a:pt x="3989" y="575"/>
                    <a:pt x="3989" y="575"/>
                  </a:cubicBezTo>
                  <a:cubicBezTo>
                    <a:pt x="4012" y="668"/>
                    <a:pt x="4012" y="668"/>
                    <a:pt x="4012" y="668"/>
                  </a:cubicBezTo>
                  <a:cubicBezTo>
                    <a:pt x="4104" y="644"/>
                    <a:pt x="4104" y="644"/>
                    <a:pt x="4104" y="644"/>
                  </a:cubicBezTo>
                  <a:cubicBezTo>
                    <a:pt x="4104" y="644"/>
                    <a:pt x="4104" y="644"/>
                    <a:pt x="4104" y="644"/>
                  </a:cubicBezTo>
                  <a:cubicBezTo>
                    <a:pt x="4104" y="644"/>
                    <a:pt x="4104" y="644"/>
                    <a:pt x="4104" y="644"/>
                  </a:cubicBezTo>
                  <a:cubicBezTo>
                    <a:pt x="4104" y="644"/>
                    <a:pt x="4104" y="644"/>
                    <a:pt x="4104" y="644"/>
                  </a:cubicBezTo>
                  <a:cubicBezTo>
                    <a:pt x="4127" y="737"/>
                    <a:pt x="4127" y="737"/>
                    <a:pt x="4127" y="737"/>
                  </a:cubicBezTo>
                  <a:cubicBezTo>
                    <a:pt x="4127" y="737"/>
                    <a:pt x="4127" y="737"/>
                    <a:pt x="4127" y="737"/>
                  </a:cubicBezTo>
                  <a:cubicBezTo>
                    <a:pt x="4127" y="737"/>
                    <a:pt x="4127" y="737"/>
                    <a:pt x="4127" y="737"/>
                  </a:cubicBezTo>
                  <a:cubicBezTo>
                    <a:pt x="4150" y="829"/>
                    <a:pt x="4150" y="829"/>
                    <a:pt x="4150" y="829"/>
                  </a:cubicBezTo>
                  <a:cubicBezTo>
                    <a:pt x="4242" y="806"/>
                    <a:pt x="4242" y="806"/>
                    <a:pt x="4242" y="806"/>
                  </a:cubicBezTo>
                  <a:cubicBezTo>
                    <a:pt x="4242" y="806"/>
                    <a:pt x="4242" y="806"/>
                    <a:pt x="4242" y="806"/>
                  </a:cubicBezTo>
                  <a:cubicBezTo>
                    <a:pt x="4265" y="898"/>
                    <a:pt x="4265" y="898"/>
                    <a:pt x="4265" y="898"/>
                  </a:cubicBezTo>
                  <a:cubicBezTo>
                    <a:pt x="4265" y="898"/>
                    <a:pt x="4265" y="898"/>
                    <a:pt x="4265" y="898"/>
                  </a:cubicBezTo>
                  <a:cubicBezTo>
                    <a:pt x="4265" y="898"/>
                    <a:pt x="4265" y="898"/>
                    <a:pt x="4265" y="898"/>
                  </a:cubicBezTo>
                  <a:cubicBezTo>
                    <a:pt x="4265" y="898"/>
                    <a:pt x="4265" y="898"/>
                    <a:pt x="4265" y="898"/>
                  </a:cubicBezTo>
                  <a:cubicBezTo>
                    <a:pt x="4289" y="990"/>
                    <a:pt x="4289" y="990"/>
                    <a:pt x="4289" y="990"/>
                  </a:cubicBezTo>
                  <a:cubicBezTo>
                    <a:pt x="4289" y="990"/>
                    <a:pt x="4289" y="990"/>
                    <a:pt x="4289" y="990"/>
                  </a:cubicBezTo>
                  <a:cubicBezTo>
                    <a:pt x="4289" y="990"/>
                    <a:pt x="4289" y="990"/>
                    <a:pt x="4289" y="990"/>
                  </a:cubicBezTo>
                  <a:cubicBezTo>
                    <a:pt x="4312" y="1082"/>
                    <a:pt x="4312" y="1082"/>
                    <a:pt x="4312" y="1082"/>
                  </a:cubicBezTo>
                  <a:cubicBezTo>
                    <a:pt x="4312" y="1082"/>
                    <a:pt x="4312" y="1082"/>
                    <a:pt x="4312" y="1082"/>
                  </a:cubicBezTo>
                  <a:cubicBezTo>
                    <a:pt x="4312" y="1082"/>
                    <a:pt x="4312" y="1082"/>
                    <a:pt x="4312" y="1082"/>
                  </a:cubicBezTo>
                  <a:cubicBezTo>
                    <a:pt x="4335" y="1174"/>
                    <a:pt x="4450" y="1243"/>
                    <a:pt x="4381" y="1358"/>
                  </a:cubicBezTo>
                  <a:cubicBezTo>
                    <a:pt x="4473" y="1335"/>
                    <a:pt x="4473" y="1335"/>
                    <a:pt x="4473" y="1335"/>
                  </a:cubicBezTo>
                  <a:cubicBezTo>
                    <a:pt x="4565" y="1312"/>
                    <a:pt x="4658" y="1289"/>
                    <a:pt x="4773" y="1358"/>
                  </a:cubicBezTo>
                  <a:cubicBezTo>
                    <a:pt x="4773" y="1358"/>
                    <a:pt x="4773" y="1358"/>
                    <a:pt x="4773" y="1358"/>
                  </a:cubicBezTo>
                  <a:cubicBezTo>
                    <a:pt x="4773" y="1358"/>
                    <a:pt x="4773" y="1358"/>
                    <a:pt x="4773" y="1358"/>
                  </a:cubicBezTo>
                  <a:cubicBezTo>
                    <a:pt x="4865" y="1335"/>
                    <a:pt x="4865" y="1335"/>
                    <a:pt x="4865" y="1335"/>
                  </a:cubicBezTo>
                  <a:cubicBezTo>
                    <a:pt x="4865" y="1335"/>
                    <a:pt x="4865" y="1335"/>
                    <a:pt x="4865" y="1335"/>
                  </a:cubicBezTo>
                  <a:cubicBezTo>
                    <a:pt x="4888" y="1427"/>
                    <a:pt x="4888" y="1427"/>
                    <a:pt x="4888" y="1427"/>
                  </a:cubicBezTo>
                  <a:cubicBezTo>
                    <a:pt x="4981" y="1404"/>
                    <a:pt x="4981" y="1404"/>
                    <a:pt x="4981" y="1404"/>
                  </a:cubicBezTo>
                  <a:cubicBezTo>
                    <a:pt x="4981" y="1404"/>
                    <a:pt x="4981" y="1404"/>
                    <a:pt x="4981" y="1404"/>
                  </a:cubicBezTo>
                  <a:cubicBezTo>
                    <a:pt x="4981" y="1404"/>
                    <a:pt x="4981" y="1404"/>
                    <a:pt x="5073" y="1381"/>
                  </a:cubicBezTo>
                  <a:cubicBezTo>
                    <a:pt x="5073" y="1381"/>
                    <a:pt x="5073" y="1381"/>
                    <a:pt x="5073" y="1381"/>
                  </a:cubicBezTo>
                  <a:cubicBezTo>
                    <a:pt x="5096" y="1473"/>
                    <a:pt x="5096" y="1473"/>
                    <a:pt x="5096" y="1473"/>
                  </a:cubicBezTo>
                  <a:cubicBezTo>
                    <a:pt x="5188" y="1450"/>
                    <a:pt x="5188" y="1450"/>
                    <a:pt x="5188" y="1450"/>
                  </a:cubicBezTo>
                  <a:cubicBezTo>
                    <a:pt x="5188" y="1450"/>
                    <a:pt x="5188" y="1450"/>
                    <a:pt x="5188" y="1450"/>
                  </a:cubicBezTo>
                  <a:cubicBezTo>
                    <a:pt x="5188" y="1450"/>
                    <a:pt x="5188" y="1450"/>
                    <a:pt x="5188" y="1450"/>
                  </a:cubicBezTo>
                  <a:cubicBezTo>
                    <a:pt x="5304" y="1519"/>
                    <a:pt x="5304" y="1519"/>
                    <a:pt x="5304" y="1519"/>
                  </a:cubicBezTo>
                  <a:cubicBezTo>
                    <a:pt x="5304" y="1519"/>
                    <a:pt x="5304" y="1519"/>
                    <a:pt x="5304" y="1519"/>
                  </a:cubicBezTo>
                  <a:cubicBezTo>
                    <a:pt x="5304" y="1519"/>
                    <a:pt x="5304" y="1519"/>
                    <a:pt x="5304" y="1519"/>
                  </a:cubicBezTo>
                  <a:cubicBezTo>
                    <a:pt x="5304" y="1519"/>
                    <a:pt x="5304" y="1519"/>
                    <a:pt x="5304" y="1519"/>
                  </a:cubicBezTo>
                  <a:cubicBezTo>
                    <a:pt x="5419" y="1588"/>
                    <a:pt x="5419" y="1588"/>
                    <a:pt x="5419" y="1588"/>
                  </a:cubicBezTo>
                  <a:cubicBezTo>
                    <a:pt x="5419" y="1588"/>
                    <a:pt x="5419" y="1588"/>
                    <a:pt x="5419" y="1588"/>
                  </a:cubicBezTo>
                  <a:cubicBezTo>
                    <a:pt x="5419" y="1588"/>
                    <a:pt x="5419" y="1588"/>
                    <a:pt x="5419" y="1588"/>
                  </a:cubicBezTo>
                  <a:cubicBezTo>
                    <a:pt x="5534" y="1657"/>
                    <a:pt x="5534" y="1657"/>
                    <a:pt x="5534" y="1657"/>
                  </a:cubicBezTo>
                  <a:cubicBezTo>
                    <a:pt x="5534" y="1657"/>
                    <a:pt x="5534" y="1657"/>
                    <a:pt x="5534" y="1657"/>
                  </a:cubicBezTo>
                  <a:cubicBezTo>
                    <a:pt x="5534" y="1657"/>
                    <a:pt x="5534" y="1657"/>
                    <a:pt x="5534" y="1657"/>
                  </a:cubicBezTo>
                  <a:cubicBezTo>
                    <a:pt x="5557" y="1749"/>
                    <a:pt x="5557" y="1749"/>
                    <a:pt x="5557" y="1749"/>
                  </a:cubicBezTo>
                  <a:cubicBezTo>
                    <a:pt x="5650" y="1726"/>
                    <a:pt x="5650" y="1726"/>
                    <a:pt x="5650" y="1726"/>
                  </a:cubicBezTo>
                  <a:cubicBezTo>
                    <a:pt x="5650" y="1726"/>
                    <a:pt x="5650" y="1726"/>
                    <a:pt x="5650" y="1726"/>
                  </a:cubicBezTo>
                  <a:cubicBezTo>
                    <a:pt x="5673" y="1818"/>
                    <a:pt x="5673" y="1818"/>
                    <a:pt x="5673" y="1818"/>
                  </a:cubicBezTo>
                  <a:cubicBezTo>
                    <a:pt x="5673" y="1818"/>
                    <a:pt x="5673" y="1818"/>
                    <a:pt x="5673" y="1818"/>
                  </a:cubicBezTo>
                  <a:cubicBezTo>
                    <a:pt x="5673" y="1818"/>
                    <a:pt x="5673" y="1818"/>
                    <a:pt x="5788" y="1887"/>
                  </a:cubicBezTo>
                  <a:cubicBezTo>
                    <a:pt x="5788" y="1887"/>
                    <a:pt x="5788" y="1887"/>
                    <a:pt x="5788" y="1887"/>
                  </a:cubicBezTo>
                  <a:cubicBezTo>
                    <a:pt x="5788" y="1887"/>
                    <a:pt x="5788" y="1887"/>
                    <a:pt x="5788" y="1887"/>
                  </a:cubicBezTo>
                  <a:cubicBezTo>
                    <a:pt x="5811" y="1979"/>
                    <a:pt x="5811" y="1979"/>
                    <a:pt x="5811" y="1979"/>
                  </a:cubicBezTo>
                  <a:cubicBezTo>
                    <a:pt x="5811" y="1979"/>
                    <a:pt x="5811" y="1979"/>
                    <a:pt x="5811" y="1979"/>
                  </a:cubicBezTo>
                  <a:cubicBezTo>
                    <a:pt x="5811" y="1979"/>
                    <a:pt x="5811" y="1979"/>
                    <a:pt x="5811" y="1979"/>
                  </a:cubicBezTo>
                  <a:cubicBezTo>
                    <a:pt x="5927" y="2048"/>
                    <a:pt x="5927" y="2048"/>
                    <a:pt x="5927" y="2048"/>
                  </a:cubicBezTo>
                  <a:cubicBezTo>
                    <a:pt x="5927" y="2048"/>
                    <a:pt x="5927" y="2048"/>
                    <a:pt x="5927" y="2048"/>
                  </a:cubicBezTo>
                  <a:cubicBezTo>
                    <a:pt x="5927" y="2048"/>
                    <a:pt x="5927" y="2048"/>
                    <a:pt x="5950" y="2140"/>
                  </a:cubicBezTo>
                  <a:cubicBezTo>
                    <a:pt x="5950" y="2140"/>
                    <a:pt x="5950" y="2140"/>
                    <a:pt x="5950" y="2140"/>
                  </a:cubicBezTo>
                  <a:cubicBezTo>
                    <a:pt x="5950" y="2140"/>
                    <a:pt x="5950" y="2140"/>
                    <a:pt x="5950" y="2140"/>
                  </a:cubicBezTo>
                  <a:cubicBezTo>
                    <a:pt x="5973" y="2232"/>
                    <a:pt x="5973" y="2232"/>
                    <a:pt x="5973" y="2232"/>
                  </a:cubicBezTo>
                  <a:cubicBezTo>
                    <a:pt x="5973" y="2232"/>
                    <a:pt x="5973" y="2232"/>
                    <a:pt x="5973" y="2232"/>
                  </a:cubicBezTo>
                  <a:cubicBezTo>
                    <a:pt x="5973" y="2232"/>
                    <a:pt x="5973" y="2232"/>
                    <a:pt x="5973" y="2232"/>
                  </a:cubicBezTo>
                  <a:cubicBezTo>
                    <a:pt x="5996" y="2324"/>
                    <a:pt x="5996" y="2324"/>
                    <a:pt x="5996" y="2324"/>
                  </a:cubicBezTo>
                  <a:cubicBezTo>
                    <a:pt x="6088" y="2301"/>
                    <a:pt x="6088" y="2301"/>
                    <a:pt x="6088" y="2301"/>
                  </a:cubicBezTo>
                  <a:cubicBezTo>
                    <a:pt x="6111" y="2393"/>
                    <a:pt x="6111" y="2393"/>
                    <a:pt x="6111" y="2393"/>
                  </a:cubicBezTo>
                  <a:cubicBezTo>
                    <a:pt x="6111" y="2393"/>
                    <a:pt x="6111" y="2393"/>
                    <a:pt x="6111" y="2393"/>
                  </a:cubicBezTo>
                  <a:cubicBezTo>
                    <a:pt x="6111" y="2393"/>
                    <a:pt x="6111" y="2393"/>
                    <a:pt x="6134" y="2486"/>
                  </a:cubicBezTo>
                  <a:cubicBezTo>
                    <a:pt x="6134" y="2486"/>
                    <a:pt x="6134" y="2486"/>
                    <a:pt x="6134" y="2486"/>
                  </a:cubicBezTo>
                  <a:cubicBezTo>
                    <a:pt x="6134" y="2486"/>
                    <a:pt x="6134" y="2486"/>
                    <a:pt x="6134" y="2486"/>
                  </a:cubicBezTo>
                  <a:cubicBezTo>
                    <a:pt x="6157" y="2578"/>
                    <a:pt x="6157" y="2578"/>
                    <a:pt x="6157" y="2578"/>
                  </a:cubicBezTo>
                  <a:cubicBezTo>
                    <a:pt x="6157" y="2578"/>
                    <a:pt x="6157" y="2578"/>
                    <a:pt x="6157" y="2578"/>
                  </a:cubicBezTo>
                  <a:cubicBezTo>
                    <a:pt x="6180" y="2670"/>
                    <a:pt x="6180" y="2670"/>
                    <a:pt x="6180" y="2670"/>
                  </a:cubicBezTo>
                  <a:cubicBezTo>
                    <a:pt x="6180" y="2670"/>
                    <a:pt x="6180" y="2670"/>
                    <a:pt x="6180" y="2670"/>
                  </a:cubicBezTo>
                  <a:cubicBezTo>
                    <a:pt x="6180" y="2670"/>
                    <a:pt x="6180" y="2670"/>
                    <a:pt x="6180" y="2670"/>
                  </a:cubicBezTo>
                  <a:cubicBezTo>
                    <a:pt x="6204" y="2762"/>
                    <a:pt x="6204" y="2762"/>
                    <a:pt x="6204" y="2762"/>
                  </a:cubicBezTo>
                  <a:cubicBezTo>
                    <a:pt x="6204" y="2762"/>
                    <a:pt x="6204" y="2762"/>
                    <a:pt x="6204" y="2762"/>
                  </a:cubicBezTo>
                  <a:cubicBezTo>
                    <a:pt x="6135" y="2877"/>
                    <a:pt x="6135" y="2877"/>
                    <a:pt x="6135" y="2877"/>
                  </a:cubicBezTo>
                  <a:cubicBezTo>
                    <a:pt x="6135" y="2877"/>
                    <a:pt x="6135" y="2877"/>
                    <a:pt x="6135" y="2877"/>
                  </a:cubicBezTo>
                  <a:cubicBezTo>
                    <a:pt x="6158" y="2969"/>
                    <a:pt x="6158" y="2969"/>
                    <a:pt x="6158" y="2969"/>
                  </a:cubicBezTo>
                  <a:cubicBezTo>
                    <a:pt x="6181" y="3061"/>
                    <a:pt x="6181" y="3061"/>
                    <a:pt x="6181" y="3061"/>
                  </a:cubicBezTo>
                  <a:close/>
                  <a:moveTo>
                    <a:pt x="3228" y="2235"/>
                  </a:moveTo>
                  <a:cubicBezTo>
                    <a:pt x="3228" y="2235"/>
                    <a:pt x="3228" y="2235"/>
                    <a:pt x="3228" y="2235"/>
                  </a:cubicBezTo>
                  <a:cubicBezTo>
                    <a:pt x="3321" y="2212"/>
                    <a:pt x="3297" y="2120"/>
                    <a:pt x="3297" y="2120"/>
                  </a:cubicBezTo>
                  <a:cubicBezTo>
                    <a:pt x="3274" y="2028"/>
                    <a:pt x="3274" y="2028"/>
                    <a:pt x="3182" y="2051"/>
                  </a:cubicBezTo>
                  <a:cubicBezTo>
                    <a:pt x="3159" y="1959"/>
                    <a:pt x="3090" y="2074"/>
                    <a:pt x="3090" y="2074"/>
                  </a:cubicBezTo>
                  <a:cubicBezTo>
                    <a:pt x="3113" y="2166"/>
                    <a:pt x="3113" y="2166"/>
                    <a:pt x="3228" y="2235"/>
                  </a:cubicBezTo>
                  <a:close/>
                  <a:moveTo>
                    <a:pt x="3620" y="1843"/>
                  </a:moveTo>
                  <a:cubicBezTo>
                    <a:pt x="3620" y="1843"/>
                    <a:pt x="3620" y="1843"/>
                    <a:pt x="3620" y="1843"/>
                  </a:cubicBezTo>
                  <a:cubicBezTo>
                    <a:pt x="3344" y="1912"/>
                    <a:pt x="3344" y="1912"/>
                    <a:pt x="3344" y="1912"/>
                  </a:cubicBezTo>
                  <a:cubicBezTo>
                    <a:pt x="3367" y="2396"/>
                    <a:pt x="3367" y="2396"/>
                    <a:pt x="3367" y="2396"/>
                  </a:cubicBezTo>
                  <a:cubicBezTo>
                    <a:pt x="3275" y="2419"/>
                    <a:pt x="3275" y="2419"/>
                    <a:pt x="3275" y="2419"/>
                  </a:cubicBezTo>
                  <a:cubicBezTo>
                    <a:pt x="3251" y="2327"/>
                    <a:pt x="3251" y="2327"/>
                    <a:pt x="3251" y="2327"/>
                  </a:cubicBezTo>
                  <a:cubicBezTo>
                    <a:pt x="3159" y="2350"/>
                    <a:pt x="3159" y="2350"/>
                    <a:pt x="3159" y="2350"/>
                  </a:cubicBezTo>
                  <a:cubicBezTo>
                    <a:pt x="3067" y="2374"/>
                    <a:pt x="3067" y="2374"/>
                    <a:pt x="3067" y="2374"/>
                  </a:cubicBezTo>
                  <a:cubicBezTo>
                    <a:pt x="3044" y="1890"/>
                    <a:pt x="3044" y="1890"/>
                    <a:pt x="3044" y="1890"/>
                  </a:cubicBezTo>
                  <a:cubicBezTo>
                    <a:pt x="2836" y="1844"/>
                    <a:pt x="2836" y="1844"/>
                    <a:pt x="2836" y="1844"/>
                  </a:cubicBezTo>
                  <a:cubicBezTo>
                    <a:pt x="2860" y="3503"/>
                    <a:pt x="2860" y="3503"/>
                    <a:pt x="2860" y="3503"/>
                  </a:cubicBezTo>
                  <a:cubicBezTo>
                    <a:pt x="2745" y="3434"/>
                    <a:pt x="2745" y="3434"/>
                    <a:pt x="2745" y="3434"/>
                  </a:cubicBezTo>
                  <a:cubicBezTo>
                    <a:pt x="2722" y="3733"/>
                    <a:pt x="2722" y="3733"/>
                    <a:pt x="2722" y="3733"/>
                  </a:cubicBezTo>
                  <a:cubicBezTo>
                    <a:pt x="3690" y="3686"/>
                    <a:pt x="3690" y="3686"/>
                    <a:pt x="3690" y="3686"/>
                  </a:cubicBezTo>
                  <a:cubicBezTo>
                    <a:pt x="3736" y="3479"/>
                    <a:pt x="3736" y="3479"/>
                    <a:pt x="3736" y="3479"/>
                  </a:cubicBezTo>
                  <a:cubicBezTo>
                    <a:pt x="3644" y="3502"/>
                    <a:pt x="3644" y="3502"/>
                    <a:pt x="3644" y="3502"/>
                  </a:cubicBezTo>
                  <a:lnTo>
                    <a:pt x="3620" y="1843"/>
                  </a:lnTo>
                  <a:close/>
                  <a:moveTo>
                    <a:pt x="3344" y="3479"/>
                  </a:moveTo>
                  <a:cubicBezTo>
                    <a:pt x="3344" y="3479"/>
                    <a:pt x="3344" y="3479"/>
                    <a:pt x="3344" y="3479"/>
                  </a:cubicBezTo>
                  <a:cubicBezTo>
                    <a:pt x="3045" y="3456"/>
                    <a:pt x="3045" y="3456"/>
                    <a:pt x="3045" y="3456"/>
                  </a:cubicBezTo>
                  <a:cubicBezTo>
                    <a:pt x="3114" y="3341"/>
                    <a:pt x="3114" y="3341"/>
                    <a:pt x="3114" y="3341"/>
                  </a:cubicBezTo>
                  <a:cubicBezTo>
                    <a:pt x="3413" y="3364"/>
                    <a:pt x="3413" y="3364"/>
                    <a:pt x="3413" y="3364"/>
                  </a:cubicBezTo>
                  <a:lnTo>
                    <a:pt x="3344" y="3479"/>
                  </a:lnTo>
                  <a:close/>
                  <a:moveTo>
                    <a:pt x="3367" y="3180"/>
                  </a:moveTo>
                  <a:cubicBezTo>
                    <a:pt x="3367" y="3180"/>
                    <a:pt x="3367" y="3180"/>
                    <a:pt x="3367" y="3180"/>
                  </a:cubicBezTo>
                  <a:cubicBezTo>
                    <a:pt x="3091" y="3249"/>
                    <a:pt x="3091" y="3249"/>
                    <a:pt x="3091" y="3249"/>
                  </a:cubicBezTo>
                  <a:cubicBezTo>
                    <a:pt x="3090" y="2466"/>
                    <a:pt x="3090" y="2466"/>
                    <a:pt x="3090" y="2466"/>
                  </a:cubicBezTo>
                  <a:cubicBezTo>
                    <a:pt x="3182" y="2443"/>
                    <a:pt x="3182" y="2443"/>
                    <a:pt x="3182" y="2443"/>
                  </a:cubicBezTo>
                  <a:cubicBezTo>
                    <a:pt x="3182" y="2443"/>
                    <a:pt x="3182" y="2443"/>
                    <a:pt x="3182" y="2443"/>
                  </a:cubicBezTo>
                  <a:cubicBezTo>
                    <a:pt x="3275" y="2419"/>
                    <a:pt x="3275" y="2419"/>
                    <a:pt x="3298" y="2512"/>
                  </a:cubicBezTo>
                  <a:cubicBezTo>
                    <a:pt x="3390" y="2488"/>
                    <a:pt x="3390" y="2488"/>
                    <a:pt x="3390" y="2488"/>
                  </a:cubicBezTo>
                  <a:lnTo>
                    <a:pt x="3367" y="3180"/>
                  </a:lnTo>
                  <a:close/>
                  <a:moveTo>
                    <a:pt x="3643" y="1543"/>
                  </a:moveTo>
                  <a:cubicBezTo>
                    <a:pt x="3643" y="1543"/>
                    <a:pt x="3643" y="1543"/>
                    <a:pt x="3643" y="1543"/>
                  </a:cubicBezTo>
                  <a:cubicBezTo>
                    <a:pt x="3435" y="1498"/>
                    <a:pt x="3435" y="1498"/>
                    <a:pt x="3435" y="1498"/>
                  </a:cubicBezTo>
                  <a:cubicBezTo>
                    <a:pt x="3412" y="1406"/>
                    <a:pt x="3412" y="1406"/>
                    <a:pt x="3412" y="1406"/>
                  </a:cubicBezTo>
                  <a:cubicBezTo>
                    <a:pt x="3389" y="1313"/>
                    <a:pt x="3389" y="1313"/>
                    <a:pt x="3389" y="1313"/>
                  </a:cubicBezTo>
                  <a:cubicBezTo>
                    <a:pt x="3366" y="1221"/>
                    <a:pt x="3366" y="1221"/>
                    <a:pt x="3366" y="1221"/>
                  </a:cubicBezTo>
                  <a:cubicBezTo>
                    <a:pt x="3389" y="1313"/>
                    <a:pt x="3389" y="1313"/>
                    <a:pt x="3389" y="1313"/>
                  </a:cubicBezTo>
                  <a:cubicBezTo>
                    <a:pt x="3366" y="1221"/>
                    <a:pt x="3366" y="1221"/>
                    <a:pt x="3366" y="1221"/>
                  </a:cubicBezTo>
                  <a:cubicBezTo>
                    <a:pt x="3366" y="1221"/>
                    <a:pt x="3366" y="1221"/>
                    <a:pt x="3366" y="1221"/>
                  </a:cubicBezTo>
                  <a:cubicBezTo>
                    <a:pt x="3343" y="1129"/>
                    <a:pt x="3343" y="1129"/>
                    <a:pt x="3343" y="1129"/>
                  </a:cubicBezTo>
                  <a:cubicBezTo>
                    <a:pt x="3343" y="1129"/>
                    <a:pt x="3320" y="1037"/>
                    <a:pt x="3228" y="1060"/>
                  </a:cubicBezTo>
                  <a:cubicBezTo>
                    <a:pt x="3251" y="761"/>
                    <a:pt x="3251" y="761"/>
                    <a:pt x="3251" y="761"/>
                  </a:cubicBezTo>
                  <a:cubicBezTo>
                    <a:pt x="3158" y="784"/>
                    <a:pt x="3158" y="784"/>
                    <a:pt x="3158" y="784"/>
                  </a:cubicBezTo>
                  <a:cubicBezTo>
                    <a:pt x="3228" y="1060"/>
                    <a:pt x="3228" y="1060"/>
                    <a:pt x="3228" y="1060"/>
                  </a:cubicBezTo>
                  <a:cubicBezTo>
                    <a:pt x="3112" y="991"/>
                    <a:pt x="3043" y="1106"/>
                    <a:pt x="3066" y="1199"/>
                  </a:cubicBezTo>
                  <a:cubicBezTo>
                    <a:pt x="3066" y="1199"/>
                    <a:pt x="3066" y="1199"/>
                    <a:pt x="3066" y="1199"/>
                  </a:cubicBezTo>
                  <a:cubicBezTo>
                    <a:pt x="3066" y="1199"/>
                    <a:pt x="3066" y="1199"/>
                    <a:pt x="3066" y="1199"/>
                  </a:cubicBezTo>
                  <a:cubicBezTo>
                    <a:pt x="2997" y="1314"/>
                    <a:pt x="2997" y="1314"/>
                    <a:pt x="2997" y="1314"/>
                  </a:cubicBezTo>
                  <a:cubicBezTo>
                    <a:pt x="3089" y="1291"/>
                    <a:pt x="3089" y="1291"/>
                    <a:pt x="3089" y="1291"/>
                  </a:cubicBezTo>
                  <a:cubicBezTo>
                    <a:pt x="3113" y="1383"/>
                    <a:pt x="3113" y="1383"/>
                    <a:pt x="3113" y="1383"/>
                  </a:cubicBezTo>
                  <a:cubicBezTo>
                    <a:pt x="3020" y="1406"/>
                    <a:pt x="3020" y="1406"/>
                    <a:pt x="3020" y="1406"/>
                  </a:cubicBezTo>
                  <a:cubicBezTo>
                    <a:pt x="3043" y="1498"/>
                    <a:pt x="3043" y="1498"/>
                    <a:pt x="3043" y="1498"/>
                  </a:cubicBezTo>
                  <a:cubicBezTo>
                    <a:pt x="2859" y="1544"/>
                    <a:pt x="2859" y="1544"/>
                    <a:pt x="2859" y="1544"/>
                  </a:cubicBezTo>
                  <a:cubicBezTo>
                    <a:pt x="2790" y="1660"/>
                    <a:pt x="2790" y="1660"/>
                    <a:pt x="2790" y="1660"/>
                  </a:cubicBezTo>
                  <a:cubicBezTo>
                    <a:pt x="2698" y="1683"/>
                    <a:pt x="2698" y="1683"/>
                    <a:pt x="2698" y="1683"/>
                  </a:cubicBezTo>
                  <a:cubicBezTo>
                    <a:pt x="2721" y="1775"/>
                    <a:pt x="2721" y="1775"/>
                    <a:pt x="2721" y="1775"/>
                  </a:cubicBezTo>
                  <a:cubicBezTo>
                    <a:pt x="3689" y="1728"/>
                    <a:pt x="3689" y="1728"/>
                    <a:pt x="3689" y="1728"/>
                  </a:cubicBezTo>
                  <a:cubicBezTo>
                    <a:pt x="3666" y="1636"/>
                    <a:pt x="3666" y="1636"/>
                    <a:pt x="3666" y="1636"/>
                  </a:cubicBezTo>
                  <a:cubicBezTo>
                    <a:pt x="3574" y="1659"/>
                    <a:pt x="3574" y="1659"/>
                    <a:pt x="3574" y="1659"/>
                  </a:cubicBezTo>
                  <a:lnTo>
                    <a:pt x="3643" y="1543"/>
                  </a:lnTo>
                  <a:close/>
                  <a:moveTo>
                    <a:pt x="3159" y="1567"/>
                  </a:moveTo>
                  <a:cubicBezTo>
                    <a:pt x="3159" y="1567"/>
                    <a:pt x="3159" y="1567"/>
                    <a:pt x="3159" y="1567"/>
                  </a:cubicBezTo>
                  <a:cubicBezTo>
                    <a:pt x="3136" y="1475"/>
                    <a:pt x="3136" y="1475"/>
                    <a:pt x="3136" y="1475"/>
                  </a:cubicBezTo>
                  <a:cubicBezTo>
                    <a:pt x="3113" y="1383"/>
                    <a:pt x="3113" y="1383"/>
                    <a:pt x="3113" y="1383"/>
                  </a:cubicBezTo>
                  <a:cubicBezTo>
                    <a:pt x="3205" y="1360"/>
                    <a:pt x="3205" y="1360"/>
                    <a:pt x="3205" y="1360"/>
                  </a:cubicBezTo>
                  <a:lnTo>
                    <a:pt x="3159" y="1567"/>
                  </a:lnTo>
                  <a:close/>
                  <a:moveTo>
                    <a:pt x="3343" y="1521"/>
                  </a:moveTo>
                  <a:cubicBezTo>
                    <a:pt x="3343" y="1521"/>
                    <a:pt x="3343" y="1521"/>
                    <a:pt x="3343" y="1521"/>
                  </a:cubicBezTo>
                  <a:cubicBezTo>
                    <a:pt x="3251" y="1544"/>
                    <a:pt x="3251" y="1544"/>
                    <a:pt x="3251" y="1544"/>
                  </a:cubicBezTo>
                  <a:cubicBezTo>
                    <a:pt x="3297" y="1337"/>
                    <a:pt x="3297" y="1337"/>
                    <a:pt x="3297" y="1337"/>
                  </a:cubicBezTo>
                  <a:cubicBezTo>
                    <a:pt x="3297" y="1337"/>
                    <a:pt x="3297" y="1337"/>
                    <a:pt x="3297" y="1337"/>
                  </a:cubicBezTo>
                  <a:lnTo>
                    <a:pt x="3343" y="1521"/>
                  </a:lnTo>
                  <a:close/>
                  <a:moveTo>
                    <a:pt x="4496" y="1427"/>
                  </a:moveTo>
                  <a:cubicBezTo>
                    <a:pt x="4496" y="1427"/>
                    <a:pt x="4496" y="1427"/>
                    <a:pt x="4496" y="1427"/>
                  </a:cubicBezTo>
                  <a:cubicBezTo>
                    <a:pt x="4496" y="1427"/>
                    <a:pt x="4496" y="1427"/>
                    <a:pt x="4496" y="1427"/>
                  </a:cubicBezTo>
                  <a:cubicBezTo>
                    <a:pt x="4312" y="1474"/>
                    <a:pt x="4312" y="1474"/>
                    <a:pt x="4312" y="1474"/>
                  </a:cubicBezTo>
                  <a:cubicBezTo>
                    <a:pt x="4265" y="898"/>
                    <a:pt x="3758" y="437"/>
                    <a:pt x="3158" y="392"/>
                  </a:cubicBezTo>
                  <a:cubicBezTo>
                    <a:pt x="2582" y="439"/>
                    <a:pt x="2121" y="946"/>
                    <a:pt x="2167" y="1522"/>
                  </a:cubicBezTo>
                  <a:cubicBezTo>
                    <a:pt x="1867" y="1499"/>
                    <a:pt x="1867" y="1499"/>
                    <a:pt x="1867" y="1499"/>
                  </a:cubicBezTo>
                  <a:cubicBezTo>
                    <a:pt x="1867" y="1499"/>
                    <a:pt x="1867" y="1499"/>
                    <a:pt x="1867" y="1499"/>
                  </a:cubicBezTo>
                  <a:cubicBezTo>
                    <a:pt x="1083" y="1500"/>
                    <a:pt x="369" y="2169"/>
                    <a:pt x="392" y="3045"/>
                  </a:cubicBezTo>
                  <a:cubicBezTo>
                    <a:pt x="393" y="3828"/>
                    <a:pt x="1154" y="4518"/>
                    <a:pt x="1938" y="4517"/>
                  </a:cubicBezTo>
                  <a:cubicBezTo>
                    <a:pt x="2123" y="4471"/>
                    <a:pt x="2123" y="4471"/>
                    <a:pt x="2123" y="4471"/>
                  </a:cubicBezTo>
                  <a:cubicBezTo>
                    <a:pt x="2169" y="5047"/>
                    <a:pt x="2677" y="5507"/>
                    <a:pt x="3276" y="5553"/>
                  </a:cubicBezTo>
                  <a:cubicBezTo>
                    <a:pt x="3853" y="5506"/>
                    <a:pt x="4337" y="5091"/>
                    <a:pt x="4290" y="4515"/>
                  </a:cubicBezTo>
                  <a:cubicBezTo>
                    <a:pt x="4567" y="4446"/>
                    <a:pt x="4567" y="4446"/>
                    <a:pt x="4567" y="4446"/>
                  </a:cubicBezTo>
                  <a:cubicBezTo>
                    <a:pt x="5351" y="4445"/>
                    <a:pt x="6066" y="3776"/>
                    <a:pt x="6065" y="2992"/>
                  </a:cubicBezTo>
                  <a:cubicBezTo>
                    <a:pt x="6042" y="2117"/>
                    <a:pt x="5396" y="1496"/>
                    <a:pt x="4496" y="1427"/>
                  </a:cubicBezTo>
                  <a:close/>
                  <a:moveTo>
                    <a:pt x="1961" y="3435"/>
                  </a:moveTo>
                  <a:cubicBezTo>
                    <a:pt x="1961" y="3435"/>
                    <a:pt x="1961" y="3435"/>
                    <a:pt x="1961" y="3435"/>
                  </a:cubicBezTo>
                  <a:cubicBezTo>
                    <a:pt x="1845" y="3366"/>
                    <a:pt x="1753" y="3389"/>
                    <a:pt x="1638" y="3320"/>
                  </a:cubicBezTo>
                  <a:cubicBezTo>
                    <a:pt x="2237" y="3365"/>
                    <a:pt x="2237" y="3365"/>
                    <a:pt x="2237" y="3365"/>
                  </a:cubicBezTo>
                  <a:cubicBezTo>
                    <a:pt x="2122" y="3296"/>
                    <a:pt x="2053" y="3411"/>
                    <a:pt x="1961" y="3435"/>
                  </a:cubicBezTo>
                  <a:close/>
                  <a:moveTo>
                    <a:pt x="1984" y="3527"/>
                  </a:moveTo>
                  <a:cubicBezTo>
                    <a:pt x="1984" y="3527"/>
                    <a:pt x="1984" y="3527"/>
                    <a:pt x="1984" y="3527"/>
                  </a:cubicBezTo>
                  <a:cubicBezTo>
                    <a:pt x="2076" y="3504"/>
                    <a:pt x="2145" y="3388"/>
                    <a:pt x="2260" y="3457"/>
                  </a:cubicBezTo>
                  <a:cubicBezTo>
                    <a:pt x="2353" y="3434"/>
                    <a:pt x="2491" y="3595"/>
                    <a:pt x="2514" y="3687"/>
                  </a:cubicBezTo>
                  <a:cubicBezTo>
                    <a:pt x="2491" y="3987"/>
                    <a:pt x="2491" y="3987"/>
                    <a:pt x="2491" y="3987"/>
                  </a:cubicBezTo>
                  <a:cubicBezTo>
                    <a:pt x="2192" y="3964"/>
                    <a:pt x="2192" y="3964"/>
                    <a:pt x="2192" y="3964"/>
                  </a:cubicBezTo>
                  <a:cubicBezTo>
                    <a:pt x="2192" y="3964"/>
                    <a:pt x="2192" y="3964"/>
                    <a:pt x="2192" y="3964"/>
                  </a:cubicBezTo>
                  <a:cubicBezTo>
                    <a:pt x="2145" y="3780"/>
                    <a:pt x="2122" y="3688"/>
                    <a:pt x="1984" y="3527"/>
                  </a:cubicBezTo>
                  <a:close/>
                  <a:moveTo>
                    <a:pt x="2514" y="4079"/>
                  </a:moveTo>
                  <a:cubicBezTo>
                    <a:pt x="2514" y="4079"/>
                    <a:pt x="2514" y="4079"/>
                    <a:pt x="2514" y="4079"/>
                  </a:cubicBezTo>
                  <a:cubicBezTo>
                    <a:pt x="2469" y="4678"/>
                    <a:pt x="2469" y="4678"/>
                    <a:pt x="2469" y="4678"/>
                  </a:cubicBezTo>
                  <a:cubicBezTo>
                    <a:pt x="2376" y="4701"/>
                    <a:pt x="2376" y="4701"/>
                    <a:pt x="2376" y="4701"/>
                  </a:cubicBezTo>
                  <a:cubicBezTo>
                    <a:pt x="2376" y="4310"/>
                    <a:pt x="2376" y="4310"/>
                    <a:pt x="2376" y="4310"/>
                  </a:cubicBezTo>
                  <a:cubicBezTo>
                    <a:pt x="2353" y="4217"/>
                    <a:pt x="2330" y="4125"/>
                    <a:pt x="2307" y="4033"/>
                  </a:cubicBezTo>
                  <a:lnTo>
                    <a:pt x="2514" y="4079"/>
                  </a:lnTo>
                  <a:close/>
                  <a:moveTo>
                    <a:pt x="3253" y="5461"/>
                  </a:moveTo>
                  <a:cubicBezTo>
                    <a:pt x="3253" y="5461"/>
                    <a:pt x="3253" y="5461"/>
                    <a:pt x="3253" y="5461"/>
                  </a:cubicBezTo>
                  <a:cubicBezTo>
                    <a:pt x="2861" y="5461"/>
                    <a:pt x="2492" y="5162"/>
                    <a:pt x="2307" y="4817"/>
                  </a:cubicBezTo>
                  <a:cubicBezTo>
                    <a:pt x="4175" y="4838"/>
                    <a:pt x="4175" y="4838"/>
                    <a:pt x="4175" y="4838"/>
                  </a:cubicBezTo>
                  <a:cubicBezTo>
                    <a:pt x="4060" y="5160"/>
                    <a:pt x="3645" y="5460"/>
                    <a:pt x="3253" y="5461"/>
                  </a:cubicBezTo>
                  <a:close/>
                  <a:moveTo>
                    <a:pt x="2976" y="4747"/>
                  </a:moveTo>
                  <a:cubicBezTo>
                    <a:pt x="2976" y="4747"/>
                    <a:pt x="2976" y="4747"/>
                    <a:pt x="2976" y="4747"/>
                  </a:cubicBezTo>
                  <a:cubicBezTo>
                    <a:pt x="2930" y="4171"/>
                    <a:pt x="2930" y="4171"/>
                    <a:pt x="2930" y="4171"/>
                  </a:cubicBezTo>
                  <a:cubicBezTo>
                    <a:pt x="2999" y="4055"/>
                    <a:pt x="3068" y="3940"/>
                    <a:pt x="3275" y="3986"/>
                  </a:cubicBezTo>
                  <a:cubicBezTo>
                    <a:pt x="3368" y="3963"/>
                    <a:pt x="3483" y="4032"/>
                    <a:pt x="3506" y="4124"/>
                  </a:cubicBezTo>
                  <a:cubicBezTo>
                    <a:pt x="3553" y="4700"/>
                    <a:pt x="3553" y="4700"/>
                    <a:pt x="3553" y="4700"/>
                  </a:cubicBezTo>
                  <a:lnTo>
                    <a:pt x="2976" y="4747"/>
                  </a:lnTo>
                  <a:close/>
                  <a:moveTo>
                    <a:pt x="4129" y="4262"/>
                  </a:moveTo>
                  <a:cubicBezTo>
                    <a:pt x="4129" y="4262"/>
                    <a:pt x="4129" y="4262"/>
                    <a:pt x="4129" y="4262"/>
                  </a:cubicBezTo>
                  <a:cubicBezTo>
                    <a:pt x="4129" y="4262"/>
                    <a:pt x="4129" y="4262"/>
                    <a:pt x="4129" y="4262"/>
                  </a:cubicBezTo>
                  <a:cubicBezTo>
                    <a:pt x="4129" y="4653"/>
                    <a:pt x="4129" y="4653"/>
                    <a:pt x="4129" y="4653"/>
                  </a:cubicBezTo>
                  <a:cubicBezTo>
                    <a:pt x="3945" y="4700"/>
                    <a:pt x="3945" y="4700"/>
                    <a:pt x="3945" y="4700"/>
                  </a:cubicBezTo>
                  <a:cubicBezTo>
                    <a:pt x="3990" y="4100"/>
                    <a:pt x="3990" y="4100"/>
                    <a:pt x="3990" y="4100"/>
                  </a:cubicBezTo>
                  <a:cubicBezTo>
                    <a:pt x="4175" y="4054"/>
                    <a:pt x="4175" y="4054"/>
                    <a:pt x="4175" y="4054"/>
                  </a:cubicBezTo>
                  <a:cubicBezTo>
                    <a:pt x="4198" y="4146"/>
                    <a:pt x="4106" y="4170"/>
                    <a:pt x="4129" y="4262"/>
                  </a:cubicBezTo>
                  <a:close/>
                  <a:moveTo>
                    <a:pt x="4336" y="3916"/>
                  </a:moveTo>
                  <a:cubicBezTo>
                    <a:pt x="4336" y="3916"/>
                    <a:pt x="4336" y="3916"/>
                    <a:pt x="4336" y="3916"/>
                  </a:cubicBezTo>
                  <a:cubicBezTo>
                    <a:pt x="4336" y="3916"/>
                    <a:pt x="4336" y="3916"/>
                    <a:pt x="4336" y="3916"/>
                  </a:cubicBezTo>
                  <a:cubicBezTo>
                    <a:pt x="3967" y="4008"/>
                    <a:pt x="3967" y="4008"/>
                    <a:pt x="3967" y="4008"/>
                  </a:cubicBezTo>
                  <a:cubicBezTo>
                    <a:pt x="3990" y="3709"/>
                    <a:pt x="3990" y="3709"/>
                    <a:pt x="3990" y="3709"/>
                  </a:cubicBezTo>
                  <a:cubicBezTo>
                    <a:pt x="3944" y="3525"/>
                    <a:pt x="4105" y="3386"/>
                    <a:pt x="4221" y="3455"/>
                  </a:cubicBezTo>
                  <a:cubicBezTo>
                    <a:pt x="4313" y="3432"/>
                    <a:pt x="4428" y="3501"/>
                    <a:pt x="4428" y="3501"/>
                  </a:cubicBezTo>
                  <a:cubicBezTo>
                    <a:pt x="4359" y="3616"/>
                    <a:pt x="4313" y="3824"/>
                    <a:pt x="4336" y="3916"/>
                  </a:cubicBezTo>
                  <a:close/>
                  <a:moveTo>
                    <a:pt x="4521" y="3478"/>
                  </a:moveTo>
                  <a:cubicBezTo>
                    <a:pt x="4521" y="3478"/>
                    <a:pt x="4521" y="3478"/>
                    <a:pt x="4521" y="3478"/>
                  </a:cubicBezTo>
                  <a:cubicBezTo>
                    <a:pt x="4497" y="3386"/>
                    <a:pt x="4382" y="3317"/>
                    <a:pt x="4198" y="3363"/>
                  </a:cubicBezTo>
                  <a:cubicBezTo>
                    <a:pt x="4866" y="3293"/>
                    <a:pt x="4866" y="3293"/>
                    <a:pt x="4866" y="3293"/>
                  </a:cubicBezTo>
                  <a:cubicBezTo>
                    <a:pt x="4682" y="3339"/>
                    <a:pt x="4590" y="3363"/>
                    <a:pt x="4521" y="3478"/>
                  </a:cubicBezTo>
                  <a:close/>
                  <a:moveTo>
                    <a:pt x="5627" y="2417"/>
                  </a:moveTo>
                  <a:cubicBezTo>
                    <a:pt x="5627" y="2417"/>
                    <a:pt x="5627" y="2417"/>
                    <a:pt x="5627" y="2417"/>
                  </a:cubicBezTo>
                  <a:cubicBezTo>
                    <a:pt x="5350" y="2486"/>
                    <a:pt x="5004" y="2671"/>
                    <a:pt x="4982" y="2970"/>
                  </a:cubicBezTo>
                  <a:cubicBezTo>
                    <a:pt x="3621" y="3018"/>
                    <a:pt x="3621" y="3018"/>
                    <a:pt x="3621" y="3018"/>
                  </a:cubicBezTo>
                  <a:cubicBezTo>
                    <a:pt x="3644" y="3110"/>
                    <a:pt x="3644" y="3110"/>
                    <a:pt x="3644" y="3110"/>
                  </a:cubicBezTo>
                  <a:cubicBezTo>
                    <a:pt x="4912" y="3086"/>
                    <a:pt x="4912" y="3086"/>
                    <a:pt x="4912" y="3086"/>
                  </a:cubicBezTo>
                  <a:cubicBezTo>
                    <a:pt x="4935" y="3178"/>
                    <a:pt x="4935" y="3178"/>
                    <a:pt x="4935" y="3178"/>
                  </a:cubicBezTo>
                  <a:cubicBezTo>
                    <a:pt x="4935" y="3178"/>
                    <a:pt x="4935" y="3178"/>
                    <a:pt x="4935" y="3178"/>
                  </a:cubicBezTo>
                  <a:cubicBezTo>
                    <a:pt x="3667" y="3202"/>
                    <a:pt x="3667" y="3202"/>
                    <a:pt x="3667" y="3202"/>
                  </a:cubicBezTo>
                  <a:cubicBezTo>
                    <a:pt x="3690" y="3294"/>
                    <a:pt x="3690" y="3294"/>
                    <a:pt x="3690" y="3294"/>
                  </a:cubicBezTo>
                  <a:cubicBezTo>
                    <a:pt x="4198" y="3363"/>
                    <a:pt x="4198" y="3363"/>
                    <a:pt x="4198" y="3363"/>
                  </a:cubicBezTo>
                  <a:cubicBezTo>
                    <a:pt x="3990" y="3317"/>
                    <a:pt x="3829" y="3456"/>
                    <a:pt x="3875" y="3640"/>
                  </a:cubicBezTo>
                  <a:cubicBezTo>
                    <a:pt x="3852" y="4723"/>
                    <a:pt x="3852" y="4723"/>
                    <a:pt x="3852" y="4723"/>
                  </a:cubicBezTo>
                  <a:cubicBezTo>
                    <a:pt x="3737" y="4654"/>
                    <a:pt x="3737" y="4654"/>
                    <a:pt x="3737" y="4654"/>
                  </a:cubicBezTo>
                  <a:cubicBezTo>
                    <a:pt x="3714" y="3778"/>
                    <a:pt x="3714" y="3778"/>
                    <a:pt x="3714" y="3778"/>
                  </a:cubicBezTo>
                  <a:cubicBezTo>
                    <a:pt x="3829" y="3847"/>
                    <a:pt x="3829" y="3847"/>
                    <a:pt x="3829" y="3847"/>
                  </a:cubicBezTo>
                  <a:cubicBezTo>
                    <a:pt x="3806" y="3755"/>
                    <a:pt x="3806" y="3755"/>
                    <a:pt x="3806" y="3755"/>
                  </a:cubicBezTo>
                  <a:cubicBezTo>
                    <a:pt x="3506" y="3732"/>
                    <a:pt x="3506" y="3732"/>
                    <a:pt x="3506" y="3732"/>
                  </a:cubicBezTo>
                  <a:cubicBezTo>
                    <a:pt x="3483" y="4032"/>
                    <a:pt x="3483" y="4032"/>
                    <a:pt x="3483" y="4032"/>
                  </a:cubicBezTo>
                  <a:cubicBezTo>
                    <a:pt x="3460" y="3940"/>
                    <a:pt x="3368" y="3963"/>
                    <a:pt x="3345" y="3871"/>
                  </a:cubicBezTo>
                  <a:cubicBezTo>
                    <a:pt x="3321" y="3779"/>
                    <a:pt x="3321" y="3779"/>
                    <a:pt x="3321" y="3779"/>
                  </a:cubicBezTo>
                  <a:cubicBezTo>
                    <a:pt x="3321" y="3779"/>
                    <a:pt x="3321" y="3779"/>
                    <a:pt x="3321" y="3779"/>
                  </a:cubicBezTo>
                  <a:cubicBezTo>
                    <a:pt x="3414" y="3756"/>
                    <a:pt x="3414" y="3756"/>
                    <a:pt x="3414" y="3756"/>
                  </a:cubicBezTo>
                  <a:cubicBezTo>
                    <a:pt x="3114" y="3733"/>
                    <a:pt x="3114" y="3733"/>
                    <a:pt x="3114" y="3733"/>
                  </a:cubicBezTo>
                  <a:cubicBezTo>
                    <a:pt x="3137" y="3825"/>
                    <a:pt x="3137" y="3825"/>
                    <a:pt x="3137" y="3825"/>
                  </a:cubicBezTo>
                  <a:cubicBezTo>
                    <a:pt x="3137" y="3825"/>
                    <a:pt x="3137" y="3825"/>
                    <a:pt x="3137" y="3825"/>
                  </a:cubicBezTo>
                  <a:cubicBezTo>
                    <a:pt x="3160" y="3917"/>
                    <a:pt x="3160" y="3917"/>
                    <a:pt x="3160" y="3917"/>
                  </a:cubicBezTo>
                  <a:cubicBezTo>
                    <a:pt x="3068" y="3940"/>
                    <a:pt x="2976" y="3963"/>
                    <a:pt x="2976" y="3963"/>
                  </a:cubicBezTo>
                  <a:cubicBezTo>
                    <a:pt x="3022" y="3756"/>
                    <a:pt x="3022" y="3756"/>
                    <a:pt x="3022" y="3756"/>
                  </a:cubicBezTo>
                  <a:cubicBezTo>
                    <a:pt x="2630" y="3756"/>
                    <a:pt x="2630" y="3756"/>
                    <a:pt x="2630" y="3756"/>
                  </a:cubicBezTo>
                  <a:cubicBezTo>
                    <a:pt x="2653" y="3848"/>
                    <a:pt x="2653" y="3848"/>
                    <a:pt x="2653" y="3848"/>
                  </a:cubicBezTo>
                  <a:cubicBezTo>
                    <a:pt x="2745" y="3825"/>
                    <a:pt x="2745" y="3825"/>
                    <a:pt x="2745" y="3825"/>
                  </a:cubicBezTo>
                  <a:cubicBezTo>
                    <a:pt x="2769" y="4701"/>
                    <a:pt x="2769" y="4701"/>
                    <a:pt x="2769" y="4701"/>
                  </a:cubicBezTo>
                  <a:cubicBezTo>
                    <a:pt x="2584" y="4747"/>
                    <a:pt x="2584" y="4747"/>
                    <a:pt x="2584" y="4747"/>
                  </a:cubicBezTo>
                  <a:cubicBezTo>
                    <a:pt x="2607" y="3664"/>
                    <a:pt x="2607" y="3664"/>
                    <a:pt x="2607" y="3664"/>
                  </a:cubicBezTo>
                  <a:cubicBezTo>
                    <a:pt x="2560" y="3480"/>
                    <a:pt x="2422" y="3319"/>
                    <a:pt x="2237" y="3365"/>
                  </a:cubicBezTo>
                  <a:cubicBezTo>
                    <a:pt x="2814" y="3318"/>
                    <a:pt x="2814" y="3318"/>
                    <a:pt x="2814" y="3318"/>
                  </a:cubicBezTo>
                  <a:cubicBezTo>
                    <a:pt x="2791" y="3226"/>
                    <a:pt x="2791" y="3226"/>
                    <a:pt x="2791" y="3226"/>
                  </a:cubicBezTo>
                  <a:cubicBezTo>
                    <a:pt x="1522" y="3251"/>
                    <a:pt x="1522" y="3251"/>
                    <a:pt x="1522" y="3251"/>
                  </a:cubicBezTo>
                  <a:cubicBezTo>
                    <a:pt x="1522" y="3251"/>
                    <a:pt x="1522" y="3251"/>
                    <a:pt x="1522" y="3251"/>
                  </a:cubicBezTo>
                  <a:cubicBezTo>
                    <a:pt x="1499" y="3159"/>
                    <a:pt x="1499" y="3159"/>
                    <a:pt x="1499" y="3159"/>
                  </a:cubicBezTo>
                  <a:cubicBezTo>
                    <a:pt x="2768" y="3134"/>
                    <a:pt x="2768" y="3134"/>
                    <a:pt x="2768" y="3134"/>
                  </a:cubicBezTo>
                  <a:cubicBezTo>
                    <a:pt x="2837" y="3019"/>
                    <a:pt x="2837" y="3019"/>
                    <a:pt x="2837" y="3019"/>
                  </a:cubicBezTo>
                  <a:cubicBezTo>
                    <a:pt x="1476" y="3066"/>
                    <a:pt x="1476" y="3066"/>
                    <a:pt x="1476" y="3066"/>
                  </a:cubicBezTo>
                  <a:cubicBezTo>
                    <a:pt x="1384" y="2698"/>
                    <a:pt x="1130" y="2468"/>
                    <a:pt x="738" y="2468"/>
                  </a:cubicBezTo>
                  <a:cubicBezTo>
                    <a:pt x="646" y="2491"/>
                    <a:pt x="646" y="2491"/>
                    <a:pt x="646" y="2491"/>
                  </a:cubicBezTo>
                  <a:cubicBezTo>
                    <a:pt x="807" y="1961"/>
                    <a:pt x="1314" y="1638"/>
                    <a:pt x="1890" y="1591"/>
                  </a:cubicBezTo>
                  <a:cubicBezTo>
                    <a:pt x="2190" y="1614"/>
                    <a:pt x="2190" y="1614"/>
                    <a:pt x="2190" y="1614"/>
                  </a:cubicBezTo>
                  <a:cubicBezTo>
                    <a:pt x="2259" y="1499"/>
                    <a:pt x="2259" y="1499"/>
                    <a:pt x="2259" y="1499"/>
                  </a:cubicBezTo>
                  <a:cubicBezTo>
                    <a:pt x="2259" y="1499"/>
                    <a:pt x="2259" y="1499"/>
                    <a:pt x="2259" y="1499"/>
                  </a:cubicBezTo>
                  <a:cubicBezTo>
                    <a:pt x="2236" y="1015"/>
                    <a:pt x="2697" y="508"/>
                    <a:pt x="3181" y="484"/>
                  </a:cubicBezTo>
                  <a:cubicBezTo>
                    <a:pt x="3781" y="530"/>
                    <a:pt x="4173" y="921"/>
                    <a:pt x="4220" y="1497"/>
                  </a:cubicBezTo>
                  <a:cubicBezTo>
                    <a:pt x="4243" y="1589"/>
                    <a:pt x="4243" y="1589"/>
                    <a:pt x="4243" y="1589"/>
                  </a:cubicBezTo>
                  <a:cubicBezTo>
                    <a:pt x="4543" y="1612"/>
                    <a:pt x="4543" y="1612"/>
                    <a:pt x="4543" y="1612"/>
                  </a:cubicBezTo>
                  <a:cubicBezTo>
                    <a:pt x="5119" y="1565"/>
                    <a:pt x="5604" y="1933"/>
                    <a:pt x="5835" y="2463"/>
                  </a:cubicBezTo>
                  <a:cubicBezTo>
                    <a:pt x="5742" y="2486"/>
                    <a:pt x="5742" y="2486"/>
                    <a:pt x="5627" y="2417"/>
                  </a:cubicBezTo>
                  <a:close/>
                  <a:moveTo>
                    <a:pt x="3114" y="4908"/>
                  </a:moveTo>
                  <a:cubicBezTo>
                    <a:pt x="3114" y="4908"/>
                    <a:pt x="3114" y="4908"/>
                    <a:pt x="3114" y="4908"/>
                  </a:cubicBezTo>
                  <a:cubicBezTo>
                    <a:pt x="3022" y="4931"/>
                    <a:pt x="3022" y="4931"/>
                    <a:pt x="3022" y="4931"/>
                  </a:cubicBezTo>
                  <a:cubicBezTo>
                    <a:pt x="2953" y="5046"/>
                    <a:pt x="2953" y="5046"/>
                    <a:pt x="2953" y="5046"/>
                  </a:cubicBezTo>
                  <a:cubicBezTo>
                    <a:pt x="3069" y="5115"/>
                    <a:pt x="3069" y="5115"/>
                    <a:pt x="3069" y="5115"/>
                  </a:cubicBezTo>
                  <a:cubicBezTo>
                    <a:pt x="3069" y="5115"/>
                    <a:pt x="3069" y="5115"/>
                    <a:pt x="3069" y="5115"/>
                  </a:cubicBezTo>
                  <a:cubicBezTo>
                    <a:pt x="2884" y="5162"/>
                    <a:pt x="2884" y="5162"/>
                    <a:pt x="2884" y="5162"/>
                  </a:cubicBezTo>
                  <a:cubicBezTo>
                    <a:pt x="2884" y="5162"/>
                    <a:pt x="2884" y="5162"/>
                    <a:pt x="2884" y="5162"/>
                  </a:cubicBezTo>
                  <a:cubicBezTo>
                    <a:pt x="3184" y="5184"/>
                    <a:pt x="3184" y="5184"/>
                    <a:pt x="3184" y="5184"/>
                  </a:cubicBezTo>
                  <a:lnTo>
                    <a:pt x="3114" y="4908"/>
                  </a:lnTo>
                  <a:close/>
                  <a:moveTo>
                    <a:pt x="3045" y="5023"/>
                  </a:moveTo>
                  <a:cubicBezTo>
                    <a:pt x="3045" y="5023"/>
                    <a:pt x="3045" y="5023"/>
                    <a:pt x="3045" y="5023"/>
                  </a:cubicBezTo>
                  <a:cubicBezTo>
                    <a:pt x="3045" y="5023"/>
                    <a:pt x="3045" y="5023"/>
                    <a:pt x="3045" y="5023"/>
                  </a:cubicBezTo>
                  <a:cubicBezTo>
                    <a:pt x="3045" y="5023"/>
                    <a:pt x="3045" y="5023"/>
                    <a:pt x="3045" y="5023"/>
                  </a:cubicBezTo>
                  <a:cubicBezTo>
                    <a:pt x="3138" y="5000"/>
                    <a:pt x="3138" y="5000"/>
                    <a:pt x="3138" y="5000"/>
                  </a:cubicBezTo>
                  <a:lnTo>
                    <a:pt x="3045" y="5023"/>
                  </a:lnTo>
                  <a:close/>
                  <a:moveTo>
                    <a:pt x="3668" y="5161"/>
                  </a:moveTo>
                  <a:cubicBezTo>
                    <a:pt x="3668" y="5161"/>
                    <a:pt x="3668" y="5161"/>
                    <a:pt x="3668" y="5161"/>
                  </a:cubicBezTo>
                  <a:cubicBezTo>
                    <a:pt x="3668" y="5161"/>
                    <a:pt x="3668" y="5161"/>
                    <a:pt x="3668" y="5161"/>
                  </a:cubicBezTo>
                  <a:cubicBezTo>
                    <a:pt x="3760" y="5138"/>
                    <a:pt x="3760" y="5138"/>
                    <a:pt x="3760" y="5138"/>
                  </a:cubicBezTo>
                  <a:cubicBezTo>
                    <a:pt x="3760" y="5138"/>
                    <a:pt x="3760" y="5138"/>
                    <a:pt x="3760" y="5138"/>
                  </a:cubicBezTo>
                  <a:cubicBezTo>
                    <a:pt x="3760" y="5138"/>
                    <a:pt x="3760" y="5138"/>
                    <a:pt x="3760" y="5138"/>
                  </a:cubicBezTo>
                  <a:cubicBezTo>
                    <a:pt x="3737" y="5045"/>
                    <a:pt x="3737" y="5045"/>
                    <a:pt x="3737" y="5045"/>
                  </a:cubicBezTo>
                  <a:cubicBezTo>
                    <a:pt x="3737" y="5045"/>
                    <a:pt x="3737" y="5045"/>
                    <a:pt x="3737" y="5045"/>
                  </a:cubicBezTo>
                  <a:cubicBezTo>
                    <a:pt x="3622" y="4976"/>
                    <a:pt x="3622" y="4976"/>
                    <a:pt x="3622" y="4976"/>
                  </a:cubicBezTo>
                  <a:cubicBezTo>
                    <a:pt x="3622" y="4976"/>
                    <a:pt x="3622" y="4976"/>
                    <a:pt x="3622" y="4976"/>
                  </a:cubicBezTo>
                  <a:cubicBezTo>
                    <a:pt x="3553" y="5092"/>
                    <a:pt x="3553" y="5092"/>
                    <a:pt x="3553" y="5092"/>
                  </a:cubicBezTo>
                  <a:cubicBezTo>
                    <a:pt x="3553" y="5092"/>
                    <a:pt x="3553" y="5092"/>
                    <a:pt x="3553" y="5092"/>
                  </a:cubicBezTo>
                  <a:lnTo>
                    <a:pt x="3668" y="5161"/>
                  </a:lnTo>
                  <a:close/>
                  <a:moveTo>
                    <a:pt x="3622" y="4976"/>
                  </a:moveTo>
                  <a:cubicBezTo>
                    <a:pt x="3622" y="4976"/>
                    <a:pt x="3622" y="4976"/>
                    <a:pt x="3622" y="4976"/>
                  </a:cubicBezTo>
                  <a:cubicBezTo>
                    <a:pt x="3645" y="5069"/>
                    <a:pt x="3645" y="5069"/>
                    <a:pt x="3645" y="5069"/>
                  </a:cubicBezTo>
                  <a:cubicBezTo>
                    <a:pt x="3645" y="5069"/>
                    <a:pt x="3645" y="5069"/>
                    <a:pt x="3645" y="5069"/>
                  </a:cubicBezTo>
                  <a:lnTo>
                    <a:pt x="3622" y="4976"/>
                  </a:lnTo>
                  <a:close/>
                  <a:moveTo>
                    <a:pt x="2930" y="4954"/>
                  </a:moveTo>
                  <a:cubicBezTo>
                    <a:pt x="2930" y="4954"/>
                    <a:pt x="2930" y="4954"/>
                    <a:pt x="2930" y="4954"/>
                  </a:cubicBezTo>
                  <a:cubicBezTo>
                    <a:pt x="2838" y="4977"/>
                    <a:pt x="2838" y="4977"/>
                    <a:pt x="2838" y="4977"/>
                  </a:cubicBezTo>
                  <a:cubicBezTo>
                    <a:pt x="2700" y="5208"/>
                    <a:pt x="2700" y="5208"/>
                    <a:pt x="2700" y="5208"/>
                  </a:cubicBezTo>
                  <a:cubicBezTo>
                    <a:pt x="2792" y="5185"/>
                    <a:pt x="2792" y="5185"/>
                    <a:pt x="2792" y="5185"/>
                  </a:cubicBezTo>
                  <a:lnTo>
                    <a:pt x="2930" y="4954"/>
                  </a:lnTo>
                  <a:close/>
                  <a:moveTo>
                    <a:pt x="3276" y="5161"/>
                  </a:moveTo>
                  <a:cubicBezTo>
                    <a:pt x="3276" y="5161"/>
                    <a:pt x="3276" y="5161"/>
                    <a:pt x="3276" y="5161"/>
                  </a:cubicBezTo>
                  <a:cubicBezTo>
                    <a:pt x="3484" y="5207"/>
                    <a:pt x="3484" y="5207"/>
                    <a:pt x="3484" y="5207"/>
                  </a:cubicBezTo>
                  <a:cubicBezTo>
                    <a:pt x="3461" y="5115"/>
                    <a:pt x="3461" y="5115"/>
                    <a:pt x="3461" y="5115"/>
                  </a:cubicBezTo>
                  <a:cubicBezTo>
                    <a:pt x="3368" y="5138"/>
                    <a:pt x="3368" y="5138"/>
                    <a:pt x="3368" y="5138"/>
                  </a:cubicBezTo>
                  <a:cubicBezTo>
                    <a:pt x="3437" y="5023"/>
                    <a:pt x="3437" y="5023"/>
                    <a:pt x="3437" y="5023"/>
                  </a:cubicBezTo>
                  <a:cubicBezTo>
                    <a:pt x="3414" y="4931"/>
                    <a:pt x="3414" y="4931"/>
                    <a:pt x="3414" y="4931"/>
                  </a:cubicBezTo>
                  <a:cubicBezTo>
                    <a:pt x="3230" y="4977"/>
                    <a:pt x="3230" y="4977"/>
                    <a:pt x="3230" y="4977"/>
                  </a:cubicBezTo>
                  <a:cubicBezTo>
                    <a:pt x="3253" y="5069"/>
                    <a:pt x="3253" y="5069"/>
                    <a:pt x="3253" y="5069"/>
                  </a:cubicBezTo>
                  <a:cubicBezTo>
                    <a:pt x="3345" y="5046"/>
                    <a:pt x="3345" y="5046"/>
                    <a:pt x="3345" y="5046"/>
                  </a:cubicBezTo>
                  <a:cubicBezTo>
                    <a:pt x="3322" y="4954"/>
                    <a:pt x="3322" y="4954"/>
                    <a:pt x="3322" y="4954"/>
                  </a:cubicBezTo>
                  <a:cubicBezTo>
                    <a:pt x="3345" y="5046"/>
                    <a:pt x="3345" y="5046"/>
                    <a:pt x="3345" y="5046"/>
                  </a:cubicBezTo>
                  <a:cubicBezTo>
                    <a:pt x="3345" y="5046"/>
                    <a:pt x="3345" y="5046"/>
                    <a:pt x="3345" y="5046"/>
                  </a:cubicBezTo>
                  <a:cubicBezTo>
                    <a:pt x="3253" y="5069"/>
                    <a:pt x="3253" y="5069"/>
                    <a:pt x="3253" y="5069"/>
                  </a:cubicBezTo>
                  <a:lnTo>
                    <a:pt x="3276" y="51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63" name="文本框 62">
            <a:extLst>
              <a:ext uri="{FF2B5EF4-FFF2-40B4-BE49-F238E27FC236}">
                <a16:creationId xmlns:a16="http://schemas.microsoft.com/office/drawing/2014/main" id="{341C41B0-0585-4528-8C26-F9750FAEBB5C}"/>
              </a:ext>
            </a:extLst>
          </p:cNvPr>
          <p:cNvSpPr txBox="1"/>
          <p:nvPr/>
        </p:nvSpPr>
        <p:spPr>
          <a:xfrm>
            <a:off x="1967461" y="5234060"/>
            <a:ext cx="82570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THE PPT TEMPLATE OF THE THESIS DEFENSE OF ZHONGSHAN UNIVERSITY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3435AFE8-842C-4259-A390-E0ED59CB0CDD}"/>
              </a:ext>
            </a:extLst>
          </p:cNvPr>
          <p:cNvSpPr txBox="1"/>
          <p:nvPr/>
        </p:nvSpPr>
        <p:spPr>
          <a:xfrm>
            <a:off x="4441497" y="5793969"/>
            <a:ext cx="3309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指导老师：简雅</a:t>
            </a: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PPT     </a:t>
            </a: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答辩人：简雅君</a:t>
            </a:r>
          </a:p>
        </p:txBody>
      </p:sp>
    </p:spTree>
    <p:extLst>
      <p:ext uri="{BB962C8B-B14F-4D97-AF65-F5344CB8AC3E}">
        <p14:creationId xmlns:p14="http://schemas.microsoft.com/office/powerpoint/2010/main" val="29954979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57" repeatCount="indefinite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  <p:bldLst>
      <p:bldP spid="4" grpId="0" animBg="1"/>
      <p:bldP spid="5" grpId="0" animBg="1"/>
      <p:bldP spid="6" grpId="0" animBg="1"/>
      <p:bldP spid="17" grpId="0"/>
      <p:bldP spid="18" grpId="0" animBg="1"/>
      <p:bldP spid="63" grpId="0"/>
      <p:bldP spid="6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id="{753C6E6A-64C4-4E8A-BA51-F013A72795C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3" b="7813"/>
          <a:stretch/>
        </p:blipFill>
        <p:spPr>
          <a:xfrm>
            <a:off x="0" y="-19742"/>
            <a:ext cx="11989182" cy="6858477"/>
          </a:xfrm>
          <a:custGeom>
            <a:avLst/>
            <a:gdLst>
              <a:gd name="connsiteX0" fmla="*/ 0 w 11862435"/>
              <a:gd name="connsiteY0" fmla="*/ 0 h 6858000"/>
              <a:gd name="connsiteX1" fmla="*/ 2537458 w 11862435"/>
              <a:gd name="connsiteY1" fmla="*/ 0 h 6858000"/>
              <a:gd name="connsiteX2" fmla="*/ 3074669 w 11862435"/>
              <a:gd name="connsiteY2" fmla="*/ 0 h 6858000"/>
              <a:gd name="connsiteX3" fmla="*/ 3784383 w 11862435"/>
              <a:gd name="connsiteY3" fmla="*/ 0 h 6858000"/>
              <a:gd name="connsiteX4" fmla="*/ 8686282 w 11862435"/>
              <a:gd name="connsiteY4" fmla="*/ 0 h 6858000"/>
              <a:gd name="connsiteX5" fmla="*/ 11862435 w 11862435"/>
              <a:gd name="connsiteY5" fmla="*/ 6857999 h 6858000"/>
              <a:gd name="connsiteX6" fmla="*/ 5896483 w 11862435"/>
              <a:gd name="connsiteY6" fmla="*/ 6857999 h 6858000"/>
              <a:gd name="connsiteX7" fmla="*/ 5896483 w 11862435"/>
              <a:gd name="connsiteY7" fmla="*/ 6858000 h 6858000"/>
              <a:gd name="connsiteX8" fmla="*/ 3074669 w 11862435"/>
              <a:gd name="connsiteY8" fmla="*/ 6858000 h 6858000"/>
              <a:gd name="connsiteX9" fmla="*/ 2537458 w 11862435"/>
              <a:gd name="connsiteY9" fmla="*/ 6858000 h 6858000"/>
              <a:gd name="connsiteX10" fmla="*/ 0 w 11862435"/>
              <a:gd name="connsiteY1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2435" h="6858000">
                <a:moveTo>
                  <a:pt x="0" y="0"/>
                </a:moveTo>
                <a:lnTo>
                  <a:pt x="2537458" y="0"/>
                </a:lnTo>
                <a:lnTo>
                  <a:pt x="3074669" y="0"/>
                </a:lnTo>
                <a:lnTo>
                  <a:pt x="3784383" y="0"/>
                </a:lnTo>
                <a:lnTo>
                  <a:pt x="8686282" y="0"/>
                </a:lnTo>
                <a:lnTo>
                  <a:pt x="11862435" y="6857999"/>
                </a:lnTo>
                <a:lnTo>
                  <a:pt x="5896483" y="6857999"/>
                </a:lnTo>
                <a:lnTo>
                  <a:pt x="5896483" y="6858000"/>
                </a:lnTo>
                <a:lnTo>
                  <a:pt x="3074669" y="6858000"/>
                </a:lnTo>
                <a:lnTo>
                  <a:pt x="253745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A4D1609B-102A-4C77-86A2-ACB29FB96D59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7839950" y="0"/>
            <a:ext cx="4352050" cy="6858478"/>
          </a:xfrm>
          <a:custGeom>
            <a:avLst/>
            <a:gdLst>
              <a:gd name="connsiteX0" fmla="*/ 4352050 w 4352050"/>
              <a:gd name="connsiteY0" fmla="*/ 6858478 h 6858478"/>
              <a:gd name="connsiteX1" fmla="*/ 0 w 4352050"/>
              <a:gd name="connsiteY1" fmla="*/ 6858478 h 6858478"/>
              <a:gd name="connsiteX2" fmla="*/ 0 w 4352050"/>
              <a:gd name="connsiteY2" fmla="*/ 0 h 6858478"/>
              <a:gd name="connsiteX3" fmla="*/ 103870 w 4352050"/>
              <a:gd name="connsiteY3" fmla="*/ 0 h 6858478"/>
              <a:gd name="connsiteX4" fmla="*/ 1170098 w 4352050"/>
              <a:gd name="connsiteY4" fmla="*/ 0 h 6858478"/>
              <a:gd name="connsiteX5" fmla="*/ 1175675 w 4352050"/>
              <a:gd name="connsiteY5" fmla="*/ 0 h 685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52050" h="6858478">
                <a:moveTo>
                  <a:pt x="4352050" y="6858478"/>
                </a:moveTo>
                <a:lnTo>
                  <a:pt x="0" y="6858478"/>
                </a:lnTo>
                <a:lnTo>
                  <a:pt x="0" y="0"/>
                </a:lnTo>
                <a:lnTo>
                  <a:pt x="103870" y="0"/>
                </a:lnTo>
                <a:lnTo>
                  <a:pt x="1170098" y="0"/>
                </a:lnTo>
                <a:lnTo>
                  <a:pt x="1175675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651F706-C94E-46D4-BAAE-BAFD1AD976FE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8667950" y="0"/>
            <a:ext cx="3524051" cy="6858478"/>
          </a:xfrm>
          <a:custGeom>
            <a:avLst/>
            <a:gdLst>
              <a:gd name="connsiteX0" fmla="*/ 3524051 w 3524051"/>
              <a:gd name="connsiteY0" fmla="*/ 6858478 h 6858478"/>
              <a:gd name="connsiteX1" fmla="*/ 0 w 3524051"/>
              <a:gd name="connsiteY1" fmla="*/ 6858478 h 6858478"/>
              <a:gd name="connsiteX2" fmla="*/ 0 w 3524051"/>
              <a:gd name="connsiteY2" fmla="*/ 0 h 6858478"/>
              <a:gd name="connsiteX3" fmla="*/ 342099 w 3524051"/>
              <a:gd name="connsiteY3" fmla="*/ 0 h 6858478"/>
              <a:gd name="connsiteX4" fmla="*/ 347676 w 3524051"/>
              <a:gd name="connsiteY4" fmla="*/ 0 h 685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24051" h="6858478">
                <a:moveTo>
                  <a:pt x="3524051" y="6858478"/>
                </a:moveTo>
                <a:lnTo>
                  <a:pt x="0" y="6858478"/>
                </a:lnTo>
                <a:lnTo>
                  <a:pt x="0" y="0"/>
                </a:lnTo>
                <a:lnTo>
                  <a:pt x="342099" y="0"/>
                </a:lnTo>
                <a:lnTo>
                  <a:pt x="347676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3BEC088-3F8F-480C-9105-318DF6872C5C}"/>
              </a:ext>
            </a:extLst>
          </p:cNvPr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tx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3E1F746-5969-4962-A66B-772E37C6E00E}"/>
              </a:ext>
            </a:extLst>
          </p:cNvPr>
          <p:cNvSpPr txBox="1"/>
          <p:nvPr/>
        </p:nvSpPr>
        <p:spPr>
          <a:xfrm>
            <a:off x="8489633" y="133350"/>
            <a:ext cx="37023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600" dirty="0">
                <a:solidFill>
                  <a:schemeClr val="bg1"/>
                </a:solidFill>
                <a:cs typeface="+mn-ea"/>
                <a:sym typeface="+mn-lt"/>
              </a:rPr>
              <a:t>C</a:t>
            </a:r>
            <a:r>
              <a:rPr lang="en-US" altLang="zh-CN" sz="4000" dirty="0">
                <a:solidFill>
                  <a:schemeClr val="bg1"/>
                </a:solidFill>
                <a:cs typeface="+mn-ea"/>
                <a:sym typeface="+mn-lt"/>
              </a:rPr>
              <a:t>ONTENTS</a:t>
            </a:r>
            <a:endParaRPr lang="zh-CN" altLang="en-US" sz="40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0" name="椭圆 59">
            <a:extLst>
              <a:ext uri="{FF2B5EF4-FFF2-40B4-BE49-F238E27FC236}">
                <a16:creationId xmlns:a16="http://schemas.microsoft.com/office/drawing/2014/main" id="{E67C1029-57F9-4F52-8219-039D392E2AE1}"/>
              </a:ext>
            </a:extLst>
          </p:cNvPr>
          <p:cNvSpPr/>
          <p:nvPr/>
        </p:nvSpPr>
        <p:spPr>
          <a:xfrm>
            <a:off x="1922469" y="434787"/>
            <a:ext cx="840801" cy="84080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1" name="椭圆 60">
            <a:extLst>
              <a:ext uri="{FF2B5EF4-FFF2-40B4-BE49-F238E27FC236}">
                <a16:creationId xmlns:a16="http://schemas.microsoft.com/office/drawing/2014/main" id="{021BCF01-B91D-4BDE-BD32-038097A81F96}"/>
              </a:ext>
            </a:extLst>
          </p:cNvPr>
          <p:cNvSpPr/>
          <p:nvPr/>
        </p:nvSpPr>
        <p:spPr>
          <a:xfrm>
            <a:off x="1443327" y="631936"/>
            <a:ext cx="936000" cy="936000"/>
          </a:xfrm>
          <a:prstGeom prst="ellipse">
            <a:avLst/>
          </a:prstGeom>
          <a:solidFill>
            <a:srgbClr val="0058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5D41122A-05E5-4DD3-B45A-74689603DFDB}"/>
              </a:ext>
            </a:extLst>
          </p:cNvPr>
          <p:cNvSpPr txBox="1"/>
          <p:nvPr/>
        </p:nvSpPr>
        <p:spPr>
          <a:xfrm>
            <a:off x="1587140" y="631936"/>
            <a:ext cx="84024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>
                <a:solidFill>
                  <a:srgbClr val="FCFCFC"/>
                </a:solidFill>
                <a:cs typeface="+mn-ea"/>
                <a:sym typeface="+mn-lt"/>
              </a:rPr>
              <a:t>1</a:t>
            </a:r>
            <a:endParaRPr lang="zh-CN" altLang="en-US" sz="6000" dirty="0">
              <a:solidFill>
                <a:srgbClr val="FCFCFC"/>
              </a:solidFill>
              <a:cs typeface="+mn-ea"/>
              <a:sym typeface="+mn-lt"/>
            </a:endParaRPr>
          </a:p>
        </p:txBody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7BD9E98C-E3AA-4D20-B804-E214078FC13B}"/>
              </a:ext>
            </a:extLst>
          </p:cNvPr>
          <p:cNvSpPr/>
          <p:nvPr/>
        </p:nvSpPr>
        <p:spPr>
          <a:xfrm>
            <a:off x="1203197" y="1239548"/>
            <a:ext cx="432000" cy="43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1FB1C46-8DB0-491B-9F07-4C0825B9FD7D}"/>
              </a:ext>
            </a:extLst>
          </p:cNvPr>
          <p:cNvSpPr txBox="1"/>
          <p:nvPr/>
        </p:nvSpPr>
        <p:spPr>
          <a:xfrm>
            <a:off x="3050542" y="1008345"/>
            <a:ext cx="5365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cs typeface="+mn-ea"/>
                <a:sym typeface="+mn-lt"/>
              </a:rPr>
              <a:t>CLICK HERE TO ADD TITLE</a:t>
            </a:r>
            <a:endParaRPr lang="zh-CN" altLang="en-US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4" name="椭圆 63">
            <a:extLst>
              <a:ext uri="{FF2B5EF4-FFF2-40B4-BE49-F238E27FC236}">
                <a16:creationId xmlns:a16="http://schemas.microsoft.com/office/drawing/2014/main" id="{7236B79B-1C3B-4043-BB29-8F5896DDC289}"/>
              </a:ext>
            </a:extLst>
          </p:cNvPr>
          <p:cNvSpPr/>
          <p:nvPr/>
        </p:nvSpPr>
        <p:spPr>
          <a:xfrm>
            <a:off x="1922469" y="1961579"/>
            <a:ext cx="840801" cy="84080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5" name="椭圆 64">
            <a:extLst>
              <a:ext uri="{FF2B5EF4-FFF2-40B4-BE49-F238E27FC236}">
                <a16:creationId xmlns:a16="http://schemas.microsoft.com/office/drawing/2014/main" id="{7E7197F5-BF45-4973-B5CC-DF0DA4749CA5}"/>
              </a:ext>
            </a:extLst>
          </p:cNvPr>
          <p:cNvSpPr/>
          <p:nvPr/>
        </p:nvSpPr>
        <p:spPr>
          <a:xfrm>
            <a:off x="1443327" y="2158728"/>
            <a:ext cx="936000" cy="936000"/>
          </a:xfrm>
          <a:prstGeom prst="ellipse">
            <a:avLst/>
          </a:prstGeom>
          <a:solidFill>
            <a:srgbClr val="0058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17B3CF75-7F75-45A0-975B-FDC4F7455CE8}"/>
              </a:ext>
            </a:extLst>
          </p:cNvPr>
          <p:cNvSpPr txBox="1"/>
          <p:nvPr/>
        </p:nvSpPr>
        <p:spPr>
          <a:xfrm>
            <a:off x="1587140" y="2158728"/>
            <a:ext cx="84024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>
                <a:solidFill>
                  <a:srgbClr val="FCFCFC"/>
                </a:solidFill>
                <a:cs typeface="+mn-ea"/>
                <a:sym typeface="+mn-lt"/>
              </a:rPr>
              <a:t>2</a:t>
            </a:r>
            <a:endParaRPr lang="zh-CN" altLang="en-US" sz="6000" dirty="0">
              <a:solidFill>
                <a:srgbClr val="FCFCFC"/>
              </a:solidFill>
              <a:cs typeface="+mn-ea"/>
              <a:sym typeface="+mn-lt"/>
            </a:endParaRPr>
          </a:p>
        </p:txBody>
      </p:sp>
      <p:sp>
        <p:nvSpPr>
          <p:cNvPr id="67" name="椭圆 66">
            <a:extLst>
              <a:ext uri="{FF2B5EF4-FFF2-40B4-BE49-F238E27FC236}">
                <a16:creationId xmlns:a16="http://schemas.microsoft.com/office/drawing/2014/main" id="{F67C5B22-4BFE-4260-8150-7E5B2E08B695}"/>
              </a:ext>
            </a:extLst>
          </p:cNvPr>
          <p:cNvSpPr/>
          <p:nvPr/>
        </p:nvSpPr>
        <p:spPr>
          <a:xfrm>
            <a:off x="1203197" y="2766340"/>
            <a:ext cx="432000" cy="43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ACA0C171-731F-4A91-9770-4C3AF0F714AA}"/>
              </a:ext>
            </a:extLst>
          </p:cNvPr>
          <p:cNvSpPr txBox="1"/>
          <p:nvPr/>
        </p:nvSpPr>
        <p:spPr>
          <a:xfrm>
            <a:off x="3051806" y="2425240"/>
            <a:ext cx="5365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cs typeface="+mn-ea"/>
                <a:sym typeface="+mn-lt"/>
              </a:rPr>
              <a:t>CLICK HERE TO ADD TITLE</a:t>
            </a:r>
            <a:endParaRPr lang="zh-CN" altLang="en-US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9" name="椭圆 68">
            <a:extLst>
              <a:ext uri="{FF2B5EF4-FFF2-40B4-BE49-F238E27FC236}">
                <a16:creationId xmlns:a16="http://schemas.microsoft.com/office/drawing/2014/main" id="{0537AD8D-4D72-4216-9154-95561513D928}"/>
              </a:ext>
            </a:extLst>
          </p:cNvPr>
          <p:cNvSpPr/>
          <p:nvPr/>
        </p:nvSpPr>
        <p:spPr>
          <a:xfrm>
            <a:off x="1972188" y="3384759"/>
            <a:ext cx="840801" cy="84080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0" name="椭圆 69">
            <a:extLst>
              <a:ext uri="{FF2B5EF4-FFF2-40B4-BE49-F238E27FC236}">
                <a16:creationId xmlns:a16="http://schemas.microsoft.com/office/drawing/2014/main" id="{9726A7BA-7778-446E-9200-42A87811EE3C}"/>
              </a:ext>
            </a:extLst>
          </p:cNvPr>
          <p:cNvSpPr/>
          <p:nvPr/>
        </p:nvSpPr>
        <p:spPr>
          <a:xfrm>
            <a:off x="1493046" y="3581908"/>
            <a:ext cx="936000" cy="936000"/>
          </a:xfrm>
          <a:prstGeom prst="ellipse">
            <a:avLst/>
          </a:prstGeom>
          <a:solidFill>
            <a:srgbClr val="0058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04390D1D-946A-4065-8153-E5DB94E91842}"/>
              </a:ext>
            </a:extLst>
          </p:cNvPr>
          <p:cNvSpPr txBox="1"/>
          <p:nvPr/>
        </p:nvSpPr>
        <p:spPr>
          <a:xfrm>
            <a:off x="1636859" y="3581908"/>
            <a:ext cx="84024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>
                <a:solidFill>
                  <a:srgbClr val="FCFCFC"/>
                </a:solidFill>
                <a:cs typeface="+mn-ea"/>
                <a:sym typeface="+mn-lt"/>
              </a:rPr>
              <a:t>3</a:t>
            </a:r>
            <a:endParaRPr lang="zh-CN" altLang="en-US" sz="6000" dirty="0">
              <a:solidFill>
                <a:srgbClr val="FCFCFC"/>
              </a:solidFill>
              <a:cs typeface="+mn-ea"/>
              <a:sym typeface="+mn-lt"/>
            </a:endParaRPr>
          </a:p>
        </p:txBody>
      </p:sp>
      <p:sp>
        <p:nvSpPr>
          <p:cNvPr id="72" name="椭圆 71">
            <a:extLst>
              <a:ext uri="{FF2B5EF4-FFF2-40B4-BE49-F238E27FC236}">
                <a16:creationId xmlns:a16="http://schemas.microsoft.com/office/drawing/2014/main" id="{BA67BB1F-4049-4F0C-946C-868E178D9695}"/>
              </a:ext>
            </a:extLst>
          </p:cNvPr>
          <p:cNvSpPr/>
          <p:nvPr/>
        </p:nvSpPr>
        <p:spPr>
          <a:xfrm>
            <a:off x="1252916" y="4189520"/>
            <a:ext cx="432000" cy="43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1CA312DF-5BA4-43EB-B130-9124A37CB1E8}"/>
              </a:ext>
            </a:extLst>
          </p:cNvPr>
          <p:cNvSpPr txBox="1"/>
          <p:nvPr/>
        </p:nvSpPr>
        <p:spPr>
          <a:xfrm>
            <a:off x="3032756" y="3857821"/>
            <a:ext cx="5365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cs typeface="+mn-ea"/>
                <a:sym typeface="+mn-lt"/>
              </a:rPr>
              <a:t>CLICK HERE TO ADD TITLE</a:t>
            </a:r>
            <a:endParaRPr lang="zh-CN" altLang="en-US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74" name="椭圆 73">
            <a:extLst>
              <a:ext uri="{FF2B5EF4-FFF2-40B4-BE49-F238E27FC236}">
                <a16:creationId xmlns:a16="http://schemas.microsoft.com/office/drawing/2014/main" id="{61683291-45AF-4E43-9569-E92DFB85D10A}"/>
              </a:ext>
            </a:extLst>
          </p:cNvPr>
          <p:cNvSpPr/>
          <p:nvPr/>
        </p:nvSpPr>
        <p:spPr>
          <a:xfrm>
            <a:off x="1922469" y="4931434"/>
            <a:ext cx="840801" cy="84080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5" name="椭圆 74">
            <a:extLst>
              <a:ext uri="{FF2B5EF4-FFF2-40B4-BE49-F238E27FC236}">
                <a16:creationId xmlns:a16="http://schemas.microsoft.com/office/drawing/2014/main" id="{F2D35A18-5273-47B4-BD53-33B2E1783A42}"/>
              </a:ext>
            </a:extLst>
          </p:cNvPr>
          <p:cNvSpPr/>
          <p:nvPr/>
        </p:nvSpPr>
        <p:spPr>
          <a:xfrm>
            <a:off x="1443327" y="5128583"/>
            <a:ext cx="936000" cy="936000"/>
          </a:xfrm>
          <a:prstGeom prst="ellipse">
            <a:avLst/>
          </a:prstGeom>
          <a:solidFill>
            <a:srgbClr val="0058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6D26798D-6487-4240-8B3F-082A04B920DD}"/>
              </a:ext>
            </a:extLst>
          </p:cNvPr>
          <p:cNvSpPr txBox="1"/>
          <p:nvPr/>
        </p:nvSpPr>
        <p:spPr>
          <a:xfrm>
            <a:off x="1587140" y="5128583"/>
            <a:ext cx="84024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>
                <a:solidFill>
                  <a:srgbClr val="FCFCFC"/>
                </a:solidFill>
                <a:cs typeface="+mn-ea"/>
                <a:sym typeface="+mn-lt"/>
              </a:rPr>
              <a:t>4</a:t>
            </a:r>
            <a:endParaRPr lang="zh-CN" altLang="en-US" sz="6000" dirty="0">
              <a:solidFill>
                <a:srgbClr val="FCFCFC"/>
              </a:solidFill>
              <a:cs typeface="+mn-ea"/>
              <a:sym typeface="+mn-lt"/>
            </a:endParaRPr>
          </a:p>
        </p:txBody>
      </p:sp>
      <p:sp>
        <p:nvSpPr>
          <p:cNvPr id="77" name="椭圆 76">
            <a:extLst>
              <a:ext uri="{FF2B5EF4-FFF2-40B4-BE49-F238E27FC236}">
                <a16:creationId xmlns:a16="http://schemas.microsoft.com/office/drawing/2014/main" id="{9D2AD629-8289-47B8-B158-6967A25CBB73}"/>
              </a:ext>
            </a:extLst>
          </p:cNvPr>
          <p:cNvSpPr/>
          <p:nvPr/>
        </p:nvSpPr>
        <p:spPr>
          <a:xfrm>
            <a:off x="1203197" y="5736195"/>
            <a:ext cx="432000" cy="43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C04D0520-6F24-4229-859A-DBDFB0F03A98}"/>
              </a:ext>
            </a:extLst>
          </p:cNvPr>
          <p:cNvSpPr txBox="1"/>
          <p:nvPr/>
        </p:nvSpPr>
        <p:spPr>
          <a:xfrm>
            <a:off x="3020434" y="5425419"/>
            <a:ext cx="5365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cs typeface="+mn-ea"/>
                <a:sym typeface="+mn-lt"/>
              </a:rPr>
              <a:t>CLICK HERE TO ADD TITLE</a:t>
            </a:r>
            <a:endParaRPr lang="zh-CN" altLang="en-US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7103255-15AB-49D5-B2FF-6AE117AA3C03}"/>
              </a:ext>
            </a:extLst>
          </p:cNvPr>
          <p:cNvSpPr txBox="1"/>
          <p:nvPr/>
        </p:nvSpPr>
        <p:spPr>
          <a:xfrm>
            <a:off x="3051806" y="583944"/>
            <a:ext cx="28444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课题背景及内容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F740B68-A5F7-40D9-AB18-AF4BD69CD263}"/>
              </a:ext>
            </a:extLst>
          </p:cNvPr>
          <p:cNvSpPr txBox="1"/>
          <p:nvPr/>
        </p:nvSpPr>
        <p:spPr>
          <a:xfrm>
            <a:off x="3043182" y="2066394"/>
            <a:ext cx="28444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研究思路及结果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C68DD9C-D455-40EA-86A5-263A0E3B28E3}"/>
              </a:ext>
            </a:extLst>
          </p:cNvPr>
          <p:cNvSpPr txBox="1"/>
          <p:nvPr/>
        </p:nvSpPr>
        <p:spPr>
          <a:xfrm>
            <a:off x="3105063" y="3438943"/>
            <a:ext cx="31684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课题现状及发展情况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25071A07-2AB1-4146-A1A1-74CF9B3DF068}"/>
              </a:ext>
            </a:extLst>
          </p:cNvPr>
          <p:cNvSpPr txBox="1"/>
          <p:nvPr/>
        </p:nvSpPr>
        <p:spPr>
          <a:xfrm>
            <a:off x="3078523" y="5025578"/>
            <a:ext cx="28444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解决方案及总结</a:t>
            </a:r>
          </a:p>
        </p:txBody>
      </p:sp>
    </p:spTree>
    <p:extLst>
      <p:ext uri="{BB962C8B-B14F-4D97-AF65-F5344CB8AC3E}">
        <p14:creationId xmlns:p14="http://schemas.microsoft.com/office/powerpoint/2010/main" val="25294678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0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60" grpId="0" animBg="1"/>
      <p:bldP spid="61" grpId="0" animBg="1"/>
      <p:bldP spid="62" grpId="0"/>
      <p:bldP spid="63" grpId="0" animBg="1"/>
      <p:bldP spid="19" grpId="0"/>
      <p:bldP spid="64" grpId="0" animBg="1"/>
      <p:bldP spid="65" grpId="0" animBg="1"/>
      <p:bldP spid="66" grpId="0"/>
      <p:bldP spid="67" grpId="0" animBg="1"/>
      <p:bldP spid="68" grpId="0"/>
      <p:bldP spid="69" grpId="0" animBg="1"/>
      <p:bldP spid="70" grpId="0" animBg="1"/>
      <p:bldP spid="71" grpId="0"/>
      <p:bldP spid="72" grpId="0" animBg="1"/>
      <p:bldP spid="73" grpId="0"/>
      <p:bldP spid="74" grpId="0" animBg="1"/>
      <p:bldP spid="75" grpId="0" animBg="1"/>
      <p:bldP spid="76" grpId="0"/>
      <p:bldP spid="77" grpId="0" animBg="1"/>
      <p:bldP spid="78" grpId="0"/>
      <p:bldP spid="2" grpId="0"/>
      <p:bldP spid="28" grpId="0"/>
      <p:bldP spid="29" grpId="0"/>
      <p:bldP spid="3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01941A8-297C-46C8-ACA8-DEFDA647CE5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3" b="78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A45C51C2-8799-4003-B53D-F6EA701948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8350D1AA-026B-4156-BB16-071519B7E5AE}"/>
              </a:ext>
            </a:extLst>
          </p:cNvPr>
          <p:cNvGrpSpPr/>
          <p:nvPr/>
        </p:nvGrpSpPr>
        <p:grpSpPr>
          <a:xfrm>
            <a:off x="1533014" y="1787979"/>
            <a:ext cx="2711450" cy="2711450"/>
            <a:chOff x="-1266371" y="4076700"/>
            <a:chExt cx="4165600" cy="4165600"/>
          </a:xfrm>
          <a:solidFill>
            <a:schemeClr val="bg1"/>
          </a:solidFill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1AD59D2-1212-436E-9DD6-F475B0C2B8F7}"/>
                </a:ext>
              </a:extLst>
            </p:cNvPr>
            <p:cNvSpPr/>
            <p:nvPr/>
          </p:nvSpPr>
          <p:spPr>
            <a:xfrm>
              <a:off x="-1025071" y="4318000"/>
              <a:ext cx="3683000" cy="3683000"/>
            </a:xfrm>
            <a:prstGeom prst="ellipse">
              <a:avLst/>
            </a:prstGeom>
            <a:solidFill>
              <a:srgbClr val="00582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301B6EDD-1F85-4455-AA24-AA55A34CD836}"/>
                </a:ext>
              </a:extLst>
            </p:cNvPr>
            <p:cNvGrpSpPr/>
            <p:nvPr/>
          </p:nvGrpSpPr>
          <p:grpSpPr>
            <a:xfrm>
              <a:off x="-1266371" y="4076700"/>
              <a:ext cx="4165600" cy="4165600"/>
              <a:chOff x="-1266371" y="4076700"/>
              <a:chExt cx="4165600" cy="4165600"/>
            </a:xfrm>
            <a:grpFill/>
          </p:grpSpPr>
          <p:sp>
            <p:nvSpPr>
              <p:cNvPr id="9" name="椭圆 8">
                <a:extLst>
                  <a:ext uri="{FF2B5EF4-FFF2-40B4-BE49-F238E27FC236}">
                    <a16:creationId xmlns:a16="http://schemas.microsoft.com/office/drawing/2014/main" id="{11B19CFD-D0C6-4A21-AB14-28AE46DBEA49}"/>
                  </a:ext>
                </a:extLst>
              </p:cNvPr>
              <p:cNvSpPr/>
              <p:nvPr/>
            </p:nvSpPr>
            <p:spPr>
              <a:xfrm>
                <a:off x="2697616" y="5348316"/>
                <a:ext cx="161925" cy="16192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" name="椭圆 9">
                <a:extLst>
                  <a:ext uri="{FF2B5EF4-FFF2-40B4-BE49-F238E27FC236}">
                    <a16:creationId xmlns:a16="http://schemas.microsoft.com/office/drawing/2014/main" id="{4C70DB45-43BA-469E-9973-A696FF12A598}"/>
                  </a:ext>
                </a:extLst>
              </p:cNvPr>
              <p:cNvSpPr/>
              <p:nvPr/>
            </p:nvSpPr>
            <p:spPr>
              <a:xfrm>
                <a:off x="-1266371" y="4076700"/>
                <a:ext cx="4165600" cy="4165600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" name="椭圆 10">
                <a:extLst>
                  <a:ext uri="{FF2B5EF4-FFF2-40B4-BE49-F238E27FC236}">
                    <a16:creationId xmlns:a16="http://schemas.microsoft.com/office/drawing/2014/main" id="{21C30209-3117-401A-BEFF-36BAF915C26E}"/>
                  </a:ext>
                </a:extLst>
              </p:cNvPr>
              <p:cNvSpPr/>
              <p:nvPr/>
            </p:nvSpPr>
            <p:spPr>
              <a:xfrm>
                <a:off x="-920228" y="7346082"/>
                <a:ext cx="161925" cy="16192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D9BD5783-EA3D-432D-98F4-73DCCD0E54ED}"/>
              </a:ext>
            </a:extLst>
          </p:cNvPr>
          <p:cNvSpPr txBox="1"/>
          <p:nvPr/>
        </p:nvSpPr>
        <p:spPr>
          <a:xfrm>
            <a:off x="1977032" y="2536425"/>
            <a:ext cx="18234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cs typeface="+mn-ea"/>
                <a:sym typeface="+mn-lt"/>
              </a:rPr>
              <a:t>PART ONE </a:t>
            </a:r>
            <a:endParaRPr lang="zh-CN" altLang="en-US" sz="20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FEA0A94-6315-4D8A-B6B6-C99704856311}"/>
              </a:ext>
            </a:extLst>
          </p:cNvPr>
          <p:cNvSpPr txBox="1"/>
          <p:nvPr/>
        </p:nvSpPr>
        <p:spPr>
          <a:xfrm>
            <a:off x="2297179" y="2913471"/>
            <a:ext cx="118312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600" dirty="0">
                <a:solidFill>
                  <a:schemeClr val="bg1"/>
                </a:solidFill>
                <a:cs typeface="+mn-ea"/>
                <a:sym typeface="+mn-lt"/>
              </a:rPr>
              <a:t>01</a:t>
            </a:r>
            <a:endParaRPr lang="zh-CN" altLang="en-US" sz="6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0D850C1-93B2-4FD5-9976-5A5ACB616255}"/>
              </a:ext>
            </a:extLst>
          </p:cNvPr>
          <p:cNvSpPr txBox="1"/>
          <p:nvPr/>
        </p:nvSpPr>
        <p:spPr>
          <a:xfrm>
            <a:off x="4722954" y="2275947"/>
            <a:ext cx="58895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000" b="1" dirty="0">
                <a:solidFill>
                  <a:schemeClr val="bg1"/>
                </a:solidFill>
                <a:cs typeface="+mn-ea"/>
                <a:sym typeface="+mn-lt"/>
              </a:rPr>
              <a:t>课题背景及内容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739D3B7-E39C-4CCB-BD09-764B7684BF67}"/>
              </a:ext>
            </a:extLst>
          </p:cNvPr>
          <p:cNvSpPr/>
          <p:nvPr/>
        </p:nvSpPr>
        <p:spPr>
          <a:xfrm>
            <a:off x="4722953" y="3208418"/>
            <a:ext cx="6007057" cy="6987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>
                    <a:lumMod val="85000"/>
                  </a:schemeClr>
                </a:solidFill>
                <a:cs typeface="+mn-ea"/>
                <a:sym typeface="+mn-lt"/>
              </a:rPr>
              <a:t>CLICK HERE TO ADD TITLECLICK HERE TO ADD TITLECLICK HERE TO ADD TITLECLICK HERE TO ADD TITLE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9CFA2CBE-CB80-4C97-97B7-ADC07883D659}"/>
              </a:ext>
            </a:extLst>
          </p:cNvPr>
          <p:cNvSpPr/>
          <p:nvPr/>
        </p:nvSpPr>
        <p:spPr>
          <a:xfrm flipV="1">
            <a:off x="9666538" y="-1010229"/>
            <a:ext cx="1915862" cy="19158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22257E28-94C3-47D4-B0CC-A11E5F8A0396}"/>
              </a:ext>
            </a:extLst>
          </p:cNvPr>
          <p:cNvSpPr/>
          <p:nvPr/>
        </p:nvSpPr>
        <p:spPr>
          <a:xfrm flipV="1">
            <a:off x="9252140" y="6146430"/>
            <a:ext cx="1923860" cy="192386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3A187CD3-C255-44E5-99D7-53041341D47E}"/>
              </a:ext>
            </a:extLst>
          </p:cNvPr>
          <p:cNvSpPr/>
          <p:nvPr/>
        </p:nvSpPr>
        <p:spPr>
          <a:xfrm flipV="1">
            <a:off x="4659086" y="1296949"/>
            <a:ext cx="440600" cy="440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D4C17FE2-46BA-4ED9-AC10-A28D87181D0E}"/>
              </a:ext>
            </a:extLst>
          </p:cNvPr>
          <p:cNvSpPr/>
          <p:nvPr/>
        </p:nvSpPr>
        <p:spPr>
          <a:xfrm flipV="1">
            <a:off x="7089355" y="5210066"/>
            <a:ext cx="407924" cy="40792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C6BFB125-2CDE-4992-8530-468EDF4C8EF3}"/>
              </a:ext>
            </a:extLst>
          </p:cNvPr>
          <p:cNvSpPr/>
          <p:nvPr/>
        </p:nvSpPr>
        <p:spPr>
          <a:xfrm flipV="1">
            <a:off x="1690080" y="5500914"/>
            <a:ext cx="234152" cy="23415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471B3253-004D-444A-8D11-5AB16BB5FFB0}"/>
              </a:ext>
            </a:extLst>
          </p:cNvPr>
          <p:cNvGrpSpPr/>
          <p:nvPr/>
        </p:nvGrpSpPr>
        <p:grpSpPr>
          <a:xfrm>
            <a:off x="4872136" y="3077593"/>
            <a:ext cx="5680075" cy="45719"/>
            <a:chOff x="5029200" y="2769580"/>
            <a:chExt cx="5680075" cy="45719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51ACA493-4156-4F92-858A-898DEE2B1382}"/>
                </a:ext>
              </a:extLst>
            </p:cNvPr>
            <p:cNvSpPr/>
            <p:nvPr/>
          </p:nvSpPr>
          <p:spPr>
            <a:xfrm>
              <a:off x="5029200" y="2769580"/>
              <a:ext cx="723900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8751051D-FEB5-40D2-8B4C-905715299A03}"/>
                </a:ext>
              </a:extLst>
            </p:cNvPr>
            <p:cNvCxnSpPr/>
            <p:nvPr/>
          </p:nvCxnSpPr>
          <p:spPr>
            <a:xfrm>
              <a:off x="5711825" y="2792439"/>
              <a:ext cx="499745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702049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9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52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53" presetClass="entr" presetSubtype="52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52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53" presetClass="entr" presetSubtype="52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7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/>
      <p:bldP spid="13" grpId="0"/>
      <p:bldP spid="14" grpId="0"/>
      <p:bldP spid="15" grpId="0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图片 63">
            <a:extLst>
              <a:ext uri="{FF2B5EF4-FFF2-40B4-BE49-F238E27FC236}">
                <a16:creationId xmlns:a16="http://schemas.microsoft.com/office/drawing/2014/main" id="{3B67F843-08A8-4E3B-80F9-AF5591D28CAB}"/>
              </a:ext>
            </a:extLst>
          </p:cNvPr>
          <p:cNvPicPr>
            <a:picLocks noChangeAspect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3" b="78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5" name="矩形 64">
            <a:extLst>
              <a:ext uri="{FF2B5EF4-FFF2-40B4-BE49-F238E27FC236}">
                <a16:creationId xmlns:a16="http://schemas.microsoft.com/office/drawing/2014/main" id="{7D6B3F08-FEEB-43A5-BDE7-EC95A07E8EF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D0D41A9-C451-4D36-9614-D42257C7A753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5570" y="179061"/>
            <a:ext cx="2162258" cy="5455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3E36ADF9-64AB-4450-A972-DC03712A0BE9}"/>
              </a:ext>
            </a:extLst>
          </p:cNvPr>
          <p:cNvGrpSpPr/>
          <p:nvPr/>
        </p:nvGrpSpPr>
        <p:grpSpPr>
          <a:xfrm>
            <a:off x="229435" y="144004"/>
            <a:ext cx="3658643" cy="646331"/>
            <a:chOff x="368331" y="209716"/>
            <a:chExt cx="3658643" cy="646331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B81BBF6F-960C-4894-9188-B0BC95D25783}"/>
                </a:ext>
              </a:extLst>
            </p:cNvPr>
            <p:cNvGrpSpPr/>
            <p:nvPr/>
          </p:nvGrpSpPr>
          <p:grpSpPr>
            <a:xfrm>
              <a:off x="368331" y="209716"/>
              <a:ext cx="575110" cy="646331"/>
              <a:chOff x="368331" y="348215"/>
              <a:chExt cx="936000" cy="1051912"/>
            </a:xfrm>
          </p:grpSpPr>
          <p:sp>
            <p:nvSpPr>
              <p:cNvPr id="59" name="椭圆 58">
                <a:extLst>
                  <a:ext uri="{FF2B5EF4-FFF2-40B4-BE49-F238E27FC236}">
                    <a16:creationId xmlns:a16="http://schemas.microsoft.com/office/drawing/2014/main" id="{A5D48676-B157-4558-951B-BFB4E5889968}"/>
                  </a:ext>
                </a:extLst>
              </p:cNvPr>
              <p:cNvSpPr/>
              <p:nvPr/>
            </p:nvSpPr>
            <p:spPr>
              <a:xfrm>
                <a:off x="368331" y="388046"/>
                <a:ext cx="936000" cy="936000"/>
              </a:xfrm>
              <a:prstGeom prst="ellipse">
                <a:avLst/>
              </a:prstGeom>
              <a:solidFill>
                <a:srgbClr val="005825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50" b="1">
                  <a:cs typeface="+mn-ea"/>
                  <a:sym typeface="+mn-lt"/>
                </a:endParaRPr>
              </a:p>
            </p:txBody>
          </p:sp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6DD61D0D-8498-432F-932D-ADF5FD30970C}"/>
                  </a:ext>
                </a:extLst>
              </p:cNvPr>
              <p:cNvSpPr txBox="1"/>
              <p:nvPr/>
            </p:nvSpPr>
            <p:spPr>
              <a:xfrm>
                <a:off x="416209" y="348215"/>
                <a:ext cx="840245" cy="10519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3600" b="1" dirty="0">
                    <a:solidFill>
                      <a:srgbClr val="FCFCFC"/>
                    </a:solidFill>
                    <a:cs typeface="+mn-ea"/>
                    <a:sym typeface="+mn-lt"/>
                  </a:rPr>
                  <a:t>1</a:t>
                </a:r>
                <a:endParaRPr lang="zh-CN" altLang="en-US" sz="3600" b="1" dirty="0">
                  <a:solidFill>
                    <a:srgbClr val="FCFCFC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45036A13-C542-4D43-B32E-26EA4801BB61}"/>
                </a:ext>
              </a:extLst>
            </p:cNvPr>
            <p:cNvSpPr txBox="1"/>
            <p:nvPr/>
          </p:nvSpPr>
          <p:spPr>
            <a:xfrm>
              <a:off x="1182495" y="302049"/>
              <a:ext cx="28444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5825"/>
                  </a:solidFill>
                  <a:cs typeface="+mn-ea"/>
                  <a:sym typeface="+mn-lt"/>
                </a:rPr>
                <a:t>课题背景及内容</a:t>
              </a:r>
            </a:p>
          </p:txBody>
        </p:sp>
      </p:grp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155567E-A2CB-45C2-8E11-E9373EFAA595}"/>
              </a:ext>
            </a:extLst>
          </p:cNvPr>
          <p:cNvCxnSpPr>
            <a:cxnSpLocks/>
          </p:cNvCxnSpPr>
          <p:nvPr/>
        </p:nvCxnSpPr>
        <p:spPr>
          <a:xfrm>
            <a:off x="0" y="856047"/>
            <a:ext cx="12192000" cy="0"/>
          </a:xfrm>
          <a:prstGeom prst="line">
            <a:avLst/>
          </a:prstGeom>
          <a:ln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A_弧形 10">
            <a:extLst>
              <a:ext uri="{FF2B5EF4-FFF2-40B4-BE49-F238E27FC236}">
                <a16:creationId xmlns:a16="http://schemas.microsoft.com/office/drawing/2014/main" id="{E3AE7597-F952-42EF-95BB-F9F6B929153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684870" y="1895262"/>
            <a:ext cx="3521111" cy="3814536"/>
          </a:xfrm>
          <a:prstGeom prst="arc">
            <a:avLst>
              <a:gd name="adj1" fmla="val 17337751"/>
              <a:gd name="adj2" fmla="val 4126310"/>
            </a:avLst>
          </a:prstGeom>
          <a:noFill/>
          <a:ln w="66675" cap="flat" cmpd="sng" algn="ctr">
            <a:solidFill>
              <a:srgbClr val="197519"/>
            </a:solidFill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2" name="PA_弧形 3_1">
            <a:extLst>
              <a:ext uri="{FF2B5EF4-FFF2-40B4-BE49-F238E27FC236}">
                <a16:creationId xmlns:a16="http://schemas.microsoft.com/office/drawing/2014/main" id="{EBDB417E-A641-430F-BF93-2BD4EE0376F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 flipH="1">
            <a:off x="1142756" y="1895262"/>
            <a:ext cx="3521111" cy="3814536"/>
          </a:xfrm>
          <a:prstGeom prst="arc">
            <a:avLst>
              <a:gd name="adj1" fmla="val 17337751"/>
              <a:gd name="adj2" fmla="val 4126310"/>
            </a:avLst>
          </a:prstGeom>
          <a:noFill/>
          <a:ln w="66675" cap="flat" cmpd="sng" algn="ctr">
            <a:solidFill>
              <a:srgbClr val="197519"/>
            </a:solidFill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6" name="PA_椭圆 15">
            <a:extLst>
              <a:ext uri="{FF2B5EF4-FFF2-40B4-BE49-F238E27FC236}">
                <a16:creationId xmlns:a16="http://schemas.microsoft.com/office/drawing/2014/main" id="{40FE14F2-B1B2-4F63-B16C-21B982661699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383550" y="2009737"/>
            <a:ext cx="3561901" cy="3563216"/>
          </a:xfrm>
          <a:prstGeom prst="ellipse">
            <a:avLst/>
          </a:prstGeom>
          <a:solidFill>
            <a:srgbClr val="005825"/>
          </a:solidFill>
          <a:ln w="9525">
            <a:noFill/>
            <a:round/>
            <a:headEnd/>
            <a:tailEnd/>
          </a:ln>
          <a:extLst/>
        </p:spPr>
        <p:txBody>
          <a:bodyPr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/>
              </a:solidFill>
              <a:latin typeface="微软雅黑" pitchFamily="34" charset="-122"/>
            </a:endParaRPr>
          </a:p>
        </p:txBody>
      </p:sp>
      <p:sp>
        <p:nvSpPr>
          <p:cNvPr id="17" name="PA_任意多边形 5">
            <a:extLst>
              <a:ext uri="{FF2B5EF4-FFF2-40B4-BE49-F238E27FC236}">
                <a16:creationId xmlns:a16="http://schemas.microsoft.com/office/drawing/2014/main" id="{BFF932BB-C6D5-4086-B500-848E2C7AAFB8}"/>
              </a:ext>
            </a:extLst>
          </p:cNvPr>
          <p:cNvSpPr>
            <a:spLocks noEditPoints="1" noChangeArrowheads="1"/>
          </p:cNvSpPr>
          <p:nvPr>
            <p:custDataLst>
              <p:tags r:id="rId4"/>
            </p:custDataLst>
          </p:nvPr>
        </p:nvSpPr>
        <p:spPr bwMode="auto">
          <a:xfrm>
            <a:off x="2486200" y="2922910"/>
            <a:ext cx="1356601" cy="1156598"/>
          </a:xfrm>
          <a:custGeom>
            <a:avLst/>
            <a:gdLst>
              <a:gd name="T0" fmla="*/ 20 w 86"/>
              <a:gd name="T1" fmla="*/ 2 h 70"/>
              <a:gd name="T2" fmla="*/ 60 w 86"/>
              <a:gd name="T3" fmla="*/ 2 h 70"/>
              <a:gd name="T4" fmla="*/ 80 w 86"/>
              <a:gd name="T5" fmla="*/ 6 h 70"/>
              <a:gd name="T6" fmla="*/ 74 w 86"/>
              <a:gd name="T7" fmla="*/ 26 h 70"/>
              <a:gd name="T8" fmla="*/ 59 w 86"/>
              <a:gd name="T9" fmla="*/ 8 h 70"/>
              <a:gd name="T10" fmla="*/ 43 w 86"/>
              <a:gd name="T11" fmla="*/ 54 h 70"/>
              <a:gd name="T12" fmla="*/ 49 w 86"/>
              <a:gd name="T13" fmla="*/ 58 h 70"/>
              <a:gd name="T14" fmla="*/ 50 w 86"/>
              <a:gd name="T15" fmla="*/ 59 h 70"/>
              <a:gd name="T16" fmla="*/ 40 w 86"/>
              <a:gd name="T17" fmla="*/ 60 h 70"/>
              <a:gd name="T18" fmla="*/ 22 w 86"/>
              <a:gd name="T19" fmla="*/ 60 h 70"/>
              <a:gd name="T20" fmla="*/ 0 w 86"/>
              <a:gd name="T21" fmla="*/ 58 h 70"/>
              <a:gd name="T22" fmla="*/ 3 w 86"/>
              <a:gd name="T23" fmla="*/ 3 h 70"/>
              <a:gd name="T24" fmla="*/ 59 w 86"/>
              <a:gd name="T25" fmla="*/ 37 h 70"/>
              <a:gd name="T26" fmla="*/ 57 w 86"/>
              <a:gd name="T27" fmla="*/ 51 h 70"/>
              <a:gd name="T28" fmla="*/ 72 w 86"/>
              <a:gd name="T29" fmla="*/ 53 h 70"/>
              <a:gd name="T30" fmla="*/ 74 w 86"/>
              <a:gd name="T31" fmla="*/ 39 h 70"/>
              <a:gd name="T32" fmla="*/ 56 w 86"/>
              <a:gd name="T33" fmla="*/ 33 h 70"/>
              <a:gd name="T34" fmla="*/ 53 w 86"/>
              <a:gd name="T35" fmla="*/ 55 h 70"/>
              <a:gd name="T36" fmla="*/ 73 w 86"/>
              <a:gd name="T37" fmla="*/ 59 h 70"/>
              <a:gd name="T38" fmla="*/ 79 w 86"/>
              <a:gd name="T39" fmla="*/ 68 h 70"/>
              <a:gd name="T40" fmla="*/ 84 w 86"/>
              <a:gd name="T41" fmla="*/ 69 h 70"/>
              <a:gd name="T42" fmla="*/ 80 w 86"/>
              <a:gd name="T43" fmla="*/ 57 h 70"/>
              <a:gd name="T44" fmla="*/ 81 w 86"/>
              <a:gd name="T45" fmla="*/ 47 h 70"/>
              <a:gd name="T46" fmla="*/ 67 w 86"/>
              <a:gd name="T47" fmla="*/ 29 h 70"/>
              <a:gd name="T48" fmla="*/ 58 w 86"/>
              <a:gd name="T49" fmla="*/ 46 h 70"/>
              <a:gd name="T50" fmla="*/ 58 w 86"/>
              <a:gd name="T51" fmla="*/ 46 h 70"/>
              <a:gd name="T52" fmla="*/ 47 w 86"/>
              <a:gd name="T53" fmla="*/ 19 h 70"/>
              <a:gd name="T54" fmla="*/ 71 w 86"/>
              <a:gd name="T55" fmla="*/ 24 h 70"/>
              <a:gd name="T56" fmla="*/ 71 w 86"/>
              <a:gd name="T57" fmla="*/ 15 h 70"/>
              <a:gd name="T58" fmla="*/ 47 w 86"/>
              <a:gd name="T59" fmla="*/ 14 h 70"/>
              <a:gd name="T60" fmla="*/ 71 w 86"/>
              <a:gd name="T61" fmla="*/ 15 h 70"/>
              <a:gd name="T62" fmla="*/ 10 w 86"/>
              <a:gd name="T63" fmla="*/ 51 h 70"/>
              <a:gd name="T64" fmla="*/ 34 w 86"/>
              <a:gd name="T65" fmla="*/ 46 h 70"/>
              <a:gd name="T66" fmla="*/ 10 w 86"/>
              <a:gd name="T67" fmla="*/ 41 h 70"/>
              <a:gd name="T68" fmla="*/ 34 w 86"/>
              <a:gd name="T69" fmla="*/ 41 h 70"/>
              <a:gd name="T70" fmla="*/ 10 w 86"/>
              <a:gd name="T71" fmla="*/ 41 h 70"/>
              <a:gd name="T72" fmla="*/ 10 w 86"/>
              <a:gd name="T73" fmla="*/ 37 h 70"/>
              <a:gd name="T74" fmla="*/ 34 w 86"/>
              <a:gd name="T75" fmla="*/ 32 h 70"/>
              <a:gd name="T76" fmla="*/ 22 w 86"/>
              <a:gd name="T77" fmla="*/ 25 h 70"/>
              <a:gd name="T78" fmla="*/ 34 w 86"/>
              <a:gd name="T79" fmla="*/ 27 h 70"/>
              <a:gd name="T80" fmla="*/ 22 w 86"/>
              <a:gd name="T81" fmla="*/ 25 h 70"/>
              <a:gd name="T82" fmla="*/ 22 w 86"/>
              <a:gd name="T83" fmla="*/ 21 h 70"/>
              <a:gd name="T84" fmla="*/ 34 w 86"/>
              <a:gd name="T85" fmla="*/ 18 h 70"/>
              <a:gd name="T86" fmla="*/ 22 w 86"/>
              <a:gd name="T87" fmla="*/ 14 h 70"/>
              <a:gd name="T88" fmla="*/ 34 w 86"/>
              <a:gd name="T89" fmla="*/ 15 h 70"/>
              <a:gd name="T90" fmla="*/ 22 w 86"/>
              <a:gd name="T91" fmla="*/ 14 h 70"/>
              <a:gd name="T92" fmla="*/ 9 w 86"/>
              <a:gd name="T93" fmla="*/ 31 h 70"/>
              <a:gd name="T94" fmla="*/ 19 w 86"/>
              <a:gd name="T95" fmla="*/ 13 h 70"/>
              <a:gd name="T96" fmla="*/ 21 w 86"/>
              <a:gd name="T97" fmla="*/ 8 h 70"/>
              <a:gd name="T98" fmla="*/ 5 w 86"/>
              <a:gd name="T99" fmla="*/ 56 h 70"/>
              <a:gd name="T100" fmla="*/ 37 w 86"/>
              <a:gd name="T101" fmla="*/ 54 h 70"/>
              <a:gd name="T102" fmla="*/ 21 w 86"/>
              <a:gd name="T103" fmla="*/ 8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86" h="70">
                <a:moveTo>
                  <a:pt x="3" y="3"/>
                </a:moveTo>
                <a:cubicBezTo>
                  <a:pt x="8" y="4"/>
                  <a:pt x="14" y="3"/>
                  <a:pt x="20" y="2"/>
                </a:cubicBezTo>
                <a:cubicBezTo>
                  <a:pt x="28" y="1"/>
                  <a:pt x="35" y="0"/>
                  <a:pt x="40" y="3"/>
                </a:cubicBezTo>
                <a:cubicBezTo>
                  <a:pt x="45" y="0"/>
                  <a:pt x="52" y="1"/>
                  <a:pt x="60" y="2"/>
                </a:cubicBezTo>
                <a:cubicBezTo>
                  <a:pt x="65" y="3"/>
                  <a:pt x="72" y="4"/>
                  <a:pt x="77" y="3"/>
                </a:cubicBezTo>
                <a:cubicBezTo>
                  <a:pt x="80" y="6"/>
                  <a:pt x="80" y="6"/>
                  <a:pt x="80" y="6"/>
                </a:cubicBezTo>
                <a:cubicBezTo>
                  <a:pt x="80" y="30"/>
                  <a:pt x="80" y="30"/>
                  <a:pt x="80" y="30"/>
                </a:cubicBezTo>
                <a:cubicBezTo>
                  <a:pt x="78" y="28"/>
                  <a:pt x="76" y="27"/>
                  <a:pt x="74" y="26"/>
                </a:cubicBezTo>
                <a:cubicBezTo>
                  <a:pt x="74" y="9"/>
                  <a:pt x="74" y="9"/>
                  <a:pt x="74" y="9"/>
                </a:cubicBezTo>
                <a:cubicBezTo>
                  <a:pt x="69" y="9"/>
                  <a:pt x="64" y="8"/>
                  <a:pt x="59" y="8"/>
                </a:cubicBezTo>
                <a:cubicBezTo>
                  <a:pt x="52" y="7"/>
                  <a:pt x="46" y="6"/>
                  <a:pt x="43" y="8"/>
                </a:cubicBezTo>
                <a:cubicBezTo>
                  <a:pt x="43" y="54"/>
                  <a:pt x="43" y="54"/>
                  <a:pt x="43" y="54"/>
                </a:cubicBezTo>
                <a:cubicBezTo>
                  <a:pt x="44" y="54"/>
                  <a:pt x="45" y="54"/>
                  <a:pt x="47" y="54"/>
                </a:cubicBezTo>
                <a:cubicBezTo>
                  <a:pt x="47" y="55"/>
                  <a:pt x="48" y="56"/>
                  <a:pt x="49" y="58"/>
                </a:cubicBezTo>
                <a:cubicBezTo>
                  <a:pt x="50" y="58"/>
                  <a:pt x="50" y="59"/>
                  <a:pt x="51" y="59"/>
                </a:cubicBezTo>
                <a:cubicBezTo>
                  <a:pt x="50" y="59"/>
                  <a:pt x="50" y="59"/>
                  <a:pt x="50" y="59"/>
                </a:cubicBezTo>
                <a:cubicBezTo>
                  <a:pt x="46" y="59"/>
                  <a:pt x="43" y="59"/>
                  <a:pt x="41" y="60"/>
                </a:cubicBezTo>
                <a:cubicBezTo>
                  <a:pt x="40" y="60"/>
                  <a:pt x="40" y="60"/>
                  <a:pt x="40" y="60"/>
                </a:cubicBezTo>
                <a:cubicBezTo>
                  <a:pt x="38" y="60"/>
                  <a:pt x="38" y="60"/>
                  <a:pt x="38" y="60"/>
                </a:cubicBezTo>
                <a:cubicBezTo>
                  <a:pt x="36" y="59"/>
                  <a:pt x="29" y="59"/>
                  <a:pt x="22" y="60"/>
                </a:cubicBezTo>
                <a:cubicBezTo>
                  <a:pt x="15" y="61"/>
                  <a:pt x="8" y="62"/>
                  <a:pt x="2" y="61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6"/>
                  <a:pt x="0" y="6"/>
                  <a:pt x="0" y="6"/>
                </a:cubicBezTo>
                <a:cubicBezTo>
                  <a:pt x="3" y="3"/>
                  <a:pt x="3" y="3"/>
                  <a:pt x="3" y="3"/>
                </a:cubicBezTo>
                <a:close/>
                <a:moveTo>
                  <a:pt x="67" y="35"/>
                </a:moveTo>
                <a:cubicBezTo>
                  <a:pt x="64" y="34"/>
                  <a:pt x="61" y="35"/>
                  <a:pt x="59" y="37"/>
                </a:cubicBezTo>
                <a:cubicBezTo>
                  <a:pt x="57" y="39"/>
                  <a:pt x="56" y="41"/>
                  <a:pt x="55" y="44"/>
                </a:cubicBezTo>
                <a:cubicBezTo>
                  <a:pt x="55" y="46"/>
                  <a:pt x="56" y="49"/>
                  <a:pt x="57" y="51"/>
                </a:cubicBezTo>
                <a:cubicBezTo>
                  <a:pt x="59" y="54"/>
                  <a:pt x="62" y="55"/>
                  <a:pt x="64" y="55"/>
                </a:cubicBezTo>
                <a:cubicBezTo>
                  <a:pt x="67" y="56"/>
                  <a:pt x="70" y="55"/>
                  <a:pt x="72" y="53"/>
                </a:cubicBezTo>
                <a:cubicBezTo>
                  <a:pt x="74" y="51"/>
                  <a:pt x="76" y="49"/>
                  <a:pt x="76" y="46"/>
                </a:cubicBezTo>
                <a:cubicBezTo>
                  <a:pt x="76" y="44"/>
                  <a:pt x="75" y="41"/>
                  <a:pt x="74" y="39"/>
                </a:cubicBezTo>
                <a:cubicBezTo>
                  <a:pt x="72" y="36"/>
                  <a:pt x="69" y="35"/>
                  <a:pt x="67" y="35"/>
                </a:cubicBezTo>
                <a:close/>
                <a:moveTo>
                  <a:pt x="56" y="33"/>
                </a:moveTo>
                <a:cubicBezTo>
                  <a:pt x="52" y="35"/>
                  <a:pt x="50" y="39"/>
                  <a:pt x="50" y="43"/>
                </a:cubicBezTo>
                <a:cubicBezTo>
                  <a:pt x="50" y="47"/>
                  <a:pt x="51" y="51"/>
                  <a:pt x="53" y="55"/>
                </a:cubicBezTo>
                <a:cubicBezTo>
                  <a:pt x="56" y="58"/>
                  <a:pt x="60" y="60"/>
                  <a:pt x="64" y="60"/>
                </a:cubicBezTo>
                <a:cubicBezTo>
                  <a:pt x="67" y="61"/>
                  <a:pt x="70" y="60"/>
                  <a:pt x="73" y="59"/>
                </a:cubicBezTo>
                <a:cubicBezTo>
                  <a:pt x="73" y="60"/>
                  <a:pt x="73" y="61"/>
                  <a:pt x="74" y="61"/>
                </a:cubicBezTo>
                <a:cubicBezTo>
                  <a:pt x="79" y="68"/>
                  <a:pt x="79" y="68"/>
                  <a:pt x="79" y="68"/>
                </a:cubicBezTo>
                <a:cubicBezTo>
                  <a:pt x="80" y="70"/>
                  <a:pt x="83" y="70"/>
                  <a:pt x="84" y="69"/>
                </a:cubicBezTo>
                <a:cubicBezTo>
                  <a:pt x="84" y="69"/>
                  <a:pt x="84" y="69"/>
                  <a:pt x="84" y="69"/>
                </a:cubicBezTo>
                <a:cubicBezTo>
                  <a:pt x="86" y="67"/>
                  <a:pt x="86" y="65"/>
                  <a:pt x="85" y="63"/>
                </a:cubicBezTo>
                <a:cubicBezTo>
                  <a:pt x="80" y="57"/>
                  <a:pt x="80" y="57"/>
                  <a:pt x="80" y="57"/>
                </a:cubicBezTo>
                <a:cubicBezTo>
                  <a:pt x="79" y="56"/>
                  <a:pt x="78" y="55"/>
                  <a:pt x="77" y="55"/>
                </a:cubicBezTo>
                <a:cubicBezTo>
                  <a:pt x="79" y="53"/>
                  <a:pt x="81" y="50"/>
                  <a:pt x="81" y="47"/>
                </a:cubicBezTo>
                <a:cubicBezTo>
                  <a:pt x="82" y="43"/>
                  <a:pt x="81" y="39"/>
                  <a:pt x="78" y="35"/>
                </a:cubicBezTo>
                <a:cubicBezTo>
                  <a:pt x="75" y="32"/>
                  <a:pt x="71" y="30"/>
                  <a:pt x="67" y="29"/>
                </a:cubicBezTo>
                <a:cubicBezTo>
                  <a:pt x="63" y="29"/>
                  <a:pt x="59" y="30"/>
                  <a:pt x="56" y="33"/>
                </a:cubicBezTo>
                <a:close/>
                <a:moveTo>
                  <a:pt x="58" y="46"/>
                </a:moveTo>
                <a:cubicBezTo>
                  <a:pt x="60" y="41"/>
                  <a:pt x="64" y="39"/>
                  <a:pt x="70" y="38"/>
                </a:cubicBezTo>
                <a:cubicBezTo>
                  <a:pt x="64" y="34"/>
                  <a:pt x="57" y="40"/>
                  <a:pt x="58" y="46"/>
                </a:cubicBezTo>
                <a:close/>
                <a:moveTo>
                  <a:pt x="71" y="21"/>
                </a:moveTo>
                <a:cubicBezTo>
                  <a:pt x="65" y="21"/>
                  <a:pt x="51" y="19"/>
                  <a:pt x="47" y="19"/>
                </a:cubicBezTo>
                <a:cubicBezTo>
                  <a:pt x="47" y="20"/>
                  <a:pt x="47" y="21"/>
                  <a:pt x="47" y="21"/>
                </a:cubicBezTo>
                <a:cubicBezTo>
                  <a:pt x="51" y="21"/>
                  <a:pt x="67" y="24"/>
                  <a:pt x="71" y="24"/>
                </a:cubicBezTo>
                <a:cubicBezTo>
                  <a:pt x="71" y="23"/>
                  <a:pt x="71" y="22"/>
                  <a:pt x="71" y="21"/>
                </a:cubicBezTo>
                <a:close/>
                <a:moveTo>
                  <a:pt x="71" y="15"/>
                </a:moveTo>
                <a:cubicBezTo>
                  <a:pt x="65" y="15"/>
                  <a:pt x="51" y="12"/>
                  <a:pt x="47" y="12"/>
                </a:cubicBezTo>
                <a:cubicBezTo>
                  <a:pt x="47" y="13"/>
                  <a:pt x="47" y="14"/>
                  <a:pt x="47" y="14"/>
                </a:cubicBezTo>
                <a:cubicBezTo>
                  <a:pt x="51" y="14"/>
                  <a:pt x="67" y="17"/>
                  <a:pt x="71" y="17"/>
                </a:cubicBezTo>
                <a:cubicBezTo>
                  <a:pt x="71" y="16"/>
                  <a:pt x="71" y="15"/>
                  <a:pt x="71" y="15"/>
                </a:cubicBezTo>
                <a:close/>
                <a:moveTo>
                  <a:pt x="10" y="49"/>
                </a:moveTo>
                <a:cubicBezTo>
                  <a:pt x="10" y="49"/>
                  <a:pt x="10" y="50"/>
                  <a:pt x="10" y="51"/>
                </a:cubicBezTo>
                <a:cubicBezTo>
                  <a:pt x="14" y="51"/>
                  <a:pt x="29" y="48"/>
                  <a:pt x="34" y="48"/>
                </a:cubicBezTo>
                <a:cubicBezTo>
                  <a:pt x="34" y="48"/>
                  <a:pt x="34" y="47"/>
                  <a:pt x="34" y="46"/>
                </a:cubicBezTo>
                <a:cubicBezTo>
                  <a:pt x="30" y="46"/>
                  <a:pt x="15" y="49"/>
                  <a:pt x="10" y="49"/>
                </a:cubicBezTo>
                <a:close/>
                <a:moveTo>
                  <a:pt x="10" y="41"/>
                </a:moveTo>
                <a:cubicBezTo>
                  <a:pt x="10" y="42"/>
                  <a:pt x="10" y="43"/>
                  <a:pt x="10" y="43"/>
                </a:cubicBezTo>
                <a:cubicBezTo>
                  <a:pt x="14" y="44"/>
                  <a:pt x="29" y="41"/>
                  <a:pt x="34" y="41"/>
                </a:cubicBezTo>
                <a:cubicBezTo>
                  <a:pt x="34" y="40"/>
                  <a:pt x="34" y="40"/>
                  <a:pt x="34" y="39"/>
                </a:cubicBezTo>
                <a:cubicBezTo>
                  <a:pt x="30" y="39"/>
                  <a:pt x="15" y="41"/>
                  <a:pt x="10" y="41"/>
                </a:cubicBezTo>
                <a:close/>
                <a:moveTo>
                  <a:pt x="10" y="34"/>
                </a:moveTo>
                <a:cubicBezTo>
                  <a:pt x="10" y="35"/>
                  <a:pt x="10" y="36"/>
                  <a:pt x="10" y="37"/>
                </a:cubicBezTo>
                <a:cubicBezTo>
                  <a:pt x="14" y="37"/>
                  <a:pt x="29" y="34"/>
                  <a:pt x="34" y="34"/>
                </a:cubicBezTo>
                <a:cubicBezTo>
                  <a:pt x="34" y="33"/>
                  <a:pt x="34" y="33"/>
                  <a:pt x="34" y="32"/>
                </a:cubicBezTo>
                <a:cubicBezTo>
                  <a:pt x="30" y="32"/>
                  <a:pt x="15" y="34"/>
                  <a:pt x="10" y="34"/>
                </a:cubicBezTo>
                <a:close/>
                <a:moveTo>
                  <a:pt x="22" y="25"/>
                </a:moveTo>
                <a:cubicBezTo>
                  <a:pt x="22" y="26"/>
                  <a:pt x="22" y="27"/>
                  <a:pt x="22" y="28"/>
                </a:cubicBezTo>
                <a:cubicBezTo>
                  <a:pt x="25" y="28"/>
                  <a:pt x="29" y="26"/>
                  <a:pt x="34" y="27"/>
                </a:cubicBezTo>
                <a:cubicBezTo>
                  <a:pt x="34" y="26"/>
                  <a:pt x="34" y="25"/>
                  <a:pt x="34" y="24"/>
                </a:cubicBezTo>
                <a:cubicBezTo>
                  <a:pt x="30" y="24"/>
                  <a:pt x="26" y="25"/>
                  <a:pt x="22" y="25"/>
                </a:cubicBezTo>
                <a:close/>
                <a:moveTo>
                  <a:pt x="22" y="19"/>
                </a:moveTo>
                <a:cubicBezTo>
                  <a:pt x="22" y="20"/>
                  <a:pt x="22" y="21"/>
                  <a:pt x="22" y="21"/>
                </a:cubicBezTo>
                <a:cubicBezTo>
                  <a:pt x="25" y="21"/>
                  <a:pt x="29" y="20"/>
                  <a:pt x="34" y="20"/>
                </a:cubicBezTo>
                <a:cubicBezTo>
                  <a:pt x="34" y="20"/>
                  <a:pt x="34" y="19"/>
                  <a:pt x="34" y="18"/>
                </a:cubicBezTo>
                <a:cubicBezTo>
                  <a:pt x="30" y="18"/>
                  <a:pt x="26" y="19"/>
                  <a:pt x="22" y="19"/>
                </a:cubicBezTo>
                <a:close/>
                <a:moveTo>
                  <a:pt x="22" y="14"/>
                </a:moveTo>
                <a:cubicBezTo>
                  <a:pt x="22" y="15"/>
                  <a:pt x="22" y="15"/>
                  <a:pt x="22" y="16"/>
                </a:cubicBezTo>
                <a:cubicBezTo>
                  <a:pt x="25" y="16"/>
                  <a:pt x="29" y="15"/>
                  <a:pt x="34" y="15"/>
                </a:cubicBezTo>
                <a:cubicBezTo>
                  <a:pt x="34" y="14"/>
                  <a:pt x="34" y="14"/>
                  <a:pt x="34" y="13"/>
                </a:cubicBezTo>
                <a:cubicBezTo>
                  <a:pt x="30" y="13"/>
                  <a:pt x="26" y="13"/>
                  <a:pt x="22" y="14"/>
                </a:cubicBezTo>
                <a:close/>
                <a:moveTo>
                  <a:pt x="9" y="14"/>
                </a:moveTo>
                <a:cubicBezTo>
                  <a:pt x="9" y="31"/>
                  <a:pt x="9" y="31"/>
                  <a:pt x="9" y="31"/>
                </a:cubicBezTo>
                <a:cubicBezTo>
                  <a:pt x="19" y="30"/>
                  <a:pt x="19" y="30"/>
                  <a:pt x="19" y="30"/>
                </a:cubicBezTo>
                <a:cubicBezTo>
                  <a:pt x="19" y="13"/>
                  <a:pt x="19" y="13"/>
                  <a:pt x="19" y="13"/>
                </a:cubicBezTo>
                <a:cubicBezTo>
                  <a:pt x="9" y="14"/>
                  <a:pt x="9" y="14"/>
                  <a:pt x="9" y="14"/>
                </a:cubicBezTo>
                <a:close/>
                <a:moveTo>
                  <a:pt x="21" y="8"/>
                </a:moveTo>
                <a:cubicBezTo>
                  <a:pt x="16" y="8"/>
                  <a:pt x="10" y="9"/>
                  <a:pt x="5" y="9"/>
                </a:cubicBezTo>
                <a:cubicBezTo>
                  <a:pt x="5" y="56"/>
                  <a:pt x="5" y="56"/>
                  <a:pt x="5" y="56"/>
                </a:cubicBezTo>
                <a:cubicBezTo>
                  <a:pt x="10" y="56"/>
                  <a:pt x="16" y="55"/>
                  <a:pt x="21" y="55"/>
                </a:cubicBezTo>
                <a:cubicBezTo>
                  <a:pt x="27" y="54"/>
                  <a:pt x="33" y="53"/>
                  <a:pt x="37" y="54"/>
                </a:cubicBezTo>
                <a:cubicBezTo>
                  <a:pt x="37" y="8"/>
                  <a:pt x="37" y="8"/>
                  <a:pt x="37" y="8"/>
                </a:cubicBezTo>
                <a:cubicBezTo>
                  <a:pt x="34" y="6"/>
                  <a:pt x="27" y="7"/>
                  <a:pt x="21" y="8"/>
                </a:cubicBezTo>
                <a:close/>
              </a:path>
            </a:pathLst>
          </a:custGeom>
          <a:solidFill>
            <a:sysClr val="window" lastClr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</a:endParaRPr>
          </a:p>
        </p:txBody>
      </p:sp>
      <p:sp>
        <p:nvSpPr>
          <p:cNvPr id="18" name="PA_文本框 17">
            <a:extLst>
              <a:ext uri="{FF2B5EF4-FFF2-40B4-BE49-F238E27FC236}">
                <a16:creationId xmlns:a16="http://schemas.microsoft.com/office/drawing/2014/main" id="{9BC0AB53-AA22-43B6-A325-625C886B6E03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90796" y="4193983"/>
            <a:ext cx="254740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输入标题文字</a:t>
            </a:r>
          </a:p>
        </p:txBody>
      </p:sp>
      <p:grpSp>
        <p:nvGrpSpPr>
          <p:cNvPr id="10" name="PA_组合 9">
            <a:extLst>
              <a:ext uri="{FF2B5EF4-FFF2-40B4-BE49-F238E27FC236}">
                <a16:creationId xmlns:a16="http://schemas.microsoft.com/office/drawing/2014/main" id="{39BEC25C-A84F-46D2-BC56-C04F9C4B27BE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5542548" y="1836724"/>
            <a:ext cx="5458449" cy="1046440"/>
            <a:chOff x="5754688" y="1687513"/>
            <a:chExt cx="5458449" cy="1046440"/>
          </a:xfrm>
        </p:grpSpPr>
        <p:sp>
          <p:nvSpPr>
            <p:cNvPr id="13" name="PA_矩形 12">
              <a:extLst>
                <a:ext uri="{FF2B5EF4-FFF2-40B4-BE49-F238E27FC236}">
                  <a16:creationId xmlns:a16="http://schemas.microsoft.com/office/drawing/2014/main" id="{51705A43-2B94-4CDC-8A9D-9E16D79278E1}"/>
                </a:ext>
              </a:extLst>
            </p:cNvPr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5851469" y="2103011"/>
              <a:ext cx="5361668" cy="6309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defTabSz="914400" fontAlgn="base" latinLnBrk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0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点击此处添加文本内容</a:t>
              </a:r>
              <a:r>
                <a:rPr lang="zh-CN" altLang="en-US" sz="14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，如关键词、部分简单介绍等。</a:t>
              </a:r>
              <a:r>
                <a:rPr lang="zh-CN" altLang="en-US" sz="140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点击此处添加文本内容</a:t>
              </a:r>
              <a:r>
                <a:rPr lang="zh-CN" altLang="en-US" sz="14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，如关键词、部分简单介绍等。</a:t>
              </a:r>
            </a:p>
          </p:txBody>
        </p:sp>
        <p:sp>
          <p:nvSpPr>
            <p:cNvPr id="19" name="PA_矩形 18">
              <a:extLst>
                <a:ext uri="{FF2B5EF4-FFF2-40B4-BE49-F238E27FC236}">
                  <a16:creationId xmlns:a16="http://schemas.microsoft.com/office/drawing/2014/main" id="{96691FAD-DBB2-465C-9E03-D4FB0F37E515}"/>
                </a:ext>
              </a:extLst>
            </p:cNvPr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5754688" y="1687513"/>
              <a:ext cx="269999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100" b="1" dirty="0">
                  <a:solidFill>
                    <a:srgbClr val="197519"/>
                  </a:solidFill>
                  <a:latin typeface="微软雅黑" pitchFamily="34" charset="-122"/>
                </a:rPr>
                <a:t>01 </a:t>
              </a:r>
              <a:r>
                <a:rPr lang="zh-CN" altLang="en-US" sz="2100" b="1" dirty="0">
                  <a:solidFill>
                    <a:srgbClr val="197519"/>
                  </a:solidFill>
                  <a:latin typeface="微软雅黑" pitchFamily="34" charset="-122"/>
                </a:rPr>
                <a:t>输入标题文字</a:t>
              </a:r>
              <a:endParaRPr lang="zh-CN" altLang="en-US" sz="2100" b="1" dirty="0">
                <a:solidFill>
                  <a:prstClr val="black"/>
                </a:solidFill>
                <a:latin typeface="微软雅黑" pitchFamily="34" charset="-122"/>
              </a:endParaRPr>
            </a:p>
          </p:txBody>
        </p:sp>
      </p:grpSp>
      <p:grpSp>
        <p:nvGrpSpPr>
          <p:cNvPr id="9" name="PA_组合 8">
            <a:extLst>
              <a:ext uri="{FF2B5EF4-FFF2-40B4-BE49-F238E27FC236}">
                <a16:creationId xmlns:a16="http://schemas.microsoft.com/office/drawing/2014/main" id="{A8BE9126-2BAF-407C-896A-65A0166E9ACD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5885448" y="3264328"/>
            <a:ext cx="5448924" cy="1055965"/>
            <a:chOff x="6097588" y="3402013"/>
            <a:chExt cx="5448924" cy="1055965"/>
          </a:xfrm>
        </p:grpSpPr>
        <p:sp>
          <p:nvSpPr>
            <p:cNvPr id="14" name="PA_矩形 13">
              <a:extLst>
                <a:ext uri="{FF2B5EF4-FFF2-40B4-BE49-F238E27FC236}">
                  <a16:creationId xmlns:a16="http://schemas.microsoft.com/office/drawing/2014/main" id="{3EDE7729-B710-4C5E-9AD6-AA4348418241}"/>
                </a:ext>
              </a:extLst>
            </p:cNvPr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6184844" y="3827036"/>
              <a:ext cx="5361668" cy="6309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defTabSz="914400" fontAlgn="base" latinLnBrk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0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点击此处添加文本内容</a:t>
              </a:r>
              <a:r>
                <a:rPr lang="zh-CN" altLang="en-US" sz="14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，如关键词、部分简单介绍等。</a:t>
              </a:r>
              <a:r>
                <a:rPr lang="zh-CN" altLang="en-US" sz="140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点击此处添加文本内容</a:t>
              </a:r>
              <a:r>
                <a:rPr lang="zh-CN" altLang="en-US" sz="14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，如关键词、部分简单介绍等。</a:t>
              </a:r>
            </a:p>
          </p:txBody>
        </p:sp>
        <p:sp>
          <p:nvSpPr>
            <p:cNvPr id="20" name="PA_矩形 19">
              <a:extLst>
                <a:ext uri="{FF2B5EF4-FFF2-40B4-BE49-F238E27FC236}">
                  <a16:creationId xmlns:a16="http://schemas.microsoft.com/office/drawing/2014/main" id="{B2FCF371-55B4-4979-B02F-E3E130F34643}"/>
                </a:ext>
              </a:extLst>
            </p:cNvPr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6097588" y="3402013"/>
              <a:ext cx="269999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100" b="1" dirty="0">
                  <a:solidFill>
                    <a:srgbClr val="197519"/>
                  </a:solidFill>
                  <a:latin typeface="微软雅黑" pitchFamily="34" charset="-122"/>
                </a:rPr>
                <a:t>02 </a:t>
              </a:r>
              <a:r>
                <a:rPr lang="zh-CN" altLang="en-US" sz="2100" b="1" dirty="0">
                  <a:solidFill>
                    <a:srgbClr val="197519"/>
                  </a:solidFill>
                  <a:latin typeface="微软雅黑" pitchFamily="34" charset="-122"/>
                </a:rPr>
                <a:t>输入标题文字</a:t>
              </a:r>
              <a:endParaRPr lang="zh-CN" altLang="en-US" sz="2100" b="1" dirty="0">
                <a:solidFill>
                  <a:prstClr val="black"/>
                </a:solidFill>
                <a:latin typeface="微软雅黑" pitchFamily="34" charset="-122"/>
              </a:endParaRPr>
            </a:p>
          </p:txBody>
        </p:sp>
      </p:grpSp>
      <p:grpSp>
        <p:nvGrpSpPr>
          <p:cNvPr id="8" name="PA_组合 7">
            <a:extLst>
              <a:ext uri="{FF2B5EF4-FFF2-40B4-BE49-F238E27FC236}">
                <a16:creationId xmlns:a16="http://schemas.microsoft.com/office/drawing/2014/main" id="{38A1A07B-9AA3-4B92-9DEB-EF7C6F6CD1B3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5542548" y="4701457"/>
            <a:ext cx="5439399" cy="1008341"/>
            <a:chOff x="5783263" y="5159375"/>
            <a:chExt cx="5439399" cy="1008341"/>
          </a:xfrm>
        </p:grpSpPr>
        <p:sp>
          <p:nvSpPr>
            <p:cNvPr id="15" name="PA_矩形 14">
              <a:extLst>
                <a:ext uri="{FF2B5EF4-FFF2-40B4-BE49-F238E27FC236}">
                  <a16:creationId xmlns:a16="http://schemas.microsoft.com/office/drawing/2014/main" id="{4BF1A0BB-0344-4D7E-BCA3-DC4676C13571}"/>
                </a:ext>
              </a:extLst>
            </p:cNvPr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5860994" y="5536774"/>
              <a:ext cx="5361668" cy="6309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defTabSz="914400" fontAlgn="base" latinLnBrk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0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点击此处添加文本内容</a:t>
              </a:r>
              <a:r>
                <a:rPr lang="zh-CN" altLang="en-US" sz="14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，如关键词、部分简单介绍等。</a:t>
              </a:r>
              <a:r>
                <a:rPr lang="zh-CN" altLang="en-US" sz="140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点击此处添加文本内容</a:t>
              </a:r>
              <a:r>
                <a:rPr lang="zh-CN" altLang="en-US" sz="14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，如关键词、部分简单介绍等。</a:t>
              </a:r>
            </a:p>
          </p:txBody>
        </p:sp>
        <p:sp>
          <p:nvSpPr>
            <p:cNvPr id="21" name="PA_矩形 20">
              <a:extLst>
                <a:ext uri="{FF2B5EF4-FFF2-40B4-BE49-F238E27FC236}">
                  <a16:creationId xmlns:a16="http://schemas.microsoft.com/office/drawing/2014/main" id="{FE61A9EC-1FF9-445E-8EA5-4E13FDB85E31}"/>
                </a:ext>
              </a:extLst>
            </p:cNvPr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5783263" y="5159375"/>
              <a:ext cx="269999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100" b="1" dirty="0">
                  <a:solidFill>
                    <a:srgbClr val="197519"/>
                  </a:solidFill>
                  <a:latin typeface="微软雅黑" pitchFamily="34" charset="-122"/>
                </a:rPr>
                <a:t>03 </a:t>
              </a:r>
              <a:r>
                <a:rPr lang="zh-CN" altLang="en-US" sz="2100" b="1" dirty="0">
                  <a:solidFill>
                    <a:srgbClr val="197519"/>
                  </a:solidFill>
                  <a:latin typeface="微软雅黑" pitchFamily="34" charset="-122"/>
                </a:rPr>
                <a:t>输入标题文字</a:t>
              </a:r>
              <a:endParaRPr lang="zh-CN" altLang="en-US" sz="2100" b="1" dirty="0">
                <a:solidFill>
                  <a:prstClr val="black"/>
                </a:solidFill>
                <a:latin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329548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5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5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11" grpId="0" animBg="1"/>
      <p:bldP spid="12" grpId="0" animBg="1"/>
      <p:bldP spid="16" grpId="0" animBg="1"/>
      <p:bldP spid="17" grpId="0" animBg="1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图片 63">
            <a:extLst>
              <a:ext uri="{FF2B5EF4-FFF2-40B4-BE49-F238E27FC236}">
                <a16:creationId xmlns:a16="http://schemas.microsoft.com/office/drawing/2014/main" id="{3B67F843-08A8-4E3B-80F9-AF5591D28CA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3" b="78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5" name="矩形 64">
            <a:extLst>
              <a:ext uri="{FF2B5EF4-FFF2-40B4-BE49-F238E27FC236}">
                <a16:creationId xmlns:a16="http://schemas.microsoft.com/office/drawing/2014/main" id="{7D6B3F08-FEEB-43A5-BDE7-EC95A07E8EF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D0D41A9-C451-4D36-9614-D42257C7A75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5570" y="179061"/>
            <a:ext cx="2162258" cy="5455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B81BBF6F-960C-4894-9188-B0BC95D25783}"/>
              </a:ext>
            </a:extLst>
          </p:cNvPr>
          <p:cNvGrpSpPr/>
          <p:nvPr/>
        </p:nvGrpSpPr>
        <p:grpSpPr>
          <a:xfrm>
            <a:off x="229435" y="144004"/>
            <a:ext cx="575110" cy="646331"/>
            <a:chOff x="368331" y="348215"/>
            <a:chExt cx="936000" cy="1051912"/>
          </a:xfrm>
        </p:grpSpPr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A5D48676-B157-4558-951B-BFB4E5889968}"/>
                </a:ext>
              </a:extLst>
            </p:cNvPr>
            <p:cNvSpPr/>
            <p:nvPr/>
          </p:nvSpPr>
          <p:spPr>
            <a:xfrm>
              <a:off x="368331" y="388046"/>
              <a:ext cx="936000" cy="936000"/>
            </a:xfrm>
            <a:prstGeom prst="ellipse">
              <a:avLst/>
            </a:prstGeom>
            <a:solidFill>
              <a:srgbClr val="00582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 b="1">
                <a:cs typeface="+mn-ea"/>
                <a:sym typeface="+mn-lt"/>
              </a:endParaRPr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6DD61D0D-8498-432F-932D-ADF5FD30970C}"/>
                </a:ext>
              </a:extLst>
            </p:cNvPr>
            <p:cNvSpPr txBox="1"/>
            <p:nvPr/>
          </p:nvSpPr>
          <p:spPr>
            <a:xfrm>
              <a:off x="416209" y="348215"/>
              <a:ext cx="840245" cy="10519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600" b="1" dirty="0">
                  <a:solidFill>
                    <a:srgbClr val="FCFCFC"/>
                  </a:solidFill>
                  <a:cs typeface="+mn-ea"/>
                  <a:sym typeface="+mn-lt"/>
                </a:rPr>
                <a:t>1</a:t>
              </a:r>
              <a:endParaRPr lang="zh-CN" altLang="en-US" sz="3600" b="1" dirty="0">
                <a:solidFill>
                  <a:srgbClr val="FCFCFC"/>
                </a:solidFill>
                <a:cs typeface="+mn-ea"/>
                <a:sym typeface="+mn-lt"/>
              </a:endParaRPr>
            </a:p>
          </p:txBody>
        </p:sp>
      </p:grpSp>
      <p:sp>
        <p:nvSpPr>
          <p:cNvPr id="63" name="文本框 62">
            <a:extLst>
              <a:ext uri="{FF2B5EF4-FFF2-40B4-BE49-F238E27FC236}">
                <a16:creationId xmlns:a16="http://schemas.microsoft.com/office/drawing/2014/main" id="{45036A13-C542-4D43-B32E-26EA4801BB61}"/>
              </a:ext>
            </a:extLst>
          </p:cNvPr>
          <p:cNvSpPr txBox="1"/>
          <p:nvPr/>
        </p:nvSpPr>
        <p:spPr>
          <a:xfrm>
            <a:off x="1043599" y="236337"/>
            <a:ext cx="28444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5825"/>
                </a:solidFill>
                <a:cs typeface="+mn-ea"/>
                <a:sym typeface="+mn-lt"/>
              </a:rPr>
              <a:t>课题背景及内容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155567E-A2CB-45C2-8E11-E9373EFAA595}"/>
              </a:ext>
            </a:extLst>
          </p:cNvPr>
          <p:cNvCxnSpPr/>
          <p:nvPr/>
        </p:nvCxnSpPr>
        <p:spPr>
          <a:xfrm>
            <a:off x="0" y="856047"/>
            <a:ext cx="12192000" cy="0"/>
          </a:xfrm>
          <a:prstGeom prst="line">
            <a:avLst/>
          </a:prstGeom>
          <a:ln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3">
            <a:extLst>
              <a:ext uri="{FF2B5EF4-FFF2-40B4-BE49-F238E27FC236}">
                <a16:creationId xmlns:a16="http://schemas.microsoft.com/office/drawing/2014/main" id="{1B2BCBBF-F348-4EE2-8FE4-BE96DCF8F233}"/>
              </a:ext>
            </a:extLst>
          </p:cNvPr>
          <p:cNvGrpSpPr>
            <a:grpSpLocks/>
          </p:cNvGrpSpPr>
          <p:nvPr/>
        </p:nvGrpSpPr>
        <p:grpSpPr bwMode="auto">
          <a:xfrm>
            <a:off x="972505" y="1869753"/>
            <a:ext cx="1920875" cy="2187575"/>
            <a:chOff x="1162050" y="2012950"/>
            <a:chExt cx="2500242" cy="2848152"/>
          </a:xfrm>
          <a:solidFill>
            <a:srgbClr val="005825"/>
          </a:solidFill>
        </p:grpSpPr>
        <p:sp>
          <p:nvSpPr>
            <p:cNvPr id="14" name="任意多边形 50">
              <a:extLst>
                <a:ext uri="{FF2B5EF4-FFF2-40B4-BE49-F238E27FC236}">
                  <a16:creationId xmlns:a16="http://schemas.microsoft.com/office/drawing/2014/main" id="{5DE32649-F070-4037-A522-877CAF09E488}"/>
                </a:ext>
              </a:extLst>
            </p:cNvPr>
            <p:cNvSpPr/>
            <p:nvPr/>
          </p:nvSpPr>
          <p:spPr>
            <a:xfrm>
              <a:off x="1162050" y="2012950"/>
              <a:ext cx="2500242" cy="2515385"/>
            </a:xfrm>
            <a:custGeom>
              <a:avLst/>
              <a:gdLst>
                <a:gd name="connsiteX0" fmla="*/ 1257300 w 2500242"/>
                <a:gd name="connsiteY0" fmla="*/ 0 h 2514600"/>
                <a:gd name="connsiteX1" fmla="*/ 2489056 w 2500242"/>
                <a:gd name="connsiteY1" fmla="*/ 1003910 h 2514600"/>
                <a:gd name="connsiteX2" fmla="*/ 2500242 w 2500242"/>
                <a:gd name="connsiteY2" fmla="*/ 1077199 h 2514600"/>
                <a:gd name="connsiteX3" fmla="*/ 1954242 w 2500242"/>
                <a:gd name="connsiteY3" fmla="*/ 2303535 h 2514600"/>
                <a:gd name="connsiteX4" fmla="*/ 1856604 w 2500242"/>
                <a:gd name="connsiteY4" fmla="*/ 2362851 h 2514600"/>
                <a:gd name="connsiteX5" fmla="*/ 1257300 w 2500242"/>
                <a:gd name="connsiteY5" fmla="*/ 2514600 h 2514600"/>
                <a:gd name="connsiteX6" fmla="*/ 0 w 2500242"/>
                <a:gd name="connsiteY6" fmla="*/ 1257300 h 2514600"/>
                <a:gd name="connsiteX7" fmla="*/ 1257300 w 2500242"/>
                <a:gd name="connsiteY7" fmla="*/ 0 h 251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00242" h="2514600">
                  <a:moveTo>
                    <a:pt x="1257300" y="0"/>
                  </a:moveTo>
                  <a:cubicBezTo>
                    <a:pt x="1864890" y="0"/>
                    <a:pt x="2371818" y="430980"/>
                    <a:pt x="2489056" y="1003910"/>
                  </a:cubicBezTo>
                  <a:lnTo>
                    <a:pt x="2500242" y="1077199"/>
                  </a:lnTo>
                  <a:lnTo>
                    <a:pt x="1954242" y="2303535"/>
                  </a:lnTo>
                  <a:lnTo>
                    <a:pt x="1856604" y="2362851"/>
                  </a:lnTo>
                  <a:cubicBezTo>
                    <a:pt x="1678453" y="2459628"/>
                    <a:pt x="1474296" y="2514600"/>
                    <a:pt x="1257300" y="2514600"/>
                  </a:cubicBezTo>
                  <a:cubicBezTo>
                    <a:pt x="562912" y="2514600"/>
                    <a:pt x="0" y="1951688"/>
                    <a:pt x="0" y="1257300"/>
                  </a:cubicBezTo>
                  <a:cubicBezTo>
                    <a:pt x="0" y="562912"/>
                    <a:pt x="562912" y="0"/>
                    <a:pt x="1257300" y="0"/>
                  </a:cubicBezTo>
                  <a:close/>
                </a:path>
              </a:pathLst>
            </a:cu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pic>
          <p:nvPicPr>
            <p:cNvPr id="15" name="图片 11">
              <a:extLst>
                <a:ext uri="{FF2B5EF4-FFF2-40B4-BE49-F238E27FC236}">
                  <a16:creationId xmlns:a16="http://schemas.microsoft.com/office/drawing/2014/main" id="{115FBD5E-B994-463B-B699-A8F45395DE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72" t="6100" r="83327" b="4980"/>
            <a:stretch>
              <a:fillRect/>
            </a:stretch>
          </p:blipFill>
          <p:spPr bwMode="auto">
            <a:xfrm rot="1436196">
              <a:off x="3269963" y="2437942"/>
              <a:ext cx="137160" cy="242316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3" name="Freeform 5">
            <a:extLst>
              <a:ext uri="{FF2B5EF4-FFF2-40B4-BE49-F238E27FC236}">
                <a16:creationId xmlns:a16="http://schemas.microsoft.com/office/drawing/2014/main" id="{DDFC44EC-55AD-4756-AAE9-6C9FA0BC0BB1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473382" y="2465923"/>
            <a:ext cx="919122" cy="783479"/>
          </a:xfrm>
          <a:custGeom>
            <a:avLst/>
            <a:gdLst>
              <a:gd name="T0" fmla="*/ 20 w 86"/>
              <a:gd name="T1" fmla="*/ 2 h 70"/>
              <a:gd name="T2" fmla="*/ 60 w 86"/>
              <a:gd name="T3" fmla="*/ 2 h 70"/>
              <a:gd name="T4" fmla="*/ 80 w 86"/>
              <a:gd name="T5" fmla="*/ 6 h 70"/>
              <a:gd name="T6" fmla="*/ 74 w 86"/>
              <a:gd name="T7" fmla="*/ 26 h 70"/>
              <a:gd name="T8" fmla="*/ 59 w 86"/>
              <a:gd name="T9" fmla="*/ 8 h 70"/>
              <a:gd name="T10" fmla="*/ 43 w 86"/>
              <a:gd name="T11" fmla="*/ 54 h 70"/>
              <a:gd name="T12" fmla="*/ 49 w 86"/>
              <a:gd name="T13" fmla="*/ 58 h 70"/>
              <a:gd name="T14" fmla="*/ 50 w 86"/>
              <a:gd name="T15" fmla="*/ 59 h 70"/>
              <a:gd name="T16" fmla="*/ 40 w 86"/>
              <a:gd name="T17" fmla="*/ 60 h 70"/>
              <a:gd name="T18" fmla="*/ 22 w 86"/>
              <a:gd name="T19" fmla="*/ 60 h 70"/>
              <a:gd name="T20" fmla="*/ 0 w 86"/>
              <a:gd name="T21" fmla="*/ 58 h 70"/>
              <a:gd name="T22" fmla="*/ 3 w 86"/>
              <a:gd name="T23" fmla="*/ 3 h 70"/>
              <a:gd name="T24" fmla="*/ 59 w 86"/>
              <a:gd name="T25" fmla="*/ 37 h 70"/>
              <a:gd name="T26" fmla="*/ 57 w 86"/>
              <a:gd name="T27" fmla="*/ 51 h 70"/>
              <a:gd name="T28" fmla="*/ 72 w 86"/>
              <a:gd name="T29" fmla="*/ 53 h 70"/>
              <a:gd name="T30" fmla="*/ 74 w 86"/>
              <a:gd name="T31" fmla="*/ 39 h 70"/>
              <a:gd name="T32" fmla="*/ 56 w 86"/>
              <a:gd name="T33" fmla="*/ 33 h 70"/>
              <a:gd name="T34" fmla="*/ 53 w 86"/>
              <a:gd name="T35" fmla="*/ 55 h 70"/>
              <a:gd name="T36" fmla="*/ 73 w 86"/>
              <a:gd name="T37" fmla="*/ 59 h 70"/>
              <a:gd name="T38" fmla="*/ 79 w 86"/>
              <a:gd name="T39" fmla="*/ 68 h 70"/>
              <a:gd name="T40" fmla="*/ 84 w 86"/>
              <a:gd name="T41" fmla="*/ 69 h 70"/>
              <a:gd name="T42" fmla="*/ 80 w 86"/>
              <a:gd name="T43" fmla="*/ 57 h 70"/>
              <a:gd name="T44" fmla="*/ 81 w 86"/>
              <a:gd name="T45" fmla="*/ 47 h 70"/>
              <a:gd name="T46" fmla="*/ 67 w 86"/>
              <a:gd name="T47" fmla="*/ 29 h 70"/>
              <a:gd name="T48" fmla="*/ 58 w 86"/>
              <a:gd name="T49" fmla="*/ 46 h 70"/>
              <a:gd name="T50" fmla="*/ 58 w 86"/>
              <a:gd name="T51" fmla="*/ 46 h 70"/>
              <a:gd name="T52" fmla="*/ 47 w 86"/>
              <a:gd name="T53" fmla="*/ 19 h 70"/>
              <a:gd name="T54" fmla="*/ 71 w 86"/>
              <a:gd name="T55" fmla="*/ 24 h 70"/>
              <a:gd name="T56" fmla="*/ 71 w 86"/>
              <a:gd name="T57" fmla="*/ 15 h 70"/>
              <a:gd name="T58" fmla="*/ 47 w 86"/>
              <a:gd name="T59" fmla="*/ 14 h 70"/>
              <a:gd name="T60" fmla="*/ 71 w 86"/>
              <a:gd name="T61" fmla="*/ 15 h 70"/>
              <a:gd name="T62" fmla="*/ 10 w 86"/>
              <a:gd name="T63" fmla="*/ 51 h 70"/>
              <a:gd name="T64" fmla="*/ 34 w 86"/>
              <a:gd name="T65" fmla="*/ 46 h 70"/>
              <a:gd name="T66" fmla="*/ 10 w 86"/>
              <a:gd name="T67" fmla="*/ 41 h 70"/>
              <a:gd name="T68" fmla="*/ 34 w 86"/>
              <a:gd name="T69" fmla="*/ 41 h 70"/>
              <a:gd name="T70" fmla="*/ 10 w 86"/>
              <a:gd name="T71" fmla="*/ 41 h 70"/>
              <a:gd name="T72" fmla="*/ 10 w 86"/>
              <a:gd name="T73" fmla="*/ 37 h 70"/>
              <a:gd name="T74" fmla="*/ 34 w 86"/>
              <a:gd name="T75" fmla="*/ 32 h 70"/>
              <a:gd name="T76" fmla="*/ 22 w 86"/>
              <a:gd name="T77" fmla="*/ 25 h 70"/>
              <a:gd name="T78" fmla="*/ 34 w 86"/>
              <a:gd name="T79" fmla="*/ 27 h 70"/>
              <a:gd name="T80" fmla="*/ 22 w 86"/>
              <a:gd name="T81" fmla="*/ 25 h 70"/>
              <a:gd name="T82" fmla="*/ 22 w 86"/>
              <a:gd name="T83" fmla="*/ 21 h 70"/>
              <a:gd name="T84" fmla="*/ 34 w 86"/>
              <a:gd name="T85" fmla="*/ 18 h 70"/>
              <a:gd name="T86" fmla="*/ 22 w 86"/>
              <a:gd name="T87" fmla="*/ 14 h 70"/>
              <a:gd name="T88" fmla="*/ 34 w 86"/>
              <a:gd name="T89" fmla="*/ 15 h 70"/>
              <a:gd name="T90" fmla="*/ 22 w 86"/>
              <a:gd name="T91" fmla="*/ 14 h 70"/>
              <a:gd name="T92" fmla="*/ 9 w 86"/>
              <a:gd name="T93" fmla="*/ 31 h 70"/>
              <a:gd name="T94" fmla="*/ 19 w 86"/>
              <a:gd name="T95" fmla="*/ 13 h 70"/>
              <a:gd name="T96" fmla="*/ 21 w 86"/>
              <a:gd name="T97" fmla="*/ 8 h 70"/>
              <a:gd name="T98" fmla="*/ 5 w 86"/>
              <a:gd name="T99" fmla="*/ 56 h 70"/>
              <a:gd name="T100" fmla="*/ 37 w 86"/>
              <a:gd name="T101" fmla="*/ 54 h 70"/>
              <a:gd name="T102" fmla="*/ 21 w 86"/>
              <a:gd name="T103" fmla="*/ 8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86" h="70">
                <a:moveTo>
                  <a:pt x="3" y="3"/>
                </a:moveTo>
                <a:cubicBezTo>
                  <a:pt x="8" y="4"/>
                  <a:pt x="14" y="3"/>
                  <a:pt x="20" y="2"/>
                </a:cubicBezTo>
                <a:cubicBezTo>
                  <a:pt x="28" y="1"/>
                  <a:pt x="35" y="0"/>
                  <a:pt x="40" y="3"/>
                </a:cubicBezTo>
                <a:cubicBezTo>
                  <a:pt x="45" y="0"/>
                  <a:pt x="52" y="1"/>
                  <a:pt x="60" y="2"/>
                </a:cubicBezTo>
                <a:cubicBezTo>
                  <a:pt x="65" y="3"/>
                  <a:pt x="72" y="4"/>
                  <a:pt x="77" y="3"/>
                </a:cubicBezTo>
                <a:cubicBezTo>
                  <a:pt x="80" y="6"/>
                  <a:pt x="80" y="6"/>
                  <a:pt x="80" y="6"/>
                </a:cubicBezTo>
                <a:cubicBezTo>
                  <a:pt x="80" y="30"/>
                  <a:pt x="80" y="30"/>
                  <a:pt x="80" y="30"/>
                </a:cubicBezTo>
                <a:cubicBezTo>
                  <a:pt x="78" y="28"/>
                  <a:pt x="76" y="27"/>
                  <a:pt x="74" y="26"/>
                </a:cubicBezTo>
                <a:cubicBezTo>
                  <a:pt x="74" y="9"/>
                  <a:pt x="74" y="9"/>
                  <a:pt x="74" y="9"/>
                </a:cubicBezTo>
                <a:cubicBezTo>
                  <a:pt x="69" y="9"/>
                  <a:pt x="64" y="8"/>
                  <a:pt x="59" y="8"/>
                </a:cubicBezTo>
                <a:cubicBezTo>
                  <a:pt x="52" y="7"/>
                  <a:pt x="46" y="6"/>
                  <a:pt x="43" y="8"/>
                </a:cubicBezTo>
                <a:cubicBezTo>
                  <a:pt x="43" y="54"/>
                  <a:pt x="43" y="54"/>
                  <a:pt x="43" y="54"/>
                </a:cubicBezTo>
                <a:cubicBezTo>
                  <a:pt x="44" y="54"/>
                  <a:pt x="45" y="54"/>
                  <a:pt x="47" y="54"/>
                </a:cubicBezTo>
                <a:cubicBezTo>
                  <a:pt x="47" y="55"/>
                  <a:pt x="48" y="56"/>
                  <a:pt x="49" y="58"/>
                </a:cubicBezTo>
                <a:cubicBezTo>
                  <a:pt x="50" y="58"/>
                  <a:pt x="50" y="59"/>
                  <a:pt x="51" y="59"/>
                </a:cubicBezTo>
                <a:cubicBezTo>
                  <a:pt x="50" y="59"/>
                  <a:pt x="50" y="59"/>
                  <a:pt x="50" y="59"/>
                </a:cubicBezTo>
                <a:cubicBezTo>
                  <a:pt x="46" y="59"/>
                  <a:pt x="43" y="59"/>
                  <a:pt x="41" y="60"/>
                </a:cubicBezTo>
                <a:cubicBezTo>
                  <a:pt x="40" y="60"/>
                  <a:pt x="40" y="60"/>
                  <a:pt x="40" y="60"/>
                </a:cubicBezTo>
                <a:cubicBezTo>
                  <a:pt x="38" y="60"/>
                  <a:pt x="38" y="60"/>
                  <a:pt x="38" y="60"/>
                </a:cubicBezTo>
                <a:cubicBezTo>
                  <a:pt x="36" y="59"/>
                  <a:pt x="29" y="59"/>
                  <a:pt x="22" y="60"/>
                </a:cubicBezTo>
                <a:cubicBezTo>
                  <a:pt x="15" y="61"/>
                  <a:pt x="8" y="62"/>
                  <a:pt x="2" y="61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6"/>
                  <a:pt x="0" y="6"/>
                  <a:pt x="0" y="6"/>
                </a:cubicBezTo>
                <a:cubicBezTo>
                  <a:pt x="3" y="3"/>
                  <a:pt x="3" y="3"/>
                  <a:pt x="3" y="3"/>
                </a:cubicBezTo>
                <a:close/>
                <a:moveTo>
                  <a:pt x="67" y="35"/>
                </a:moveTo>
                <a:cubicBezTo>
                  <a:pt x="64" y="34"/>
                  <a:pt x="61" y="35"/>
                  <a:pt x="59" y="37"/>
                </a:cubicBezTo>
                <a:cubicBezTo>
                  <a:pt x="57" y="39"/>
                  <a:pt x="56" y="41"/>
                  <a:pt x="55" y="44"/>
                </a:cubicBezTo>
                <a:cubicBezTo>
                  <a:pt x="55" y="46"/>
                  <a:pt x="56" y="49"/>
                  <a:pt x="57" y="51"/>
                </a:cubicBezTo>
                <a:cubicBezTo>
                  <a:pt x="59" y="54"/>
                  <a:pt x="62" y="55"/>
                  <a:pt x="64" y="55"/>
                </a:cubicBezTo>
                <a:cubicBezTo>
                  <a:pt x="67" y="56"/>
                  <a:pt x="70" y="55"/>
                  <a:pt x="72" y="53"/>
                </a:cubicBezTo>
                <a:cubicBezTo>
                  <a:pt x="74" y="51"/>
                  <a:pt x="76" y="49"/>
                  <a:pt x="76" y="46"/>
                </a:cubicBezTo>
                <a:cubicBezTo>
                  <a:pt x="76" y="44"/>
                  <a:pt x="75" y="41"/>
                  <a:pt x="74" y="39"/>
                </a:cubicBezTo>
                <a:cubicBezTo>
                  <a:pt x="72" y="36"/>
                  <a:pt x="69" y="35"/>
                  <a:pt x="67" y="35"/>
                </a:cubicBezTo>
                <a:close/>
                <a:moveTo>
                  <a:pt x="56" y="33"/>
                </a:moveTo>
                <a:cubicBezTo>
                  <a:pt x="52" y="35"/>
                  <a:pt x="50" y="39"/>
                  <a:pt x="50" y="43"/>
                </a:cubicBezTo>
                <a:cubicBezTo>
                  <a:pt x="50" y="47"/>
                  <a:pt x="51" y="51"/>
                  <a:pt x="53" y="55"/>
                </a:cubicBezTo>
                <a:cubicBezTo>
                  <a:pt x="56" y="58"/>
                  <a:pt x="60" y="60"/>
                  <a:pt x="64" y="60"/>
                </a:cubicBezTo>
                <a:cubicBezTo>
                  <a:pt x="67" y="61"/>
                  <a:pt x="70" y="60"/>
                  <a:pt x="73" y="59"/>
                </a:cubicBezTo>
                <a:cubicBezTo>
                  <a:pt x="73" y="60"/>
                  <a:pt x="73" y="61"/>
                  <a:pt x="74" y="61"/>
                </a:cubicBezTo>
                <a:cubicBezTo>
                  <a:pt x="79" y="68"/>
                  <a:pt x="79" y="68"/>
                  <a:pt x="79" y="68"/>
                </a:cubicBezTo>
                <a:cubicBezTo>
                  <a:pt x="80" y="70"/>
                  <a:pt x="83" y="70"/>
                  <a:pt x="84" y="69"/>
                </a:cubicBezTo>
                <a:cubicBezTo>
                  <a:pt x="84" y="69"/>
                  <a:pt x="84" y="69"/>
                  <a:pt x="84" y="69"/>
                </a:cubicBezTo>
                <a:cubicBezTo>
                  <a:pt x="86" y="67"/>
                  <a:pt x="86" y="65"/>
                  <a:pt x="85" y="63"/>
                </a:cubicBezTo>
                <a:cubicBezTo>
                  <a:pt x="80" y="57"/>
                  <a:pt x="80" y="57"/>
                  <a:pt x="80" y="57"/>
                </a:cubicBezTo>
                <a:cubicBezTo>
                  <a:pt x="79" y="56"/>
                  <a:pt x="78" y="55"/>
                  <a:pt x="77" y="55"/>
                </a:cubicBezTo>
                <a:cubicBezTo>
                  <a:pt x="79" y="53"/>
                  <a:pt x="81" y="50"/>
                  <a:pt x="81" y="47"/>
                </a:cubicBezTo>
                <a:cubicBezTo>
                  <a:pt x="82" y="43"/>
                  <a:pt x="81" y="39"/>
                  <a:pt x="78" y="35"/>
                </a:cubicBezTo>
                <a:cubicBezTo>
                  <a:pt x="75" y="32"/>
                  <a:pt x="71" y="30"/>
                  <a:pt x="67" y="29"/>
                </a:cubicBezTo>
                <a:cubicBezTo>
                  <a:pt x="63" y="29"/>
                  <a:pt x="59" y="30"/>
                  <a:pt x="56" y="33"/>
                </a:cubicBezTo>
                <a:close/>
                <a:moveTo>
                  <a:pt x="58" y="46"/>
                </a:moveTo>
                <a:cubicBezTo>
                  <a:pt x="60" y="41"/>
                  <a:pt x="64" y="39"/>
                  <a:pt x="70" y="38"/>
                </a:cubicBezTo>
                <a:cubicBezTo>
                  <a:pt x="64" y="34"/>
                  <a:pt x="57" y="40"/>
                  <a:pt x="58" y="46"/>
                </a:cubicBezTo>
                <a:close/>
                <a:moveTo>
                  <a:pt x="71" y="21"/>
                </a:moveTo>
                <a:cubicBezTo>
                  <a:pt x="65" y="21"/>
                  <a:pt x="51" y="19"/>
                  <a:pt x="47" y="19"/>
                </a:cubicBezTo>
                <a:cubicBezTo>
                  <a:pt x="47" y="20"/>
                  <a:pt x="47" y="21"/>
                  <a:pt x="47" y="21"/>
                </a:cubicBezTo>
                <a:cubicBezTo>
                  <a:pt x="51" y="21"/>
                  <a:pt x="67" y="24"/>
                  <a:pt x="71" y="24"/>
                </a:cubicBezTo>
                <a:cubicBezTo>
                  <a:pt x="71" y="23"/>
                  <a:pt x="71" y="22"/>
                  <a:pt x="71" y="21"/>
                </a:cubicBezTo>
                <a:close/>
                <a:moveTo>
                  <a:pt x="71" y="15"/>
                </a:moveTo>
                <a:cubicBezTo>
                  <a:pt x="65" y="15"/>
                  <a:pt x="51" y="12"/>
                  <a:pt x="47" y="12"/>
                </a:cubicBezTo>
                <a:cubicBezTo>
                  <a:pt x="47" y="13"/>
                  <a:pt x="47" y="14"/>
                  <a:pt x="47" y="14"/>
                </a:cubicBezTo>
                <a:cubicBezTo>
                  <a:pt x="51" y="14"/>
                  <a:pt x="67" y="17"/>
                  <a:pt x="71" y="17"/>
                </a:cubicBezTo>
                <a:cubicBezTo>
                  <a:pt x="71" y="16"/>
                  <a:pt x="71" y="15"/>
                  <a:pt x="71" y="15"/>
                </a:cubicBezTo>
                <a:close/>
                <a:moveTo>
                  <a:pt x="10" y="49"/>
                </a:moveTo>
                <a:cubicBezTo>
                  <a:pt x="10" y="49"/>
                  <a:pt x="10" y="50"/>
                  <a:pt x="10" y="51"/>
                </a:cubicBezTo>
                <a:cubicBezTo>
                  <a:pt x="14" y="51"/>
                  <a:pt x="29" y="48"/>
                  <a:pt x="34" y="48"/>
                </a:cubicBezTo>
                <a:cubicBezTo>
                  <a:pt x="34" y="48"/>
                  <a:pt x="34" y="47"/>
                  <a:pt x="34" y="46"/>
                </a:cubicBezTo>
                <a:cubicBezTo>
                  <a:pt x="30" y="46"/>
                  <a:pt x="15" y="49"/>
                  <a:pt x="10" y="49"/>
                </a:cubicBezTo>
                <a:close/>
                <a:moveTo>
                  <a:pt x="10" y="41"/>
                </a:moveTo>
                <a:cubicBezTo>
                  <a:pt x="10" y="42"/>
                  <a:pt x="10" y="43"/>
                  <a:pt x="10" y="43"/>
                </a:cubicBezTo>
                <a:cubicBezTo>
                  <a:pt x="14" y="44"/>
                  <a:pt x="29" y="41"/>
                  <a:pt x="34" y="41"/>
                </a:cubicBezTo>
                <a:cubicBezTo>
                  <a:pt x="34" y="40"/>
                  <a:pt x="34" y="40"/>
                  <a:pt x="34" y="39"/>
                </a:cubicBezTo>
                <a:cubicBezTo>
                  <a:pt x="30" y="39"/>
                  <a:pt x="15" y="41"/>
                  <a:pt x="10" y="41"/>
                </a:cubicBezTo>
                <a:close/>
                <a:moveTo>
                  <a:pt x="10" y="34"/>
                </a:moveTo>
                <a:cubicBezTo>
                  <a:pt x="10" y="35"/>
                  <a:pt x="10" y="36"/>
                  <a:pt x="10" y="37"/>
                </a:cubicBezTo>
                <a:cubicBezTo>
                  <a:pt x="14" y="37"/>
                  <a:pt x="29" y="34"/>
                  <a:pt x="34" y="34"/>
                </a:cubicBezTo>
                <a:cubicBezTo>
                  <a:pt x="34" y="33"/>
                  <a:pt x="34" y="33"/>
                  <a:pt x="34" y="32"/>
                </a:cubicBezTo>
                <a:cubicBezTo>
                  <a:pt x="30" y="32"/>
                  <a:pt x="15" y="34"/>
                  <a:pt x="10" y="34"/>
                </a:cubicBezTo>
                <a:close/>
                <a:moveTo>
                  <a:pt x="22" y="25"/>
                </a:moveTo>
                <a:cubicBezTo>
                  <a:pt x="22" y="26"/>
                  <a:pt x="22" y="27"/>
                  <a:pt x="22" y="28"/>
                </a:cubicBezTo>
                <a:cubicBezTo>
                  <a:pt x="25" y="28"/>
                  <a:pt x="29" y="26"/>
                  <a:pt x="34" y="27"/>
                </a:cubicBezTo>
                <a:cubicBezTo>
                  <a:pt x="34" y="26"/>
                  <a:pt x="34" y="25"/>
                  <a:pt x="34" y="24"/>
                </a:cubicBezTo>
                <a:cubicBezTo>
                  <a:pt x="30" y="24"/>
                  <a:pt x="26" y="25"/>
                  <a:pt x="22" y="25"/>
                </a:cubicBezTo>
                <a:close/>
                <a:moveTo>
                  <a:pt x="22" y="19"/>
                </a:moveTo>
                <a:cubicBezTo>
                  <a:pt x="22" y="20"/>
                  <a:pt x="22" y="21"/>
                  <a:pt x="22" y="21"/>
                </a:cubicBezTo>
                <a:cubicBezTo>
                  <a:pt x="25" y="21"/>
                  <a:pt x="29" y="20"/>
                  <a:pt x="34" y="20"/>
                </a:cubicBezTo>
                <a:cubicBezTo>
                  <a:pt x="34" y="20"/>
                  <a:pt x="34" y="19"/>
                  <a:pt x="34" y="18"/>
                </a:cubicBezTo>
                <a:cubicBezTo>
                  <a:pt x="30" y="18"/>
                  <a:pt x="26" y="19"/>
                  <a:pt x="22" y="19"/>
                </a:cubicBezTo>
                <a:close/>
                <a:moveTo>
                  <a:pt x="22" y="14"/>
                </a:moveTo>
                <a:cubicBezTo>
                  <a:pt x="22" y="15"/>
                  <a:pt x="22" y="15"/>
                  <a:pt x="22" y="16"/>
                </a:cubicBezTo>
                <a:cubicBezTo>
                  <a:pt x="25" y="16"/>
                  <a:pt x="29" y="15"/>
                  <a:pt x="34" y="15"/>
                </a:cubicBezTo>
                <a:cubicBezTo>
                  <a:pt x="34" y="14"/>
                  <a:pt x="34" y="14"/>
                  <a:pt x="34" y="13"/>
                </a:cubicBezTo>
                <a:cubicBezTo>
                  <a:pt x="30" y="13"/>
                  <a:pt x="26" y="13"/>
                  <a:pt x="22" y="14"/>
                </a:cubicBezTo>
                <a:close/>
                <a:moveTo>
                  <a:pt x="9" y="14"/>
                </a:moveTo>
                <a:cubicBezTo>
                  <a:pt x="9" y="31"/>
                  <a:pt x="9" y="31"/>
                  <a:pt x="9" y="31"/>
                </a:cubicBezTo>
                <a:cubicBezTo>
                  <a:pt x="19" y="30"/>
                  <a:pt x="19" y="30"/>
                  <a:pt x="19" y="30"/>
                </a:cubicBezTo>
                <a:cubicBezTo>
                  <a:pt x="19" y="13"/>
                  <a:pt x="19" y="13"/>
                  <a:pt x="19" y="13"/>
                </a:cubicBezTo>
                <a:cubicBezTo>
                  <a:pt x="9" y="14"/>
                  <a:pt x="9" y="14"/>
                  <a:pt x="9" y="14"/>
                </a:cubicBezTo>
                <a:close/>
                <a:moveTo>
                  <a:pt x="21" y="8"/>
                </a:moveTo>
                <a:cubicBezTo>
                  <a:pt x="16" y="8"/>
                  <a:pt x="10" y="9"/>
                  <a:pt x="5" y="9"/>
                </a:cubicBezTo>
                <a:cubicBezTo>
                  <a:pt x="5" y="56"/>
                  <a:pt x="5" y="56"/>
                  <a:pt x="5" y="56"/>
                </a:cubicBezTo>
                <a:cubicBezTo>
                  <a:pt x="10" y="56"/>
                  <a:pt x="16" y="55"/>
                  <a:pt x="21" y="55"/>
                </a:cubicBezTo>
                <a:cubicBezTo>
                  <a:pt x="27" y="54"/>
                  <a:pt x="33" y="53"/>
                  <a:pt x="37" y="54"/>
                </a:cubicBezTo>
                <a:cubicBezTo>
                  <a:pt x="37" y="8"/>
                  <a:pt x="37" y="8"/>
                  <a:pt x="37" y="8"/>
                </a:cubicBezTo>
                <a:cubicBezTo>
                  <a:pt x="34" y="6"/>
                  <a:pt x="27" y="7"/>
                  <a:pt x="21" y="8"/>
                </a:cubicBezTo>
                <a:close/>
              </a:path>
            </a:pathLst>
          </a:custGeom>
          <a:solidFill>
            <a:sysClr val="window" lastClr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EB151D8-8747-4364-854F-0C98C17E42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5016" y="3072068"/>
            <a:ext cx="192563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19751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endParaRPr lang="en-US" altLang="zh-CN" sz="2000" b="1" dirty="0">
              <a:solidFill>
                <a:srgbClr val="19751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19751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标题文字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B30C583-90F7-4E16-97BD-B6FBF19CBF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8767" y="4968671"/>
            <a:ext cx="3284538" cy="875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defTabSz="91440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rgbClr val="262626"/>
                </a:solidFill>
                <a:latin typeface="微软雅黑" pitchFamily="34" charset="-122"/>
              </a:rPr>
              <a:t>点击此处添加文本内容</a:t>
            </a:r>
            <a:r>
              <a:rPr lang="zh-CN" altLang="en-US" sz="1400" dirty="0">
                <a:solidFill>
                  <a:srgbClr val="262626"/>
                </a:solidFill>
                <a:latin typeface="微软雅黑" pitchFamily="34" charset="-122"/>
              </a:rPr>
              <a:t>，如关键词、部分简单介绍等。</a:t>
            </a:r>
            <a:r>
              <a:rPr lang="zh-CN" altLang="en-US" sz="1400">
                <a:solidFill>
                  <a:srgbClr val="262626"/>
                </a:solidFill>
                <a:latin typeface="微软雅黑" pitchFamily="34" charset="-122"/>
              </a:rPr>
              <a:t>点击此处添加文本内容</a:t>
            </a:r>
            <a:r>
              <a:rPr lang="zh-CN" altLang="en-US" sz="1400" dirty="0">
                <a:solidFill>
                  <a:srgbClr val="262626"/>
                </a:solidFill>
                <a:latin typeface="微软雅黑" pitchFamily="34" charset="-122"/>
              </a:rPr>
              <a:t>，如关键词、部分简单介绍等。</a:t>
            </a:r>
            <a:endParaRPr lang="en-US" altLang="zh-CN" sz="1400" dirty="0">
              <a:solidFill>
                <a:srgbClr val="262626"/>
              </a:solidFill>
              <a:latin typeface="微软雅黑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6BB4458-8CCB-4C87-9EA7-B8FFFA2AE3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8767" y="4309740"/>
            <a:ext cx="1723549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defTabSz="91440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197519"/>
                </a:solidFill>
                <a:latin typeface="微软雅黑" pitchFamily="34" charset="-122"/>
              </a:rPr>
              <a:t>输入标题文字</a:t>
            </a:r>
            <a:endParaRPr lang="en-US" altLang="zh-CN" sz="2000" b="1" dirty="0">
              <a:solidFill>
                <a:srgbClr val="197519"/>
              </a:solidFill>
              <a:latin typeface="微软雅黑" pitchFamily="34" charset="-122"/>
            </a:endParaRPr>
          </a:p>
        </p:txBody>
      </p:sp>
      <p:grpSp>
        <p:nvGrpSpPr>
          <p:cNvPr id="19" name="组合 52">
            <a:extLst>
              <a:ext uri="{FF2B5EF4-FFF2-40B4-BE49-F238E27FC236}">
                <a16:creationId xmlns:a16="http://schemas.microsoft.com/office/drawing/2014/main" id="{1DA945B2-C12D-4A03-8468-E6BCE034A4F9}"/>
              </a:ext>
            </a:extLst>
          </p:cNvPr>
          <p:cNvGrpSpPr>
            <a:grpSpLocks/>
          </p:cNvGrpSpPr>
          <p:nvPr/>
        </p:nvGrpSpPr>
        <p:grpSpPr bwMode="auto">
          <a:xfrm>
            <a:off x="4562159" y="1869753"/>
            <a:ext cx="1920875" cy="2187575"/>
            <a:chOff x="1162050" y="2012950"/>
            <a:chExt cx="2500242" cy="2848152"/>
          </a:xfrm>
          <a:solidFill>
            <a:srgbClr val="005825"/>
          </a:solidFill>
        </p:grpSpPr>
        <p:sp>
          <p:nvSpPr>
            <p:cNvPr id="21" name="任意多边形 53">
              <a:extLst>
                <a:ext uri="{FF2B5EF4-FFF2-40B4-BE49-F238E27FC236}">
                  <a16:creationId xmlns:a16="http://schemas.microsoft.com/office/drawing/2014/main" id="{9B1070D5-EC0C-44B9-955C-8770D80404BC}"/>
                </a:ext>
              </a:extLst>
            </p:cNvPr>
            <p:cNvSpPr/>
            <p:nvPr/>
          </p:nvSpPr>
          <p:spPr>
            <a:xfrm>
              <a:off x="1162050" y="2012950"/>
              <a:ext cx="2500242" cy="2515385"/>
            </a:xfrm>
            <a:custGeom>
              <a:avLst/>
              <a:gdLst>
                <a:gd name="connsiteX0" fmla="*/ 1257300 w 2500242"/>
                <a:gd name="connsiteY0" fmla="*/ 0 h 2514600"/>
                <a:gd name="connsiteX1" fmla="*/ 2489056 w 2500242"/>
                <a:gd name="connsiteY1" fmla="*/ 1003910 h 2514600"/>
                <a:gd name="connsiteX2" fmla="*/ 2500242 w 2500242"/>
                <a:gd name="connsiteY2" fmla="*/ 1077199 h 2514600"/>
                <a:gd name="connsiteX3" fmla="*/ 1954242 w 2500242"/>
                <a:gd name="connsiteY3" fmla="*/ 2303535 h 2514600"/>
                <a:gd name="connsiteX4" fmla="*/ 1856604 w 2500242"/>
                <a:gd name="connsiteY4" fmla="*/ 2362851 h 2514600"/>
                <a:gd name="connsiteX5" fmla="*/ 1257300 w 2500242"/>
                <a:gd name="connsiteY5" fmla="*/ 2514600 h 2514600"/>
                <a:gd name="connsiteX6" fmla="*/ 0 w 2500242"/>
                <a:gd name="connsiteY6" fmla="*/ 1257300 h 2514600"/>
                <a:gd name="connsiteX7" fmla="*/ 1257300 w 2500242"/>
                <a:gd name="connsiteY7" fmla="*/ 0 h 251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00242" h="2514600">
                  <a:moveTo>
                    <a:pt x="1257300" y="0"/>
                  </a:moveTo>
                  <a:cubicBezTo>
                    <a:pt x="1864890" y="0"/>
                    <a:pt x="2371818" y="430980"/>
                    <a:pt x="2489056" y="1003910"/>
                  </a:cubicBezTo>
                  <a:lnTo>
                    <a:pt x="2500242" y="1077199"/>
                  </a:lnTo>
                  <a:lnTo>
                    <a:pt x="1954242" y="2303535"/>
                  </a:lnTo>
                  <a:lnTo>
                    <a:pt x="1856604" y="2362851"/>
                  </a:lnTo>
                  <a:cubicBezTo>
                    <a:pt x="1678453" y="2459628"/>
                    <a:pt x="1474296" y="2514600"/>
                    <a:pt x="1257300" y="2514600"/>
                  </a:cubicBezTo>
                  <a:cubicBezTo>
                    <a:pt x="562912" y="2514600"/>
                    <a:pt x="0" y="1951688"/>
                    <a:pt x="0" y="1257300"/>
                  </a:cubicBezTo>
                  <a:cubicBezTo>
                    <a:pt x="0" y="562912"/>
                    <a:pt x="562912" y="0"/>
                    <a:pt x="1257300" y="0"/>
                  </a:cubicBezTo>
                  <a:close/>
                </a:path>
              </a:pathLst>
            </a:cu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pic>
          <p:nvPicPr>
            <p:cNvPr id="22" name="图片 54">
              <a:extLst>
                <a:ext uri="{FF2B5EF4-FFF2-40B4-BE49-F238E27FC236}">
                  <a16:creationId xmlns:a16="http://schemas.microsoft.com/office/drawing/2014/main" id="{E9CCF1B8-1E09-4DB8-A959-90281B18E0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72" t="6100" r="83327" b="4980"/>
            <a:stretch>
              <a:fillRect/>
            </a:stretch>
          </p:blipFill>
          <p:spPr bwMode="auto">
            <a:xfrm rot="1436196">
              <a:off x="3269963" y="2437942"/>
              <a:ext cx="137160" cy="242316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0" name="Freeform 21">
            <a:extLst>
              <a:ext uri="{FF2B5EF4-FFF2-40B4-BE49-F238E27FC236}">
                <a16:creationId xmlns:a16="http://schemas.microsoft.com/office/drawing/2014/main" id="{00D2C89F-D42E-4885-A2F8-DE2A7BC01A67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011088" y="2494545"/>
            <a:ext cx="993533" cy="800282"/>
          </a:xfrm>
          <a:custGeom>
            <a:avLst/>
            <a:gdLst>
              <a:gd name="T0" fmla="*/ 212 w 228"/>
              <a:gd name="T1" fmla="*/ 150 h 202"/>
              <a:gd name="T2" fmla="*/ 142 w 228"/>
              <a:gd name="T3" fmla="*/ 150 h 202"/>
              <a:gd name="T4" fmla="*/ 0 w 228"/>
              <a:gd name="T5" fmla="*/ 0 h 202"/>
              <a:gd name="T6" fmla="*/ 173 w 228"/>
              <a:gd name="T7" fmla="*/ 95 h 202"/>
              <a:gd name="T8" fmla="*/ 166 w 228"/>
              <a:gd name="T9" fmla="*/ 103 h 202"/>
              <a:gd name="T10" fmla="*/ 156 w 228"/>
              <a:gd name="T11" fmla="*/ 107 h 202"/>
              <a:gd name="T12" fmla="*/ 154 w 228"/>
              <a:gd name="T13" fmla="*/ 117 h 202"/>
              <a:gd name="T14" fmla="*/ 148 w 228"/>
              <a:gd name="T15" fmla="*/ 126 h 202"/>
              <a:gd name="T16" fmla="*/ 153 w 228"/>
              <a:gd name="T17" fmla="*/ 135 h 202"/>
              <a:gd name="T18" fmla="*/ 153 w 228"/>
              <a:gd name="T19" fmla="*/ 146 h 202"/>
              <a:gd name="T20" fmla="*/ 163 w 228"/>
              <a:gd name="T21" fmla="*/ 150 h 202"/>
              <a:gd name="T22" fmla="*/ 169 w 228"/>
              <a:gd name="T23" fmla="*/ 159 h 202"/>
              <a:gd name="T24" fmla="*/ 180 w 228"/>
              <a:gd name="T25" fmla="*/ 157 h 202"/>
              <a:gd name="T26" fmla="*/ 190 w 228"/>
              <a:gd name="T27" fmla="*/ 160 h 202"/>
              <a:gd name="T28" fmla="*/ 197 w 228"/>
              <a:gd name="T29" fmla="*/ 153 h 202"/>
              <a:gd name="T30" fmla="*/ 207 w 228"/>
              <a:gd name="T31" fmla="*/ 149 h 202"/>
              <a:gd name="T32" fmla="*/ 209 w 228"/>
              <a:gd name="T33" fmla="*/ 139 h 202"/>
              <a:gd name="T34" fmla="*/ 215 w 228"/>
              <a:gd name="T35" fmla="*/ 130 h 202"/>
              <a:gd name="T36" fmla="*/ 210 w 228"/>
              <a:gd name="T37" fmla="*/ 121 h 202"/>
              <a:gd name="T38" fmla="*/ 210 w 228"/>
              <a:gd name="T39" fmla="*/ 110 h 202"/>
              <a:gd name="T40" fmla="*/ 200 w 228"/>
              <a:gd name="T41" fmla="*/ 105 h 202"/>
              <a:gd name="T42" fmla="*/ 194 w 228"/>
              <a:gd name="T43" fmla="*/ 97 h 202"/>
              <a:gd name="T44" fmla="*/ 183 w 228"/>
              <a:gd name="T45" fmla="*/ 99 h 202"/>
              <a:gd name="T46" fmla="*/ 143 w 228"/>
              <a:gd name="T47" fmla="*/ 192 h 202"/>
              <a:gd name="T48" fmla="*/ 171 w 228"/>
              <a:gd name="T49" fmla="*/ 187 h 202"/>
              <a:gd name="T50" fmla="*/ 175 w 228"/>
              <a:gd name="T51" fmla="*/ 161 h 202"/>
              <a:gd name="T52" fmla="*/ 163 w 228"/>
              <a:gd name="T53" fmla="*/ 162 h 202"/>
              <a:gd name="T54" fmla="*/ 157 w 228"/>
              <a:gd name="T55" fmla="*/ 152 h 202"/>
              <a:gd name="T56" fmla="*/ 146 w 228"/>
              <a:gd name="T57" fmla="*/ 183 h 202"/>
              <a:gd name="T58" fmla="*/ 204 w 228"/>
              <a:gd name="T59" fmla="*/ 152 h 202"/>
              <a:gd name="T60" fmla="*/ 199 w 228"/>
              <a:gd name="T61" fmla="*/ 162 h 202"/>
              <a:gd name="T62" fmla="*/ 188 w 228"/>
              <a:gd name="T63" fmla="*/ 163 h 202"/>
              <a:gd name="T64" fmla="*/ 209 w 228"/>
              <a:gd name="T65" fmla="*/ 188 h 202"/>
              <a:gd name="T66" fmla="*/ 157 w 228"/>
              <a:gd name="T67" fmla="*/ 128 h 202"/>
              <a:gd name="T68" fmla="*/ 199 w 228"/>
              <a:gd name="T69" fmla="*/ 110 h 202"/>
              <a:gd name="T70" fmla="*/ 158 w 228"/>
              <a:gd name="T71" fmla="*/ 128 h 202"/>
              <a:gd name="T72" fmla="*/ 198 w 228"/>
              <a:gd name="T73" fmla="*/ 111 h 202"/>
              <a:gd name="T74" fmla="*/ 145 w 228"/>
              <a:gd name="T75" fmla="*/ 135 h 202"/>
              <a:gd name="T76" fmla="*/ 149 w 228"/>
              <a:gd name="T77" fmla="*/ 124 h 202"/>
              <a:gd name="T78" fmla="*/ 148 w 228"/>
              <a:gd name="T79" fmla="*/ 112 h 202"/>
              <a:gd name="T80" fmla="*/ 158 w 228"/>
              <a:gd name="T81" fmla="*/ 106 h 202"/>
              <a:gd name="T82" fmla="*/ 164 w 228"/>
              <a:gd name="T83" fmla="*/ 95 h 202"/>
              <a:gd name="T84" fmla="*/ 175 w 228"/>
              <a:gd name="T85" fmla="*/ 96 h 202"/>
              <a:gd name="T86" fmla="*/ 186 w 228"/>
              <a:gd name="T87" fmla="*/ 91 h 202"/>
              <a:gd name="T88" fmla="*/ 195 w 228"/>
              <a:gd name="T89" fmla="*/ 98 h 202"/>
              <a:gd name="T90" fmla="*/ 207 w 228"/>
              <a:gd name="T91" fmla="*/ 101 h 202"/>
              <a:gd name="T92" fmla="*/ 34 w 228"/>
              <a:gd name="T93" fmla="*/ 126 h 202"/>
              <a:gd name="T94" fmla="*/ 90 w 228"/>
              <a:gd name="T95" fmla="*/ 126 h 202"/>
              <a:gd name="T96" fmla="*/ 45 w 228"/>
              <a:gd name="T97" fmla="*/ 55 h 202"/>
              <a:gd name="T98" fmla="*/ 45 w 228"/>
              <a:gd name="T99" fmla="*/ 44 h 202"/>
              <a:gd name="T100" fmla="*/ 45 w 228"/>
              <a:gd name="T101" fmla="*/ 64 h 202"/>
              <a:gd name="T102" fmla="*/ 45 w 228"/>
              <a:gd name="T103" fmla="*/ 84 h 202"/>
              <a:gd name="T104" fmla="*/ 45 w 228"/>
              <a:gd name="T105" fmla="*/ 74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228" h="202">
                <a:moveTo>
                  <a:pt x="0" y="0"/>
                </a:moveTo>
                <a:cubicBezTo>
                  <a:pt x="228" y="0"/>
                  <a:pt x="228" y="0"/>
                  <a:pt x="228" y="0"/>
                </a:cubicBezTo>
                <a:cubicBezTo>
                  <a:pt x="228" y="160"/>
                  <a:pt x="228" y="160"/>
                  <a:pt x="228" y="160"/>
                </a:cubicBezTo>
                <a:cubicBezTo>
                  <a:pt x="215" y="160"/>
                  <a:pt x="215" y="160"/>
                  <a:pt x="215" y="160"/>
                </a:cubicBezTo>
                <a:cubicBezTo>
                  <a:pt x="212" y="150"/>
                  <a:pt x="212" y="150"/>
                  <a:pt x="212" y="150"/>
                </a:cubicBezTo>
                <a:cubicBezTo>
                  <a:pt x="219" y="150"/>
                  <a:pt x="219" y="150"/>
                  <a:pt x="219" y="150"/>
                </a:cubicBezTo>
                <a:cubicBezTo>
                  <a:pt x="219" y="11"/>
                  <a:pt x="219" y="11"/>
                  <a:pt x="219" y="11"/>
                </a:cubicBezTo>
                <a:cubicBezTo>
                  <a:pt x="11" y="11"/>
                  <a:pt x="11" y="11"/>
                  <a:pt x="11" y="11"/>
                </a:cubicBezTo>
                <a:cubicBezTo>
                  <a:pt x="11" y="150"/>
                  <a:pt x="11" y="150"/>
                  <a:pt x="11" y="150"/>
                </a:cubicBezTo>
                <a:cubicBezTo>
                  <a:pt x="142" y="150"/>
                  <a:pt x="142" y="150"/>
                  <a:pt x="142" y="150"/>
                </a:cubicBezTo>
                <a:cubicBezTo>
                  <a:pt x="156" y="150"/>
                  <a:pt x="156" y="150"/>
                  <a:pt x="156" y="150"/>
                </a:cubicBezTo>
                <a:cubicBezTo>
                  <a:pt x="152" y="160"/>
                  <a:pt x="152" y="160"/>
                  <a:pt x="152" y="160"/>
                </a:cubicBezTo>
                <a:cubicBezTo>
                  <a:pt x="142" y="160"/>
                  <a:pt x="142" y="160"/>
                  <a:pt x="142" y="160"/>
                </a:cubicBezTo>
                <a:cubicBezTo>
                  <a:pt x="0" y="160"/>
                  <a:pt x="0" y="160"/>
                  <a:pt x="0" y="160"/>
                </a:cubicBezTo>
                <a:cubicBezTo>
                  <a:pt x="0" y="0"/>
                  <a:pt x="0" y="0"/>
                  <a:pt x="0" y="0"/>
                </a:cubicBezTo>
                <a:close/>
                <a:moveTo>
                  <a:pt x="181" y="94"/>
                </a:moveTo>
                <a:cubicBezTo>
                  <a:pt x="180" y="99"/>
                  <a:pt x="180" y="99"/>
                  <a:pt x="180" y="99"/>
                </a:cubicBezTo>
                <a:cubicBezTo>
                  <a:pt x="177" y="95"/>
                  <a:pt x="177" y="95"/>
                  <a:pt x="177" y="95"/>
                </a:cubicBezTo>
                <a:cubicBezTo>
                  <a:pt x="176" y="99"/>
                  <a:pt x="176" y="99"/>
                  <a:pt x="176" y="99"/>
                </a:cubicBezTo>
                <a:cubicBezTo>
                  <a:pt x="173" y="95"/>
                  <a:pt x="173" y="95"/>
                  <a:pt x="173" y="95"/>
                </a:cubicBezTo>
                <a:cubicBezTo>
                  <a:pt x="172" y="100"/>
                  <a:pt x="172" y="100"/>
                  <a:pt x="172" y="100"/>
                </a:cubicBezTo>
                <a:cubicBezTo>
                  <a:pt x="169" y="97"/>
                  <a:pt x="169" y="97"/>
                  <a:pt x="169" y="97"/>
                </a:cubicBezTo>
                <a:cubicBezTo>
                  <a:pt x="169" y="101"/>
                  <a:pt x="169" y="101"/>
                  <a:pt x="169" y="101"/>
                </a:cubicBezTo>
                <a:cubicBezTo>
                  <a:pt x="165" y="99"/>
                  <a:pt x="165" y="99"/>
                  <a:pt x="165" y="99"/>
                </a:cubicBezTo>
                <a:cubicBezTo>
                  <a:pt x="166" y="103"/>
                  <a:pt x="166" y="103"/>
                  <a:pt x="166" y="103"/>
                </a:cubicBezTo>
                <a:cubicBezTo>
                  <a:pt x="162" y="101"/>
                  <a:pt x="162" y="101"/>
                  <a:pt x="162" y="101"/>
                </a:cubicBezTo>
                <a:cubicBezTo>
                  <a:pt x="163" y="105"/>
                  <a:pt x="163" y="105"/>
                  <a:pt x="163" y="105"/>
                </a:cubicBezTo>
                <a:cubicBezTo>
                  <a:pt x="159" y="103"/>
                  <a:pt x="159" y="103"/>
                  <a:pt x="159" y="103"/>
                </a:cubicBezTo>
                <a:cubicBezTo>
                  <a:pt x="160" y="108"/>
                  <a:pt x="160" y="108"/>
                  <a:pt x="160" y="108"/>
                </a:cubicBezTo>
                <a:cubicBezTo>
                  <a:pt x="156" y="107"/>
                  <a:pt x="156" y="107"/>
                  <a:pt x="156" y="107"/>
                </a:cubicBezTo>
                <a:cubicBezTo>
                  <a:pt x="158" y="111"/>
                  <a:pt x="158" y="111"/>
                  <a:pt x="158" y="111"/>
                </a:cubicBezTo>
                <a:cubicBezTo>
                  <a:pt x="153" y="110"/>
                  <a:pt x="153" y="110"/>
                  <a:pt x="153" y="110"/>
                </a:cubicBezTo>
                <a:cubicBezTo>
                  <a:pt x="156" y="114"/>
                  <a:pt x="156" y="114"/>
                  <a:pt x="156" y="114"/>
                </a:cubicBezTo>
                <a:cubicBezTo>
                  <a:pt x="151" y="114"/>
                  <a:pt x="151" y="114"/>
                  <a:pt x="151" y="114"/>
                </a:cubicBezTo>
                <a:cubicBezTo>
                  <a:pt x="154" y="117"/>
                  <a:pt x="154" y="117"/>
                  <a:pt x="154" y="117"/>
                </a:cubicBezTo>
                <a:cubicBezTo>
                  <a:pt x="150" y="117"/>
                  <a:pt x="150" y="117"/>
                  <a:pt x="150" y="117"/>
                </a:cubicBezTo>
                <a:cubicBezTo>
                  <a:pt x="153" y="121"/>
                  <a:pt x="153" y="121"/>
                  <a:pt x="153" y="121"/>
                </a:cubicBezTo>
                <a:cubicBezTo>
                  <a:pt x="149" y="122"/>
                  <a:pt x="149" y="122"/>
                  <a:pt x="149" y="122"/>
                </a:cubicBezTo>
                <a:cubicBezTo>
                  <a:pt x="152" y="124"/>
                  <a:pt x="152" y="124"/>
                  <a:pt x="152" y="124"/>
                </a:cubicBezTo>
                <a:cubicBezTo>
                  <a:pt x="148" y="126"/>
                  <a:pt x="148" y="126"/>
                  <a:pt x="148" y="126"/>
                </a:cubicBezTo>
                <a:cubicBezTo>
                  <a:pt x="152" y="128"/>
                  <a:pt x="152" y="128"/>
                  <a:pt x="152" y="128"/>
                </a:cubicBezTo>
                <a:cubicBezTo>
                  <a:pt x="148" y="130"/>
                  <a:pt x="148" y="130"/>
                  <a:pt x="148" y="130"/>
                </a:cubicBezTo>
                <a:cubicBezTo>
                  <a:pt x="152" y="131"/>
                  <a:pt x="152" y="131"/>
                  <a:pt x="152" y="131"/>
                </a:cubicBezTo>
                <a:cubicBezTo>
                  <a:pt x="149" y="134"/>
                  <a:pt x="149" y="134"/>
                  <a:pt x="149" y="134"/>
                </a:cubicBezTo>
                <a:cubicBezTo>
                  <a:pt x="153" y="135"/>
                  <a:pt x="153" y="135"/>
                  <a:pt x="153" y="135"/>
                </a:cubicBezTo>
                <a:cubicBezTo>
                  <a:pt x="150" y="138"/>
                  <a:pt x="150" y="138"/>
                  <a:pt x="150" y="138"/>
                </a:cubicBezTo>
                <a:cubicBezTo>
                  <a:pt x="154" y="139"/>
                  <a:pt x="154" y="139"/>
                  <a:pt x="154" y="139"/>
                </a:cubicBezTo>
                <a:cubicBezTo>
                  <a:pt x="151" y="142"/>
                  <a:pt x="151" y="142"/>
                  <a:pt x="151" y="142"/>
                </a:cubicBezTo>
                <a:cubicBezTo>
                  <a:pt x="156" y="142"/>
                  <a:pt x="156" y="142"/>
                  <a:pt x="156" y="142"/>
                </a:cubicBezTo>
                <a:cubicBezTo>
                  <a:pt x="153" y="146"/>
                  <a:pt x="153" y="146"/>
                  <a:pt x="153" y="146"/>
                </a:cubicBezTo>
                <a:cubicBezTo>
                  <a:pt x="158" y="145"/>
                  <a:pt x="158" y="145"/>
                  <a:pt x="158" y="145"/>
                </a:cubicBezTo>
                <a:cubicBezTo>
                  <a:pt x="156" y="149"/>
                  <a:pt x="156" y="149"/>
                  <a:pt x="156" y="149"/>
                </a:cubicBezTo>
                <a:cubicBezTo>
                  <a:pt x="160" y="148"/>
                  <a:pt x="160" y="148"/>
                  <a:pt x="160" y="148"/>
                </a:cubicBezTo>
                <a:cubicBezTo>
                  <a:pt x="159" y="152"/>
                  <a:pt x="159" y="152"/>
                  <a:pt x="159" y="152"/>
                </a:cubicBezTo>
                <a:cubicBezTo>
                  <a:pt x="163" y="150"/>
                  <a:pt x="163" y="150"/>
                  <a:pt x="163" y="150"/>
                </a:cubicBezTo>
                <a:cubicBezTo>
                  <a:pt x="162" y="155"/>
                  <a:pt x="162" y="155"/>
                  <a:pt x="162" y="155"/>
                </a:cubicBezTo>
                <a:cubicBezTo>
                  <a:pt x="166" y="153"/>
                  <a:pt x="166" y="153"/>
                  <a:pt x="166" y="153"/>
                </a:cubicBezTo>
                <a:cubicBezTo>
                  <a:pt x="165" y="157"/>
                  <a:pt x="165" y="157"/>
                  <a:pt x="165" y="157"/>
                </a:cubicBezTo>
                <a:cubicBezTo>
                  <a:pt x="169" y="154"/>
                  <a:pt x="169" y="154"/>
                  <a:pt x="169" y="154"/>
                </a:cubicBezTo>
                <a:cubicBezTo>
                  <a:pt x="169" y="159"/>
                  <a:pt x="169" y="159"/>
                  <a:pt x="169" y="159"/>
                </a:cubicBezTo>
                <a:cubicBezTo>
                  <a:pt x="172" y="156"/>
                  <a:pt x="172" y="156"/>
                  <a:pt x="172" y="156"/>
                </a:cubicBezTo>
                <a:cubicBezTo>
                  <a:pt x="173" y="160"/>
                  <a:pt x="173" y="160"/>
                  <a:pt x="173" y="160"/>
                </a:cubicBezTo>
                <a:cubicBezTo>
                  <a:pt x="176" y="157"/>
                  <a:pt x="176" y="157"/>
                  <a:pt x="176" y="157"/>
                </a:cubicBezTo>
                <a:cubicBezTo>
                  <a:pt x="177" y="161"/>
                  <a:pt x="177" y="161"/>
                  <a:pt x="177" y="161"/>
                </a:cubicBezTo>
                <a:cubicBezTo>
                  <a:pt x="180" y="157"/>
                  <a:pt x="180" y="157"/>
                  <a:pt x="180" y="157"/>
                </a:cubicBezTo>
                <a:cubicBezTo>
                  <a:pt x="181" y="161"/>
                  <a:pt x="181" y="161"/>
                  <a:pt x="181" y="161"/>
                </a:cubicBezTo>
                <a:cubicBezTo>
                  <a:pt x="183" y="157"/>
                  <a:pt x="183" y="157"/>
                  <a:pt x="183" y="157"/>
                </a:cubicBezTo>
                <a:cubicBezTo>
                  <a:pt x="186" y="161"/>
                  <a:pt x="186" y="161"/>
                  <a:pt x="186" y="161"/>
                </a:cubicBezTo>
                <a:cubicBezTo>
                  <a:pt x="187" y="157"/>
                  <a:pt x="187" y="157"/>
                  <a:pt x="187" y="157"/>
                </a:cubicBezTo>
                <a:cubicBezTo>
                  <a:pt x="190" y="160"/>
                  <a:pt x="190" y="160"/>
                  <a:pt x="190" y="160"/>
                </a:cubicBezTo>
                <a:cubicBezTo>
                  <a:pt x="190" y="156"/>
                  <a:pt x="190" y="156"/>
                  <a:pt x="190" y="156"/>
                </a:cubicBezTo>
                <a:cubicBezTo>
                  <a:pt x="194" y="159"/>
                  <a:pt x="194" y="159"/>
                  <a:pt x="194" y="159"/>
                </a:cubicBezTo>
                <a:cubicBezTo>
                  <a:pt x="194" y="154"/>
                  <a:pt x="194" y="154"/>
                  <a:pt x="194" y="154"/>
                </a:cubicBezTo>
                <a:cubicBezTo>
                  <a:pt x="197" y="157"/>
                  <a:pt x="197" y="157"/>
                  <a:pt x="197" y="157"/>
                </a:cubicBezTo>
                <a:cubicBezTo>
                  <a:pt x="197" y="153"/>
                  <a:pt x="197" y="153"/>
                  <a:pt x="197" y="153"/>
                </a:cubicBezTo>
                <a:cubicBezTo>
                  <a:pt x="201" y="155"/>
                  <a:pt x="201" y="155"/>
                  <a:pt x="201" y="155"/>
                </a:cubicBezTo>
                <a:cubicBezTo>
                  <a:pt x="200" y="150"/>
                  <a:pt x="200" y="150"/>
                  <a:pt x="200" y="150"/>
                </a:cubicBezTo>
                <a:cubicBezTo>
                  <a:pt x="204" y="152"/>
                  <a:pt x="204" y="152"/>
                  <a:pt x="204" y="152"/>
                </a:cubicBezTo>
                <a:cubicBezTo>
                  <a:pt x="203" y="148"/>
                  <a:pt x="203" y="148"/>
                  <a:pt x="203" y="148"/>
                </a:cubicBezTo>
                <a:cubicBezTo>
                  <a:pt x="207" y="149"/>
                  <a:pt x="207" y="149"/>
                  <a:pt x="207" y="149"/>
                </a:cubicBezTo>
                <a:cubicBezTo>
                  <a:pt x="205" y="145"/>
                  <a:pt x="205" y="145"/>
                  <a:pt x="205" y="145"/>
                </a:cubicBezTo>
                <a:cubicBezTo>
                  <a:pt x="210" y="146"/>
                  <a:pt x="210" y="146"/>
                  <a:pt x="210" y="146"/>
                </a:cubicBezTo>
                <a:cubicBezTo>
                  <a:pt x="207" y="142"/>
                  <a:pt x="207" y="142"/>
                  <a:pt x="207" y="142"/>
                </a:cubicBezTo>
                <a:cubicBezTo>
                  <a:pt x="212" y="142"/>
                  <a:pt x="212" y="142"/>
                  <a:pt x="212" y="142"/>
                </a:cubicBezTo>
                <a:cubicBezTo>
                  <a:pt x="209" y="139"/>
                  <a:pt x="209" y="139"/>
                  <a:pt x="209" y="139"/>
                </a:cubicBezTo>
                <a:cubicBezTo>
                  <a:pt x="213" y="138"/>
                  <a:pt x="213" y="138"/>
                  <a:pt x="213" y="138"/>
                </a:cubicBezTo>
                <a:cubicBezTo>
                  <a:pt x="210" y="135"/>
                  <a:pt x="210" y="135"/>
                  <a:pt x="210" y="135"/>
                </a:cubicBezTo>
                <a:cubicBezTo>
                  <a:pt x="214" y="134"/>
                  <a:pt x="214" y="134"/>
                  <a:pt x="214" y="134"/>
                </a:cubicBezTo>
                <a:cubicBezTo>
                  <a:pt x="211" y="131"/>
                  <a:pt x="211" y="131"/>
                  <a:pt x="211" y="131"/>
                </a:cubicBezTo>
                <a:cubicBezTo>
                  <a:pt x="215" y="130"/>
                  <a:pt x="215" y="130"/>
                  <a:pt x="215" y="130"/>
                </a:cubicBezTo>
                <a:cubicBezTo>
                  <a:pt x="211" y="128"/>
                  <a:pt x="211" y="128"/>
                  <a:pt x="211" y="128"/>
                </a:cubicBezTo>
                <a:cubicBezTo>
                  <a:pt x="215" y="126"/>
                  <a:pt x="215" y="126"/>
                  <a:pt x="215" y="126"/>
                </a:cubicBezTo>
                <a:cubicBezTo>
                  <a:pt x="211" y="124"/>
                  <a:pt x="211" y="124"/>
                  <a:pt x="211" y="124"/>
                </a:cubicBezTo>
                <a:cubicBezTo>
                  <a:pt x="214" y="122"/>
                  <a:pt x="214" y="122"/>
                  <a:pt x="214" y="122"/>
                </a:cubicBezTo>
                <a:cubicBezTo>
                  <a:pt x="210" y="121"/>
                  <a:pt x="210" y="121"/>
                  <a:pt x="210" y="121"/>
                </a:cubicBezTo>
                <a:cubicBezTo>
                  <a:pt x="213" y="117"/>
                  <a:pt x="213" y="117"/>
                  <a:pt x="213" y="117"/>
                </a:cubicBezTo>
                <a:cubicBezTo>
                  <a:pt x="209" y="117"/>
                  <a:pt x="209" y="117"/>
                  <a:pt x="209" y="117"/>
                </a:cubicBezTo>
                <a:cubicBezTo>
                  <a:pt x="212" y="114"/>
                  <a:pt x="212" y="114"/>
                  <a:pt x="212" y="114"/>
                </a:cubicBezTo>
                <a:cubicBezTo>
                  <a:pt x="207" y="114"/>
                  <a:pt x="207" y="114"/>
                  <a:pt x="207" y="114"/>
                </a:cubicBezTo>
                <a:cubicBezTo>
                  <a:pt x="210" y="110"/>
                  <a:pt x="210" y="110"/>
                  <a:pt x="210" y="110"/>
                </a:cubicBezTo>
                <a:cubicBezTo>
                  <a:pt x="205" y="111"/>
                  <a:pt x="205" y="111"/>
                  <a:pt x="205" y="111"/>
                </a:cubicBezTo>
                <a:cubicBezTo>
                  <a:pt x="207" y="107"/>
                  <a:pt x="207" y="107"/>
                  <a:pt x="207" y="107"/>
                </a:cubicBezTo>
                <a:cubicBezTo>
                  <a:pt x="203" y="108"/>
                  <a:pt x="203" y="108"/>
                  <a:pt x="203" y="108"/>
                </a:cubicBezTo>
                <a:cubicBezTo>
                  <a:pt x="204" y="103"/>
                  <a:pt x="204" y="103"/>
                  <a:pt x="204" y="103"/>
                </a:cubicBezTo>
                <a:cubicBezTo>
                  <a:pt x="200" y="105"/>
                  <a:pt x="200" y="105"/>
                  <a:pt x="200" y="105"/>
                </a:cubicBezTo>
                <a:cubicBezTo>
                  <a:pt x="201" y="101"/>
                  <a:pt x="201" y="101"/>
                  <a:pt x="201" y="101"/>
                </a:cubicBezTo>
                <a:cubicBezTo>
                  <a:pt x="197" y="103"/>
                  <a:pt x="197" y="103"/>
                  <a:pt x="197" y="103"/>
                </a:cubicBezTo>
                <a:cubicBezTo>
                  <a:pt x="197" y="99"/>
                  <a:pt x="197" y="99"/>
                  <a:pt x="197" y="99"/>
                </a:cubicBezTo>
                <a:cubicBezTo>
                  <a:pt x="194" y="101"/>
                  <a:pt x="194" y="101"/>
                  <a:pt x="194" y="101"/>
                </a:cubicBezTo>
                <a:cubicBezTo>
                  <a:pt x="194" y="97"/>
                  <a:pt x="194" y="97"/>
                  <a:pt x="194" y="97"/>
                </a:cubicBezTo>
                <a:cubicBezTo>
                  <a:pt x="190" y="100"/>
                  <a:pt x="190" y="100"/>
                  <a:pt x="190" y="100"/>
                </a:cubicBezTo>
                <a:cubicBezTo>
                  <a:pt x="190" y="95"/>
                  <a:pt x="190" y="95"/>
                  <a:pt x="190" y="95"/>
                </a:cubicBezTo>
                <a:cubicBezTo>
                  <a:pt x="187" y="99"/>
                  <a:pt x="187" y="99"/>
                  <a:pt x="187" y="99"/>
                </a:cubicBezTo>
                <a:cubicBezTo>
                  <a:pt x="186" y="95"/>
                  <a:pt x="186" y="95"/>
                  <a:pt x="186" y="95"/>
                </a:cubicBezTo>
                <a:cubicBezTo>
                  <a:pt x="183" y="99"/>
                  <a:pt x="183" y="99"/>
                  <a:pt x="183" y="99"/>
                </a:cubicBezTo>
                <a:cubicBezTo>
                  <a:pt x="181" y="94"/>
                  <a:pt x="181" y="94"/>
                  <a:pt x="181" y="94"/>
                </a:cubicBezTo>
                <a:close/>
                <a:moveTo>
                  <a:pt x="146" y="183"/>
                </a:moveTo>
                <a:cubicBezTo>
                  <a:pt x="145" y="183"/>
                  <a:pt x="145" y="184"/>
                  <a:pt x="145" y="184"/>
                </a:cubicBezTo>
                <a:cubicBezTo>
                  <a:pt x="145" y="184"/>
                  <a:pt x="145" y="184"/>
                  <a:pt x="145" y="184"/>
                </a:cubicBezTo>
                <a:cubicBezTo>
                  <a:pt x="143" y="192"/>
                  <a:pt x="143" y="192"/>
                  <a:pt x="143" y="192"/>
                </a:cubicBezTo>
                <a:cubicBezTo>
                  <a:pt x="158" y="190"/>
                  <a:pt x="158" y="190"/>
                  <a:pt x="158" y="190"/>
                </a:cubicBezTo>
                <a:cubicBezTo>
                  <a:pt x="166" y="202"/>
                  <a:pt x="166" y="202"/>
                  <a:pt x="166" y="202"/>
                </a:cubicBezTo>
                <a:cubicBezTo>
                  <a:pt x="171" y="188"/>
                  <a:pt x="171" y="188"/>
                  <a:pt x="171" y="188"/>
                </a:cubicBezTo>
                <a:cubicBezTo>
                  <a:pt x="171" y="188"/>
                  <a:pt x="171" y="188"/>
                  <a:pt x="171" y="188"/>
                </a:cubicBezTo>
                <a:cubicBezTo>
                  <a:pt x="171" y="187"/>
                  <a:pt x="171" y="187"/>
                  <a:pt x="171" y="187"/>
                </a:cubicBezTo>
                <a:cubicBezTo>
                  <a:pt x="171" y="187"/>
                  <a:pt x="171" y="187"/>
                  <a:pt x="171" y="187"/>
                </a:cubicBezTo>
                <a:cubicBezTo>
                  <a:pt x="179" y="163"/>
                  <a:pt x="179" y="163"/>
                  <a:pt x="179" y="163"/>
                </a:cubicBezTo>
                <a:cubicBezTo>
                  <a:pt x="179" y="162"/>
                  <a:pt x="179" y="162"/>
                  <a:pt x="179" y="162"/>
                </a:cubicBezTo>
                <a:cubicBezTo>
                  <a:pt x="176" y="166"/>
                  <a:pt x="176" y="166"/>
                  <a:pt x="176" y="166"/>
                </a:cubicBezTo>
                <a:cubicBezTo>
                  <a:pt x="175" y="161"/>
                  <a:pt x="175" y="161"/>
                  <a:pt x="175" y="161"/>
                </a:cubicBezTo>
                <a:cubicBezTo>
                  <a:pt x="172" y="165"/>
                  <a:pt x="172" y="165"/>
                  <a:pt x="172" y="165"/>
                </a:cubicBezTo>
                <a:cubicBezTo>
                  <a:pt x="171" y="160"/>
                  <a:pt x="171" y="160"/>
                  <a:pt x="171" y="160"/>
                </a:cubicBezTo>
                <a:cubicBezTo>
                  <a:pt x="167" y="164"/>
                  <a:pt x="167" y="164"/>
                  <a:pt x="167" y="164"/>
                </a:cubicBezTo>
                <a:cubicBezTo>
                  <a:pt x="167" y="159"/>
                  <a:pt x="167" y="159"/>
                  <a:pt x="167" y="159"/>
                </a:cubicBezTo>
                <a:cubicBezTo>
                  <a:pt x="163" y="162"/>
                  <a:pt x="163" y="162"/>
                  <a:pt x="163" y="162"/>
                </a:cubicBezTo>
                <a:cubicBezTo>
                  <a:pt x="163" y="157"/>
                  <a:pt x="163" y="157"/>
                  <a:pt x="163" y="157"/>
                </a:cubicBezTo>
                <a:cubicBezTo>
                  <a:pt x="159" y="159"/>
                  <a:pt x="159" y="159"/>
                  <a:pt x="159" y="159"/>
                </a:cubicBezTo>
                <a:cubicBezTo>
                  <a:pt x="160" y="154"/>
                  <a:pt x="160" y="154"/>
                  <a:pt x="160" y="154"/>
                </a:cubicBezTo>
                <a:cubicBezTo>
                  <a:pt x="155" y="156"/>
                  <a:pt x="155" y="156"/>
                  <a:pt x="155" y="156"/>
                </a:cubicBezTo>
                <a:cubicBezTo>
                  <a:pt x="157" y="152"/>
                  <a:pt x="157" y="152"/>
                  <a:pt x="157" y="152"/>
                </a:cubicBezTo>
                <a:cubicBezTo>
                  <a:pt x="157" y="152"/>
                  <a:pt x="157" y="152"/>
                  <a:pt x="157" y="152"/>
                </a:cubicBezTo>
                <a:cubicBezTo>
                  <a:pt x="148" y="177"/>
                  <a:pt x="148" y="177"/>
                  <a:pt x="148" y="177"/>
                </a:cubicBezTo>
                <a:cubicBezTo>
                  <a:pt x="148" y="177"/>
                  <a:pt x="148" y="177"/>
                  <a:pt x="148" y="178"/>
                </a:cubicBezTo>
                <a:cubicBezTo>
                  <a:pt x="148" y="178"/>
                  <a:pt x="148" y="178"/>
                  <a:pt x="148" y="178"/>
                </a:cubicBezTo>
                <a:cubicBezTo>
                  <a:pt x="146" y="183"/>
                  <a:pt x="146" y="183"/>
                  <a:pt x="146" y="183"/>
                </a:cubicBezTo>
                <a:cubicBezTo>
                  <a:pt x="146" y="183"/>
                  <a:pt x="146" y="183"/>
                  <a:pt x="146" y="183"/>
                </a:cubicBezTo>
                <a:close/>
                <a:moveTo>
                  <a:pt x="210" y="149"/>
                </a:moveTo>
                <a:cubicBezTo>
                  <a:pt x="207" y="148"/>
                  <a:pt x="207" y="148"/>
                  <a:pt x="207" y="148"/>
                </a:cubicBezTo>
                <a:cubicBezTo>
                  <a:pt x="209" y="153"/>
                  <a:pt x="209" y="153"/>
                  <a:pt x="209" y="153"/>
                </a:cubicBezTo>
                <a:cubicBezTo>
                  <a:pt x="204" y="152"/>
                  <a:pt x="204" y="152"/>
                  <a:pt x="204" y="152"/>
                </a:cubicBezTo>
                <a:cubicBezTo>
                  <a:pt x="206" y="156"/>
                  <a:pt x="206" y="156"/>
                  <a:pt x="206" y="156"/>
                </a:cubicBezTo>
                <a:cubicBezTo>
                  <a:pt x="201" y="154"/>
                  <a:pt x="201" y="154"/>
                  <a:pt x="201" y="154"/>
                </a:cubicBezTo>
                <a:cubicBezTo>
                  <a:pt x="202" y="159"/>
                  <a:pt x="202" y="159"/>
                  <a:pt x="202" y="159"/>
                </a:cubicBezTo>
                <a:cubicBezTo>
                  <a:pt x="198" y="157"/>
                  <a:pt x="198" y="157"/>
                  <a:pt x="198" y="157"/>
                </a:cubicBezTo>
                <a:cubicBezTo>
                  <a:pt x="199" y="162"/>
                  <a:pt x="199" y="162"/>
                  <a:pt x="199" y="162"/>
                </a:cubicBezTo>
                <a:cubicBezTo>
                  <a:pt x="195" y="159"/>
                  <a:pt x="195" y="159"/>
                  <a:pt x="195" y="159"/>
                </a:cubicBezTo>
                <a:cubicBezTo>
                  <a:pt x="194" y="164"/>
                  <a:pt x="194" y="164"/>
                  <a:pt x="194" y="164"/>
                </a:cubicBezTo>
                <a:cubicBezTo>
                  <a:pt x="191" y="160"/>
                  <a:pt x="191" y="160"/>
                  <a:pt x="191" y="160"/>
                </a:cubicBezTo>
                <a:cubicBezTo>
                  <a:pt x="190" y="165"/>
                  <a:pt x="190" y="165"/>
                  <a:pt x="190" y="165"/>
                </a:cubicBezTo>
                <a:cubicBezTo>
                  <a:pt x="188" y="163"/>
                  <a:pt x="188" y="163"/>
                  <a:pt x="188" y="163"/>
                </a:cubicBezTo>
                <a:cubicBezTo>
                  <a:pt x="195" y="183"/>
                  <a:pt x="195" y="183"/>
                  <a:pt x="195" y="183"/>
                </a:cubicBezTo>
                <a:cubicBezTo>
                  <a:pt x="195" y="183"/>
                  <a:pt x="195" y="183"/>
                  <a:pt x="195" y="183"/>
                </a:cubicBezTo>
                <a:cubicBezTo>
                  <a:pt x="196" y="184"/>
                  <a:pt x="196" y="184"/>
                  <a:pt x="196" y="184"/>
                </a:cubicBezTo>
                <a:cubicBezTo>
                  <a:pt x="201" y="200"/>
                  <a:pt x="201" y="200"/>
                  <a:pt x="201" y="200"/>
                </a:cubicBezTo>
                <a:cubicBezTo>
                  <a:pt x="209" y="188"/>
                  <a:pt x="209" y="188"/>
                  <a:pt x="209" y="188"/>
                </a:cubicBezTo>
                <a:cubicBezTo>
                  <a:pt x="224" y="190"/>
                  <a:pt x="224" y="190"/>
                  <a:pt x="224" y="190"/>
                </a:cubicBezTo>
                <a:cubicBezTo>
                  <a:pt x="210" y="149"/>
                  <a:pt x="210" y="149"/>
                  <a:pt x="210" y="149"/>
                </a:cubicBezTo>
                <a:close/>
                <a:moveTo>
                  <a:pt x="181" y="103"/>
                </a:moveTo>
                <a:cubicBezTo>
                  <a:pt x="175" y="103"/>
                  <a:pt x="168" y="106"/>
                  <a:pt x="164" y="110"/>
                </a:cubicBezTo>
                <a:cubicBezTo>
                  <a:pt x="159" y="115"/>
                  <a:pt x="157" y="121"/>
                  <a:pt x="157" y="128"/>
                </a:cubicBezTo>
                <a:cubicBezTo>
                  <a:pt x="157" y="135"/>
                  <a:pt x="159" y="141"/>
                  <a:pt x="164" y="145"/>
                </a:cubicBezTo>
                <a:cubicBezTo>
                  <a:pt x="168" y="150"/>
                  <a:pt x="175" y="153"/>
                  <a:pt x="181" y="153"/>
                </a:cubicBezTo>
                <a:cubicBezTo>
                  <a:pt x="188" y="153"/>
                  <a:pt x="194" y="150"/>
                  <a:pt x="199" y="145"/>
                </a:cubicBezTo>
                <a:cubicBezTo>
                  <a:pt x="203" y="141"/>
                  <a:pt x="206" y="135"/>
                  <a:pt x="206" y="128"/>
                </a:cubicBezTo>
                <a:cubicBezTo>
                  <a:pt x="206" y="121"/>
                  <a:pt x="203" y="115"/>
                  <a:pt x="199" y="110"/>
                </a:cubicBezTo>
                <a:cubicBezTo>
                  <a:pt x="194" y="106"/>
                  <a:pt x="188" y="103"/>
                  <a:pt x="181" y="103"/>
                </a:cubicBezTo>
                <a:close/>
                <a:moveTo>
                  <a:pt x="198" y="111"/>
                </a:moveTo>
                <a:cubicBezTo>
                  <a:pt x="194" y="107"/>
                  <a:pt x="188" y="104"/>
                  <a:pt x="181" y="104"/>
                </a:cubicBezTo>
                <a:cubicBezTo>
                  <a:pt x="175" y="104"/>
                  <a:pt x="169" y="107"/>
                  <a:pt x="165" y="111"/>
                </a:cubicBezTo>
                <a:cubicBezTo>
                  <a:pt x="161" y="115"/>
                  <a:pt x="158" y="121"/>
                  <a:pt x="158" y="128"/>
                </a:cubicBezTo>
                <a:cubicBezTo>
                  <a:pt x="158" y="134"/>
                  <a:pt x="161" y="140"/>
                  <a:pt x="165" y="144"/>
                </a:cubicBezTo>
                <a:cubicBezTo>
                  <a:pt x="169" y="149"/>
                  <a:pt x="175" y="151"/>
                  <a:pt x="181" y="151"/>
                </a:cubicBezTo>
                <a:cubicBezTo>
                  <a:pt x="188" y="151"/>
                  <a:pt x="194" y="149"/>
                  <a:pt x="198" y="144"/>
                </a:cubicBezTo>
                <a:cubicBezTo>
                  <a:pt x="202" y="140"/>
                  <a:pt x="205" y="134"/>
                  <a:pt x="205" y="128"/>
                </a:cubicBezTo>
                <a:cubicBezTo>
                  <a:pt x="205" y="121"/>
                  <a:pt x="202" y="115"/>
                  <a:pt x="198" y="111"/>
                </a:cubicBezTo>
                <a:close/>
                <a:moveTo>
                  <a:pt x="23" y="23"/>
                </a:moveTo>
                <a:cubicBezTo>
                  <a:pt x="23" y="138"/>
                  <a:pt x="23" y="138"/>
                  <a:pt x="23" y="138"/>
                </a:cubicBezTo>
                <a:cubicBezTo>
                  <a:pt x="148" y="138"/>
                  <a:pt x="148" y="138"/>
                  <a:pt x="148" y="138"/>
                </a:cubicBezTo>
                <a:cubicBezTo>
                  <a:pt x="150" y="136"/>
                  <a:pt x="150" y="136"/>
                  <a:pt x="150" y="136"/>
                </a:cubicBezTo>
                <a:cubicBezTo>
                  <a:pt x="145" y="135"/>
                  <a:pt x="145" y="135"/>
                  <a:pt x="145" y="135"/>
                </a:cubicBezTo>
                <a:cubicBezTo>
                  <a:pt x="149" y="132"/>
                  <a:pt x="149" y="132"/>
                  <a:pt x="149" y="132"/>
                </a:cubicBezTo>
                <a:cubicBezTo>
                  <a:pt x="145" y="130"/>
                  <a:pt x="145" y="130"/>
                  <a:pt x="145" y="130"/>
                </a:cubicBezTo>
                <a:cubicBezTo>
                  <a:pt x="149" y="128"/>
                  <a:pt x="149" y="128"/>
                  <a:pt x="149" y="128"/>
                </a:cubicBezTo>
                <a:cubicBezTo>
                  <a:pt x="145" y="125"/>
                  <a:pt x="145" y="125"/>
                  <a:pt x="145" y="125"/>
                </a:cubicBezTo>
                <a:cubicBezTo>
                  <a:pt x="149" y="124"/>
                  <a:pt x="149" y="124"/>
                  <a:pt x="149" y="124"/>
                </a:cubicBezTo>
                <a:cubicBezTo>
                  <a:pt x="145" y="121"/>
                  <a:pt x="145" y="121"/>
                  <a:pt x="145" y="121"/>
                </a:cubicBezTo>
                <a:cubicBezTo>
                  <a:pt x="150" y="120"/>
                  <a:pt x="150" y="120"/>
                  <a:pt x="150" y="120"/>
                </a:cubicBezTo>
                <a:cubicBezTo>
                  <a:pt x="146" y="116"/>
                  <a:pt x="146" y="116"/>
                  <a:pt x="146" y="116"/>
                </a:cubicBezTo>
                <a:cubicBezTo>
                  <a:pt x="151" y="116"/>
                  <a:pt x="151" y="116"/>
                  <a:pt x="151" y="116"/>
                </a:cubicBezTo>
                <a:cubicBezTo>
                  <a:pt x="148" y="112"/>
                  <a:pt x="148" y="112"/>
                  <a:pt x="148" y="112"/>
                </a:cubicBezTo>
                <a:cubicBezTo>
                  <a:pt x="153" y="112"/>
                  <a:pt x="153" y="112"/>
                  <a:pt x="153" y="112"/>
                </a:cubicBezTo>
                <a:cubicBezTo>
                  <a:pt x="150" y="108"/>
                  <a:pt x="150" y="108"/>
                  <a:pt x="150" y="108"/>
                </a:cubicBezTo>
                <a:cubicBezTo>
                  <a:pt x="155" y="109"/>
                  <a:pt x="155" y="109"/>
                  <a:pt x="155" y="109"/>
                </a:cubicBezTo>
                <a:cubicBezTo>
                  <a:pt x="153" y="104"/>
                  <a:pt x="153" y="104"/>
                  <a:pt x="153" y="104"/>
                </a:cubicBezTo>
                <a:cubicBezTo>
                  <a:pt x="158" y="106"/>
                  <a:pt x="158" y="106"/>
                  <a:pt x="158" y="106"/>
                </a:cubicBezTo>
                <a:cubicBezTo>
                  <a:pt x="156" y="101"/>
                  <a:pt x="156" y="101"/>
                  <a:pt x="156" y="101"/>
                </a:cubicBezTo>
                <a:cubicBezTo>
                  <a:pt x="161" y="103"/>
                  <a:pt x="161" y="103"/>
                  <a:pt x="161" y="103"/>
                </a:cubicBezTo>
                <a:cubicBezTo>
                  <a:pt x="160" y="98"/>
                  <a:pt x="160" y="98"/>
                  <a:pt x="160" y="98"/>
                </a:cubicBezTo>
                <a:cubicBezTo>
                  <a:pt x="164" y="100"/>
                  <a:pt x="164" y="100"/>
                  <a:pt x="164" y="100"/>
                </a:cubicBezTo>
                <a:cubicBezTo>
                  <a:pt x="164" y="95"/>
                  <a:pt x="164" y="95"/>
                  <a:pt x="164" y="95"/>
                </a:cubicBezTo>
                <a:cubicBezTo>
                  <a:pt x="168" y="98"/>
                  <a:pt x="168" y="98"/>
                  <a:pt x="168" y="98"/>
                </a:cubicBezTo>
                <a:cubicBezTo>
                  <a:pt x="168" y="93"/>
                  <a:pt x="168" y="93"/>
                  <a:pt x="168" y="93"/>
                </a:cubicBezTo>
                <a:cubicBezTo>
                  <a:pt x="171" y="97"/>
                  <a:pt x="171" y="97"/>
                  <a:pt x="171" y="97"/>
                </a:cubicBezTo>
                <a:cubicBezTo>
                  <a:pt x="172" y="92"/>
                  <a:pt x="172" y="92"/>
                  <a:pt x="172" y="92"/>
                </a:cubicBezTo>
                <a:cubicBezTo>
                  <a:pt x="175" y="96"/>
                  <a:pt x="175" y="96"/>
                  <a:pt x="175" y="96"/>
                </a:cubicBezTo>
                <a:cubicBezTo>
                  <a:pt x="177" y="91"/>
                  <a:pt x="177" y="91"/>
                  <a:pt x="177" y="91"/>
                </a:cubicBezTo>
                <a:cubicBezTo>
                  <a:pt x="179" y="95"/>
                  <a:pt x="179" y="95"/>
                  <a:pt x="179" y="95"/>
                </a:cubicBezTo>
                <a:cubicBezTo>
                  <a:pt x="181" y="91"/>
                  <a:pt x="181" y="91"/>
                  <a:pt x="181" y="91"/>
                </a:cubicBezTo>
                <a:cubicBezTo>
                  <a:pt x="183" y="95"/>
                  <a:pt x="183" y="95"/>
                  <a:pt x="183" y="95"/>
                </a:cubicBezTo>
                <a:cubicBezTo>
                  <a:pt x="186" y="91"/>
                  <a:pt x="186" y="91"/>
                  <a:pt x="186" y="91"/>
                </a:cubicBezTo>
                <a:cubicBezTo>
                  <a:pt x="187" y="96"/>
                  <a:pt x="187" y="96"/>
                  <a:pt x="187" y="96"/>
                </a:cubicBezTo>
                <a:cubicBezTo>
                  <a:pt x="191" y="92"/>
                  <a:pt x="191" y="92"/>
                  <a:pt x="191" y="92"/>
                </a:cubicBezTo>
                <a:cubicBezTo>
                  <a:pt x="191" y="97"/>
                  <a:pt x="191" y="97"/>
                  <a:pt x="191" y="97"/>
                </a:cubicBezTo>
                <a:cubicBezTo>
                  <a:pt x="195" y="93"/>
                  <a:pt x="195" y="93"/>
                  <a:pt x="195" y="93"/>
                </a:cubicBezTo>
                <a:cubicBezTo>
                  <a:pt x="195" y="98"/>
                  <a:pt x="195" y="98"/>
                  <a:pt x="195" y="98"/>
                </a:cubicBezTo>
                <a:cubicBezTo>
                  <a:pt x="199" y="95"/>
                  <a:pt x="199" y="95"/>
                  <a:pt x="199" y="95"/>
                </a:cubicBezTo>
                <a:cubicBezTo>
                  <a:pt x="199" y="100"/>
                  <a:pt x="199" y="100"/>
                  <a:pt x="199" y="100"/>
                </a:cubicBezTo>
                <a:cubicBezTo>
                  <a:pt x="203" y="98"/>
                  <a:pt x="203" y="98"/>
                  <a:pt x="203" y="98"/>
                </a:cubicBezTo>
                <a:cubicBezTo>
                  <a:pt x="202" y="103"/>
                  <a:pt x="202" y="103"/>
                  <a:pt x="202" y="103"/>
                </a:cubicBezTo>
                <a:cubicBezTo>
                  <a:pt x="207" y="101"/>
                  <a:pt x="207" y="101"/>
                  <a:pt x="207" y="101"/>
                </a:cubicBezTo>
                <a:cubicBezTo>
                  <a:pt x="205" y="106"/>
                  <a:pt x="205" y="106"/>
                  <a:pt x="205" y="106"/>
                </a:cubicBezTo>
                <a:cubicBezTo>
                  <a:pt x="207" y="105"/>
                  <a:pt x="207" y="105"/>
                  <a:pt x="207" y="105"/>
                </a:cubicBezTo>
                <a:cubicBezTo>
                  <a:pt x="207" y="23"/>
                  <a:pt x="207" y="23"/>
                  <a:pt x="207" y="23"/>
                </a:cubicBezTo>
                <a:cubicBezTo>
                  <a:pt x="23" y="23"/>
                  <a:pt x="23" y="23"/>
                  <a:pt x="23" y="23"/>
                </a:cubicBezTo>
                <a:close/>
                <a:moveTo>
                  <a:pt x="34" y="126"/>
                </a:moveTo>
                <a:cubicBezTo>
                  <a:pt x="34" y="130"/>
                  <a:pt x="34" y="130"/>
                  <a:pt x="34" y="130"/>
                </a:cubicBezTo>
                <a:cubicBezTo>
                  <a:pt x="69" y="130"/>
                  <a:pt x="69" y="130"/>
                  <a:pt x="69" y="130"/>
                </a:cubicBezTo>
                <a:cubicBezTo>
                  <a:pt x="69" y="126"/>
                  <a:pt x="69" y="126"/>
                  <a:pt x="69" y="126"/>
                </a:cubicBezTo>
                <a:cubicBezTo>
                  <a:pt x="34" y="126"/>
                  <a:pt x="34" y="126"/>
                  <a:pt x="34" y="126"/>
                </a:cubicBezTo>
                <a:close/>
                <a:moveTo>
                  <a:pt x="90" y="126"/>
                </a:moveTo>
                <a:cubicBezTo>
                  <a:pt x="90" y="130"/>
                  <a:pt x="90" y="130"/>
                  <a:pt x="90" y="130"/>
                </a:cubicBezTo>
                <a:cubicBezTo>
                  <a:pt x="125" y="130"/>
                  <a:pt x="125" y="130"/>
                  <a:pt x="125" y="130"/>
                </a:cubicBezTo>
                <a:cubicBezTo>
                  <a:pt x="125" y="126"/>
                  <a:pt x="125" y="126"/>
                  <a:pt x="125" y="126"/>
                </a:cubicBezTo>
                <a:cubicBezTo>
                  <a:pt x="90" y="126"/>
                  <a:pt x="90" y="126"/>
                  <a:pt x="90" y="126"/>
                </a:cubicBezTo>
                <a:close/>
                <a:moveTo>
                  <a:pt x="45" y="55"/>
                </a:moveTo>
                <a:cubicBezTo>
                  <a:pt x="45" y="58"/>
                  <a:pt x="45" y="58"/>
                  <a:pt x="45" y="58"/>
                </a:cubicBezTo>
                <a:cubicBezTo>
                  <a:pt x="185" y="58"/>
                  <a:pt x="185" y="58"/>
                  <a:pt x="185" y="58"/>
                </a:cubicBezTo>
                <a:cubicBezTo>
                  <a:pt x="185" y="55"/>
                  <a:pt x="185" y="55"/>
                  <a:pt x="185" y="55"/>
                </a:cubicBezTo>
                <a:cubicBezTo>
                  <a:pt x="45" y="55"/>
                  <a:pt x="45" y="55"/>
                  <a:pt x="45" y="55"/>
                </a:cubicBezTo>
                <a:close/>
                <a:moveTo>
                  <a:pt x="45" y="44"/>
                </a:moveTo>
                <a:cubicBezTo>
                  <a:pt x="45" y="48"/>
                  <a:pt x="45" y="48"/>
                  <a:pt x="45" y="48"/>
                </a:cubicBezTo>
                <a:cubicBezTo>
                  <a:pt x="185" y="48"/>
                  <a:pt x="185" y="48"/>
                  <a:pt x="185" y="48"/>
                </a:cubicBezTo>
                <a:cubicBezTo>
                  <a:pt x="185" y="44"/>
                  <a:pt x="185" y="44"/>
                  <a:pt x="185" y="44"/>
                </a:cubicBezTo>
                <a:cubicBezTo>
                  <a:pt x="45" y="44"/>
                  <a:pt x="45" y="44"/>
                  <a:pt x="45" y="44"/>
                </a:cubicBezTo>
                <a:close/>
                <a:moveTo>
                  <a:pt x="45" y="64"/>
                </a:moveTo>
                <a:cubicBezTo>
                  <a:pt x="45" y="68"/>
                  <a:pt x="45" y="68"/>
                  <a:pt x="45" y="68"/>
                </a:cubicBezTo>
                <a:cubicBezTo>
                  <a:pt x="185" y="68"/>
                  <a:pt x="185" y="68"/>
                  <a:pt x="185" y="68"/>
                </a:cubicBezTo>
                <a:cubicBezTo>
                  <a:pt x="185" y="64"/>
                  <a:pt x="185" y="64"/>
                  <a:pt x="185" y="64"/>
                </a:cubicBezTo>
                <a:cubicBezTo>
                  <a:pt x="45" y="64"/>
                  <a:pt x="45" y="64"/>
                  <a:pt x="45" y="64"/>
                </a:cubicBezTo>
                <a:close/>
                <a:moveTo>
                  <a:pt x="45" y="84"/>
                </a:moveTo>
                <a:cubicBezTo>
                  <a:pt x="45" y="88"/>
                  <a:pt x="45" y="88"/>
                  <a:pt x="45" y="88"/>
                </a:cubicBezTo>
                <a:cubicBezTo>
                  <a:pt x="156" y="88"/>
                  <a:pt x="156" y="88"/>
                  <a:pt x="156" y="88"/>
                </a:cubicBezTo>
                <a:cubicBezTo>
                  <a:pt x="156" y="84"/>
                  <a:pt x="156" y="84"/>
                  <a:pt x="156" y="84"/>
                </a:cubicBezTo>
                <a:cubicBezTo>
                  <a:pt x="45" y="84"/>
                  <a:pt x="45" y="84"/>
                  <a:pt x="45" y="84"/>
                </a:cubicBezTo>
                <a:close/>
                <a:moveTo>
                  <a:pt x="45" y="74"/>
                </a:moveTo>
                <a:cubicBezTo>
                  <a:pt x="45" y="78"/>
                  <a:pt x="45" y="78"/>
                  <a:pt x="45" y="78"/>
                </a:cubicBezTo>
                <a:cubicBezTo>
                  <a:pt x="156" y="78"/>
                  <a:pt x="156" y="78"/>
                  <a:pt x="156" y="78"/>
                </a:cubicBezTo>
                <a:cubicBezTo>
                  <a:pt x="156" y="74"/>
                  <a:pt x="156" y="74"/>
                  <a:pt x="156" y="74"/>
                </a:cubicBezTo>
                <a:lnTo>
                  <a:pt x="45" y="74"/>
                </a:lnTo>
                <a:close/>
              </a:path>
            </a:pathLst>
          </a:custGeom>
          <a:solidFill>
            <a:sysClr val="window" lastClr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D721D60-FA3B-4745-A280-85EDC13C8D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8957" y="3072068"/>
            <a:ext cx="192815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19751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endParaRPr lang="en-US" altLang="zh-CN" sz="2000" b="1" dirty="0">
              <a:solidFill>
                <a:srgbClr val="19751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19751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标题文字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0A6D962-C8F8-40C9-975F-3BAF0EEFD8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8421" y="4968671"/>
            <a:ext cx="3282950" cy="875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defTabSz="91440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rgbClr val="262626"/>
                </a:solidFill>
                <a:latin typeface="微软雅黑" pitchFamily="34" charset="-122"/>
              </a:rPr>
              <a:t>点击此处添加文本内容</a:t>
            </a:r>
            <a:r>
              <a:rPr lang="zh-CN" altLang="en-US" sz="1400" dirty="0">
                <a:solidFill>
                  <a:srgbClr val="262626"/>
                </a:solidFill>
                <a:latin typeface="微软雅黑" pitchFamily="34" charset="-122"/>
              </a:rPr>
              <a:t>，如关键词、部分简单介绍等。</a:t>
            </a:r>
            <a:r>
              <a:rPr lang="zh-CN" altLang="en-US" sz="1400">
                <a:solidFill>
                  <a:srgbClr val="262626"/>
                </a:solidFill>
                <a:latin typeface="微软雅黑" pitchFamily="34" charset="-122"/>
              </a:rPr>
              <a:t>点击此处添加文本内容</a:t>
            </a:r>
            <a:r>
              <a:rPr lang="zh-CN" altLang="en-US" sz="1400" dirty="0">
                <a:solidFill>
                  <a:srgbClr val="262626"/>
                </a:solidFill>
                <a:latin typeface="微软雅黑" pitchFamily="34" charset="-122"/>
              </a:rPr>
              <a:t>，如关键词、部分简单介绍等。</a:t>
            </a:r>
            <a:endParaRPr lang="en-US" altLang="zh-CN" sz="1400" dirty="0">
              <a:solidFill>
                <a:srgbClr val="262626"/>
              </a:solidFill>
              <a:latin typeface="微软雅黑" pitchFamily="34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8FC38F8-4AED-43A8-9B90-BB09A89CD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8421" y="4309740"/>
            <a:ext cx="1723549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defTabSz="91440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197519"/>
                </a:solidFill>
                <a:latin typeface="微软雅黑" pitchFamily="34" charset="-122"/>
              </a:rPr>
              <a:t>输入标题文字</a:t>
            </a:r>
            <a:endParaRPr lang="en-US" altLang="zh-CN" sz="2000" b="1" dirty="0">
              <a:solidFill>
                <a:srgbClr val="197519"/>
              </a:solidFill>
              <a:latin typeface="微软雅黑" pitchFamily="34" charset="-122"/>
            </a:endParaRPr>
          </a:p>
        </p:txBody>
      </p:sp>
      <p:grpSp>
        <p:nvGrpSpPr>
          <p:cNvPr id="26" name="组合 71">
            <a:extLst>
              <a:ext uri="{FF2B5EF4-FFF2-40B4-BE49-F238E27FC236}">
                <a16:creationId xmlns:a16="http://schemas.microsoft.com/office/drawing/2014/main" id="{0CA94A33-51CA-46E2-9DBE-23E14A1C8295}"/>
              </a:ext>
            </a:extLst>
          </p:cNvPr>
          <p:cNvGrpSpPr>
            <a:grpSpLocks/>
          </p:cNvGrpSpPr>
          <p:nvPr/>
        </p:nvGrpSpPr>
        <p:grpSpPr bwMode="auto">
          <a:xfrm>
            <a:off x="8150225" y="1869753"/>
            <a:ext cx="1919288" cy="2187575"/>
            <a:chOff x="1162050" y="2012950"/>
            <a:chExt cx="2500242" cy="2848152"/>
          </a:xfrm>
          <a:solidFill>
            <a:srgbClr val="005825"/>
          </a:solidFill>
        </p:grpSpPr>
        <p:sp>
          <p:nvSpPr>
            <p:cNvPr id="28" name="任意多边形 72">
              <a:extLst>
                <a:ext uri="{FF2B5EF4-FFF2-40B4-BE49-F238E27FC236}">
                  <a16:creationId xmlns:a16="http://schemas.microsoft.com/office/drawing/2014/main" id="{F93052FF-B45D-40AD-B989-EC4FCB807D4C}"/>
                </a:ext>
              </a:extLst>
            </p:cNvPr>
            <p:cNvSpPr/>
            <p:nvPr/>
          </p:nvSpPr>
          <p:spPr>
            <a:xfrm>
              <a:off x="1162050" y="2012950"/>
              <a:ext cx="2500242" cy="2515385"/>
            </a:xfrm>
            <a:custGeom>
              <a:avLst/>
              <a:gdLst>
                <a:gd name="connsiteX0" fmla="*/ 1257300 w 2500242"/>
                <a:gd name="connsiteY0" fmla="*/ 0 h 2514600"/>
                <a:gd name="connsiteX1" fmla="*/ 2489056 w 2500242"/>
                <a:gd name="connsiteY1" fmla="*/ 1003910 h 2514600"/>
                <a:gd name="connsiteX2" fmla="*/ 2500242 w 2500242"/>
                <a:gd name="connsiteY2" fmla="*/ 1077199 h 2514600"/>
                <a:gd name="connsiteX3" fmla="*/ 1954242 w 2500242"/>
                <a:gd name="connsiteY3" fmla="*/ 2303535 h 2514600"/>
                <a:gd name="connsiteX4" fmla="*/ 1856604 w 2500242"/>
                <a:gd name="connsiteY4" fmla="*/ 2362851 h 2514600"/>
                <a:gd name="connsiteX5" fmla="*/ 1257300 w 2500242"/>
                <a:gd name="connsiteY5" fmla="*/ 2514600 h 2514600"/>
                <a:gd name="connsiteX6" fmla="*/ 0 w 2500242"/>
                <a:gd name="connsiteY6" fmla="*/ 1257300 h 2514600"/>
                <a:gd name="connsiteX7" fmla="*/ 1257300 w 2500242"/>
                <a:gd name="connsiteY7" fmla="*/ 0 h 251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00242" h="2514600">
                  <a:moveTo>
                    <a:pt x="1257300" y="0"/>
                  </a:moveTo>
                  <a:cubicBezTo>
                    <a:pt x="1864890" y="0"/>
                    <a:pt x="2371818" y="430980"/>
                    <a:pt x="2489056" y="1003910"/>
                  </a:cubicBezTo>
                  <a:lnTo>
                    <a:pt x="2500242" y="1077199"/>
                  </a:lnTo>
                  <a:lnTo>
                    <a:pt x="1954242" y="2303535"/>
                  </a:lnTo>
                  <a:lnTo>
                    <a:pt x="1856604" y="2362851"/>
                  </a:lnTo>
                  <a:cubicBezTo>
                    <a:pt x="1678453" y="2459628"/>
                    <a:pt x="1474296" y="2514600"/>
                    <a:pt x="1257300" y="2514600"/>
                  </a:cubicBezTo>
                  <a:cubicBezTo>
                    <a:pt x="562912" y="2514600"/>
                    <a:pt x="0" y="1951688"/>
                    <a:pt x="0" y="1257300"/>
                  </a:cubicBezTo>
                  <a:cubicBezTo>
                    <a:pt x="0" y="562912"/>
                    <a:pt x="562912" y="0"/>
                    <a:pt x="1257300" y="0"/>
                  </a:cubicBezTo>
                  <a:close/>
                </a:path>
              </a:pathLst>
            </a:cu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pic>
          <p:nvPicPr>
            <p:cNvPr id="29" name="图片 73">
              <a:extLst>
                <a:ext uri="{FF2B5EF4-FFF2-40B4-BE49-F238E27FC236}">
                  <a16:creationId xmlns:a16="http://schemas.microsoft.com/office/drawing/2014/main" id="{5565082F-5337-4A9E-9C1D-3E3D82FBD6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72" t="6100" r="83327" b="4980"/>
            <a:stretch>
              <a:fillRect/>
            </a:stretch>
          </p:blipFill>
          <p:spPr bwMode="auto">
            <a:xfrm rot="1436196">
              <a:off x="3269963" y="2437942"/>
              <a:ext cx="137160" cy="242316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7" name="Freeform 9">
            <a:extLst>
              <a:ext uri="{FF2B5EF4-FFF2-40B4-BE49-F238E27FC236}">
                <a16:creationId xmlns:a16="http://schemas.microsoft.com/office/drawing/2014/main" id="{AF9BB49F-BCC2-478A-A6CD-32857ACDAE47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598299" y="2383546"/>
            <a:ext cx="936117" cy="789008"/>
          </a:xfrm>
          <a:custGeom>
            <a:avLst/>
            <a:gdLst>
              <a:gd name="T0" fmla="*/ 22 w 67"/>
              <a:gd name="T1" fmla="*/ 52 h 52"/>
              <a:gd name="T2" fmla="*/ 30 w 67"/>
              <a:gd name="T3" fmla="*/ 52 h 52"/>
              <a:gd name="T4" fmla="*/ 32 w 67"/>
              <a:gd name="T5" fmla="*/ 51 h 52"/>
              <a:gd name="T6" fmla="*/ 32 w 67"/>
              <a:gd name="T7" fmla="*/ 34 h 52"/>
              <a:gd name="T8" fmla="*/ 27 w 67"/>
              <a:gd name="T9" fmla="*/ 31 h 52"/>
              <a:gd name="T10" fmla="*/ 20 w 67"/>
              <a:gd name="T11" fmla="*/ 35 h 52"/>
              <a:gd name="T12" fmla="*/ 20 w 67"/>
              <a:gd name="T13" fmla="*/ 51 h 52"/>
              <a:gd name="T14" fmla="*/ 22 w 67"/>
              <a:gd name="T15" fmla="*/ 52 h 52"/>
              <a:gd name="T16" fmla="*/ 0 w 67"/>
              <a:gd name="T17" fmla="*/ 34 h 52"/>
              <a:gd name="T18" fmla="*/ 25 w 67"/>
              <a:gd name="T19" fmla="*/ 19 h 52"/>
              <a:gd name="T20" fmla="*/ 27 w 67"/>
              <a:gd name="T21" fmla="*/ 18 h 52"/>
              <a:gd name="T22" fmla="*/ 28 w 67"/>
              <a:gd name="T23" fmla="*/ 19 h 52"/>
              <a:gd name="T24" fmla="*/ 36 w 67"/>
              <a:gd name="T25" fmla="*/ 23 h 52"/>
              <a:gd name="T26" fmla="*/ 56 w 67"/>
              <a:gd name="T27" fmla="*/ 6 h 52"/>
              <a:gd name="T28" fmla="*/ 53 w 67"/>
              <a:gd name="T29" fmla="*/ 3 h 52"/>
              <a:gd name="T30" fmla="*/ 60 w 67"/>
              <a:gd name="T31" fmla="*/ 1 h 52"/>
              <a:gd name="T32" fmla="*/ 67 w 67"/>
              <a:gd name="T33" fmla="*/ 0 h 52"/>
              <a:gd name="T34" fmla="*/ 65 w 67"/>
              <a:gd name="T35" fmla="*/ 7 h 52"/>
              <a:gd name="T36" fmla="*/ 63 w 67"/>
              <a:gd name="T37" fmla="*/ 14 h 52"/>
              <a:gd name="T38" fmla="*/ 60 w 67"/>
              <a:gd name="T39" fmla="*/ 10 h 52"/>
              <a:gd name="T40" fmla="*/ 38 w 67"/>
              <a:gd name="T41" fmla="*/ 29 h 52"/>
              <a:gd name="T42" fmla="*/ 36 w 67"/>
              <a:gd name="T43" fmla="*/ 31 h 52"/>
              <a:gd name="T44" fmla="*/ 35 w 67"/>
              <a:gd name="T45" fmla="*/ 30 h 52"/>
              <a:gd name="T46" fmla="*/ 27 w 67"/>
              <a:gd name="T47" fmla="*/ 25 h 52"/>
              <a:gd name="T48" fmla="*/ 3 w 67"/>
              <a:gd name="T49" fmla="*/ 39 h 52"/>
              <a:gd name="T50" fmla="*/ 0 w 67"/>
              <a:gd name="T51" fmla="*/ 34 h 52"/>
              <a:gd name="T52" fmla="*/ 6 w 67"/>
              <a:gd name="T53" fmla="*/ 52 h 52"/>
              <a:gd name="T54" fmla="*/ 14 w 67"/>
              <a:gd name="T55" fmla="*/ 52 h 52"/>
              <a:gd name="T56" fmla="*/ 16 w 67"/>
              <a:gd name="T57" fmla="*/ 51 h 52"/>
              <a:gd name="T58" fmla="*/ 16 w 67"/>
              <a:gd name="T59" fmla="*/ 38 h 52"/>
              <a:gd name="T60" fmla="*/ 4 w 67"/>
              <a:gd name="T61" fmla="*/ 44 h 52"/>
              <a:gd name="T62" fmla="*/ 4 w 67"/>
              <a:gd name="T63" fmla="*/ 51 h 52"/>
              <a:gd name="T64" fmla="*/ 6 w 67"/>
              <a:gd name="T65" fmla="*/ 52 h 52"/>
              <a:gd name="T66" fmla="*/ 38 w 67"/>
              <a:gd name="T67" fmla="*/ 52 h 52"/>
              <a:gd name="T68" fmla="*/ 46 w 67"/>
              <a:gd name="T69" fmla="*/ 52 h 52"/>
              <a:gd name="T70" fmla="*/ 48 w 67"/>
              <a:gd name="T71" fmla="*/ 51 h 52"/>
              <a:gd name="T72" fmla="*/ 48 w 67"/>
              <a:gd name="T73" fmla="*/ 27 h 52"/>
              <a:gd name="T74" fmla="*/ 48 w 67"/>
              <a:gd name="T75" fmla="*/ 27 h 52"/>
              <a:gd name="T76" fmla="*/ 37 w 67"/>
              <a:gd name="T77" fmla="*/ 37 h 52"/>
              <a:gd name="T78" fmla="*/ 37 w 67"/>
              <a:gd name="T79" fmla="*/ 36 h 52"/>
              <a:gd name="T80" fmla="*/ 37 w 67"/>
              <a:gd name="T81" fmla="*/ 51 h 52"/>
              <a:gd name="T82" fmla="*/ 38 w 67"/>
              <a:gd name="T83" fmla="*/ 52 h 52"/>
              <a:gd name="T84" fmla="*/ 55 w 67"/>
              <a:gd name="T85" fmla="*/ 52 h 52"/>
              <a:gd name="T86" fmla="*/ 62 w 67"/>
              <a:gd name="T87" fmla="*/ 52 h 52"/>
              <a:gd name="T88" fmla="*/ 64 w 67"/>
              <a:gd name="T89" fmla="*/ 51 h 52"/>
              <a:gd name="T90" fmla="*/ 64 w 67"/>
              <a:gd name="T91" fmla="*/ 22 h 52"/>
              <a:gd name="T92" fmla="*/ 60 w 67"/>
              <a:gd name="T93" fmla="*/ 17 h 52"/>
              <a:gd name="T94" fmla="*/ 53 w 67"/>
              <a:gd name="T95" fmla="*/ 23 h 52"/>
              <a:gd name="T96" fmla="*/ 53 w 67"/>
              <a:gd name="T97" fmla="*/ 51 h 52"/>
              <a:gd name="T98" fmla="*/ 55 w 67"/>
              <a:gd name="T99" fmla="*/ 52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67" h="52">
                <a:moveTo>
                  <a:pt x="22" y="52"/>
                </a:moveTo>
                <a:cubicBezTo>
                  <a:pt x="25" y="52"/>
                  <a:pt x="28" y="52"/>
                  <a:pt x="30" y="52"/>
                </a:cubicBezTo>
                <a:cubicBezTo>
                  <a:pt x="31" y="52"/>
                  <a:pt x="32" y="52"/>
                  <a:pt x="32" y="51"/>
                </a:cubicBezTo>
                <a:cubicBezTo>
                  <a:pt x="32" y="34"/>
                  <a:pt x="32" y="34"/>
                  <a:pt x="32" y="34"/>
                </a:cubicBezTo>
                <a:cubicBezTo>
                  <a:pt x="27" y="31"/>
                  <a:pt x="27" y="31"/>
                  <a:pt x="27" y="31"/>
                </a:cubicBezTo>
                <a:cubicBezTo>
                  <a:pt x="20" y="35"/>
                  <a:pt x="20" y="35"/>
                  <a:pt x="20" y="35"/>
                </a:cubicBezTo>
                <a:cubicBezTo>
                  <a:pt x="20" y="51"/>
                  <a:pt x="20" y="51"/>
                  <a:pt x="20" y="51"/>
                </a:cubicBezTo>
                <a:cubicBezTo>
                  <a:pt x="20" y="52"/>
                  <a:pt x="21" y="52"/>
                  <a:pt x="22" y="52"/>
                </a:cubicBezTo>
                <a:close/>
                <a:moveTo>
                  <a:pt x="0" y="34"/>
                </a:moveTo>
                <a:cubicBezTo>
                  <a:pt x="25" y="19"/>
                  <a:pt x="25" y="19"/>
                  <a:pt x="25" y="19"/>
                </a:cubicBezTo>
                <a:cubicBezTo>
                  <a:pt x="27" y="18"/>
                  <a:pt x="27" y="18"/>
                  <a:pt x="27" y="18"/>
                </a:cubicBezTo>
                <a:cubicBezTo>
                  <a:pt x="28" y="19"/>
                  <a:pt x="28" y="19"/>
                  <a:pt x="28" y="19"/>
                </a:cubicBezTo>
                <a:cubicBezTo>
                  <a:pt x="36" y="23"/>
                  <a:pt x="36" y="23"/>
                  <a:pt x="36" y="23"/>
                </a:cubicBezTo>
                <a:cubicBezTo>
                  <a:pt x="56" y="6"/>
                  <a:pt x="56" y="6"/>
                  <a:pt x="56" y="6"/>
                </a:cubicBezTo>
                <a:cubicBezTo>
                  <a:pt x="53" y="3"/>
                  <a:pt x="53" y="3"/>
                  <a:pt x="53" y="3"/>
                </a:cubicBezTo>
                <a:cubicBezTo>
                  <a:pt x="60" y="1"/>
                  <a:pt x="60" y="1"/>
                  <a:pt x="60" y="1"/>
                </a:cubicBezTo>
                <a:cubicBezTo>
                  <a:pt x="67" y="0"/>
                  <a:pt x="67" y="0"/>
                  <a:pt x="67" y="0"/>
                </a:cubicBezTo>
                <a:cubicBezTo>
                  <a:pt x="65" y="7"/>
                  <a:pt x="65" y="7"/>
                  <a:pt x="65" y="7"/>
                </a:cubicBezTo>
                <a:cubicBezTo>
                  <a:pt x="63" y="14"/>
                  <a:pt x="63" y="14"/>
                  <a:pt x="63" y="14"/>
                </a:cubicBezTo>
                <a:cubicBezTo>
                  <a:pt x="60" y="10"/>
                  <a:pt x="60" y="10"/>
                  <a:pt x="60" y="10"/>
                </a:cubicBezTo>
                <a:cubicBezTo>
                  <a:pt x="38" y="29"/>
                  <a:pt x="38" y="29"/>
                  <a:pt x="38" y="29"/>
                </a:cubicBezTo>
                <a:cubicBezTo>
                  <a:pt x="36" y="31"/>
                  <a:pt x="36" y="31"/>
                  <a:pt x="36" y="31"/>
                </a:cubicBezTo>
                <a:cubicBezTo>
                  <a:pt x="35" y="30"/>
                  <a:pt x="35" y="30"/>
                  <a:pt x="35" y="30"/>
                </a:cubicBezTo>
                <a:cubicBezTo>
                  <a:pt x="27" y="25"/>
                  <a:pt x="27" y="25"/>
                  <a:pt x="27" y="25"/>
                </a:cubicBezTo>
                <a:cubicBezTo>
                  <a:pt x="3" y="39"/>
                  <a:pt x="3" y="39"/>
                  <a:pt x="3" y="39"/>
                </a:cubicBezTo>
                <a:cubicBezTo>
                  <a:pt x="0" y="34"/>
                  <a:pt x="0" y="34"/>
                  <a:pt x="0" y="34"/>
                </a:cubicBezTo>
                <a:close/>
                <a:moveTo>
                  <a:pt x="6" y="52"/>
                </a:moveTo>
                <a:cubicBezTo>
                  <a:pt x="14" y="52"/>
                  <a:pt x="14" y="52"/>
                  <a:pt x="14" y="52"/>
                </a:cubicBezTo>
                <a:cubicBezTo>
                  <a:pt x="15" y="52"/>
                  <a:pt x="16" y="52"/>
                  <a:pt x="16" y="51"/>
                </a:cubicBezTo>
                <a:cubicBezTo>
                  <a:pt x="16" y="38"/>
                  <a:pt x="16" y="38"/>
                  <a:pt x="16" y="38"/>
                </a:cubicBezTo>
                <a:cubicBezTo>
                  <a:pt x="4" y="44"/>
                  <a:pt x="4" y="44"/>
                  <a:pt x="4" y="44"/>
                </a:cubicBezTo>
                <a:cubicBezTo>
                  <a:pt x="4" y="51"/>
                  <a:pt x="4" y="51"/>
                  <a:pt x="4" y="51"/>
                </a:cubicBezTo>
                <a:cubicBezTo>
                  <a:pt x="4" y="52"/>
                  <a:pt x="5" y="52"/>
                  <a:pt x="6" y="52"/>
                </a:cubicBezTo>
                <a:close/>
                <a:moveTo>
                  <a:pt x="38" y="52"/>
                </a:moveTo>
                <a:cubicBezTo>
                  <a:pt x="41" y="52"/>
                  <a:pt x="44" y="52"/>
                  <a:pt x="46" y="52"/>
                </a:cubicBezTo>
                <a:cubicBezTo>
                  <a:pt x="47" y="52"/>
                  <a:pt x="48" y="52"/>
                  <a:pt x="48" y="51"/>
                </a:cubicBezTo>
                <a:cubicBezTo>
                  <a:pt x="48" y="43"/>
                  <a:pt x="48" y="35"/>
                  <a:pt x="48" y="27"/>
                </a:cubicBezTo>
                <a:cubicBezTo>
                  <a:pt x="48" y="27"/>
                  <a:pt x="48" y="27"/>
                  <a:pt x="48" y="27"/>
                </a:cubicBezTo>
                <a:cubicBezTo>
                  <a:pt x="37" y="37"/>
                  <a:pt x="37" y="37"/>
                  <a:pt x="37" y="37"/>
                </a:cubicBezTo>
                <a:cubicBezTo>
                  <a:pt x="37" y="36"/>
                  <a:pt x="37" y="36"/>
                  <a:pt x="37" y="36"/>
                </a:cubicBezTo>
                <a:cubicBezTo>
                  <a:pt x="37" y="51"/>
                  <a:pt x="37" y="51"/>
                  <a:pt x="37" y="51"/>
                </a:cubicBezTo>
                <a:cubicBezTo>
                  <a:pt x="37" y="52"/>
                  <a:pt x="37" y="52"/>
                  <a:pt x="38" y="52"/>
                </a:cubicBezTo>
                <a:close/>
                <a:moveTo>
                  <a:pt x="55" y="52"/>
                </a:moveTo>
                <a:cubicBezTo>
                  <a:pt x="62" y="52"/>
                  <a:pt x="62" y="52"/>
                  <a:pt x="62" y="52"/>
                </a:cubicBezTo>
                <a:cubicBezTo>
                  <a:pt x="63" y="52"/>
                  <a:pt x="64" y="52"/>
                  <a:pt x="64" y="51"/>
                </a:cubicBezTo>
                <a:cubicBezTo>
                  <a:pt x="64" y="22"/>
                  <a:pt x="64" y="22"/>
                  <a:pt x="64" y="22"/>
                </a:cubicBezTo>
                <a:cubicBezTo>
                  <a:pt x="60" y="17"/>
                  <a:pt x="60" y="17"/>
                  <a:pt x="60" y="17"/>
                </a:cubicBezTo>
                <a:cubicBezTo>
                  <a:pt x="53" y="23"/>
                  <a:pt x="53" y="23"/>
                  <a:pt x="53" y="23"/>
                </a:cubicBezTo>
                <a:cubicBezTo>
                  <a:pt x="53" y="51"/>
                  <a:pt x="53" y="51"/>
                  <a:pt x="53" y="51"/>
                </a:cubicBezTo>
                <a:cubicBezTo>
                  <a:pt x="53" y="52"/>
                  <a:pt x="54" y="52"/>
                  <a:pt x="55" y="52"/>
                </a:cubicBezTo>
                <a:close/>
              </a:path>
            </a:pathLst>
          </a:custGeom>
          <a:solidFill>
            <a:sysClr val="window" lastClr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A33E8DD0-F7F7-4465-9232-BEDB60D0D3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54648" y="3072068"/>
            <a:ext cx="192563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19751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endParaRPr lang="en-US" altLang="zh-CN" sz="2000" b="1" dirty="0">
              <a:solidFill>
                <a:srgbClr val="19751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19751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标题文字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9BA05A6-8F4F-4065-B304-9E3B8107B2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6487" y="4968671"/>
            <a:ext cx="3282950" cy="875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defTabSz="91440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rgbClr val="262626"/>
                </a:solidFill>
                <a:latin typeface="微软雅黑" pitchFamily="34" charset="-122"/>
              </a:rPr>
              <a:t>点击此处添加文本内容</a:t>
            </a:r>
            <a:r>
              <a:rPr lang="zh-CN" altLang="en-US" sz="1400" dirty="0">
                <a:solidFill>
                  <a:srgbClr val="262626"/>
                </a:solidFill>
                <a:latin typeface="微软雅黑" pitchFamily="34" charset="-122"/>
              </a:rPr>
              <a:t>，如关键词、部分简单介绍等。</a:t>
            </a:r>
            <a:r>
              <a:rPr lang="zh-CN" altLang="en-US" sz="1400">
                <a:solidFill>
                  <a:srgbClr val="262626"/>
                </a:solidFill>
                <a:latin typeface="微软雅黑" pitchFamily="34" charset="-122"/>
              </a:rPr>
              <a:t>点击此处添加文本内容</a:t>
            </a:r>
            <a:r>
              <a:rPr lang="zh-CN" altLang="en-US" sz="1400" dirty="0">
                <a:solidFill>
                  <a:srgbClr val="262626"/>
                </a:solidFill>
                <a:latin typeface="微软雅黑" pitchFamily="34" charset="-122"/>
              </a:rPr>
              <a:t>，如关键词、部分简单介绍等。</a:t>
            </a:r>
            <a:endParaRPr lang="en-US" altLang="zh-CN" sz="1400" dirty="0">
              <a:solidFill>
                <a:srgbClr val="262626"/>
              </a:solidFill>
              <a:latin typeface="微软雅黑" pitchFamily="34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FFC01AE-6AB7-4E4B-A976-D5B5FEEBC3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6487" y="4309740"/>
            <a:ext cx="1723549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defTabSz="91440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197519"/>
                </a:solidFill>
                <a:latin typeface="微软雅黑" pitchFamily="34" charset="-122"/>
              </a:rPr>
              <a:t>输入标题文字</a:t>
            </a:r>
            <a:endParaRPr lang="en-US" altLang="zh-CN" sz="2000" b="1" dirty="0">
              <a:solidFill>
                <a:srgbClr val="197519"/>
              </a:solidFill>
              <a:latin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722125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500"/>
                            </p:stCondLst>
                            <p:childTnLst>
                              <p:par>
                                <p:cTn id="6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13" grpId="0" animBg="1"/>
      <p:bldP spid="16" grpId="0"/>
      <p:bldP spid="32" grpId="0"/>
      <p:bldP spid="33" grpId="0"/>
      <p:bldP spid="20" grpId="0" animBg="1"/>
      <p:bldP spid="23" grpId="0"/>
      <p:bldP spid="34" grpId="0"/>
      <p:bldP spid="35" grpId="0"/>
      <p:bldP spid="27" grpId="0" animBg="1"/>
      <p:bldP spid="30" grpId="0"/>
      <p:bldP spid="36" grpId="0"/>
      <p:bldP spid="3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图片 63">
            <a:extLst>
              <a:ext uri="{FF2B5EF4-FFF2-40B4-BE49-F238E27FC236}">
                <a16:creationId xmlns:a16="http://schemas.microsoft.com/office/drawing/2014/main" id="{3B67F843-08A8-4E3B-80F9-AF5591D28CAB}"/>
              </a:ext>
            </a:extLst>
          </p:cNvPr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3" b="78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5" name="矩形 64">
            <a:extLst>
              <a:ext uri="{FF2B5EF4-FFF2-40B4-BE49-F238E27FC236}">
                <a16:creationId xmlns:a16="http://schemas.microsoft.com/office/drawing/2014/main" id="{7D6B3F08-FEEB-43A5-BDE7-EC95A07E8EF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D0D41A9-C451-4D36-9614-D42257C7A753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5570" y="179061"/>
            <a:ext cx="2162258" cy="5455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B81BBF6F-960C-4894-9188-B0BC95D25783}"/>
              </a:ext>
            </a:extLst>
          </p:cNvPr>
          <p:cNvGrpSpPr/>
          <p:nvPr/>
        </p:nvGrpSpPr>
        <p:grpSpPr>
          <a:xfrm>
            <a:off x="229435" y="144004"/>
            <a:ext cx="575110" cy="646331"/>
            <a:chOff x="368331" y="348215"/>
            <a:chExt cx="936000" cy="1051912"/>
          </a:xfrm>
        </p:grpSpPr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A5D48676-B157-4558-951B-BFB4E5889968}"/>
                </a:ext>
              </a:extLst>
            </p:cNvPr>
            <p:cNvSpPr/>
            <p:nvPr/>
          </p:nvSpPr>
          <p:spPr>
            <a:xfrm>
              <a:off x="368331" y="388046"/>
              <a:ext cx="936000" cy="936000"/>
            </a:xfrm>
            <a:prstGeom prst="ellipse">
              <a:avLst/>
            </a:prstGeom>
            <a:solidFill>
              <a:srgbClr val="00582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 b="1">
                <a:cs typeface="+mn-ea"/>
                <a:sym typeface="+mn-lt"/>
              </a:endParaRPr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6DD61D0D-8498-432F-932D-ADF5FD30970C}"/>
                </a:ext>
              </a:extLst>
            </p:cNvPr>
            <p:cNvSpPr txBox="1"/>
            <p:nvPr/>
          </p:nvSpPr>
          <p:spPr>
            <a:xfrm>
              <a:off x="416209" y="348215"/>
              <a:ext cx="840245" cy="10519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600" b="1" dirty="0">
                  <a:solidFill>
                    <a:srgbClr val="FCFCFC"/>
                  </a:solidFill>
                  <a:cs typeface="+mn-ea"/>
                  <a:sym typeface="+mn-lt"/>
                </a:rPr>
                <a:t>1</a:t>
              </a:r>
              <a:endParaRPr lang="zh-CN" altLang="en-US" sz="3600" b="1" dirty="0">
                <a:solidFill>
                  <a:srgbClr val="FCFCFC"/>
                </a:solidFill>
                <a:cs typeface="+mn-ea"/>
                <a:sym typeface="+mn-lt"/>
              </a:endParaRPr>
            </a:p>
          </p:txBody>
        </p:sp>
      </p:grpSp>
      <p:sp>
        <p:nvSpPr>
          <p:cNvPr id="63" name="文本框 62">
            <a:extLst>
              <a:ext uri="{FF2B5EF4-FFF2-40B4-BE49-F238E27FC236}">
                <a16:creationId xmlns:a16="http://schemas.microsoft.com/office/drawing/2014/main" id="{45036A13-C542-4D43-B32E-26EA4801BB61}"/>
              </a:ext>
            </a:extLst>
          </p:cNvPr>
          <p:cNvSpPr txBox="1"/>
          <p:nvPr/>
        </p:nvSpPr>
        <p:spPr>
          <a:xfrm>
            <a:off x="1043599" y="236337"/>
            <a:ext cx="28444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5825"/>
                </a:solidFill>
                <a:cs typeface="+mn-ea"/>
                <a:sym typeface="+mn-lt"/>
              </a:rPr>
              <a:t>课题背景及内容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155567E-A2CB-45C2-8E11-E9373EFAA595}"/>
              </a:ext>
            </a:extLst>
          </p:cNvPr>
          <p:cNvCxnSpPr/>
          <p:nvPr/>
        </p:nvCxnSpPr>
        <p:spPr>
          <a:xfrm>
            <a:off x="0" y="856047"/>
            <a:ext cx="12192000" cy="0"/>
          </a:xfrm>
          <a:prstGeom prst="line">
            <a:avLst/>
          </a:prstGeom>
          <a:ln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A_椭圆 10">
            <a:extLst>
              <a:ext uri="{FF2B5EF4-FFF2-40B4-BE49-F238E27FC236}">
                <a16:creationId xmlns:a16="http://schemas.microsoft.com/office/drawing/2014/main" id="{00B57932-4A8C-488A-BCA0-34CD4BDBE24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138613" y="1878013"/>
            <a:ext cx="2286000" cy="2286000"/>
          </a:xfrm>
          <a:prstGeom prst="ellipse">
            <a:avLst/>
          </a:prstGeom>
          <a:solidFill>
            <a:srgbClr val="005825">
              <a:alpha val="81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2" name="PA_任意多边形 5">
            <a:extLst>
              <a:ext uri="{FF2B5EF4-FFF2-40B4-BE49-F238E27FC236}">
                <a16:creationId xmlns:a16="http://schemas.microsoft.com/office/drawing/2014/main" id="{FFA692AA-C13B-46C4-9A5D-EE7AE18FA8E8}"/>
              </a:ext>
            </a:extLst>
          </p:cNvPr>
          <p:cNvSpPr>
            <a:spLocks noEditPoints="1" noChangeArrowheads="1"/>
          </p:cNvSpPr>
          <p:nvPr>
            <p:custDataLst>
              <p:tags r:id="rId2"/>
            </p:custDataLst>
          </p:nvPr>
        </p:nvSpPr>
        <p:spPr bwMode="auto">
          <a:xfrm>
            <a:off x="4749395" y="2437198"/>
            <a:ext cx="806434" cy="736769"/>
          </a:xfrm>
          <a:custGeom>
            <a:avLst/>
            <a:gdLst>
              <a:gd name="T0" fmla="*/ 4 w 66"/>
              <a:gd name="T1" fmla="*/ 17 h 60"/>
              <a:gd name="T2" fmla="*/ 28 w 66"/>
              <a:gd name="T3" fmla="*/ 15 h 60"/>
              <a:gd name="T4" fmla="*/ 32 w 66"/>
              <a:gd name="T5" fmla="*/ 3 h 60"/>
              <a:gd name="T6" fmla="*/ 63 w 66"/>
              <a:gd name="T7" fmla="*/ 3 h 60"/>
              <a:gd name="T8" fmla="*/ 51 w 66"/>
              <a:gd name="T9" fmla="*/ 60 h 60"/>
              <a:gd name="T10" fmla="*/ 38 w 66"/>
              <a:gd name="T11" fmla="*/ 8 h 60"/>
              <a:gd name="T12" fmla="*/ 28 w 66"/>
              <a:gd name="T13" fmla="*/ 60 h 60"/>
              <a:gd name="T14" fmla="*/ 20 w 66"/>
              <a:gd name="T15" fmla="*/ 20 h 60"/>
              <a:gd name="T16" fmla="*/ 6 w 66"/>
              <a:gd name="T17" fmla="*/ 60 h 60"/>
              <a:gd name="T18" fmla="*/ 44 w 66"/>
              <a:gd name="T19" fmla="*/ 20 h 60"/>
              <a:gd name="T20" fmla="*/ 45 w 66"/>
              <a:gd name="T21" fmla="*/ 16 h 60"/>
              <a:gd name="T22" fmla="*/ 45 w 66"/>
              <a:gd name="T23" fmla="*/ 13 h 60"/>
              <a:gd name="T24" fmla="*/ 44 w 66"/>
              <a:gd name="T25" fmla="*/ 9 h 60"/>
              <a:gd name="T26" fmla="*/ 46 w 66"/>
              <a:gd name="T27" fmla="*/ 27 h 60"/>
              <a:gd name="T28" fmla="*/ 44 w 66"/>
              <a:gd name="T29" fmla="*/ 30 h 60"/>
              <a:gd name="T30" fmla="*/ 46 w 66"/>
              <a:gd name="T31" fmla="*/ 30 h 60"/>
              <a:gd name="T32" fmla="*/ 44 w 66"/>
              <a:gd name="T33" fmla="*/ 41 h 60"/>
              <a:gd name="T34" fmla="*/ 45 w 66"/>
              <a:gd name="T35" fmla="*/ 37 h 60"/>
              <a:gd name="T36" fmla="*/ 41 w 66"/>
              <a:gd name="T37" fmla="*/ 21 h 60"/>
              <a:gd name="T38" fmla="*/ 39 w 66"/>
              <a:gd name="T39" fmla="*/ 17 h 60"/>
              <a:gd name="T40" fmla="*/ 42 w 66"/>
              <a:gd name="T41" fmla="*/ 13 h 60"/>
              <a:gd name="T42" fmla="*/ 39 w 66"/>
              <a:gd name="T43" fmla="*/ 24 h 60"/>
              <a:gd name="T44" fmla="*/ 42 w 66"/>
              <a:gd name="T45" fmla="*/ 23 h 60"/>
              <a:gd name="T46" fmla="*/ 39 w 66"/>
              <a:gd name="T47" fmla="*/ 35 h 60"/>
              <a:gd name="T48" fmla="*/ 41 w 66"/>
              <a:gd name="T49" fmla="*/ 31 h 60"/>
              <a:gd name="T50" fmla="*/ 41 w 66"/>
              <a:gd name="T51" fmla="*/ 41 h 60"/>
              <a:gd name="T52" fmla="*/ 39 w 66"/>
              <a:gd name="T53" fmla="*/ 38 h 60"/>
              <a:gd name="T54" fmla="*/ 46 w 66"/>
              <a:gd name="T55" fmla="*/ 48 h 60"/>
              <a:gd name="T56" fmla="*/ 39 w 66"/>
              <a:gd name="T57" fmla="*/ 45 h 60"/>
              <a:gd name="T58" fmla="*/ 42 w 66"/>
              <a:gd name="T59" fmla="*/ 44 h 60"/>
              <a:gd name="T60" fmla="*/ 11 w 66"/>
              <a:gd name="T61" fmla="*/ 34 h 60"/>
              <a:gd name="T62" fmla="*/ 12 w 66"/>
              <a:gd name="T63" fmla="*/ 30 h 60"/>
              <a:gd name="T64" fmla="*/ 17 w 66"/>
              <a:gd name="T65" fmla="*/ 33 h 60"/>
              <a:gd name="T66" fmla="*/ 15 w 66"/>
              <a:gd name="T67" fmla="*/ 30 h 60"/>
              <a:gd name="T68" fmla="*/ 18 w 66"/>
              <a:gd name="T69" fmla="*/ 26 h 60"/>
              <a:gd name="T70" fmla="*/ 15 w 66"/>
              <a:gd name="T71" fmla="*/ 37 h 60"/>
              <a:gd name="T72" fmla="*/ 18 w 66"/>
              <a:gd name="T73" fmla="*/ 36 h 60"/>
              <a:gd name="T74" fmla="*/ 15 w 66"/>
              <a:gd name="T75" fmla="*/ 48 h 60"/>
              <a:gd name="T76" fmla="*/ 17 w 66"/>
              <a:gd name="T77" fmla="*/ 44 h 60"/>
              <a:gd name="T78" fmla="*/ 17 w 66"/>
              <a:gd name="T79" fmla="*/ 55 h 60"/>
              <a:gd name="T80" fmla="*/ 15 w 66"/>
              <a:gd name="T81" fmla="*/ 51 h 60"/>
              <a:gd name="T82" fmla="*/ 13 w 66"/>
              <a:gd name="T83" fmla="*/ 27 h 60"/>
              <a:gd name="T84" fmla="*/ 11 w 66"/>
              <a:gd name="T85" fmla="*/ 37 h 60"/>
              <a:gd name="T86" fmla="*/ 13 w 66"/>
              <a:gd name="T87" fmla="*/ 37 h 60"/>
              <a:gd name="T88" fmla="*/ 11 w 66"/>
              <a:gd name="T89" fmla="*/ 48 h 60"/>
              <a:gd name="T90" fmla="*/ 12 w 66"/>
              <a:gd name="T91" fmla="*/ 44 h 60"/>
              <a:gd name="T92" fmla="*/ 12 w 66"/>
              <a:gd name="T93" fmla="*/ 55 h 60"/>
              <a:gd name="T94" fmla="*/ 11 w 66"/>
              <a:gd name="T95" fmla="*/ 51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66" h="60">
                <a:moveTo>
                  <a:pt x="0" y="55"/>
                </a:moveTo>
                <a:cubicBezTo>
                  <a:pt x="4" y="55"/>
                  <a:pt x="4" y="55"/>
                  <a:pt x="4" y="55"/>
                </a:cubicBezTo>
                <a:cubicBezTo>
                  <a:pt x="4" y="19"/>
                  <a:pt x="4" y="19"/>
                  <a:pt x="4" y="19"/>
                </a:cubicBezTo>
                <a:cubicBezTo>
                  <a:pt x="4" y="17"/>
                  <a:pt x="4" y="17"/>
                  <a:pt x="4" y="17"/>
                </a:cubicBezTo>
                <a:cubicBezTo>
                  <a:pt x="6" y="16"/>
                  <a:pt x="6" y="16"/>
                  <a:pt x="6" y="16"/>
                </a:cubicBezTo>
                <a:cubicBezTo>
                  <a:pt x="22" y="14"/>
                  <a:pt x="22" y="14"/>
                  <a:pt x="22" y="14"/>
                </a:cubicBezTo>
                <a:cubicBezTo>
                  <a:pt x="25" y="14"/>
                  <a:pt x="25" y="14"/>
                  <a:pt x="25" y="14"/>
                </a:cubicBezTo>
                <a:cubicBezTo>
                  <a:pt x="28" y="15"/>
                  <a:pt x="28" y="15"/>
                  <a:pt x="28" y="15"/>
                </a:cubicBezTo>
                <a:cubicBezTo>
                  <a:pt x="31" y="37"/>
                  <a:pt x="31" y="37"/>
                  <a:pt x="31" y="37"/>
                </a:cubicBezTo>
                <a:cubicBezTo>
                  <a:pt x="32" y="38"/>
                  <a:pt x="32" y="38"/>
                  <a:pt x="32" y="38"/>
                </a:cubicBezTo>
                <a:cubicBezTo>
                  <a:pt x="32" y="5"/>
                  <a:pt x="32" y="5"/>
                  <a:pt x="32" y="5"/>
                </a:cubicBezTo>
                <a:cubicBezTo>
                  <a:pt x="32" y="3"/>
                  <a:pt x="32" y="3"/>
                  <a:pt x="32" y="3"/>
                </a:cubicBezTo>
                <a:cubicBezTo>
                  <a:pt x="35" y="3"/>
                  <a:pt x="35" y="3"/>
                  <a:pt x="35" y="3"/>
                </a:cubicBezTo>
                <a:cubicBezTo>
                  <a:pt x="51" y="0"/>
                  <a:pt x="51" y="0"/>
                  <a:pt x="51" y="0"/>
                </a:cubicBezTo>
                <a:cubicBezTo>
                  <a:pt x="54" y="0"/>
                  <a:pt x="54" y="0"/>
                  <a:pt x="54" y="0"/>
                </a:cubicBezTo>
                <a:cubicBezTo>
                  <a:pt x="63" y="3"/>
                  <a:pt x="63" y="3"/>
                  <a:pt x="63" y="3"/>
                </a:cubicBezTo>
                <a:cubicBezTo>
                  <a:pt x="63" y="55"/>
                  <a:pt x="63" y="55"/>
                  <a:pt x="63" y="55"/>
                </a:cubicBezTo>
                <a:cubicBezTo>
                  <a:pt x="66" y="55"/>
                  <a:pt x="66" y="55"/>
                  <a:pt x="66" y="55"/>
                </a:cubicBezTo>
                <a:cubicBezTo>
                  <a:pt x="66" y="60"/>
                  <a:pt x="66" y="60"/>
                  <a:pt x="66" y="60"/>
                </a:cubicBezTo>
                <a:cubicBezTo>
                  <a:pt x="51" y="60"/>
                  <a:pt x="51" y="60"/>
                  <a:pt x="51" y="60"/>
                </a:cubicBezTo>
                <a:cubicBezTo>
                  <a:pt x="49" y="60"/>
                  <a:pt x="49" y="60"/>
                  <a:pt x="49" y="60"/>
                </a:cubicBezTo>
                <a:cubicBezTo>
                  <a:pt x="49" y="57"/>
                  <a:pt x="49" y="57"/>
                  <a:pt x="49" y="57"/>
                </a:cubicBezTo>
                <a:cubicBezTo>
                  <a:pt x="49" y="6"/>
                  <a:pt x="49" y="6"/>
                  <a:pt x="49" y="6"/>
                </a:cubicBezTo>
                <a:cubicBezTo>
                  <a:pt x="38" y="8"/>
                  <a:pt x="38" y="8"/>
                  <a:pt x="38" y="8"/>
                </a:cubicBezTo>
                <a:cubicBezTo>
                  <a:pt x="38" y="57"/>
                  <a:pt x="38" y="57"/>
                  <a:pt x="38" y="57"/>
                </a:cubicBezTo>
                <a:cubicBezTo>
                  <a:pt x="38" y="60"/>
                  <a:pt x="38" y="60"/>
                  <a:pt x="38" y="60"/>
                </a:cubicBezTo>
                <a:cubicBezTo>
                  <a:pt x="37" y="60"/>
                  <a:pt x="37" y="60"/>
                  <a:pt x="37" y="60"/>
                </a:cubicBezTo>
                <a:cubicBezTo>
                  <a:pt x="28" y="60"/>
                  <a:pt x="28" y="60"/>
                  <a:pt x="28" y="60"/>
                </a:cubicBezTo>
                <a:cubicBezTo>
                  <a:pt x="23" y="60"/>
                  <a:pt x="23" y="60"/>
                  <a:pt x="23" y="60"/>
                </a:cubicBezTo>
                <a:cubicBezTo>
                  <a:pt x="20" y="60"/>
                  <a:pt x="20" y="60"/>
                  <a:pt x="20" y="60"/>
                </a:cubicBezTo>
                <a:cubicBezTo>
                  <a:pt x="20" y="57"/>
                  <a:pt x="20" y="57"/>
                  <a:pt x="20" y="57"/>
                </a:cubicBezTo>
                <a:cubicBezTo>
                  <a:pt x="20" y="20"/>
                  <a:pt x="20" y="20"/>
                  <a:pt x="20" y="20"/>
                </a:cubicBezTo>
                <a:cubicBezTo>
                  <a:pt x="9" y="21"/>
                  <a:pt x="9" y="21"/>
                  <a:pt x="9" y="21"/>
                </a:cubicBezTo>
                <a:cubicBezTo>
                  <a:pt x="9" y="57"/>
                  <a:pt x="9" y="57"/>
                  <a:pt x="9" y="57"/>
                </a:cubicBezTo>
                <a:cubicBezTo>
                  <a:pt x="9" y="60"/>
                  <a:pt x="9" y="60"/>
                  <a:pt x="9" y="60"/>
                </a:cubicBezTo>
                <a:cubicBezTo>
                  <a:pt x="6" y="60"/>
                  <a:pt x="6" y="60"/>
                  <a:pt x="6" y="60"/>
                </a:cubicBezTo>
                <a:cubicBezTo>
                  <a:pt x="0" y="60"/>
                  <a:pt x="0" y="60"/>
                  <a:pt x="0" y="60"/>
                </a:cubicBezTo>
                <a:cubicBezTo>
                  <a:pt x="0" y="55"/>
                  <a:pt x="0" y="55"/>
                  <a:pt x="0" y="55"/>
                </a:cubicBezTo>
                <a:close/>
                <a:moveTo>
                  <a:pt x="44" y="16"/>
                </a:moveTo>
                <a:cubicBezTo>
                  <a:pt x="44" y="18"/>
                  <a:pt x="44" y="19"/>
                  <a:pt x="44" y="20"/>
                </a:cubicBezTo>
                <a:cubicBezTo>
                  <a:pt x="44" y="20"/>
                  <a:pt x="45" y="20"/>
                  <a:pt x="45" y="20"/>
                </a:cubicBezTo>
                <a:cubicBezTo>
                  <a:pt x="46" y="20"/>
                  <a:pt x="46" y="20"/>
                  <a:pt x="46" y="20"/>
                </a:cubicBezTo>
                <a:cubicBezTo>
                  <a:pt x="46" y="19"/>
                  <a:pt x="46" y="17"/>
                  <a:pt x="46" y="16"/>
                </a:cubicBezTo>
                <a:cubicBezTo>
                  <a:pt x="46" y="16"/>
                  <a:pt x="46" y="16"/>
                  <a:pt x="45" y="16"/>
                </a:cubicBezTo>
                <a:cubicBezTo>
                  <a:pt x="45" y="16"/>
                  <a:pt x="44" y="16"/>
                  <a:pt x="44" y="16"/>
                </a:cubicBezTo>
                <a:close/>
                <a:moveTo>
                  <a:pt x="44" y="9"/>
                </a:moveTo>
                <a:cubicBezTo>
                  <a:pt x="44" y="11"/>
                  <a:pt x="44" y="12"/>
                  <a:pt x="44" y="13"/>
                </a:cubicBezTo>
                <a:cubicBezTo>
                  <a:pt x="44" y="13"/>
                  <a:pt x="45" y="13"/>
                  <a:pt x="45" y="13"/>
                </a:cubicBezTo>
                <a:cubicBezTo>
                  <a:pt x="46" y="13"/>
                  <a:pt x="46" y="13"/>
                  <a:pt x="46" y="13"/>
                </a:cubicBezTo>
                <a:cubicBezTo>
                  <a:pt x="46" y="12"/>
                  <a:pt x="46" y="10"/>
                  <a:pt x="46" y="9"/>
                </a:cubicBezTo>
                <a:cubicBezTo>
                  <a:pt x="46" y="9"/>
                  <a:pt x="46" y="9"/>
                  <a:pt x="45" y="9"/>
                </a:cubicBezTo>
                <a:cubicBezTo>
                  <a:pt x="45" y="9"/>
                  <a:pt x="44" y="9"/>
                  <a:pt x="44" y="9"/>
                </a:cubicBezTo>
                <a:close/>
                <a:moveTo>
                  <a:pt x="44" y="23"/>
                </a:moveTo>
                <a:cubicBezTo>
                  <a:pt x="44" y="25"/>
                  <a:pt x="44" y="26"/>
                  <a:pt x="44" y="27"/>
                </a:cubicBezTo>
                <a:cubicBezTo>
                  <a:pt x="44" y="27"/>
                  <a:pt x="45" y="27"/>
                  <a:pt x="45" y="27"/>
                </a:cubicBezTo>
                <a:cubicBezTo>
                  <a:pt x="46" y="27"/>
                  <a:pt x="46" y="27"/>
                  <a:pt x="46" y="27"/>
                </a:cubicBezTo>
                <a:cubicBezTo>
                  <a:pt x="46" y="26"/>
                  <a:pt x="46" y="24"/>
                  <a:pt x="46" y="23"/>
                </a:cubicBezTo>
                <a:cubicBezTo>
                  <a:pt x="46" y="23"/>
                  <a:pt x="46" y="23"/>
                  <a:pt x="45" y="23"/>
                </a:cubicBezTo>
                <a:cubicBezTo>
                  <a:pt x="45" y="23"/>
                  <a:pt x="44" y="23"/>
                  <a:pt x="44" y="23"/>
                </a:cubicBezTo>
                <a:close/>
                <a:moveTo>
                  <a:pt x="44" y="30"/>
                </a:moveTo>
                <a:cubicBezTo>
                  <a:pt x="44" y="32"/>
                  <a:pt x="44" y="33"/>
                  <a:pt x="44" y="34"/>
                </a:cubicBezTo>
                <a:cubicBezTo>
                  <a:pt x="44" y="34"/>
                  <a:pt x="45" y="34"/>
                  <a:pt x="45" y="34"/>
                </a:cubicBezTo>
                <a:cubicBezTo>
                  <a:pt x="46" y="34"/>
                  <a:pt x="46" y="34"/>
                  <a:pt x="46" y="34"/>
                </a:cubicBezTo>
                <a:cubicBezTo>
                  <a:pt x="46" y="33"/>
                  <a:pt x="46" y="32"/>
                  <a:pt x="46" y="30"/>
                </a:cubicBezTo>
                <a:cubicBezTo>
                  <a:pt x="46" y="30"/>
                  <a:pt x="46" y="30"/>
                  <a:pt x="45" y="30"/>
                </a:cubicBezTo>
                <a:cubicBezTo>
                  <a:pt x="45" y="30"/>
                  <a:pt x="44" y="30"/>
                  <a:pt x="44" y="30"/>
                </a:cubicBezTo>
                <a:close/>
                <a:moveTo>
                  <a:pt x="44" y="37"/>
                </a:moveTo>
                <a:cubicBezTo>
                  <a:pt x="44" y="39"/>
                  <a:pt x="44" y="40"/>
                  <a:pt x="44" y="41"/>
                </a:cubicBezTo>
                <a:cubicBezTo>
                  <a:pt x="44" y="41"/>
                  <a:pt x="45" y="41"/>
                  <a:pt x="45" y="41"/>
                </a:cubicBezTo>
                <a:cubicBezTo>
                  <a:pt x="46" y="41"/>
                  <a:pt x="46" y="41"/>
                  <a:pt x="46" y="41"/>
                </a:cubicBezTo>
                <a:cubicBezTo>
                  <a:pt x="46" y="40"/>
                  <a:pt x="46" y="39"/>
                  <a:pt x="46" y="37"/>
                </a:cubicBezTo>
                <a:cubicBezTo>
                  <a:pt x="46" y="37"/>
                  <a:pt x="46" y="37"/>
                  <a:pt x="45" y="37"/>
                </a:cubicBezTo>
                <a:cubicBezTo>
                  <a:pt x="45" y="37"/>
                  <a:pt x="44" y="37"/>
                  <a:pt x="44" y="37"/>
                </a:cubicBezTo>
                <a:close/>
                <a:moveTo>
                  <a:pt x="39" y="17"/>
                </a:moveTo>
                <a:cubicBezTo>
                  <a:pt x="39" y="18"/>
                  <a:pt x="39" y="19"/>
                  <a:pt x="39" y="21"/>
                </a:cubicBezTo>
                <a:cubicBezTo>
                  <a:pt x="40" y="21"/>
                  <a:pt x="40" y="21"/>
                  <a:pt x="41" y="21"/>
                </a:cubicBezTo>
                <a:cubicBezTo>
                  <a:pt x="41" y="21"/>
                  <a:pt x="41" y="21"/>
                  <a:pt x="42" y="20"/>
                </a:cubicBezTo>
                <a:cubicBezTo>
                  <a:pt x="42" y="19"/>
                  <a:pt x="42" y="18"/>
                  <a:pt x="42" y="17"/>
                </a:cubicBezTo>
                <a:cubicBezTo>
                  <a:pt x="41" y="17"/>
                  <a:pt x="41" y="17"/>
                  <a:pt x="41" y="17"/>
                </a:cubicBezTo>
                <a:cubicBezTo>
                  <a:pt x="40" y="17"/>
                  <a:pt x="40" y="17"/>
                  <a:pt x="39" y="17"/>
                </a:cubicBezTo>
                <a:close/>
                <a:moveTo>
                  <a:pt x="39" y="10"/>
                </a:moveTo>
                <a:cubicBezTo>
                  <a:pt x="39" y="11"/>
                  <a:pt x="39" y="12"/>
                  <a:pt x="39" y="14"/>
                </a:cubicBezTo>
                <a:cubicBezTo>
                  <a:pt x="40" y="14"/>
                  <a:pt x="40" y="14"/>
                  <a:pt x="41" y="14"/>
                </a:cubicBezTo>
                <a:cubicBezTo>
                  <a:pt x="41" y="14"/>
                  <a:pt x="41" y="14"/>
                  <a:pt x="42" y="13"/>
                </a:cubicBezTo>
                <a:cubicBezTo>
                  <a:pt x="42" y="12"/>
                  <a:pt x="42" y="11"/>
                  <a:pt x="42" y="10"/>
                </a:cubicBezTo>
                <a:cubicBezTo>
                  <a:pt x="41" y="10"/>
                  <a:pt x="41" y="10"/>
                  <a:pt x="41" y="10"/>
                </a:cubicBezTo>
                <a:cubicBezTo>
                  <a:pt x="40" y="10"/>
                  <a:pt x="40" y="10"/>
                  <a:pt x="39" y="10"/>
                </a:cubicBezTo>
                <a:close/>
                <a:moveTo>
                  <a:pt x="39" y="24"/>
                </a:moveTo>
                <a:cubicBezTo>
                  <a:pt x="39" y="25"/>
                  <a:pt x="39" y="26"/>
                  <a:pt x="39" y="28"/>
                </a:cubicBezTo>
                <a:cubicBezTo>
                  <a:pt x="40" y="28"/>
                  <a:pt x="40" y="28"/>
                  <a:pt x="41" y="28"/>
                </a:cubicBezTo>
                <a:cubicBezTo>
                  <a:pt x="41" y="27"/>
                  <a:pt x="41" y="27"/>
                  <a:pt x="42" y="27"/>
                </a:cubicBezTo>
                <a:cubicBezTo>
                  <a:pt x="42" y="26"/>
                  <a:pt x="42" y="25"/>
                  <a:pt x="42" y="23"/>
                </a:cubicBezTo>
                <a:cubicBezTo>
                  <a:pt x="41" y="24"/>
                  <a:pt x="41" y="24"/>
                  <a:pt x="41" y="24"/>
                </a:cubicBezTo>
                <a:cubicBezTo>
                  <a:pt x="40" y="24"/>
                  <a:pt x="40" y="24"/>
                  <a:pt x="39" y="24"/>
                </a:cubicBezTo>
                <a:close/>
                <a:moveTo>
                  <a:pt x="39" y="31"/>
                </a:moveTo>
                <a:cubicBezTo>
                  <a:pt x="39" y="32"/>
                  <a:pt x="39" y="33"/>
                  <a:pt x="39" y="35"/>
                </a:cubicBezTo>
                <a:cubicBezTo>
                  <a:pt x="40" y="35"/>
                  <a:pt x="40" y="34"/>
                  <a:pt x="41" y="34"/>
                </a:cubicBezTo>
                <a:cubicBezTo>
                  <a:pt x="41" y="34"/>
                  <a:pt x="41" y="34"/>
                  <a:pt x="42" y="34"/>
                </a:cubicBezTo>
                <a:cubicBezTo>
                  <a:pt x="42" y="33"/>
                  <a:pt x="42" y="32"/>
                  <a:pt x="42" y="30"/>
                </a:cubicBezTo>
                <a:cubicBezTo>
                  <a:pt x="41" y="30"/>
                  <a:pt x="41" y="30"/>
                  <a:pt x="41" y="31"/>
                </a:cubicBezTo>
                <a:cubicBezTo>
                  <a:pt x="40" y="31"/>
                  <a:pt x="40" y="31"/>
                  <a:pt x="39" y="31"/>
                </a:cubicBezTo>
                <a:close/>
                <a:moveTo>
                  <a:pt x="39" y="38"/>
                </a:moveTo>
                <a:cubicBezTo>
                  <a:pt x="39" y="39"/>
                  <a:pt x="39" y="40"/>
                  <a:pt x="39" y="41"/>
                </a:cubicBezTo>
                <a:cubicBezTo>
                  <a:pt x="40" y="41"/>
                  <a:pt x="40" y="41"/>
                  <a:pt x="41" y="41"/>
                </a:cubicBezTo>
                <a:cubicBezTo>
                  <a:pt x="41" y="41"/>
                  <a:pt x="41" y="41"/>
                  <a:pt x="42" y="41"/>
                </a:cubicBezTo>
                <a:cubicBezTo>
                  <a:pt x="42" y="40"/>
                  <a:pt x="42" y="39"/>
                  <a:pt x="42" y="37"/>
                </a:cubicBezTo>
                <a:cubicBezTo>
                  <a:pt x="41" y="37"/>
                  <a:pt x="41" y="37"/>
                  <a:pt x="41" y="37"/>
                </a:cubicBezTo>
                <a:cubicBezTo>
                  <a:pt x="40" y="37"/>
                  <a:pt x="40" y="37"/>
                  <a:pt x="39" y="38"/>
                </a:cubicBezTo>
                <a:close/>
                <a:moveTo>
                  <a:pt x="44" y="44"/>
                </a:moveTo>
                <a:cubicBezTo>
                  <a:pt x="44" y="46"/>
                  <a:pt x="44" y="47"/>
                  <a:pt x="44" y="48"/>
                </a:cubicBezTo>
                <a:cubicBezTo>
                  <a:pt x="44" y="48"/>
                  <a:pt x="45" y="48"/>
                  <a:pt x="45" y="48"/>
                </a:cubicBezTo>
                <a:cubicBezTo>
                  <a:pt x="46" y="48"/>
                  <a:pt x="46" y="48"/>
                  <a:pt x="46" y="48"/>
                </a:cubicBezTo>
                <a:cubicBezTo>
                  <a:pt x="46" y="47"/>
                  <a:pt x="46" y="46"/>
                  <a:pt x="46" y="44"/>
                </a:cubicBezTo>
                <a:cubicBezTo>
                  <a:pt x="46" y="44"/>
                  <a:pt x="46" y="44"/>
                  <a:pt x="45" y="44"/>
                </a:cubicBezTo>
                <a:cubicBezTo>
                  <a:pt x="45" y="44"/>
                  <a:pt x="44" y="44"/>
                  <a:pt x="44" y="44"/>
                </a:cubicBezTo>
                <a:close/>
                <a:moveTo>
                  <a:pt x="39" y="45"/>
                </a:moveTo>
                <a:cubicBezTo>
                  <a:pt x="39" y="46"/>
                  <a:pt x="39" y="47"/>
                  <a:pt x="39" y="48"/>
                </a:cubicBezTo>
                <a:cubicBezTo>
                  <a:pt x="40" y="48"/>
                  <a:pt x="40" y="48"/>
                  <a:pt x="41" y="48"/>
                </a:cubicBezTo>
                <a:cubicBezTo>
                  <a:pt x="41" y="48"/>
                  <a:pt x="41" y="48"/>
                  <a:pt x="42" y="48"/>
                </a:cubicBezTo>
                <a:cubicBezTo>
                  <a:pt x="42" y="47"/>
                  <a:pt x="42" y="46"/>
                  <a:pt x="42" y="44"/>
                </a:cubicBezTo>
                <a:cubicBezTo>
                  <a:pt x="41" y="44"/>
                  <a:pt x="41" y="44"/>
                  <a:pt x="41" y="44"/>
                </a:cubicBezTo>
                <a:cubicBezTo>
                  <a:pt x="40" y="44"/>
                  <a:pt x="40" y="44"/>
                  <a:pt x="39" y="45"/>
                </a:cubicBezTo>
                <a:close/>
                <a:moveTo>
                  <a:pt x="11" y="30"/>
                </a:moveTo>
                <a:cubicBezTo>
                  <a:pt x="11" y="31"/>
                  <a:pt x="11" y="33"/>
                  <a:pt x="11" y="34"/>
                </a:cubicBezTo>
                <a:cubicBezTo>
                  <a:pt x="11" y="34"/>
                  <a:pt x="12" y="34"/>
                  <a:pt x="12" y="34"/>
                </a:cubicBezTo>
                <a:cubicBezTo>
                  <a:pt x="12" y="34"/>
                  <a:pt x="13" y="34"/>
                  <a:pt x="13" y="34"/>
                </a:cubicBezTo>
                <a:cubicBezTo>
                  <a:pt x="13" y="32"/>
                  <a:pt x="13" y="31"/>
                  <a:pt x="13" y="30"/>
                </a:cubicBezTo>
                <a:cubicBezTo>
                  <a:pt x="13" y="30"/>
                  <a:pt x="12" y="30"/>
                  <a:pt x="12" y="30"/>
                </a:cubicBezTo>
                <a:cubicBezTo>
                  <a:pt x="12" y="30"/>
                  <a:pt x="11" y="30"/>
                  <a:pt x="11" y="30"/>
                </a:cubicBezTo>
                <a:close/>
                <a:moveTo>
                  <a:pt x="15" y="30"/>
                </a:moveTo>
                <a:cubicBezTo>
                  <a:pt x="15" y="31"/>
                  <a:pt x="15" y="32"/>
                  <a:pt x="15" y="34"/>
                </a:cubicBezTo>
                <a:cubicBezTo>
                  <a:pt x="16" y="34"/>
                  <a:pt x="16" y="34"/>
                  <a:pt x="17" y="33"/>
                </a:cubicBezTo>
                <a:cubicBezTo>
                  <a:pt x="17" y="33"/>
                  <a:pt x="17" y="33"/>
                  <a:pt x="18" y="33"/>
                </a:cubicBezTo>
                <a:cubicBezTo>
                  <a:pt x="18" y="32"/>
                  <a:pt x="18" y="31"/>
                  <a:pt x="18" y="29"/>
                </a:cubicBezTo>
                <a:cubicBezTo>
                  <a:pt x="17" y="29"/>
                  <a:pt x="17" y="29"/>
                  <a:pt x="17" y="29"/>
                </a:cubicBezTo>
                <a:cubicBezTo>
                  <a:pt x="16" y="30"/>
                  <a:pt x="16" y="30"/>
                  <a:pt x="15" y="30"/>
                </a:cubicBezTo>
                <a:close/>
                <a:moveTo>
                  <a:pt x="15" y="23"/>
                </a:moveTo>
                <a:cubicBezTo>
                  <a:pt x="15" y="24"/>
                  <a:pt x="15" y="25"/>
                  <a:pt x="15" y="27"/>
                </a:cubicBezTo>
                <a:cubicBezTo>
                  <a:pt x="16" y="27"/>
                  <a:pt x="16" y="26"/>
                  <a:pt x="17" y="26"/>
                </a:cubicBezTo>
                <a:cubicBezTo>
                  <a:pt x="17" y="26"/>
                  <a:pt x="17" y="26"/>
                  <a:pt x="18" y="26"/>
                </a:cubicBezTo>
                <a:cubicBezTo>
                  <a:pt x="18" y="25"/>
                  <a:pt x="18" y="24"/>
                  <a:pt x="18" y="22"/>
                </a:cubicBezTo>
                <a:cubicBezTo>
                  <a:pt x="17" y="22"/>
                  <a:pt x="17" y="22"/>
                  <a:pt x="17" y="22"/>
                </a:cubicBezTo>
                <a:cubicBezTo>
                  <a:pt x="16" y="22"/>
                  <a:pt x="16" y="22"/>
                  <a:pt x="15" y="23"/>
                </a:cubicBezTo>
                <a:close/>
                <a:moveTo>
                  <a:pt x="15" y="37"/>
                </a:moveTo>
                <a:cubicBezTo>
                  <a:pt x="15" y="38"/>
                  <a:pt x="15" y="39"/>
                  <a:pt x="15" y="41"/>
                </a:cubicBezTo>
                <a:cubicBezTo>
                  <a:pt x="16" y="41"/>
                  <a:pt x="16" y="41"/>
                  <a:pt x="17" y="41"/>
                </a:cubicBezTo>
                <a:cubicBezTo>
                  <a:pt x="17" y="41"/>
                  <a:pt x="17" y="41"/>
                  <a:pt x="18" y="40"/>
                </a:cubicBezTo>
                <a:cubicBezTo>
                  <a:pt x="18" y="39"/>
                  <a:pt x="18" y="38"/>
                  <a:pt x="18" y="36"/>
                </a:cubicBezTo>
                <a:cubicBezTo>
                  <a:pt x="17" y="36"/>
                  <a:pt x="17" y="37"/>
                  <a:pt x="17" y="37"/>
                </a:cubicBezTo>
                <a:cubicBezTo>
                  <a:pt x="16" y="37"/>
                  <a:pt x="16" y="37"/>
                  <a:pt x="15" y="37"/>
                </a:cubicBezTo>
                <a:close/>
                <a:moveTo>
                  <a:pt x="15" y="44"/>
                </a:moveTo>
                <a:cubicBezTo>
                  <a:pt x="15" y="45"/>
                  <a:pt x="15" y="46"/>
                  <a:pt x="15" y="48"/>
                </a:cubicBezTo>
                <a:cubicBezTo>
                  <a:pt x="16" y="48"/>
                  <a:pt x="16" y="48"/>
                  <a:pt x="17" y="48"/>
                </a:cubicBezTo>
                <a:cubicBezTo>
                  <a:pt x="17" y="48"/>
                  <a:pt x="17" y="48"/>
                  <a:pt x="18" y="48"/>
                </a:cubicBezTo>
                <a:cubicBezTo>
                  <a:pt x="18" y="46"/>
                  <a:pt x="18" y="45"/>
                  <a:pt x="18" y="44"/>
                </a:cubicBezTo>
                <a:cubicBezTo>
                  <a:pt x="17" y="44"/>
                  <a:pt x="17" y="44"/>
                  <a:pt x="17" y="44"/>
                </a:cubicBezTo>
                <a:cubicBezTo>
                  <a:pt x="16" y="44"/>
                  <a:pt x="16" y="44"/>
                  <a:pt x="15" y="44"/>
                </a:cubicBezTo>
                <a:close/>
                <a:moveTo>
                  <a:pt x="15" y="51"/>
                </a:moveTo>
                <a:cubicBezTo>
                  <a:pt x="15" y="52"/>
                  <a:pt x="15" y="53"/>
                  <a:pt x="15" y="55"/>
                </a:cubicBezTo>
                <a:cubicBezTo>
                  <a:pt x="16" y="55"/>
                  <a:pt x="16" y="55"/>
                  <a:pt x="17" y="55"/>
                </a:cubicBezTo>
                <a:cubicBezTo>
                  <a:pt x="17" y="55"/>
                  <a:pt x="17" y="55"/>
                  <a:pt x="18" y="55"/>
                </a:cubicBezTo>
                <a:cubicBezTo>
                  <a:pt x="18" y="53"/>
                  <a:pt x="18" y="52"/>
                  <a:pt x="18" y="51"/>
                </a:cubicBezTo>
                <a:cubicBezTo>
                  <a:pt x="17" y="51"/>
                  <a:pt x="17" y="51"/>
                  <a:pt x="17" y="51"/>
                </a:cubicBezTo>
                <a:cubicBezTo>
                  <a:pt x="16" y="51"/>
                  <a:pt x="16" y="51"/>
                  <a:pt x="15" y="51"/>
                </a:cubicBezTo>
                <a:close/>
                <a:moveTo>
                  <a:pt x="11" y="23"/>
                </a:moveTo>
                <a:cubicBezTo>
                  <a:pt x="11" y="24"/>
                  <a:pt x="11" y="26"/>
                  <a:pt x="11" y="27"/>
                </a:cubicBezTo>
                <a:cubicBezTo>
                  <a:pt x="11" y="27"/>
                  <a:pt x="12" y="27"/>
                  <a:pt x="12" y="27"/>
                </a:cubicBezTo>
                <a:cubicBezTo>
                  <a:pt x="12" y="27"/>
                  <a:pt x="13" y="27"/>
                  <a:pt x="13" y="27"/>
                </a:cubicBezTo>
                <a:cubicBezTo>
                  <a:pt x="13" y="25"/>
                  <a:pt x="13" y="24"/>
                  <a:pt x="13" y="23"/>
                </a:cubicBezTo>
                <a:cubicBezTo>
                  <a:pt x="13" y="23"/>
                  <a:pt x="12" y="23"/>
                  <a:pt x="12" y="23"/>
                </a:cubicBezTo>
                <a:cubicBezTo>
                  <a:pt x="12" y="23"/>
                  <a:pt x="11" y="23"/>
                  <a:pt x="11" y="23"/>
                </a:cubicBezTo>
                <a:close/>
                <a:moveTo>
                  <a:pt x="11" y="37"/>
                </a:moveTo>
                <a:cubicBezTo>
                  <a:pt x="11" y="38"/>
                  <a:pt x="11" y="40"/>
                  <a:pt x="11" y="41"/>
                </a:cubicBezTo>
                <a:cubicBezTo>
                  <a:pt x="11" y="41"/>
                  <a:pt x="12" y="41"/>
                  <a:pt x="12" y="41"/>
                </a:cubicBezTo>
                <a:cubicBezTo>
                  <a:pt x="12" y="41"/>
                  <a:pt x="13" y="41"/>
                  <a:pt x="13" y="41"/>
                </a:cubicBezTo>
                <a:cubicBezTo>
                  <a:pt x="13" y="39"/>
                  <a:pt x="13" y="38"/>
                  <a:pt x="13" y="37"/>
                </a:cubicBezTo>
                <a:cubicBezTo>
                  <a:pt x="13" y="37"/>
                  <a:pt x="12" y="37"/>
                  <a:pt x="12" y="37"/>
                </a:cubicBezTo>
                <a:cubicBezTo>
                  <a:pt x="12" y="37"/>
                  <a:pt x="11" y="37"/>
                  <a:pt x="11" y="37"/>
                </a:cubicBezTo>
                <a:close/>
                <a:moveTo>
                  <a:pt x="11" y="44"/>
                </a:moveTo>
                <a:cubicBezTo>
                  <a:pt x="11" y="45"/>
                  <a:pt x="11" y="46"/>
                  <a:pt x="11" y="48"/>
                </a:cubicBezTo>
                <a:cubicBezTo>
                  <a:pt x="11" y="48"/>
                  <a:pt x="12" y="48"/>
                  <a:pt x="12" y="48"/>
                </a:cubicBezTo>
                <a:cubicBezTo>
                  <a:pt x="12" y="48"/>
                  <a:pt x="13" y="48"/>
                  <a:pt x="13" y="48"/>
                </a:cubicBezTo>
                <a:cubicBezTo>
                  <a:pt x="13" y="46"/>
                  <a:pt x="13" y="45"/>
                  <a:pt x="13" y="44"/>
                </a:cubicBezTo>
                <a:cubicBezTo>
                  <a:pt x="13" y="44"/>
                  <a:pt x="12" y="44"/>
                  <a:pt x="12" y="44"/>
                </a:cubicBezTo>
                <a:cubicBezTo>
                  <a:pt x="12" y="44"/>
                  <a:pt x="11" y="44"/>
                  <a:pt x="11" y="44"/>
                </a:cubicBezTo>
                <a:close/>
                <a:moveTo>
                  <a:pt x="11" y="51"/>
                </a:moveTo>
                <a:cubicBezTo>
                  <a:pt x="11" y="52"/>
                  <a:pt x="11" y="53"/>
                  <a:pt x="11" y="55"/>
                </a:cubicBezTo>
                <a:cubicBezTo>
                  <a:pt x="11" y="55"/>
                  <a:pt x="12" y="55"/>
                  <a:pt x="12" y="55"/>
                </a:cubicBezTo>
                <a:cubicBezTo>
                  <a:pt x="12" y="55"/>
                  <a:pt x="13" y="55"/>
                  <a:pt x="13" y="55"/>
                </a:cubicBezTo>
                <a:cubicBezTo>
                  <a:pt x="13" y="53"/>
                  <a:pt x="13" y="52"/>
                  <a:pt x="13" y="51"/>
                </a:cubicBezTo>
                <a:cubicBezTo>
                  <a:pt x="13" y="51"/>
                  <a:pt x="12" y="51"/>
                  <a:pt x="12" y="51"/>
                </a:cubicBezTo>
                <a:cubicBezTo>
                  <a:pt x="12" y="51"/>
                  <a:pt x="11" y="51"/>
                  <a:pt x="11" y="51"/>
                </a:cubicBezTo>
                <a:close/>
              </a:path>
            </a:pathLst>
          </a:custGeom>
          <a:solidFill>
            <a:sysClr val="window" lastClr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</a:endParaRPr>
          </a:p>
        </p:txBody>
      </p:sp>
      <p:sp>
        <p:nvSpPr>
          <p:cNvPr id="13" name="PA_椭圆 12">
            <a:extLst>
              <a:ext uri="{FF2B5EF4-FFF2-40B4-BE49-F238E27FC236}">
                <a16:creationId xmlns:a16="http://schemas.microsoft.com/office/drawing/2014/main" id="{3974B0C0-D7D6-460A-A57E-E2A896E57C49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138613" y="3459163"/>
            <a:ext cx="2286000" cy="2286000"/>
          </a:xfrm>
          <a:prstGeom prst="ellipse">
            <a:avLst/>
          </a:prstGeom>
          <a:solidFill>
            <a:srgbClr val="005825">
              <a:alpha val="81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4" name="PA_任意多边形 9">
            <a:extLst>
              <a:ext uri="{FF2B5EF4-FFF2-40B4-BE49-F238E27FC236}">
                <a16:creationId xmlns:a16="http://schemas.microsoft.com/office/drawing/2014/main" id="{9B9482E9-32E2-43AD-9898-F905C00E46DD}"/>
              </a:ext>
            </a:extLst>
          </p:cNvPr>
          <p:cNvSpPr>
            <a:spLocks noEditPoints="1" noChangeArrowheads="1"/>
          </p:cNvSpPr>
          <p:nvPr>
            <p:custDataLst>
              <p:tags r:id="rId4"/>
            </p:custDataLst>
          </p:nvPr>
        </p:nvSpPr>
        <p:spPr bwMode="auto">
          <a:xfrm>
            <a:off x="4749395" y="4440647"/>
            <a:ext cx="790516" cy="560869"/>
          </a:xfrm>
          <a:custGeom>
            <a:avLst/>
            <a:gdLst>
              <a:gd name="T0" fmla="*/ 46 w 206"/>
              <a:gd name="T1" fmla="*/ 131 h 146"/>
              <a:gd name="T2" fmla="*/ 46 w 206"/>
              <a:gd name="T3" fmla="*/ 8 h 146"/>
              <a:gd name="T4" fmla="*/ 9 w 206"/>
              <a:gd name="T5" fmla="*/ 8 h 146"/>
              <a:gd name="T6" fmla="*/ 9 w 206"/>
              <a:gd name="T7" fmla="*/ 131 h 146"/>
              <a:gd name="T8" fmla="*/ 0 w 206"/>
              <a:gd name="T9" fmla="*/ 131 h 146"/>
              <a:gd name="T10" fmla="*/ 0 w 206"/>
              <a:gd name="T11" fmla="*/ 146 h 146"/>
              <a:gd name="T12" fmla="*/ 206 w 206"/>
              <a:gd name="T13" fmla="*/ 146 h 146"/>
              <a:gd name="T14" fmla="*/ 206 w 206"/>
              <a:gd name="T15" fmla="*/ 131 h 146"/>
              <a:gd name="T16" fmla="*/ 198 w 206"/>
              <a:gd name="T17" fmla="*/ 131 h 146"/>
              <a:gd name="T18" fmla="*/ 198 w 206"/>
              <a:gd name="T19" fmla="*/ 60 h 146"/>
              <a:gd name="T20" fmla="*/ 161 w 206"/>
              <a:gd name="T21" fmla="*/ 60 h 146"/>
              <a:gd name="T22" fmla="*/ 161 w 206"/>
              <a:gd name="T23" fmla="*/ 131 h 146"/>
              <a:gd name="T24" fmla="*/ 147 w 206"/>
              <a:gd name="T25" fmla="*/ 131 h 146"/>
              <a:gd name="T26" fmla="*/ 147 w 206"/>
              <a:gd name="T27" fmla="*/ 87 h 146"/>
              <a:gd name="T28" fmla="*/ 110 w 206"/>
              <a:gd name="T29" fmla="*/ 87 h 146"/>
              <a:gd name="T30" fmla="*/ 110 w 206"/>
              <a:gd name="T31" fmla="*/ 131 h 146"/>
              <a:gd name="T32" fmla="*/ 98 w 206"/>
              <a:gd name="T33" fmla="*/ 131 h 146"/>
              <a:gd name="T34" fmla="*/ 98 w 206"/>
              <a:gd name="T35" fmla="*/ 40 h 146"/>
              <a:gd name="T36" fmla="*/ 61 w 206"/>
              <a:gd name="T37" fmla="*/ 40 h 146"/>
              <a:gd name="T38" fmla="*/ 61 w 206"/>
              <a:gd name="T39" fmla="*/ 131 h 146"/>
              <a:gd name="T40" fmla="*/ 46 w 206"/>
              <a:gd name="T41" fmla="*/ 131 h 146"/>
              <a:gd name="T42" fmla="*/ 46 w 206"/>
              <a:gd name="T43" fmla="*/ 131 h 146"/>
              <a:gd name="T44" fmla="*/ 110 w 206"/>
              <a:gd name="T45" fmla="*/ 35 h 146"/>
              <a:gd name="T46" fmla="*/ 110 w 206"/>
              <a:gd name="T47" fmla="*/ 13 h 146"/>
              <a:gd name="T48" fmla="*/ 149 w 206"/>
              <a:gd name="T49" fmla="*/ 13 h 146"/>
              <a:gd name="T50" fmla="*/ 149 w 206"/>
              <a:gd name="T51" fmla="*/ 0 h 146"/>
              <a:gd name="T52" fmla="*/ 186 w 206"/>
              <a:gd name="T53" fmla="*/ 23 h 146"/>
              <a:gd name="T54" fmla="*/ 149 w 206"/>
              <a:gd name="T55" fmla="*/ 47 h 146"/>
              <a:gd name="T56" fmla="*/ 149 w 206"/>
              <a:gd name="T57" fmla="*/ 35 h 146"/>
              <a:gd name="T58" fmla="*/ 110 w 206"/>
              <a:gd name="T59" fmla="*/ 35 h 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206" h="146">
                <a:moveTo>
                  <a:pt x="46" y="131"/>
                </a:moveTo>
                <a:lnTo>
                  <a:pt x="46" y="8"/>
                </a:lnTo>
                <a:lnTo>
                  <a:pt x="9" y="8"/>
                </a:lnTo>
                <a:lnTo>
                  <a:pt x="9" y="131"/>
                </a:lnTo>
                <a:lnTo>
                  <a:pt x="0" y="131"/>
                </a:lnTo>
                <a:lnTo>
                  <a:pt x="0" y="146"/>
                </a:lnTo>
                <a:lnTo>
                  <a:pt x="206" y="146"/>
                </a:lnTo>
                <a:lnTo>
                  <a:pt x="206" y="131"/>
                </a:lnTo>
                <a:lnTo>
                  <a:pt x="198" y="131"/>
                </a:lnTo>
                <a:lnTo>
                  <a:pt x="198" y="60"/>
                </a:lnTo>
                <a:lnTo>
                  <a:pt x="161" y="60"/>
                </a:lnTo>
                <a:lnTo>
                  <a:pt x="161" y="131"/>
                </a:lnTo>
                <a:lnTo>
                  <a:pt x="147" y="131"/>
                </a:lnTo>
                <a:lnTo>
                  <a:pt x="147" y="87"/>
                </a:lnTo>
                <a:lnTo>
                  <a:pt x="110" y="87"/>
                </a:lnTo>
                <a:lnTo>
                  <a:pt x="110" y="131"/>
                </a:lnTo>
                <a:lnTo>
                  <a:pt x="98" y="131"/>
                </a:lnTo>
                <a:lnTo>
                  <a:pt x="98" y="40"/>
                </a:lnTo>
                <a:lnTo>
                  <a:pt x="61" y="40"/>
                </a:lnTo>
                <a:lnTo>
                  <a:pt x="61" y="131"/>
                </a:lnTo>
                <a:lnTo>
                  <a:pt x="46" y="131"/>
                </a:lnTo>
                <a:close/>
                <a:moveTo>
                  <a:pt x="110" y="35"/>
                </a:moveTo>
                <a:lnTo>
                  <a:pt x="110" y="13"/>
                </a:lnTo>
                <a:lnTo>
                  <a:pt x="149" y="13"/>
                </a:lnTo>
                <a:lnTo>
                  <a:pt x="149" y="0"/>
                </a:lnTo>
                <a:lnTo>
                  <a:pt x="186" y="23"/>
                </a:lnTo>
                <a:lnTo>
                  <a:pt x="149" y="47"/>
                </a:lnTo>
                <a:lnTo>
                  <a:pt x="149" y="35"/>
                </a:lnTo>
                <a:lnTo>
                  <a:pt x="110" y="35"/>
                </a:lnTo>
                <a:close/>
              </a:path>
            </a:pathLst>
          </a:custGeom>
          <a:solidFill>
            <a:sysClr val="window" lastClr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</a:endParaRPr>
          </a:p>
        </p:txBody>
      </p:sp>
      <p:sp>
        <p:nvSpPr>
          <p:cNvPr id="15" name="PA_椭圆 14">
            <a:extLst>
              <a:ext uri="{FF2B5EF4-FFF2-40B4-BE49-F238E27FC236}">
                <a16:creationId xmlns:a16="http://schemas.microsoft.com/office/drawing/2014/main" id="{4A70A4B8-40F4-4174-B384-C5FC966C5DBE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776913" y="1878013"/>
            <a:ext cx="2286000" cy="2286000"/>
          </a:xfrm>
          <a:prstGeom prst="ellipse">
            <a:avLst/>
          </a:prstGeom>
          <a:solidFill>
            <a:srgbClr val="005825">
              <a:alpha val="81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6" name="PA_任意多边形 13">
            <a:extLst>
              <a:ext uri="{FF2B5EF4-FFF2-40B4-BE49-F238E27FC236}">
                <a16:creationId xmlns:a16="http://schemas.microsoft.com/office/drawing/2014/main" id="{634E2169-FB19-493A-96D5-3E04E2FB2D2E}"/>
              </a:ext>
            </a:extLst>
          </p:cNvPr>
          <p:cNvSpPr>
            <a:spLocks noEditPoints="1" noChangeArrowheads="1"/>
          </p:cNvSpPr>
          <p:nvPr>
            <p:custDataLst>
              <p:tags r:id="rId6"/>
            </p:custDataLst>
          </p:nvPr>
        </p:nvSpPr>
        <p:spPr bwMode="auto">
          <a:xfrm>
            <a:off x="6785755" y="2476929"/>
            <a:ext cx="674588" cy="767332"/>
          </a:xfrm>
          <a:custGeom>
            <a:avLst/>
            <a:gdLst>
              <a:gd name="T0" fmla="*/ 14 w 71"/>
              <a:gd name="T1" fmla="*/ 4 h 81"/>
              <a:gd name="T2" fmla="*/ 6 w 71"/>
              <a:gd name="T3" fmla="*/ 13 h 81"/>
              <a:gd name="T4" fmla="*/ 14 w 71"/>
              <a:gd name="T5" fmla="*/ 22 h 81"/>
              <a:gd name="T6" fmla="*/ 23 w 71"/>
              <a:gd name="T7" fmla="*/ 13 h 81"/>
              <a:gd name="T8" fmla="*/ 14 w 71"/>
              <a:gd name="T9" fmla="*/ 4 h 81"/>
              <a:gd name="T10" fmla="*/ 40 w 71"/>
              <a:gd name="T11" fmla="*/ 23 h 81"/>
              <a:gd name="T12" fmla="*/ 41 w 71"/>
              <a:gd name="T13" fmla="*/ 30 h 81"/>
              <a:gd name="T14" fmla="*/ 45 w 71"/>
              <a:gd name="T15" fmla="*/ 31 h 81"/>
              <a:gd name="T16" fmla="*/ 48 w 71"/>
              <a:gd name="T17" fmla="*/ 25 h 81"/>
              <a:gd name="T18" fmla="*/ 40 w 71"/>
              <a:gd name="T19" fmla="*/ 23 h 81"/>
              <a:gd name="T20" fmla="*/ 53 w 71"/>
              <a:gd name="T21" fmla="*/ 26 h 81"/>
              <a:gd name="T22" fmla="*/ 48 w 71"/>
              <a:gd name="T23" fmla="*/ 35 h 81"/>
              <a:gd name="T24" fmla="*/ 48 w 71"/>
              <a:gd name="T25" fmla="*/ 37 h 81"/>
              <a:gd name="T26" fmla="*/ 46 w 71"/>
              <a:gd name="T27" fmla="*/ 36 h 81"/>
              <a:gd name="T28" fmla="*/ 42 w 71"/>
              <a:gd name="T29" fmla="*/ 35 h 81"/>
              <a:gd name="T30" fmla="*/ 31 w 71"/>
              <a:gd name="T31" fmla="*/ 43 h 81"/>
              <a:gd name="T32" fmla="*/ 24 w 71"/>
              <a:gd name="T33" fmla="*/ 36 h 81"/>
              <a:gd name="T34" fmla="*/ 24 w 71"/>
              <a:gd name="T35" fmla="*/ 51 h 81"/>
              <a:gd name="T36" fmla="*/ 25 w 71"/>
              <a:gd name="T37" fmla="*/ 81 h 81"/>
              <a:gd name="T38" fmla="*/ 18 w 71"/>
              <a:gd name="T39" fmla="*/ 81 h 81"/>
              <a:gd name="T40" fmla="*/ 16 w 71"/>
              <a:gd name="T41" fmla="*/ 55 h 81"/>
              <a:gd name="T42" fmla="*/ 13 w 71"/>
              <a:gd name="T43" fmla="*/ 55 h 81"/>
              <a:gd name="T44" fmla="*/ 12 w 71"/>
              <a:gd name="T45" fmla="*/ 81 h 81"/>
              <a:gd name="T46" fmla="*/ 4 w 71"/>
              <a:gd name="T47" fmla="*/ 81 h 81"/>
              <a:gd name="T48" fmla="*/ 5 w 71"/>
              <a:gd name="T49" fmla="*/ 51 h 81"/>
              <a:gd name="T50" fmla="*/ 0 w 71"/>
              <a:gd name="T51" fmla="*/ 46 h 81"/>
              <a:gd name="T52" fmla="*/ 4 w 71"/>
              <a:gd name="T53" fmla="*/ 24 h 81"/>
              <a:gd name="T54" fmla="*/ 25 w 71"/>
              <a:gd name="T55" fmla="*/ 24 h 81"/>
              <a:gd name="T56" fmla="*/ 32 w 71"/>
              <a:gd name="T57" fmla="*/ 34 h 81"/>
              <a:gd name="T58" fmla="*/ 37 w 71"/>
              <a:gd name="T59" fmla="*/ 33 h 81"/>
              <a:gd name="T60" fmla="*/ 37 w 71"/>
              <a:gd name="T61" fmla="*/ 33 h 81"/>
              <a:gd name="T62" fmla="*/ 35 w 71"/>
              <a:gd name="T63" fmla="*/ 22 h 81"/>
              <a:gd name="T64" fmla="*/ 28 w 71"/>
              <a:gd name="T65" fmla="*/ 20 h 81"/>
              <a:gd name="T66" fmla="*/ 28 w 71"/>
              <a:gd name="T67" fmla="*/ 10 h 81"/>
              <a:gd name="T68" fmla="*/ 71 w 71"/>
              <a:gd name="T69" fmla="*/ 0 h 81"/>
              <a:gd name="T70" fmla="*/ 71 w 71"/>
              <a:gd name="T71" fmla="*/ 30 h 81"/>
              <a:gd name="T72" fmla="*/ 53 w 71"/>
              <a:gd name="T73" fmla="*/ 26 h 81"/>
              <a:gd name="T74" fmla="*/ 31 w 71"/>
              <a:gd name="T75" fmla="*/ 12 h 81"/>
              <a:gd name="T76" fmla="*/ 31 w 71"/>
              <a:gd name="T77" fmla="*/ 14 h 81"/>
              <a:gd name="T78" fmla="*/ 67 w 71"/>
              <a:gd name="T79" fmla="*/ 12 h 81"/>
              <a:gd name="T80" fmla="*/ 67 w 71"/>
              <a:gd name="T81" fmla="*/ 5 h 81"/>
              <a:gd name="T82" fmla="*/ 31 w 71"/>
              <a:gd name="T83" fmla="*/ 12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71" h="81">
                <a:moveTo>
                  <a:pt x="14" y="4"/>
                </a:moveTo>
                <a:cubicBezTo>
                  <a:pt x="10" y="4"/>
                  <a:pt x="6" y="8"/>
                  <a:pt x="6" y="13"/>
                </a:cubicBezTo>
                <a:cubicBezTo>
                  <a:pt x="6" y="18"/>
                  <a:pt x="10" y="22"/>
                  <a:pt x="14" y="22"/>
                </a:cubicBezTo>
                <a:cubicBezTo>
                  <a:pt x="19" y="22"/>
                  <a:pt x="23" y="18"/>
                  <a:pt x="23" y="13"/>
                </a:cubicBezTo>
                <a:cubicBezTo>
                  <a:pt x="23" y="8"/>
                  <a:pt x="19" y="4"/>
                  <a:pt x="14" y="4"/>
                </a:cubicBezTo>
                <a:close/>
                <a:moveTo>
                  <a:pt x="40" y="23"/>
                </a:moveTo>
                <a:cubicBezTo>
                  <a:pt x="41" y="30"/>
                  <a:pt x="41" y="30"/>
                  <a:pt x="41" y="30"/>
                </a:cubicBezTo>
                <a:cubicBezTo>
                  <a:pt x="45" y="31"/>
                  <a:pt x="45" y="31"/>
                  <a:pt x="45" y="31"/>
                </a:cubicBezTo>
                <a:cubicBezTo>
                  <a:pt x="48" y="25"/>
                  <a:pt x="48" y="25"/>
                  <a:pt x="48" y="25"/>
                </a:cubicBezTo>
                <a:cubicBezTo>
                  <a:pt x="40" y="23"/>
                  <a:pt x="40" y="23"/>
                  <a:pt x="40" y="23"/>
                </a:cubicBezTo>
                <a:close/>
                <a:moveTo>
                  <a:pt x="53" y="26"/>
                </a:moveTo>
                <a:cubicBezTo>
                  <a:pt x="48" y="35"/>
                  <a:pt x="48" y="35"/>
                  <a:pt x="48" y="35"/>
                </a:cubicBezTo>
                <a:cubicBezTo>
                  <a:pt x="48" y="37"/>
                  <a:pt x="48" y="37"/>
                  <a:pt x="48" y="37"/>
                </a:cubicBezTo>
                <a:cubicBezTo>
                  <a:pt x="46" y="36"/>
                  <a:pt x="46" y="36"/>
                  <a:pt x="46" y="36"/>
                </a:cubicBezTo>
                <a:cubicBezTo>
                  <a:pt x="42" y="35"/>
                  <a:pt x="42" y="35"/>
                  <a:pt x="42" y="35"/>
                </a:cubicBezTo>
                <a:cubicBezTo>
                  <a:pt x="31" y="43"/>
                  <a:pt x="31" y="43"/>
                  <a:pt x="31" y="43"/>
                </a:cubicBezTo>
                <a:cubicBezTo>
                  <a:pt x="24" y="36"/>
                  <a:pt x="24" y="36"/>
                  <a:pt x="24" y="36"/>
                </a:cubicBezTo>
                <a:cubicBezTo>
                  <a:pt x="24" y="51"/>
                  <a:pt x="24" y="51"/>
                  <a:pt x="24" y="51"/>
                </a:cubicBezTo>
                <a:cubicBezTo>
                  <a:pt x="25" y="81"/>
                  <a:pt x="25" y="81"/>
                  <a:pt x="25" y="81"/>
                </a:cubicBezTo>
                <a:cubicBezTo>
                  <a:pt x="18" y="81"/>
                  <a:pt x="18" y="81"/>
                  <a:pt x="18" y="81"/>
                </a:cubicBezTo>
                <a:cubicBezTo>
                  <a:pt x="16" y="55"/>
                  <a:pt x="16" y="55"/>
                  <a:pt x="16" y="55"/>
                </a:cubicBezTo>
                <a:cubicBezTo>
                  <a:pt x="13" y="55"/>
                  <a:pt x="13" y="55"/>
                  <a:pt x="13" y="55"/>
                </a:cubicBezTo>
                <a:cubicBezTo>
                  <a:pt x="12" y="81"/>
                  <a:pt x="12" y="81"/>
                  <a:pt x="12" y="81"/>
                </a:cubicBezTo>
                <a:cubicBezTo>
                  <a:pt x="4" y="81"/>
                  <a:pt x="4" y="81"/>
                  <a:pt x="4" y="81"/>
                </a:cubicBezTo>
                <a:cubicBezTo>
                  <a:pt x="5" y="51"/>
                  <a:pt x="5" y="51"/>
                  <a:pt x="5" y="51"/>
                </a:cubicBezTo>
                <a:cubicBezTo>
                  <a:pt x="4" y="49"/>
                  <a:pt x="2" y="48"/>
                  <a:pt x="0" y="46"/>
                </a:cubicBezTo>
                <a:cubicBezTo>
                  <a:pt x="4" y="24"/>
                  <a:pt x="4" y="24"/>
                  <a:pt x="4" y="24"/>
                </a:cubicBezTo>
                <a:cubicBezTo>
                  <a:pt x="27" y="24"/>
                  <a:pt x="2" y="24"/>
                  <a:pt x="25" y="24"/>
                </a:cubicBezTo>
                <a:cubicBezTo>
                  <a:pt x="32" y="34"/>
                  <a:pt x="32" y="34"/>
                  <a:pt x="32" y="34"/>
                </a:cubicBezTo>
                <a:cubicBezTo>
                  <a:pt x="37" y="33"/>
                  <a:pt x="37" y="33"/>
                  <a:pt x="37" y="33"/>
                </a:cubicBezTo>
                <a:cubicBezTo>
                  <a:pt x="37" y="33"/>
                  <a:pt x="37" y="33"/>
                  <a:pt x="37" y="33"/>
                </a:cubicBezTo>
                <a:cubicBezTo>
                  <a:pt x="35" y="22"/>
                  <a:pt x="35" y="22"/>
                  <a:pt x="35" y="22"/>
                </a:cubicBezTo>
                <a:cubicBezTo>
                  <a:pt x="28" y="20"/>
                  <a:pt x="28" y="20"/>
                  <a:pt x="28" y="20"/>
                </a:cubicBezTo>
                <a:cubicBezTo>
                  <a:pt x="28" y="10"/>
                  <a:pt x="28" y="10"/>
                  <a:pt x="28" y="10"/>
                </a:cubicBezTo>
                <a:cubicBezTo>
                  <a:pt x="71" y="0"/>
                  <a:pt x="71" y="0"/>
                  <a:pt x="71" y="0"/>
                </a:cubicBezTo>
                <a:cubicBezTo>
                  <a:pt x="71" y="30"/>
                  <a:pt x="71" y="30"/>
                  <a:pt x="71" y="30"/>
                </a:cubicBezTo>
                <a:cubicBezTo>
                  <a:pt x="53" y="26"/>
                  <a:pt x="53" y="26"/>
                  <a:pt x="53" y="26"/>
                </a:cubicBezTo>
                <a:close/>
                <a:moveTo>
                  <a:pt x="31" y="12"/>
                </a:moveTo>
                <a:cubicBezTo>
                  <a:pt x="31" y="14"/>
                  <a:pt x="31" y="14"/>
                  <a:pt x="31" y="14"/>
                </a:cubicBezTo>
                <a:cubicBezTo>
                  <a:pt x="67" y="12"/>
                  <a:pt x="67" y="12"/>
                  <a:pt x="67" y="12"/>
                </a:cubicBezTo>
                <a:cubicBezTo>
                  <a:pt x="67" y="5"/>
                  <a:pt x="67" y="5"/>
                  <a:pt x="67" y="5"/>
                </a:cubicBezTo>
                <a:lnTo>
                  <a:pt x="31" y="12"/>
                </a:lnTo>
                <a:close/>
              </a:path>
            </a:pathLst>
          </a:custGeom>
          <a:solidFill>
            <a:sysClr val="window" lastClr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</a:endParaRPr>
          </a:p>
        </p:txBody>
      </p:sp>
      <p:sp>
        <p:nvSpPr>
          <p:cNvPr id="17" name="PA_椭圆 16">
            <a:extLst>
              <a:ext uri="{FF2B5EF4-FFF2-40B4-BE49-F238E27FC236}">
                <a16:creationId xmlns:a16="http://schemas.microsoft.com/office/drawing/2014/main" id="{A5E9AEB8-B39D-459E-B021-720C3470386C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5776913" y="3459163"/>
            <a:ext cx="2286000" cy="2286000"/>
          </a:xfrm>
          <a:prstGeom prst="ellipse">
            <a:avLst/>
          </a:prstGeom>
          <a:solidFill>
            <a:srgbClr val="005825">
              <a:alpha val="81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8" name="PA_任意多边形 17">
            <a:extLst>
              <a:ext uri="{FF2B5EF4-FFF2-40B4-BE49-F238E27FC236}">
                <a16:creationId xmlns:a16="http://schemas.microsoft.com/office/drawing/2014/main" id="{295238AE-4AD3-42FF-B748-D13A7F1C559B}"/>
              </a:ext>
            </a:extLst>
          </p:cNvPr>
          <p:cNvSpPr>
            <a:spLocks noEditPoints="1" noChangeArrowheads="1"/>
          </p:cNvSpPr>
          <p:nvPr>
            <p:custDataLst>
              <p:tags r:id="rId8"/>
            </p:custDataLst>
          </p:nvPr>
        </p:nvSpPr>
        <p:spPr bwMode="auto">
          <a:xfrm>
            <a:off x="6773448" y="4458861"/>
            <a:ext cx="672381" cy="576327"/>
          </a:xfrm>
          <a:custGeom>
            <a:avLst/>
            <a:gdLst>
              <a:gd name="T0" fmla="*/ 7 w 81"/>
              <a:gd name="T1" fmla="*/ 9 h 69"/>
              <a:gd name="T2" fmla="*/ 34 w 81"/>
              <a:gd name="T3" fmla="*/ 9 h 69"/>
              <a:gd name="T4" fmla="*/ 15 w 81"/>
              <a:gd name="T5" fmla="*/ 17 h 69"/>
              <a:gd name="T6" fmla="*/ 8 w 81"/>
              <a:gd name="T7" fmla="*/ 17 h 69"/>
              <a:gd name="T8" fmla="*/ 8 w 81"/>
              <a:gd name="T9" fmla="*/ 51 h 69"/>
              <a:gd name="T10" fmla="*/ 56 w 81"/>
              <a:gd name="T11" fmla="*/ 51 h 69"/>
              <a:gd name="T12" fmla="*/ 56 w 81"/>
              <a:gd name="T13" fmla="*/ 41 h 69"/>
              <a:gd name="T14" fmla="*/ 65 w 81"/>
              <a:gd name="T15" fmla="*/ 38 h 69"/>
              <a:gd name="T16" fmla="*/ 65 w 81"/>
              <a:gd name="T17" fmla="*/ 52 h 69"/>
              <a:gd name="T18" fmla="*/ 58 w 81"/>
              <a:gd name="T19" fmla="*/ 60 h 69"/>
              <a:gd name="T20" fmla="*/ 42 w 81"/>
              <a:gd name="T21" fmla="*/ 60 h 69"/>
              <a:gd name="T22" fmla="*/ 42 w 81"/>
              <a:gd name="T23" fmla="*/ 65 h 69"/>
              <a:gd name="T24" fmla="*/ 56 w 81"/>
              <a:gd name="T25" fmla="*/ 65 h 69"/>
              <a:gd name="T26" fmla="*/ 56 w 81"/>
              <a:gd name="T27" fmla="*/ 69 h 69"/>
              <a:gd name="T28" fmla="*/ 10 w 81"/>
              <a:gd name="T29" fmla="*/ 69 h 69"/>
              <a:gd name="T30" fmla="*/ 10 w 81"/>
              <a:gd name="T31" fmla="*/ 65 h 69"/>
              <a:gd name="T32" fmla="*/ 24 w 81"/>
              <a:gd name="T33" fmla="*/ 65 h 69"/>
              <a:gd name="T34" fmla="*/ 24 w 81"/>
              <a:gd name="T35" fmla="*/ 60 h 69"/>
              <a:gd name="T36" fmla="*/ 7 w 81"/>
              <a:gd name="T37" fmla="*/ 60 h 69"/>
              <a:gd name="T38" fmla="*/ 0 w 81"/>
              <a:gd name="T39" fmla="*/ 52 h 69"/>
              <a:gd name="T40" fmla="*/ 0 w 81"/>
              <a:gd name="T41" fmla="*/ 17 h 69"/>
              <a:gd name="T42" fmla="*/ 7 w 81"/>
              <a:gd name="T43" fmla="*/ 9 h 69"/>
              <a:gd name="T44" fmla="*/ 69 w 81"/>
              <a:gd name="T45" fmla="*/ 0 h 69"/>
              <a:gd name="T46" fmla="*/ 29 w 81"/>
              <a:gd name="T47" fmla="*/ 14 h 69"/>
              <a:gd name="T48" fmla="*/ 49 w 81"/>
              <a:gd name="T49" fmla="*/ 18 h 69"/>
              <a:gd name="T50" fmla="*/ 49 w 81"/>
              <a:gd name="T51" fmla="*/ 18 h 69"/>
              <a:gd name="T52" fmla="*/ 54 w 81"/>
              <a:gd name="T53" fmla="*/ 19 h 69"/>
              <a:gd name="T54" fmla="*/ 54 w 81"/>
              <a:gd name="T55" fmla="*/ 19 h 69"/>
              <a:gd name="T56" fmla="*/ 69 w 81"/>
              <a:gd name="T57" fmla="*/ 0 h 69"/>
              <a:gd name="T58" fmla="*/ 72 w 81"/>
              <a:gd name="T59" fmla="*/ 1 h 69"/>
              <a:gd name="T60" fmla="*/ 56 w 81"/>
              <a:gd name="T61" fmla="*/ 21 h 69"/>
              <a:gd name="T62" fmla="*/ 54 w 81"/>
              <a:gd name="T63" fmla="*/ 22 h 69"/>
              <a:gd name="T64" fmla="*/ 28 w 81"/>
              <a:gd name="T65" fmla="*/ 17 h 69"/>
              <a:gd name="T66" fmla="*/ 28 w 81"/>
              <a:gd name="T67" fmla="*/ 19 h 69"/>
              <a:gd name="T68" fmla="*/ 36 w 81"/>
              <a:gd name="T69" fmla="*/ 40 h 69"/>
              <a:gd name="T70" fmla="*/ 37 w 81"/>
              <a:gd name="T71" fmla="*/ 42 h 69"/>
              <a:gd name="T72" fmla="*/ 43 w 81"/>
              <a:gd name="T73" fmla="*/ 29 h 69"/>
              <a:gd name="T74" fmla="*/ 45 w 81"/>
              <a:gd name="T75" fmla="*/ 29 h 69"/>
              <a:gd name="T76" fmla="*/ 45 w 81"/>
              <a:gd name="T77" fmla="*/ 29 h 69"/>
              <a:gd name="T78" fmla="*/ 46 w 81"/>
              <a:gd name="T79" fmla="*/ 31 h 69"/>
              <a:gd name="T80" fmla="*/ 40 w 81"/>
              <a:gd name="T81" fmla="*/ 43 h 69"/>
              <a:gd name="T82" fmla="*/ 42 w 81"/>
              <a:gd name="T83" fmla="*/ 43 h 69"/>
              <a:gd name="T84" fmla="*/ 78 w 81"/>
              <a:gd name="T85" fmla="*/ 29 h 69"/>
              <a:gd name="T86" fmla="*/ 79 w 81"/>
              <a:gd name="T87" fmla="*/ 29 h 69"/>
              <a:gd name="T88" fmla="*/ 66 w 81"/>
              <a:gd name="T89" fmla="*/ 23 h 69"/>
              <a:gd name="T90" fmla="*/ 66 w 81"/>
              <a:gd name="T91" fmla="*/ 21 h 69"/>
              <a:gd name="T92" fmla="*/ 66 w 81"/>
              <a:gd name="T93" fmla="*/ 21 h 69"/>
              <a:gd name="T94" fmla="*/ 68 w 81"/>
              <a:gd name="T95" fmla="*/ 20 h 69"/>
              <a:gd name="T96" fmla="*/ 81 w 81"/>
              <a:gd name="T97" fmla="*/ 26 h 69"/>
              <a:gd name="T98" fmla="*/ 81 w 81"/>
              <a:gd name="T99" fmla="*/ 23 h 69"/>
              <a:gd name="T100" fmla="*/ 73 w 81"/>
              <a:gd name="T101" fmla="*/ 3 h 69"/>
              <a:gd name="T102" fmla="*/ 72 w 81"/>
              <a:gd name="T103" fmla="*/ 1 h 69"/>
              <a:gd name="T104" fmla="*/ 56 w 81"/>
              <a:gd name="T105" fmla="*/ 55 h 69"/>
              <a:gd name="T106" fmla="*/ 54 w 81"/>
              <a:gd name="T107" fmla="*/ 57 h 69"/>
              <a:gd name="T108" fmla="*/ 56 w 81"/>
              <a:gd name="T109" fmla="*/ 59 h 69"/>
              <a:gd name="T110" fmla="*/ 58 w 81"/>
              <a:gd name="T111" fmla="*/ 57 h 69"/>
              <a:gd name="T112" fmla="*/ 56 w 81"/>
              <a:gd name="T113" fmla="*/ 55 h 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81" h="69">
                <a:moveTo>
                  <a:pt x="7" y="9"/>
                </a:moveTo>
                <a:cubicBezTo>
                  <a:pt x="34" y="9"/>
                  <a:pt x="34" y="9"/>
                  <a:pt x="34" y="9"/>
                </a:cubicBezTo>
                <a:cubicBezTo>
                  <a:pt x="15" y="17"/>
                  <a:pt x="15" y="17"/>
                  <a:pt x="15" y="17"/>
                </a:cubicBezTo>
                <a:cubicBezTo>
                  <a:pt x="8" y="17"/>
                  <a:pt x="8" y="17"/>
                  <a:pt x="8" y="17"/>
                </a:cubicBezTo>
                <a:cubicBezTo>
                  <a:pt x="8" y="51"/>
                  <a:pt x="8" y="51"/>
                  <a:pt x="8" y="51"/>
                </a:cubicBezTo>
                <a:cubicBezTo>
                  <a:pt x="56" y="51"/>
                  <a:pt x="56" y="51"/>
                  <a:pt x="56" y="51"/>
                </a:cubicBezTo>
                <a:cubicBezTo>
                  <a:pt x="56" y="41"/>
                  <a:pt x="56" y="41"/>
                  <a:pt x="56" y="41"/>
                </a:cubicBezTo>
                <a:cubicBezTo>
                  <a:pt x="65" y="38"/>
                  <a:pt x="65" y="38"/>
                  <a:pt x="65" y="38"/>
                </a:cubicBezTo>
                <a:cubicBezTo>
                  <a:pt x="65" y="52"/>
                  <a:pt x="65" y="52"/>
                  <a:pt x="65" y="52"/>
                </a:cubicBezTo>
                <a:cubicBezTo>
                  <a:pt x="65" y="56"/>
                  <a:pt x="62" y="60"/>
                  <a:pt x="58" y="60"/>
                </a:cubicBezTo>
                <a:cubicBezTo>
                  <a:pt x="42" y="60"/>
                  <a:pt x="42" y="60"/>
                  <a:pt x="42" y="60"/>
                </a:cubicBezTo>
                <a:cubicBezTo>
                  <a:pt x="42" y="65"/>
                  <a:pt x="42" y="65"/>
                  <a:pt x="42" y="65"/>
                </a:cubicBezTo>
                <a:cubicBezTo>
                  <a:pt x="56" y="65"/>
                  <a:pt x="56" y="65"/>
                  <a:pt x="56" y="65"/>
                </a:cubicBezTo>
                <a:cubicBezTo>
                  <a:pt x="56" y="69"/>
                  <a:pt x="56" y="69"/>
                  <a:pt x="56" y="69"/>
                </a:cubicBezTo>
                <a:cubicBezTo>
                  <a:pt x="10" y="69"/>
                  <a:pt x="10" y="69"/>
                  <a:pt x="10" y="69"/>
                </a:cubicBezTo>
                <a:cubicBezTo>
                  <a:pt x="10" y="65"/>
                  <a:pt x="10" y="65"/>
                  <a:pt x="10" y="65"/>
                </a:cubicBezTo>
                <a:cubicBezTo>
                  <a:pt x="24" y="65"/>
                  <a:pt x="24" y="65"/>
                  <a:pt x="24" y="65"/>
                </a:cubicBezTo>
                <a:cubicBezTo>
                  <a:pt x="24" y="60"/>
                  <a:pt x="24" y="60"/>
                  <a:pt x="24" y="60"/>
                </a:cubicBezTo>
                <a:cubicBezTo>
                  <a:pt x="7" y="60"/>
                  <a:pt x="7" y="60"/>
                  <a:pt x="7" y="60"/>
                </a:cubicBezTo>
                <a:cubicBezTo>
                  <a:pt x="3" y="60"/>
                  <a:pt x="0" y="56"/>
                  <a:pt x="0" y="52"/>
                </a:cubicBezTo>
                <a:cubicBezTo>
                  <a:pt x="0" y="17"/>
                  <a:pt x="0" y="17"/>
                  <a:pt x="0" y="17"/>
                </a:cubicBezTo>
                <a:cubicBezTo>
                  <a:pt x="0" y="13"/>
                  <a:pt x="3" y="9"/>
                  <a:pt x="7" y="9"/>
                </a:cubicBezTo>
                <a:close/>
                <a:moveTo>
                  <a:pt x="69" y="0"/>
                </a:moveTo>
                <a:cubicBezTo>
                  <a:pt x="29" y="14"/>
                  <a:pt x="29" y="14"/>
                  <a:pt x="29" y="14"/>
                </a:cubicBezTo>
                <a:cubicBezTo>
                  <a:pt x="49" y="18"/>
                  <a:pt x="49" y="18"/>
                  <a:pt x="49" y="18"/>
                </a:cubicBezTo>
                <a:cubicBezTo>
                  <a:pt x="49" y="18"/>
                  <a:pt x="49" y="18"/>
                  <a:pt x="49" y="18"/>
                </a:cubicBezTo>
                <a:cubicBezTo>
                  <a:pt x="54" y="19"/>
                  <a:pt x="54" y="19"/>
                  <a:pt x="54" y="19"/>
                </a:cubicBezTo>
                <a:cubicBezTo>
                  <a:pt x="54" y="19"/>
                  <a:pt x="54" y="19"/>
                  <a:pt x="54" y="19"/>
                </a:cubicBezTo>
                <a:cubicBezTo>
                  <a:pt x="69" y="0"/>
                  <a:pt x="69" y="0"/>
                  <a:pt x="69" y="0"/>
                </a:cubicBezTo>
                <a:close/>
                <a:moveTo>
                  <a:pt x="72" y="1"/>
                </a:moveTo>
                <a:cubicBezTo>
                  <a:pt x="67" y="8"/>
                  <a:pt x="61" y="14"/>
                  <a:pt x="56" y="21"/>
                </a:cubicBezTo>
                <a:cubicBezTo>
                  <a:pt x="55" y="21"/>
                  <a:pt x="54" y="22"/>
                  <a:pt x="54" y="22"/>
                </a:cubicBezTo>
                <a:cubicBezTo>
                  <a:pt x="28" y="17"/>
                  <a:pt x="28" y="17"/>
                  <a:pt x="28" y="17"/>
                </a:cubicBezTo>
                <a:cubicBezTo>
                  <a:pt x="28" y="18"/>
                  <a:pt x="28" y="19"/>
                  <a:pt x="28" y="19"/>
                </a:cubicBezTo>
                <a:cubicBezTo>
                  <a:pt x="36" y="40"/>
                  <a:pt x="36" y="40"/>
                  <a:pt x="36" y="40"/>
                </a:cubicBezTo>
                <a:cubicBezTo>
                  <a:pt x="36" y="41"/>
                  <a:pt x="37" y="41"/>
                  <a:pt x="37" y="42"/>
                </a:cubicBezTo>
                <a:cubicBezTo>
                  <a:pt x="43" y="29"/>
                  <a:pt x="43" y="29"/>
                  <a:pt x="43" y="29"/>
                </a:cubicBezTo>
                <a:cubicBezTo>
                  <a:pt x="43" y="29"/>
                  <a:pt x="44" y="28"/>
                  <a:pt x="45" y="29"/>
                </a:cubicBezTo>
                <a:cubicBezTo>
                  <a:pt x="45" y="29"/>
                  <a:pt x="45" y="29"/>
                  <a:pt x="45" y="29"/>
                </a:cubicBezTo>
                <a:cubicBezTo>
                  <a:pt x="46" y="29"/>
                  <a:pt x="46" y="30"/>
                  <a:pt x="46" y="31"/>
                </a:cubicBezTo>
                <a:cubicBezTo>
                  <a:pt x="40" y="43"/>
                  <a:pt x="40" y="43"/>
                  <a:pt x="40" y="43"/>
                </a:cubicBezTo>
                <a:cubicBezTo>
                  <a:pt x="41" y="43"/>
                  <a:pt x="41" y="43"/>
                  <a:pt x="42" y="43"/>
                </a:cubicBezTo>
                <a:cubicBezTo>
                  <a:pt x="78" y="29"/>
                  <a:pt x="78" y="29"/>
                  <a:pt x="78" y="29"/>
                </a:cubicBezTo>
                <a:cubicBezTo>
                  <a:pt x="79" y="29"/>
                  <a:pt x="79" y="29"/>
                  <a:pt x="79" y="29"/>
                </a:cubicBezTo>
                <a:cubicBezTo>
                  <a:pt x="66" y="23"/>
                  <a:pt x="66" y="23"/>
                  <a:pt x="66" y="23"/>
                </a:cubicBezTo>
                <a:cubicBezTo>
                  <a:pt x="66" y="22"/>
                  <a:pt x="65" y="21"/>
                  <a:pt x="66" y="21"/>
                </a:cubicBezTo>
                <a:cubicBezTo>
                  <a:pt x="66" y="21"/>
                  <a:pt x="66" y="21"/>
                  <a:pt x="66" y="21"/>
                </a:cubicBezTo>
                <a:cubicBezTo>
                  <a:pt x="66" y="20"/>
                  <a:pt x="67" y="20"/>
                  <a:pt x="68" y="20"/>
                </a:cubicBezTo>
                <a:cubicBezTo>
                  <a:pt x="81" y="26"/>
                  <a:pt x="81" y="26"/>
                  <a:pt x="81" y="26"/>
                </a:cubicBezTo>
                <a:cubicBezTo>
                  <a:pt x="81" y="25"/>
                  <a:pt x="81" y="24"/>
                  <a:pt x="81" y="23"/>
                </a:cubicBezTo>
                <a:cubicBezTo>
                  <a:pt x="73" y="3"/>
                  <a:pt x="73" y="3"/>
                  <a:pt x="73" y="3"/>
                </a:cubicBezTo>
                <a:cubicBezTo>
                  <a:pt x="73" y="2"/>
                  <a:pt x="73" y="1"/>
                  <a:pt x="72" y="1"/>
                </a:cubicBezTo>
                <a:close/>
                <a:moveTo>
                  <a:pt x="56" y="55"/>
                </a:moveTo>
                <a:cubicBezTo>
                  <a:pt x="55" y="55"/>
                  <a:pt x="54" y="56"/>
                  <a:pt x="54" y="57"/>
                </a:cubicBezTo>
                <a:cubicBezTo>
                  <a:pt x="54" y="58"/>
                  <a:pt x="55" y="59"/>
                  <a:pt x="56" y="59"/>
                </a:cubicBezTo>
                <a:cubicBezTo>
                  <a:pt x="57" y="59"/>
                  <a:pt x="58" y="58"/>
                  <a:pt x="58" y="57"/>
                </a:cubicBezTo>
                <a:cubicBezTo>
                  <a:pt x="58" y="56"/>
                  <a:pt x="57" y="55"/>
                  <a:pt x="56" y="55"/>
                </a:cubicBezTo>
                <a:close/>
              </a:path>
            </a:pathLst>
          </a:custGeom>
          <a:solidFill>
            <a:sysClr val="window" lastClr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</a:endParaRPr>
          </a:p>
        </p:txBody>
      </p:sp>
      <p:sp>
        <p:nvSpPr>
          <p:cNvPr id="19" name="PA_矩形 18">
            <a:extLst>
              <a:ext uri="{FF2B5EF4-FFF2-40B4-BE49-F238E27FC236}">
                <a16:creationId xmlns:a16="http://schemas.microsoft.com/office/drawing/2014/main" id="{12F21560-6956-4A1A-9160-9529FDB17D9B}"/>
              </a:ext>
            </a:extLst>
          </p:cNvPr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522514" y="2542441"/>
            <a:ext cx="3330350" cy="9002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457200"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  <a:lvl2pPr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lvl="0" indent="0" algn="r" defTabSz="91440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kern="0">
                <a:solidFill>
                  <a:srgbClr val="262626"/>
                </a:solidFill>
              </a:rPr>
              <a:t>点击此处添加文本内容</a:t>
            </a:r>
            <a:r>
              <a:rPr lang="zh-CN" altLang="en-US" sz="1400" kern="0" dirty="0">
                <a:solidFill>
                  <a:srgbClr val="262626"/>
                </a:solidFill>
              </a:rPr>
              <a:t>，如关键词、部分简单介绍等。</a:t>
            </a:r>
            <a:r>
              <a:rPr lang="zh-CN" altLang="en-US" sz="1400" kern="0">
                <a:solidFill>
                  <a:srgbClr val="262626"/>
                </a:solidFill>
              </a:rPr>
              <a:t>点击此处添加文本内容</a:t>
            </a:r>
            <a:r>
              <a:rPr lang="zh-CN" altLang="en-US" sz="1400" kern="0" dirty="0">
                <a:solidFill>
                  <a:srgbClr val="262626"/>
                </a:solidFill>
              </a:rPr>
              <a:t>，如关键词、部分简单介绍等。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PA_矩形 19">
            <a:extLst>
              <a:ext uri="{FF2B5EF4-FFF2-40B4-BE49-F238E27FC236}">
                <a16:creationId xmlns:a16="http://schemas.microsoft.com/office/drawing/2014/main" id="{D7D46DE5-96AD-4284-A552-2FAC13C8449F}"/>
              </a:ext>
            </a:extLst>
          </p:cNvPr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668463" y="2022244"/>
            <a:ext cx="2185214" cy="441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indent="457200"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  <a:lvl2pPr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marL="0" marR="0" lvl="0" indent="457200" defTabSz="91440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582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输入标题文字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5825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PA_矩形 20">
            <a:extLst>
              <a:ext uri="{FF2B5EF4-FFF2-40B4-BE49-F238E27FC236}">
                <a16:creationId xmlns:a16="http://schemas.microsoft.com/office/drawing/2014/main" id="{E98059C2-5672-470C-A28B-629AC7C39567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522514" y="4652425"/>
            <a:ext cx="3330350" cy="9002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457200"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  <a:lvl2pPr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lvl="0" indent="0" algn="r" defTabSz="91440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kern="0">
                <a:solidFill>
                  <a:srgbClr val="262626"/>
                </a:solidFill>
              </a:rPr>
              <a:t>点击此处添加文本内容</a:t>
            </a:r>
            <a:r>
              <a:rPr lang="zh-CN" altLang="en-US" sz="1400" kern="0" dirty="0">
                <a:solidFill>
                  <a:srgbClr val="262626"/>
                </a:solidFill>
              </a:rPr>
              <a:t>，如关键词、部分简单介绍等。</a:t>
            </a:r>
            <a:r>
              <a:rPr lang="zh-CN" altLang="en-US" sz="1400" kern="0">
                <a:solidFill>
                  <a:srgbClr val="262626"/>
                </a:solidFill>
              </a:rPr>
              <a:t>点击此处添加文本内容</a:t>
            </a:r>
            <a:r>
              <a:rPr lang="zh-CN" altLang="en-US" sz="1400" kern="0" dirty="0">
                <a:solidFill>
                  <a:srgbClr val="262626"/>
                </a:solidFill>
              </a:rPr>
              <a:t>，如关键词、部分简单介绍等。</a:t>
            </a:r>
          </a:p>
        </p:txBody>
      </p:sp>
      <p:sp>
        <p:nvSpPr>
          <p:cNvPr id="22" name="PA_矩形 21">
            <a:extLst>
              <a:ext uri="{FF2B5EF4-FFF2-40B4-BE49-F238E27FC236}">
                <a16:creationId xmlns:a16="http://schemas.microsoft.com/office/drawing/2014/main" id="{6B1B970B-205D-46F7-B238-D8550936DC2F}"/>
              </a:ext>
            </a:extLst>
          </p:cNvPr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1668464" y="4015467"/>
            <a:ext cx="2185214" cy="441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indent="457200"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  <a:lvl2pPr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marL="0" marR="0" lvl="0" indent="457200" defTabSz="91440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582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输入标题文字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5825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PA_矩形 22">
            <a:extLst>
              <a:ext uri="{FF2B5EF4-FFF2-40B4-BE49-F238E27FC236}">
                <a16:creationId xmlns:a16="http://schemas.microsoft.com/office/drawing/2014/main" id="{73EC0F52-4E51-493B-879A-75EB091734FF}"/>
              </a:ext>
            </a:extLst>
          </p:cNvPr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8351838" y="2542441"/>
            <a:ext cx="3230562" cy="9002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lvl="0" defTabSz="91440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kern="0">
                <a:solidFill>
                  <a:srgbClr val="262626"/>
                </a:solidFill>
              </a:rPr>
              <a:t>点击此处添加文本内容</a:t>
            </a:r>
            <a:r>
              <a:rPr lang="zh-CN" altLang="en-US" sz="1400" kern="0" dirty="0">
                <a:solidFill>
                  <a:srgbClr val="262626"/>
                </a:solidFill>
              </a:rPr>
              <a:t>，如关键词、部分简单介绍等。</a:t>
            </a:r>
            <a:r>
              <a:rPr lang="zh-CN" altLang="en-US" sz="1400" kern="0">
                <a:solidFill>
                  <a:srgbClr val="262626"/>
                </a:solidFill>
              </a:rPr>
              <a:t>点击此处添加文本内容</a:t>
            </a:r>
            <a:r>
              <a:rPr lang="zh-CN" altLang="en-US" sz="1400" kern="0" dirty="0">
                <a:solidFill>
                  <a:srgbClr val="262626"/>
                </a:solidFill>
              </a:rPr>
              <a:t>，如关键词、部分简单介绍等。</a:t>
            </a:r>
            <a:endParaRPr lang="zh-CN" altLang="en-US" sz="1400" kern="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PA_矩形 23">
            <a:extLst>
              <a:ext uri="{FF2B5EF4-FFF2-40B4-BE49-F238E27FC236}">
                <a16:creationId xmlns:a16="http://schemas.microsoft.com/office/drawing/2014/main" id="{3EA4E968-FCB3-46DD-AB4E-BB155325DE23}"/>
              </a:ext>
            </a:extLst>
          </p:cNvPr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8351838" y="2022244"/>
            <a:ext cx="1723549" cy="441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defTabSz="91440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005825"/>
                </a:solidFill>
                <a:latin typeface="微软雅黑" pitchFamily="34" charset="-122"/>
              </a:rPr>
              <a:t>输入标题文字</a:t>
            </a:r>
            <a:endParaRPr lang="en-US" altLang="zh-CN" sz="2000" b="1" dirty="0">
              <a:solidFill>
                <a:srgbClr val="005825"/>
              </a:solidFill>
              <a:latin typeface="微软雅黑" pitchFamily="34" charset="-122"/>
            </a:endParaRPr>
          </a:p>
        </p:txBody>
      </p:sp>
      <p:sp>
        <p:nvSpPr>
          <p:cNvPr id="25" name="PA_矩形 24">
            <a:extLst>
              <a:ext uri="{FF2B5EF4-FFF2-40B4-BE49-F238E27FC236}">
                <a16:creationId xmlns:a16="http://schemas.microsoft.com/office/drawing/2014/main" id="{D0AA1922-2B7E-4839-A030-37E38B1CBD2D}"/>
              </a:ext>
            </a:extLst>
          </p:cNvPr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8351838" y="4652425"/>
            <a:ext cx="3230562" cy="9002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lvl="0" defTabSz="91440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kern="0">
                <a:solidFill>
                  <a:srgbClr val="262626"/>
                </a:solidFill>
              </a:rPr>
              <a:t>点击此处添加文本内容</a:t>
            </a:r>
            <a:r>
              <a:rPr lang="zh-CN" altLang="en-US" sz="1400" kern="0" dirty="0">
                <a:solidFill>
                  <a:srgbClr val="262626"/>
                </a:solidFill>
              </a:rPr>
              <a:t>，如关键词、部分简单介绍等。</a:t>
            </a:r>
            <a:r>
              <a:rPr lang="zh-CN" altLang="en-US" sz="1400" kern="0">
                <a:solidFill>
                  <a:srgbClr val="262626"/>
                </a:solidFill>
              </a:rPr>
              <a:t>点击此处添加文本内容</a:t>
            </a:r>
            <a:r>
              <a:rPr lang="zh-CN" altLang="en-US" sz="1400" kern="0" dirty="0">
                <a:solidFill>
                  <a:srgbClr val="262626"/>
                </a:solidFill>
              </a:rPr>
              <a:t>，如关键词、部分简单介绍等。</a:t>
            </a:r>
            <a:endParaRPr lang="zh-CN" altLang="en-US" sz="1400" kern="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" name="PA_矩形 25">
            <a:extLst>
              <a:ext uri="{FF2B5EF4-FFF2-40B4-BE49-F238E27FC236}">
                <a16:creationId xmlns:a16="http://schemas.microsoft.com/office/drawing/2014/main" id="{AEECB288-0473-41DF-A2C1-BD03551D261E}"/>
              </a:ext>
            </a:extLst>
          </p:cNvPr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8351838" y="4015467"/>
            <a:ext cx="1723549" cy="441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defTabSz="91440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005825"/>
                </a:solidFill>
                <a:latin typeface="微软雅黑" pitchFamily="34" charset="-122"/>
              </a:rPr>
              <a:t>输入标题文字</a:t>
            </a:r>
            <a:endParaRPr lang="en-US" altLang="zh-CN" sz="2000" b="1" dirty="0">
              <a:solidFill>
                <a:srgbClr val="005825"/>
              </a:solidFill>
              <a:latin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671052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5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5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5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6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6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7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7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7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8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图片 63">
            <a:extLst>
              <a:ext uri="{FF2B5EF4-FFF2-40B4-BE49-F238E27FC236}">
                <a16:creationId xmlns:a16="http://schemas.microsoft.com/office/drawing/2014/main" id="{3B67F843-08A8-4E3B-80F9-AF5591D28CAB}"/>
              </a:ext>
            </a:extLst>
          </p:cNvPr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3" b="78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5" name="矩形 64">
            <a:extLst>
              <a:ext uri="{FF2B5EF4-FFF2-40B4-BE49-F238E27FC236}">
                <a16:creationId xmlns:a16="http://schemas.microsoft.com/office/drawing/2014/main" id="{7D6B3F08-FEEB-43A5-BDE7-EC95A07E8EF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D0D41A9-C451-4D36-9614-D42257C7A753}"/>
              </a:ext>
            </a:extLst>
          </p:cNvPr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5570" y="179061"/>
            <a:ext cx="2162258" cy="5455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3E36ADF9-64AB-4450-A972-DC03712A0BE9}"/>
              </a:ext>
            </a:extLst>
          </p:cNvPr>
          <p:cNvGrpSpPr/>
          <p:nvPr/>
        </p:nvGrpSpPr>
        <p:grpSpPr>
          <a:xfrm>
            <a:off x="229435" y="144004"/>
            <a:ext cx="3658643" cy="646331"/>
            <a:chOff x="368331" y="209716"/>
            <a:chExt cx="3658643" cy="646331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B81BBF6F-960C-4894-9188-B0BC95D25783}"/>
                </a:ext>
              </a:extLst>
            </p:cNvPr>
            <p:cNvGrpSpPr/>
            <p:nvPr/>
          </p:nvGrpSpPr>
          <p:grpSpPr>
            <a:xfrm>
              <a:off x="368331" y="209716"/>
              <a:ext cx="575110" cy="646331"/>
              <a:chOff x="368331" y="348215"/>
              <a:chExt cx="936000" cy="1051912"/>
            </a:xfrm>
          </p:grpSpPr>
          <p:sp>
            <p:nvSpPr>
              <p:cNvPr id="59" name="椭圆 58">
                <a:extLst>
                  <a:ext uri="{FF2B5EF4-FFF2-40B4-BE49-F238E27FC236}">
                    <a16:creationId xmlns:a16="http://schemas.microsoft.com/office/drawing/2014/main" id="{A5D48676-B157-4558-951B-BFB4E5889968}"/>
                  </a:ext>
                </a:extLst>
              </p:cNvPr>
              <p:cNvSpPr/>
              <p:nvPr/>
            </p:nvSpPr>
            <p:spPr>
              <a:xfrm>
                <a:off x="368331" y="388046"/>
                <a:ext cx="936000" cy="936000"/>
              </a:xfrm>
              <a:prstGeom prst="ellipse">
                <a:avLst/>
              </a:prstGeom>
              <a:solidFill>
                <a:srgbClr val="005825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50" b="1">
                  <a:cs typeface="+mn-ea"/>
                  <a:sym typeface="+mn-lt"/>
                </a:endParaRPr>
              </a:p>
            </p:txBody>
          </p:sp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6DD61D0D-8498-432F-932D-ADF5FD30970C}"/>
                  </a:ext>
                </a:extLst>
              </p:cNvPr>
              <p:cNvSpPr txBox="1"/>
              <p:nvPr/>
            </p:nvSpPr>
            <p:spPr>
              <a:xfrm>
                <a:off x="416209" y="348215"/>
                <a:ext cx="840245" cy="10519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3600" b="1" dirty="0">
                    <a:solidFill>
                      <a:srgbClr val="FCFCFC"/>
                    </a:solidFill>
                    <a:cs typeface="+mn-ea"/>
                    <a:sym typeface="+mn-lt"/>
                  </a:rPr>
                  <a:t>1</a:t>
                </a:r>
                <a:endParaRPr lang="zh-CN" altLang="en-US" sz="3600" b="1" dirty="0">
                  <a:solidFill>
                    <a:srgbClr val="FCFCFC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45036A13-C542-4D43-B32E-26EA4801BB61}"/>
                </a:ext>
              </a:extLst>
            </p:cNvPr>
            <p:cNvSpPr txBox="1"/>
            <p:nvPr/>
          </p:nvSpPr>
          <p:spPr>
            <a:xfrm>
              <a:off x="1182495" y="302049"/>
              <a:ext cx="28444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5825"/>
                  </a:solidFill>
                  <a:cs typeface="+mn-ea"/>
                  <a:sym typeface="+mn-lt"/>
                </a:rPr>
                <a:t>课题背景及内容</a:t>
              </a:r>
            </a:p>
          </p:txBody>
        </p:sp>
      </p:grp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155567E-A2CB-45C2-8E11-E9373EFAA595}"/>
              </a:ext>
            </a:extLst>
          </p:cNvPr>
          <p:cNvCxnSpPr/>
          <p:nvPr/>
        </p:nvCxnSpPr>
        <p:spPr>
          <a:xfrm>
            <a:off x="0" y="856047"/>
            <a:ext cx="12192000" cy="0"/>
          </a:xfrm>
          <a:prstGeom prst="line">
            <a:avLst/>
          </a:prstGeom>
          <a:ln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PA_组合 4">
            <a:extLst>
              <a:ext uri="{FF2B5EF4-FFF2-40B4-BE49-F238E27FC236}">
                <a16:creationId xmlns:a16="http://schemas.microsoft.com/office/drawing/2014/main" id="{CAF5CCA4-C2A1-4DED-B182-D955EAF41005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275991" y="2165892"/>
            <a:ext cx="9730708" cy="3382264"/>
            <a:chOff x="1043600" y="1852773"/>
            <a:chExt cx="9730708" cy="3382264"/>
          </a:xfrm>
        </p:grpSpPr>
        <p:sp>
          <p:nvSpPr>
            <p:cNvPr id="11" name="PA_椭圆 10">
              <a:extLst>
                <a:ext uri="{FF2B5EF4-FFF2-40B4-BE49-F238E27FC236}">
                  <a16:creationId xmlns:a16="http://schemas.microsoft.com/office/drawing/2014/main" id="{88B538D9-4891-442D-8380-1E8E7D19E24F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294196" y="1852773"/>
              <a:ext cx="1490224" cy="1505325"/>
            </a:xfrm>
            <a:prstGeom prst="ellipse">
              <a:avLst/>
            </a:prstGeom>
            <a:solidFill>
              <a:srgbClr val="005825"/>
            </a:solidFill>
            <a:ln w="25400" cap="flat" cmpd="sng" algn="ctr">
              <a:noFill/>
              <a:prstDash val="solid"/>
            </a:ln>
            <a:effectLst/>
          </p:spPr>
          <p:txBody>
            <a:bodyPr tIns="648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时尚中黑简体" panose="01010104010101010101" pitchFamily="2" charset="-122"/>
                <a:ea typeface="时尚中黑简体" panose="01010104010101010101" pitchFamily="2" charset="-122"/>
                <a:cs typeface="+mn-cs"/>
                <a:sym typeface="时尚中黑简体" panose="01010104010101010101" pitchFamily="2" charset="-122"/>
              </a:endParaRPr>
            </a:p>
          </p:txBody>
        </p:sp>
        <p:sp>
          <p:nvSpPr>
            <p:cNvPr id="12" name="PA_圆角矩形 71">
              <a:extLst>
                <a:ext uri="{FF2B5EF4-FFF2-40B4-BE49-F238E27FC236}">
                  <a16:creationId xmlns:a16="http://schemas.microsoft.com/office/drawing/2014/main" id="{8F95AD83-1882-48A0-99C4-2C02EBAB4525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 rot="5400000">
              <a:off x="3113065" y="2378388"/>
              <a:ext cx="458699" cy="454094"/>
            </a:xfrm>
            <a:custGeom>
              <a:avLst/>
              <a:gdLst/>
              <a:ahLst/>
              <a:cxnLst/>
              <a:rect l="l" t="t" r="r" b="b"/>
              <a:pathLst>
                <a:path w="188854" h="188853">
                  <a:moveTo>
                    <a:pt x="94426" y="188853"/>
                  </a:moveTo>
                  <a:cubicBezTo>
                    <a:pt x="94427" y="188853"/>
                    <a:pt x="94427" y="188853"/>
                    <a:pt x="94427" y="188853"/>
                  </a:cubicBezTo>
                  <a:lnTo>
                    <a:pt x="94427" y="188853"/>
                  </a:lnTo>
                  <a:close/>
                  <a:moveTo>
                    <a:pt x="75358" y="7899"/>
                  </a:moveTo>
                  <a:cubicBezTo>
                    <a:pt x="80238" y="3018"/>
                    <a:pt x="86980" y="0"/>
                    <a:pt x="94427" y="0"/>
                  </a:cubicBezTo>
                  <a:lnTo>
                    <a:pt x="94427" y="1"/>
                  </a:lnTo>
                  <a:cubicBezTo>
                    <a:pt x="109322" y="1"/>
                    <a:pt x="121395" y="12075"/>
                    <a:pt x="121396" y="26969"/>
                  </a:cubicBezTo>
                  <a:lnTo>
                    <a:pt x="121395" y="67459"/>
                  </a:lnTo>
                  <a:lnTo>
                    <a:pt x="161886" y="67460"/>
                  </a:lnTo>
                  <a:cubicBezTo>
                    <a:pt x="176780" y="67460"/>
                    <a:pt x="188853" y="79534"/>
                    <a:pt x="188854" y="94428"/>
                  </a:cubicBezTo>
                  <a:lnTo>
                    <a:pt x="188852" y="94428"/>
                  </a:lnTo>
                  <a:cubicBezTo>
                    <a:pt x="188853" y="109322"/>
                    <a:pt x="176779" y="121396"/>
                    <a:pt x="161885" y="121395"/>
                  </a:cubicBezTo>
                  <a:lnTo>
                    <a:pt x="121395" y="121395"/>
                  </a:lnTo>
                  <a:lnTo>
                    <a:pt x="121395" y="161885"/>
                  </a:lnTo>
                  <a:cubicBezTo>
                    <a:pt x="121394" y="176779"/>
                    <a:pt x="109321" y="188853"/>
                    <a:pt x="94427" y="188853"/>
                  </a:cubicBezTo>
                  <a:cubicBezTo>
                    <a:pt x="79533" y="188853"/>
                    <a:pt x="67459" y="176779"/>
                    <a:pt x="67459" y="161885"/>
                  </a:cubicBezTo>
                  <a:lnTo>
                    <a:pt x="67460" y="121395"/>
                  </a:lnTo>
                  <a:lnTo>
                    <a:pt x="26969" y="121395"/>
                  </a:lnTo>
                  <a:cubicBezTo>
                    <a:pt x="12074" y="121395"/>
                    <a:pt x="1" y="109321"/>
                    <a:pt x="0" y="94427"/>
                  </a:cubicBezTo>
                  <a:lnTo>
                    <a:pt x="1" y="94428"/>
                  </a:lnTo>
                  <a:cubicBezTo>
                    <a:pt x="0" y="79534"/>
                    <a:pt x="12075" y="67460"/>
                    <a:pt x="26969" y="67459"/>
                  </a:cubicBezTo>
                  <a:lnTo>
                    <a:pt x="67460" y="67459"/>
                  </a:lnTo>
                  <a:lnTo>
                    <a:pt x="67459" y="26968"/>
                  </a:lnTo>
                  <a:cubicBezTo>
                    <a:pt x="67460" y="19521"/>
                    <a:pt x="70477" y="12780"/>
                    <a:pt x="75358" y="7899"/>
                  </a:cubicBezTo>
                  <a:close/>
                </a:path>
              </a:pathLst>
            </a:custGeom>
            <a:solidFill>
              <a:srgbClr val="005825"/>
            </a:solidFill>
            <a:ln w="25400" cap="flat" cmpd="sng" algn="ctr">
              <a:noFill/>
              <a:prstDash val="solid"/>
            </a:ln>
            <a:effectLst/>
          </p:spPr>
          <p:txBody>
            <a:bodyPr tIns="648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时尚中黑简体" panose="01010104010101010101" pitchFamily="2" charset="-122"/>
                <a:ea typeface="时尚中黑简体" panose="01010104010101010101" pitchFamily="2" charset="-122"/>
                <a:cs typeface="+mn-cs"/>
                <a:sym typeface="时尚中黑简体" panose="01010104010101010101" pitchFamily="2" charset="-122"/>
              </a:endParaRPr>
            </a:p>
          </p:txBody>
        </p:sp>
        <p:sp>
          <p:nvSpPr>
            <p:cNvPr id="13" name="PA_椭圆 12">
              <a:extLst>
                <a:ext uri="{FF2B5EF4-FFF2-40B4-BE49-F238E27FC236}">
                  <a16:creationId xmlns:a16="http://schemas.microsoft.com/office/drawing/2014/main" id="{C75ED636-AEC1-498C-AB11-F988AC629BD2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3808523" y="1880376"/>
              <a:ext cx="1490224" cy="1505325"/>
            </a:xfrm>
            <a:prstGeom prst="ellipse">
              <a:avLst/>
            </a:prstGeom>
            <a:solidFill>
              <a:srgbClr val="005825"/>
            </a:solidFill>
            <a:ln w="25400" cap="flat" cmpd="sng" algn="ctr">
              <a:noFill/>
              <a:prstDash val="solid"/>
            </a:ln>
            <a:effectLst/>
          </p:spPr>
          <p:txBody>
            <a:bodyPr tIns="648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时尚中黑简体" panose="01010104010101010101" pitchFamily="2" charset="-122"/>
                <a:ea typeface="时尚中黑简体" panose="01010104010101010101" pitchFamily="2" charset="-122"/>
                <a:cs typeface="+mn-cs"/>
                <a:sym typeface="时尚中黑简体" panose="01010104010101010101" pitchFamily="2" charset="-122"/>
              </a:endParaRPr>
            </a:p>
          </p:txBody>
        </p:sp>
        <p:sp>
          <p:nvSpPr>
            <p:cNvPr id="14" name="PA_圆角矩形 71">
              <a:extLst>
                <a:ext uri="{FF2B5EF4-FFF2-40B4-BE49-F238E27FC236}">
                  <a16:creationId xmlns:a16="http://schemas.microsoft.com/office/drawing/2014/main" id="{4C097D22-EE66-490A-8905-19AADF81161B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 rot="5400000">
              <a:off x="5627393" y="2362343"/>
              <a:ext cx="458699" cy="454094"/>
            </a:xfrm>
            <a:custGeom>
              <a:avLst/>
              <a:gdLst/>
              <a:ahLst/>
              <a:cxnLst/>
              <a:rect l="l" t="t" r="r" b="b"/>
              <a:pathLst>
                <a:path w="188854" h="188853">
                  <a:moveTo>
                    <a:pt x="94426" y="188853"/>
                  </a:moveTo>
                  <a:cubicBezTo>
                    <a:pt x="94427" y="188853"/>
                    <a:pt x="94427" y="188853"/>
                    <a:pt x="94427" y="188853"/>
                  </a:cubicBezTo>
                  <a:lnTo>
                    <a:pt x="94427" y="188853"/>
                  </a:lnTo>
                  <a:close/>
                  <a:moveTo>
                    <a:pt x="75358" y="7899"/>
                  </a:moveTo>
                  <a:cubicBezTo>
                    <a:pt x="80238" y="3018"/>
                    <a:pt x="86980" y="0"/>
                    <a:pt x="94427" y="0"/>
                  </a:cubicBezTo>
                  <a:lnTo>
                    <a:pt x="94427" y="1"/>
                  </a:lnTo>
                  <a:cubicBezTo>
                    <a:pt x="109322" y="1"/>
                    <a:pt x="121395" y="12075"/>
                    <a:pt x="121396" y="26969"/>
                  </a:cubicBezTo>
                  <a:lnTo>
                    <a:pt x="121395" y="67459"/>
                  </a:lnTo>
                  <a:lnTo>
                    <a:pt x="161886" y="67460"/>
                  </a:lnTo>
                  <a:cubicBezTo>
                    <a:pt x="176780" y="67460"/>
                    <a:pt x="188853" y="79534"/>
                    <a:pt x="188854" y="94428"/>
                  </a:cubicBezTo>
                  <a:lnTo>
                    <a:pt x="188852" y="94428"/>
                  </a:lnTo>
                  <a:cubicBezTo>
                    <a:pt x="188853" y="109322"/>
                    <a:pt x="176779" y="121396"/>
                    <a:pt x="161885" y="121395"/>
                  </a:cubicBezTo>
                  <a:lnTo>
                    <a:pt x="121395" y="121395"/>
                  </a:lnTo>
                  <a:lnTo>
                    <a:pt x="121395" y="161885"/>
                  </a:lnTo>
                  <a:cubicBezTo>
                    <a:pt x="121394" y="176779"/>
                    <a:pt x="109321" y="188853"/>
                    <a:pt x="94427" y="188853"/>
                  </a:cubicBezTo>
                  <a:cubicBezTo>
                    <a:pt x="79533" y="188853"/>
                    <a:pt x="67459" y="176779"/>
                    <a:pt x="67459" y="161885"/>
                  </a:cubicBezTo>
                  <a:lnTo>
                    <a:pt x="67460" y="121395"/>
                  </a:lnTo>
                  <a:lnTo>
                    <a:pt x="26969" y="121395"/>
                  </a:lnTo>
                  <a:cubicBezTo>
                    <a:pt x="12074" y="121395"/>
                    <a:pt x="1" y="109321"/>
                    <a:pt x="0" y="94427"/>
                  </a:cubicBezTo>
                  <a:lnTo>
                    <a:pt x="1" y="94428"/>
                  </a:lnTo>
                  <a:cubicBezTo>
                    <a:pt x="0" y="79534"/>
                    <a:pt x="12075" y="67460"/>
                    <a:pt x="26969" y="67459"/>
                  </a:cubicBezTo>
                  <a:lnTo>
                    <a:pt x="67460" y="67459"/>
                  </a:lnTo>
                  <a:lnTo>
                    <a:pt x="67459" y="26968"/>
                  </a:lnTo>
                  <a:cubicBezTo>
                    <a:pt x="67460" y="19521"/>
                    <a:pt x="70477" y="12780"/>
                    <a:pt x="75358" y="7899"/>
                  </a:cubicBezTo>
                  <a:close/>
                </a:path>
              </a:pathLst>
            </a:custGeom>
            <a:solidFill>
              <a:srgbClr val="005825"/>
            </a:solidFill>
            <a:ln w="25400" cap="flat" cmpd="sng" algn="ctr">
              <a:noFill/>
              <a:prstDash val="solid"/>
            </a:ln>
            <a:effectLst/>
          </p:spPr>
          <p:txBody>
            <a:bodyPr tIns="648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时尚中黑简体" panose="01010104010101010101" pitchFamily="2" charset="-122"/>
                <a:ea typeface="时尚中黑简体" panose="01010104010101010101" pitchFamily="2" charset="-122"/>
                <a:cs typeface="+mn-cs"/>
                <a:sym typeface="时尚中黑简体" panose="01010104010101010101" pitchFamily="2" charset="-122"/>
              </a:endParaRPr>
            </a:p>
          </p:txBody>
        </p:sp>
        <p:sp>
          <p:nvSpPr>
            <p:cNvPr id="15" name="PA_椭圆 14">
              <a:extLst>
                <a:ext uri="{FF2B5EF4-FFF2-40B4-BE49-F238E27FC236}">
                  <a16:creationId xmlns:a16="http://schemas.microsoft.com/office/drawing/2014/main" id="{2667C558-A6E1-47F4-91EA-42ECE3BB0E18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6322850" y="1864331"/>
              <a:ext cx="1490224" cy="1505325"/>
            </a:xfrm>
            <a:prstGeom prst="ellipse">
              <a:avLst/>
            </a:prstGeom>
            <a:solidFill>
              <a:srgbClr val="005825"/>
            </a:solidFill>
            <a:ln w="25400" cap="flat" cmpd="sng" algn="ctr">
              <a:noFill/>
              <a:prstDash val="solid"/>
            </a:ln>
            <a:effectLst/>
          </p:spPr>
          <p:txBody>
            <a:bodyPr tIns="648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时尚中黑简体" panose="01010104010101010101" pitchFamily="2" charset="-122"/>
                <a:ea typeface="时尚中黑简体" panose="01010104010101010101" pitchFamily="2" charset="-122"/>
                <a:cs typeface="+mn-cs"/>
                <a:sym typeface="时尚中黑简体" panose="01010104010101010101" pitchFamily="2" charset="-122"/>
              </a:endParaRPr>
            </a:p>
          </p:txBody>
        </p:sp>
        <p:sp>
          <p:nvSpPr>
            <p:cNvPr id="16" name="PA_等于号 11">
              <a:extLst>
                <a:ext uri="{FF2B5EF4-FFF2-40B4-BE49-F238E27FC236}">
                  <a16:creationId xmlns:a16="http://schemas.microsoft.com/office/drawing/2014/main" id="{0D61B943-4742-412F-8AF5-BB3A3FBDB4AB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8023718" y="2404348"/>
              <a:ext cx="693156" cy="425290"/>
            </a:xfrm>
            <a:prstGeom prst="mathEqual">
              <a:avLst/>
            </a:prstGeom>
            <a:solidFill>
              <a:srgbClr val="005825"/>
            </a:solidFill>
            <a:ln w="25400" cap="flat" cmpd="sng" algn="ctr">
              <a:noFill/>
              <a:prstDash val="solid"/>
            </a:ln>
            <a:effectLst/>
          </p:spPr>
          <p:txBody>
            <a:bodyPr tIns="648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时尚中黑简体" panose="01010104010101010101" pitchFamily="2" charset="-122"/>
                <a:ea typeface="时尚中黑简体" panose="01010104010101010101" pitchFamily="2" charset="-122"/>
                <a:cs typeface="+mn-cs"/>
                <a:sym typeface="时尚中黑简体" panose="01010104010101010101" pitchFamily="2" charset="-122"/>
              </a:endParaRPr>
            </a:p>
          </p:txBody>
        </p:sp>
        <p:sp>
          <p:nvSpPr>
            <p:cNvPr id="17" name="PA_椭圆 16">
              <a:extLst>
                <a:ext uri="{FF2B5EF4-FFF2-40B4-BE49-F238E27FC236}">
                  <a16:creationId xmlns:a16="http://schemas.microsoft.com/office/drawing/2014/main" id="{38178D10-B980-4C63-A763-1FE358366330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8928986" y="1891933"/>
              <a:ext cx="1490224" cy="1505325"/>
            </a:xfrm>
            <a:prstGeom prst="ellipse">
              <a:avLst/>
            </a:prstGeom>
            <a:solidFill>
              <a:srgbClr val="005825"/>
            </a:solidFill>
            <a:ln w="25400" cap="flat" cmpd="sng" algn="ctr">
              <a:noFill/>
              <a:prstDash val="solid"/>
            </a:ln>
            <a:effectLst/>
          </p:spPr>
          <p:txBody>
            <a:bodyPr tIns="648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时尚中黑简体" panose="01010104010101010101" pitchFamily="2" charset="-122"/>
                <a:ea typeface="时尚中黑简体" panose="01010104010101010101" pitchFamily="2" charset="-122"/>
                <a:cs typeface="+mn-cs"/>
                <a:sym typeface="时尚中黑简体" panose="01010104010101010101" pitchFamily="2" charset="-122"/>
              </a:endParaRPr>
            </a:p>
          </p:txBody>
        </p:sp>
        <p:sp>
          <p:nvSpPr>
            <p:cNvPr id="18" name="PA_任意多边形 5723">
              <a:extLst>
                <a:ext uri="{FF2B5EF4-FFF2-40B4-BE49-F238E27FC236}">
                  <a16:creationId xmlns:a16="http://schemas.microsoft.com/office/drawing/2014/main" id="{764BAD74-CE50-4B99-BE59-AA54260350FA}"/>
                </a:ext>
              </a:extLst>
            </p:cNvPr>
            <p:cNvSpPr>
              <a:spLocks noEditPoints="1"/>
            </p:cNvSpPr>
            <p:nvPr>
              <p:custDataLst>
                <p:tags r:id="rId9"/>
              </p:custDataLst>
            </p:nvPr>
          </p:nvSpPr>
          <p:spPr bwMode="auto">
            <a:xfrm>
              <a:off x="1784976" y="2327202"/>
              <a:ext cx="508662" cy="579580"/>
            </a:xfrm>
            <a:custGeom>
              <a:avLst/>
              <a:gdLst>
                <a:gd name="T0" fmla="*/ 29 w 59"/>
                <a:gd name="T1" fmla="*/ 38 h 66"/>
                <a:gd name="T2" fmla="*/ 30 w 59"/>
                <a:gd name="T3" fmla="*/ 38 h 66"/>
                <a:gd name="T4" fmla="*/ 30 w 59"/>
                <a:gd name="T5" fmla="*/ 38 h 66"/>
                <a:gd name="T6" fmla="*/ 39 w 59"/>
                <a:gd name="T7" fmla="*/ 16 h 66"/>
                <a:gd name="T8" fmla="*/ 19 w 59"/>
                <a:gd name="T9" fmla="*/ 22 h 66"/>
                <a:gd name="T10" fmla="*/ 13 w 59"/>
                <a:gd name="T11" fmla="*/ 45 h 66"/>
                <a:gd name="T12" fmla="*/ 15 w 59"/>
                <a:gd name="T13" fmla="*/ 49 h 66"/>
                <a:gd name="T14" fmla="*/ 16 w 59"/>
                <a:gd name="T15" fmla="*/ 50 h 66"/>
                <a:gd name="T16" fmla="*/ 21 w 59"/>
                <a:gd name="T17" fmla="*/ 63 h 66"/>
                <a:gd name="T18" fmla="*/ 13 w 59"/>
                <a:gd name="T19" fmla="*/ 53 h 66"/>
                <a:gd name="T20" fmla="*/ 13 w 59"/>
                <a:gd name="T21" fmla="*/ 52 h 66"/>
                <a:gd name="T22" fmla="*/ 12 w 59"/>
                <a:gd name="T23" fmla="*/ 50 h 66"/>
                <a:gd name="T24" fmla="*/ 11 w 59"/>
                <a:gd name="T25" fmla="*/ 49 h 66"/>
                <a:gd name="T26" fmla="*/ 3 w 59"/>
                <a:gd name="T27" fmla="*/ 49 h 66"/>
                <a:gd name="T28" fmla="*/ 26 w 59"/>
                <a:gd name="T29" fmla="*/ 66 h 66"/>
                <a:gd name="T30" fmla="*/ 39 w 59"/>
                <a:gd name="T31" fmla="*/ 42 h 66"/>
                <a:gd name="T32" fmla="*/ 46 w 59"/>
                <a:gd name="T33" fmla="*/ 49 h 66"/>
                <a:gd name="T34" fmla="*/ 42 w 59"/>
                <a:gd name="T35" fmla="*/ 49 h 66"/>
                <a:gd name="T36" fmla="*/ 44 w 59"/>
                <a:gd name="T37" fmla="*/ 52 h 66"/>
                <a:gd name="T38" fmla="*/ 38 w 59"/>
                <a:gd name="T39" fmla="*/ 63 h 66"/>
                <a:gd name="T40" fmla="*/ 46 w 59"/>
                <a:gd name="T41" fmla="*/ 52 h 66"/>
                <a:gd name="T42" fmla="*/ 44 w 59"/>
                <a:gd name="T43" fmla="*/ 50 h 66"/>
                <a:gd name="T44" fmla="*/ 47 w 59"/>
                <a:gd name="T45" fmla="*/ 50 h 66"/>
                <a:gd name="T46" fmla="*/ 46 w 59"/>
                <a:gd name="T47" fmla="*/ 45 h 66"/>
                <a:gd name="T48" fmla="*/ 59 w 59"/>
                <a:gd name="T49" fmla="*/ 66 h 66"/>
                <a:gd name="T50" fmla="*/ 39 w 59"/>
                <a:gd name="T51" fmla="*/ 42 h 66"/>
                <a:gd name="T52" fmla="*/ 44 w 59"/>
                <a:gd name="T53" fmla="*/ 19 h 66"/>
                <a:gd name="T54" fmla="*/ 44 w 59"/>
                <a:gd name="T55" fmla="*/ 26 h 66"/>
                <a:gd name="T56" fmla="*/ 31 w 59"/>
                <a:gd name="T57" fmla="*/ 41 h 66"/>
                <a:gd name="T58" fmla="*/ 30 w 59"/>
                <a:gd name="T59" fmla="*/ 41 h 66"/>
                <a:gd name="T60" fmla="*/ 29 w 59"/>
                <a:gd name="T61" fmla="*/ 41 h 66"/>
                <a:gd name="T62" fmla="*/ 15 w 59"/>
                <a:gd name="T63" fmla="*/ 27 h 66"/>
                <a:gd name="T64" fmla="*/ 15 w 59"/>
                <a:gd name="T65" fmla="*/ 19 h 66"/>
                <a:gd name="T66" fmla="*/ 16 w 59"/>
                <a:gd name="T67" fmla="*/ 19 h 66"/>
                <a:gd name="T68" fmla="*/ 42 w 59"/>
                <a:gd name="T69" fmla="*/ 9 h 66"/>
                <a:gd name="T70" fmla="*/ 43 w 59"/>
                <a:gd name="T71" fmla="*/ 21 h 66"/>
                <a:gd name="T72" fmla="*/ 42 w 59"/>
                <a:gd name="T73" fmla="*/ 26 h 66"/>
                <a:gd name="T74" fmla="*/ 43 w 59"/>
                <a:gd name="T75" fmla="*/ 21 h 66"/>
                <a:gd name="T76" fmla="*/ 17 w 59"/>
                <a:gd name="T77" fmla="*/ 26 h 66"/>
                <a:gd name="T78" fmla="*/ 16 w 59"/>
                <a:gd name="T79" fmla="*/ 21 h 66"/>
                <a:gd name="T80" fmla="*/ 16 w 59"/>
                <a:gd name="T81" fmla="*/ 22 h 66"/>
                <a:gd name="T82" fmla="*/ 17 w 59"/>
                <a:gd name="T83" fmla="*/ 2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9" h="66">
                  <a:moveTo>
                    <a:pt x="19" y="22"/>
                  </a:moveTo>
                  <a:cubicBezTo>
                    <a:pt x="20" y="29"/>
                    <a:pt x="23" y="38"/>
                    <a:pt x="29" y="38"/>
                  </a:cubicBezTo>
                  <a:cubicBezTo>
                    <a:pt x="29" y="38"/>
                    <a:pt x="29" y="38"/>
                    <a:pt x="29" y="38"/>
                  </a:cubicBezTo>
                  <a:cubicBezTo>
                    <a:pt x="29" y="38"/>
                    <a:pt x="30" y="38"/>
                    <a:pt x="30" y="38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7" y="38"/>
                    <a:pt x="38" y="30"/>
                    <a:pt x="39" y="23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7" y="17"/>
                    <a:pt x="28" y="18"/>
                    <a:pt x="23" y="13"/>
                  </a:cubicBezTo>
                  <a:cubicBezTo>
                    <a:pt x="21" y="16"/>
                    <a:pt x="20" y="19"/>
                    <a:pt x="19" y="22"/>
                  </a:cubicBezTo>
                  <a:close/>
                  <a:moveTo>
                    <a:pt x="19" y="42"/>
                  </a:moveTo>
                  <a:cubicBezTo>
                    <a:pt x="17" y="43"/>
                    <a:pt x="15" y="44"/>
                    <a:pt x="13" y="45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6" y="50"/>
                    <a:pt x="16" y="50"/>
                    <a:pt x="16" y="50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6" y="56"/>
                    <a:pt x="19" y="59"/>
                    <a:pt x="21" y="63"/>
                  </a:cubicBezTo>
                  <a:cubicBezTo>
                    <a:pt x="20" y="63"/>
                    <a:pt x="20" y="63"/>
                    <a:pt x="20" y="63"/>
                  </a:cubicBezTo>
                  <a:cubicBezTo>
                    <a:pt x="18" y="59"/>
                    <a:pt x="15" y="56"/>
                    <a:pt x="13" y="53"/>
                  </a:cubicBezTo>
                  <a:cubicBezTo>
                    <a:pt x="12" y="52"/>
                    <a:pt x="12" y="52"/>
                    <a:pt x="12" y="52"/>
                  </a:cubicBezTo>
                  <a:cubicBezTo>
                    <a:pt x="13" y="52"/>
                    <a:pt x="13" y="52"/>
                    <a:pt x="13" y="52"/>
                  </a:cubicBezTo>
                  <a:cubicBezTo>
                    <a:pt x="14" y="50"/>
                    <a:pt x="14" y="50"/>
                    <a:pt x="14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49"/>
                    <a:pt x="11" y="49"/>
                    <a:pt x="11" y="49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9" y="47"/>
                    <a:pt x="6" y="48"/>
                    <a:pt x="3" y="49"/>
                  </a:cubicBezTo>
                  <a:cubicBezTo>
                    <a:pt x="0" y="55"/>
                    <a:pt x="0" y="61"/>
                    <a:pt x="0" y="66"/>
                  </a:cubicBezTo>
                  <a:cubicBezTo>
                    <a:pt x="9" y="66"/>
                    <a:pt x="17" y="66"/>
                    <a:pt x="26" y="66"/>
                  </a:cubicBezTo>
                  <a:cubicBezTo>
                    <a:pt x="22" y="59"/>
                    <a:pt x="20" y="51"/>
                    <a:pt x="19" y="42"/>
                  </a:cubicBezTo>
                  <a:close/>
                  <a:moveTo>
                    <a:pt x="39" y="42"/>
                  </a:moveTo>
                  <a:cubicBezTo>
                    <a:pt x="41" y="43"/>
                    <a:pt x="43" y="44"/>
                    <a:pt x="45" y="45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4" y="52"/>
                    <a:pt x="44" y="52"/>
                    <a:pt x="44" y="52"/>
                  </a:cubicBezTo>
                  <a:cubicBezTo>
                    <a:pt x="42" y="56"/>
                    <a:pt x="40" y="59"/>
                    <a:pt x="38" y="63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40" y="59"/>
                    <a:pt x="43" y="56"/>
                    <a:pt x="46" y="53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4" y="50"/>
                    <a:pt x="44" y="50"/>
                    <a:pt x="44" y="50"/>
                  </a:cubicBezTo>
                  <a:cubicBezTo>
                    <a:pt x="47" y="50"/>
                    <a:pt x="47" y="50"/>
                    <a:pt x="47" y="50"/>
                  </a:cubicBezTo>
                  <a:cubicBezTo>
                    <a:pt x="47" y="50"/>
                    <a:pt x="47" y="50"/>
                    <a:pt x="47" y="50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6" y="45"/>
                    <a:pt x="46" y="45"/>
                    <a:pt x="46" y="45"/>
                  </a:cubicBezTo>
                  <a:cubicBezTo>
                    <a:pt x="50" y="47"/>
                    <a:pt x="53" y="48"/>
                    <a:pt x="56" y="49"/>
                  </a:cubicBezTo>
                  <a:cubicBezTo>
                    <a:pt x="59" y="55"/>
                    <a:pt x="59" y="61"/>
                    <a:pt x="59" y="66"/>
                  </a:cubicBezTo>
                  <a:cubicBezTo>
                    <a:pt x="50" y="66"/>
                    <a:pt x="41" y="66"/>
                    <a:pt x="32" y="66"/>
                  </a:cubicBezTo>
                  <a:cubicBezTo>
                    <a:pt x="37" y="59"/>
                    <a:pt x="39" y="51"/>
                    <a:pt x="39" y="42"/>
                  </a:cubicBezTo>
                  <a:close/>
                  <a:moveTo>
                    <a:pt x="43" y="19"/>
                  </a:moveTo>
                  <a:cubicBezTo>
                    <a:pt x="44" y="19"/>
                    <a:pt x="44" y="19"/>
                    <a:pt x="44" y="19"/>
                  </a:cubicBezTo>
                  <a:cubicBezTo>
                    <a:pt x="45" y="19"/>
                    <a:pt x="45" y="21"/>
                    <a:pt x="45" y="22"/>
                  </a:cubicBezTo>
                  <a:cubicBezTo>
                    <a:pt x="45" y="24"/>
                    <a:pt x="44" y="26"/>
                    <a:pt x="44" y="26"/>
                  </a:cubicBezTo>
                  <a:cubicBezTo>
                    <a:pt x="44" y="27"/>
                    <a:pt x="42" y="28"/>
                    <a:pt x="41" y="28"/>
                  </a:cubicBezTo>
                  <a:cubicBezTo>
                    <a:pt x="40" y="35"/>
                    <a:pt x="37" y="40"/>
                    <a:pt x="31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1" y="41"/>
                    <a:pt x="30" y="41"/>
                    <a:pt x="30" y="41"/>
                  </a:cubicBezTo>
                  <a:cubicBezTo>
                    <a:pt x="30" y="41"/>
                    <a:pt x="29" y="41"/>
                    <a:pt x="29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3" y="41"/>
                    <a:pt x="19" y="35"/>
                    <a:pt x="18" y="29"/>
                  </a:cubicBezTo>
                  <a:cubicBezTo>
                    <a:pt x="17" y="28"/>
                    <a:pt x="15" y="28"/>
                    <a:pt x="15" y="27"/>
                  </a:cubicBezTo>
                  <a:cubicBezTo>
                    <a:pt x="15" y="26"/>
                    <a:pt x="14" y="24"/>
                    <a:pt x="14" y="22"/>
                  </a:cubicBezTo>
                  <a:cubicBezTo>
                    <a:pt x="14" y="21"/>
                    <a:pt x="14" y="20"/>
                    <a:pt x="15" y="19"/>
                  </a:cubicBezTo>
                  <a:cubicBezTo>
                    <a:pt x="15" y="19"/>
                    <a:pt x="15" y="19"/>
                    <a:pt x="15" y="19"/>
                  </a:cubicBezTo>
                  <a:cubicBezTo>
                    <a:pt x="15" y="19"/>
                    <a:pt x="16" y="19"/>
                    <a:pt x="16" y="19"/>
                  </a:cubicBezTo>
                  <a:cubicBezTo>
                    <a:pt x="15" y="12"/>
                    <a:pt x="15" y="7"/>
                    <a:pt x="23" y="5"/>
                  </a:cubicBezTo>
                  <a:cubicBezTo>
                    <a:pt x="31" y="0"/>
                    <a:pt x="39" y="2"/>
                    <a:pt x="42" y="9"/>
                  </a:cubicBezTo>
                  <a:cubicBezTo>
                    <a:pt x="44" y="11"/>
                    <a:pt x="44" y="15"/>
                    <a:pt x="43" y="19"/>
                  </a:cubicBezTo>
                  <a:close/>
                  <a:moveTo>
                    <a:pt x="43" y="21"/>
                  </a:moveTo>
                  <a:cubicBezTo>
                    <a:pt x="42" y="22"/>
                    <a:pt x="42" y="24"/>
                    <a:pt x="42" y="26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2" y="25"/>
                    <a:pt x="43" y="23"/>
                    <a:pt x="43" y="22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43" y="21"/>
                    <a:pt x="43" y="21"/>
                    <a:pt x="43" y="21"/>
                  </a:cubicBezTo>
                  <a:close/>
                  <a:moveTo>
                    <a:pt x="17" y="26"/>
                  </a:moveTo>
                  <a:cubicBezTo>
                    <a:pt x="17" y="24"/>
                    <a:pt x="17" y="23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21"/>
                    <a:pt x="16" y="21"/>
                    <a:pt x="16" y="22"/>
                  </a:cubicBezTo>
                  <a:cubicBezTo>
                    <a:pt x="16" y="24"/>
                    <a:pt x="17" y="25"/>
                    <a:pt x="17" y="26"/>
                  </a:cubicBezTo>
                  <a:cubicBezTo>
                    <a:pt x="17" y="26"/>
                    <a:pt x="17" y="26"/>
                    <a:pt x="17" y="2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/>
              <a:endParaRPr lang="zh-CN" altLang="en-US">
                <a:solidFill>
                  <a:prstClr val="black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  <a:sym typeface="时尚中黑简体" panose="01010104010101010101" pitchFamily="2" charset="-122"/>
              </a:endParaRPr>
            </a:p>
          </p:txBody>
        </p:sp>
        <p:sp>
          <p:nvSpPr>
            <p:cNvPr id="19" name="PA_任意多边形 5725">
              <a:extLst>
                <a:ext uri="{FF2B5EF4-FFF2-40B4-BE49-F238E27FC236}">
                  <a16:creationId xmlns:a16="http://schemas.microsoft.com/office/drawing/2014/main" id="{4279C58B-8F24-419B-A244-86B347EC835B}"/>
                </a:ext>
              </a:extLst>
            </p:cNvPr>
            <p:cNvSpPr>
              <a:spLocks noEditPoints="1"/>
            </p:cNvSpPr>
            <p:nvPr>
              <p:custDataLst>
                <p:tags r:id="rId10"/>
              </p:custDataLst>
            </p:nvPr>
          </p:nvSpPr>
          <p:spPr bwMode="auto">
            <a:xfrm>
              <a:off x="6829909" y="2286051"/>
              <a:ext cx="476107" cy="633017"/>
            </a:xfrm>
            <a:custGeom>
              <a:avLst/>
              <a:gdLst>
                <a:gd name="T0" fmla="*/ 27 w 55"/>
                <a:gd name="T1" fmla="*/ 43 h 72"/>
                <a:gd name="T2" fmla="*/ 28 w 55"/>
                <a:gd name="T3" fmla="*/ 43 h 72"/>
                <a:gd name="T4" fmla="*/ 38 w 55"/>
                <a:gd name="T5" fmla="*/ 21 h 72"/>
                <a:gd name="T6" fmla="*/ 15 w 55"/>
                <a:gd name="T7" fmla="*/ 24 h 72"/>
                <a:gd name="T8" fmla="*/ 40 w 55"/>
                <a:gd name="T9" fmla="*/ 48 h 72"/>
                <a:gd name="T10" fmla="*/ 55 w 55"/>
                <a:gd name="T11" fmla="*/ 66 h 72"/>
                <a:gd name="T12" fmla="*/ 1 w 55"/>
                <a:gd name="T13" fmla="*/ 55 h 72"/>
                <a:gd name="T14" fmla="*/ 25 w 55"/>
                <a:gd name="T15" fmla="*/ 36 h 72"/>
                <a:gd name="T16" fmla="*/ 31 w 55"/>
                <a:gd name="T17" fmla="*/ 36 h 72"/>
                <a:gd name="T18" fmla="*/ 28 w 55"/>
                <a:gd name="T19" fmla="*/ 39 h 72"/>
                <a:gd name="T20" fmla="*/ 25 w 55"/>
                <a:gd name="T21" fmla="*/ 36 h 72"/>
                <a:gd name="T22" fmla="*/ 34 w 55"/>
                <a:gd name="T23" fmla="*/ 26 h 72"/>
                <a:gd name="T24" fmla="*/ 33 w 55"/>
                <a:gd name="T25" fmla="*/ 29 h 72"/>
                <a:gd name="T26" fmla="*/ 31 w 55"/>
                <a:gd name="T27" fmla="*/ 26 h 72"/>
                <a:gd name="T28" fmla="*/ 33 w 55"/>
                <a:gd name="T29" fmla="*/ 25 h 72"/>
                <a:gd name="T30" fmla="*/ 29 w 55"/>
                <a:gd name="T31" fmla="*/ 25 h 72"/>
                <a:gd name="T32" fmla="*/ 36 w 55"/>
                <a:gd name="T33" fmla="*/ 25 h 72"/>
                <a:gd name="T34" fmla="*/ 24 w 55"/>
                <a:gd name="T35" fmla="*/ 26 h 72"/>
                <a:gd name="T36" fmla="*/ 23 w 55"/>
                <a:gd name="T37" fmla="*/ 29 h 72"/>
                <a:gd name="T38" fmla="*/ 21 w 55"/>
                <a:gd name="T39" fmla="*/ 26 h 72"/>
                <a:gd name="T40" fmla="*/ 20 w 55"/>
                <a:gd name="T41" fmla="*/ 25 h 72"/>
                <a:gd name="T42" fmla="*/ 26 w 55"/>
                <a:gd name="T43" fmla="*/ 25 h 72"/>
                <a:gd name="T44" fmla="*/ 23 w 55"/>
                <a:gd name="T45" fmla="*/ 25 h 72"/>
                <a:gd name="T46" fmla="*/ 20 w 55"/>
                <a:gd name="T47" fmla="*/ 25 h 72"/>
                <a:gd name="T48" fmla="*/ 30 w 55"/>
                <a:gd name="T49" fmla="*/ 31 h 72"/>
                <a:gd name="T50" fmla="*/ 26 w 55"/>
                <a:gd name="T51" fmla="*/ 31 h 72"/>
                <a:gd name="T52" fmla="*/ 29 w 55"/>
                <a:gd name="T53" fmla="*/ 46 h 72"/>
                <a:gd name="T54" fmla="*/ 26 w 55"/>
                <a:gd name="T55" fmla="*/ 46 h 72"/>
                <a:gd name="T56" fmla="*/ 20 w 55"/>
                <a:gd name="T57" fmla="*/ 46 h 72"/>
                <a:gd name="T58" fmla="*/ 18 w 55"/>
                <a:gd name="T59" fmla="*/ 46 h 72"/>
                <a:gd name="T60" fmla="*/ 13 w 55"/>
                <a:gd name="T61" fmla="*/ 44 h 72"/>
                <a:gd name="T62" fmla="*/ 10 w 55"/>
                <a:gd name="T63" fmla="*/ 21 h 72"/>
                <a:gd name="T64" fmla="*/ 43 w 55"/>
                <a:gd name="T65" fmla="*/ 9 h 72"/>
                <a:gd name="T66" fmla="*/ 52 w 55"/>
                <a:gd name="T67" fmla="*/ 49 h 72"/>
                <a:gd name="T68" fmla="*/ 41 w 55"/>
                <a:gd name="T69" fmla="*/ 44 h 72"/>
                <a:gd name="T70" fmla="*/ 37 w 55"/>
                <a:gd name="T71" fmla="*/ 46 h 72"/>
                <a:gd name="T72" fmla="*/ 34 w 55"/>
                <a:gd name="T73" fmla="*/ 4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55" h="72">
                  <a:moveTo>
                    <a:pt x="15" y="24"/>
                  </a:moveTo>
                  <a:cubicBezTo>
                    <a:pt x="17" y="32"/>
                    <a:pt x="19" y="40"/>
                    <a:pt x="27" y="43"/>
                  </a:cubicBezTo>
                  <a:cubicBezTo>
                    <a:pt x="27" y="43"/>
                    <a:pt x="28" y="43"/>
                    <a:pt x="28" y="43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5" y="40"/>
                    <a:pt x="38" y="33"/>
                    <a:pt x="39" y="26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5" y="22"/>
                    <a:pt x="22" y="24"/>
                    <a:pt x="17" y="19"/>
                  </a:cubicBezTo>
                  <a:cubicBezTo>
                    <a:pt x="16" y="20"/>
                    <a:pt x="15" y="22"/>
                    <a:pt x="15" y="24"/>
                  </a:cubicBezTo>
                  <a:close/>
                  <a:moveTo>
                    <a:pt x="14" y="48"/>
                  </a:moveTo>
                  <a:cubicBezTo>
                    <a:pt x="20" y="58"/>
                    <a:pt x="34" y="58"/>
                    <a:pt x="40" y="48"/>
                  </a:cubicBezTo>
                  <a:cubicBezTo>
                    <a:pt x="45" y="50"/>
                    <a:pt x="50" y="52"/>
                    <a:pt x="54" y="55"/>
                  </a:cubicBezTo>
                  <a:cubicBezTo>
                    <a:pt x="54" y="58"/>
                    <a:pt x="55" y="62"/>
                    <a:pt x="55" y="66"/>
                  </a:cubicBezTo>
                  <a:cubicBezTo>
                    <a:pt x="39" y="72"/>
                    <a:pt x="16" y="72"/>
                    <a:pt x="0" y="66"/>
                  </a:cubicBezTo>
                  <a:cubicBezTo>
                    <a:pt x="0" y="62"/>
                    <a:pt x="0" y="58"/>
                    <a:pt x="1" y="55"/>
                  </a:cubicBezTo>
                  <a:cubicBezTo>
                    <a:pt x="5" y="52"/>
                    <a:pt x="9" y="50"/>
                    <a:pt x="14" y="48"/>
                  </a:cubicBezTo>
                  <a:close/>
                  <a:moveTo>
                    <a:pt x="25" y="36"/>
                  </a:moveTo>
                  <a:cubicBezTo>
                    <a:pt x="26" y="37"/>
                    <a:pt x="27" y="37"/>
                    <a:pt x="28" y="37"/>
                  </a:cubicBezTo>
                  <a:cubicBezTo>
                    <a:pt x="29" y="37"/>
                    <a:pt x="30" y="37"/>
                    <a:pt x="31" y="36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0" y="38"/>
                    <a:pt x="29" y="39"/>
                    <a:pt x="28" y="39"/>
                  </a:cubicBezTo>
                  <a:cubicBezTo>
                    <a:pt x="27" y="39"/>
                    <a:pt x="25" y="38"/>
                    <a:pt x="24" y="37"/>
                  </a:cubicBezTo>
                  <a:cubicBezTo>
                    <a:pt x="25" y="36"/>
                    <a:pt x="25" y="36"/>
                    <a:pt x="25" y="36"/>
                  </a:cubicBezTo>
                  <a:close/>
                  <a:moveTo>
                    <a:pt x="31" y="26"/>
                  </a:moveTo>
                  <a:cubicBezTo>
                    <a:pt x="34" y="26"/>
                    <a:pt x="34" y="26"/>
                    <a:pt x="34" y="26"/>
                  </a:cubicBezTo>
                  <a:cubicBezTo>
                    <a:pt x="34" y="27"/>
                    <a:pt x="35" y="27"/>
                    <a:pt x="35" y="27"/>
                  </a:cubicBezTo>
                  <a:cubicBezTo>
                    <a:pt x="35" y="28"/>
                    <a:pt x="34" y="29"/>
                    <a:pt x="33" y="29"/>
                  </a:cubicBezTo>
                  <a:cubicBezTo>
                    <a:pt x="32" y="29"/>
                    <a:pt x="31" y="28"/>
                    <a:pt x="31" y="27"/>
                  </a:cubicBezTo>
                  <a:cubicBezTo>
                    <a:pt x="31" y="27"/>
                    <a:pt x="31" y="27"/>
                    <a:pt x="31" y="26"/>
                  </a:cubicBezTo>
                  <a:close/>
                  <a:moveTo>
                    <a:pt x="36" y="26"/>
                  </a:moveTo>
                  <a:cubicBezTo>
                    <a:pt x="34" y="25"/>
                    <a:pt x="33" y="25"/>
                    <a:pt x="33" y="25"/>
                  </a:cubicBezTo>
                  <a:cubicBezTo>
                    <a:pt x="32" y="25"/>
                    <a:pt x="31" y="26"/>
                    <a:pt x="30" y="26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30" y="25"/>
                    <a:pt x="31" y="24"/>
                    <a:pt x="32" y="24"/>
                  </a:cubicBezTo>
                  <a:cubicBezTo>
                    <a:pt x="33" y="24"/>
                    <a:pt x="35" y="24"/>
                    <a:pt x="36" y="25"/>
                  </a:cubicBezTo>
                  <a:cubicBezTo>
                    <a:pt x="36" y="26"/>
                    <a:pt x="36" y="26"/>
                    <a:pt x="36" y="26"/>
                  </a:cubicBezTo>
                  <a:close/>
                  <a:moveTo>
                    <a:pt x="24" y="26"/>
                  </a:moveTo>
                  <a:cubicBezTo>
                    <a:pt x="24" y="27"/>
                    <a:pt x="24" y="27"/>
                    <a:pt x="24" y="27"/>
                  </a:cubicBezTo>
                  <a:cubicBezTo>
                    <a:pt x="24" y="28"/>
                    <a:pt x="24" y="29"/>
                    <a:pt x="23" y="29"/>
                  </a:cubicBezTo>
                  <a:cubicBezTo>
                    <a:pt x="22" y="29"/>
                    <a:pt x="21" y="28"/>
                    <a:pt x="21" y="27"/>
                  </a:cubicBezTo>
                  <a:cubicBezTo>
                    <a:pt x="21" y="27"/>
                    <a:pt x="21" y="27"/>
                    <a:pt x="21" y="26"/>
                  </a:cubicBezTo>
                  <a:cubicBezTo>
                    <a:pt x="24" y="26"/>
                    <a:pt x="24" y="26"/>
                    <a:pt x="24" y="26"/>
                  </a:cubicBezTo>
                  <a:close/>
                  <a:moveTo>
                    <a:pt x="20" y="25"/>
                  </a:moveTo>
                  <a:cubicBezTo>
                    <a:pt x="21" y="24"/>
                    <a:pt x="22" y="24"/>
                    <a:pt x="23" y="24"/>
                  </a:cubicBezTo>
                  <a:cubicBezTo>
                    <a:pt x="24" y="24"/>
                    <a:pt x="25" y="25"/>
                    <a:pt x="26" y="25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5" y="26"/>
                    <a:pt x="24" y="25"/>
                    <a:pt x="23" y="25"/>
                  </a:cubicBezTo>
                  <a:cubicBezTo>
                    <a:pt x="22" y="25"/>
                    <a:pt x="21" y="25"/>
                    <a:pt x="20" y="26"/>
                  </a:cubicBezTo>
                  <a:cubicBezTo>
                    <a:pt x="20" y="25"/>
                    <a:pt x="20" y="25"/>
                    <a:pt x="20" y="25"/>
                  </a:cubicBezTo>
                  <a:close/>
                  <a:moveTo>
                    <a:pt x="26" y="31"/>
                  </a:moveTo>
                  <a:cubicBezTo>
                    <a:pt x="30" y="31"/>
                    <a:pt x="30" y="31"/>
                    <a:pt x="30" y="31"/>
                  </a:cubicBezTo>
                  <a:cubicBezTo>
                    <a:pt x="30" y="31"/>
                    <a:pt x="29" y="32"/>
                    <a:pt x="28" y="32"/>
                  </a:cubicBezTo>
                  <a:cubicBezTo>
                    <a:pt x="27" y="32"/>
                    <a:pt x="26" y="31"/>
                    <a:pt x="26" y="31"/>
                  </a:cubicBezTo>
                  <a:close/>
                  <a:moveTo>
                    <a:pt x="34" y="43"/>
                  </a:moveTo>
                  <a:cubicBezTo>
                    <a:pt x="33" y="44"/>
                    <a:pt x="31" y="45"/>
                    <a:pt x="29" y="46"/>
                  </a:cubicBezTo>
                  <a:cubicBezTo>
                    <a:pt x="29" y="46"/>
                    <a:pt x="29" y="46"/>
                    <a:pt x="29" y="46"/>
                  </a:cubicBezTo>
                  <a:cubicBezTo>
                    <a:pt x="29" y="46"/>
                    <a:pt x="27" y="46"/>
                    <a:pt x="26" y="46"/>
                  </a:cubicBezTo>
                  <a:cubicBezTo>
                    <a:pt x="24" y="45"/>
                    <a:pt x="22" y="44"/>
                    <a:pt x="21" y="43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46"/>
                    <a:pt x="18" y="46"/>
                    <a:pt x="18" y="46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0" y="45"/>
                    <a:pt x="7" y="46"/>
                    <a:pt x="5" y="48"/>
                  </a:cubicBezTo>
                  <a:cubicBezTo>
                    <a:pt x="8" y="38"/>
                    <a:pt x="9" y="32"/>
                    <a:pt x="10" y="21"/>
                  </a:cubicBezTo>
                  <a:cubicBezTo>
                    <a:pt x="11" y="13"/>
                    <a:pt x="9" y="7"/>
                    <a:pt x="19" y="5"/>
                  </a:cubicBezTo>
                  <a:cubicBezTo>
                    <a:pt x="29" y="0"/>
                    <a:pt x="39" y="2"/>
                    <a:pt x="43" y="9"/>
                  </a:cubicBezTo>
                  <a:cubicBezTo>
                    <a:pt x="47" y="16"/>
                    <a:pt x="44" y="30"/>
                    <a:pt x="47" y="39"/>
                  </a:cubicBezTo>
                  <a:cubicBezTo>
                    <a:pt x="49" y="45"/>
                    <a:pt x="52" y="49"/>
                    <a:pt x="52" y="49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48" y="47"/>
                    <a:pt x="45" y="45"/>
                    <a:pt x="41" y="44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7" y="46"/>
                    <a:pt x="37" y="46"/>
                    <a:pt x="37" y="46"/>
                  </a:cubicBezTo>
                  <a:cubicBezTo>
                    <a:pt x="37" y="46"/>
                    <a:pt x="37" y="46"/>
                    <a:pt x="37" y="46"/>
                  </a:cubicBezTo>
                  <a:cubicBezTo>
                    <a:pt x="34" y="46"/>
                    <a:pt x="34" y="46"/>
                    <a:pt x="34" y="46"/>
                  </a:cubicBezTo>
                  <a:lnTo>
                    <a:pt x="34" y="4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/>
              <a:endParaRPr lang="zh-CN" altLang="en-US">
                <a:solidFill>
                  <a:prstClr val="black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  <a:sym typeface="时尚中黑简体" panose="01010104010101010101" pitchFamily="2" charset="-122"/>
              </a:endParaRPr>
            </a:p>
          </p:txBody>
        </p:sp>
        <p:sp>
          <p:nvSpPr>
            <p:cNvPr id="20" name="PA_任意多边形 5726">
              <a:extLst>
                <a:ext uri="{FF2B5EF4-FFF2-40B4-BE49-F238E27FC236}">
                  <a16:creationId xmlns:a16="http://schemas.microsoft.com/office/drawing/2014/main" id="{A2A98733-EB56-4D25-83F6-0A599A9EDD9C}"/>
                </a:ext>
              </a:extLst>
            </p:cNvPr>
            <p:cNvSpPr>
              <a:spLocks noEditPoints="1"/>
            </p:cNvSpPr>
            <p:nvPr>
              <p:custDataLst>
                <p:tags r:id="rId11"/>
              </p:custDataLst>
            </p:nvPr>
          </p:nvSpPr>
          <p:spPr bwMode="auto">
            <a:xfrm>
              <a:off x="9323957" y="2340721"/>
              <a:ext cx="738924" cy="724515"/>
            </a:xfrm>
            <a:custGeom>
              <a:avLst/>
              <a:gdLst>
                <a:gd name="T0" fmla="*/ 65 w 176"/>
                <a:gd name="T1" fmla="*/ 171 h 171"/>
                <a:gd name="T2" fmla="*/ 136 w 176"/>
                <a:gd name="T3" fmla="*/ 18 h 171"/>
                <a:gd name="T4" fmla="*/ 165 w 176"/>
                <a:gd name="T5" fmla="*/ 86 h 171"/>
                <a:gd name="T6" fmla="*/ 69 w 176"/>
                <a:gd name="T7" fmla="*/ 12 h 171"/>
                <a:gd name="T8" fmla="*/ 0 w 176"/>
                <a:gd name="T9" fmla="*/ 40 h 171"/>
                <a:gd name="T10" fmla="*/ 41 w 176"/>
                <a:gd name="T11" fmla="*/ 46 h 171"/>
                <a:gd name="T12" fmla="*/ 31 w 176"/>
                <a:gd name="T13" fmla="*/ 30 h 171"/>
                <a:gd name="T14" fmla="*/ 47 w 176"/>
                <a:gd name="T15" fmla="*/ 32 h 171"/>
                <a:gd name="T16" fmla="*/ 43 w 176"/>
                <a:gd name="T17" fmla="*/ 32 h 171"/>
                <a:gd name="T18" fmla="*/ 42 w 176"/>
                <a:gd name="T19" fmla="*/ 42 h 171"/>
                <a:gd name="T20" fmla="*/ 41 w 176"/>
                <a:gd name="T21" fmla="*/ 41 h 171"/>
                <a:gd name="T22" fmla="*/ 43 w 176"/>
                <a:gd name="T23" fmla="*/ 41 h 171"/>
                <a:gd name="T24" fmla="*/ 37 w 176"/>
                <a:gd name="T25" fmla="*/ 31 h 171"/>
                <a:gd name="T26" fmla="*/ 38 w 176"/>
                <a:gd name="T27" fmla="*/ 32 h 171"/>
                <a:gd name="T28" fmla="*/ 40 w 176"/>
                <a:gd name="T29" fmla="*/ 36 h 171"/>
                <a:gd name="T30" fmla="*/ 63 w 176"/>
                <a:gd name="T31" fmla="*/ 63 h 171"/>
                <a:gd name="T32" fmla="*/ 18 w 176"/>
                <a:gd name="T33" fmla="*/ 18 h 171"/>
                <a:gd name="T34" fmla="*/ 30 w 176"/>
                <a:gd name="T35" fmla="*/ 50 h 171"/>
                <a:gd name="T36" fmla="*/ 50 w 176"/>
                <a:gd name="T37" fmla="*/ 46 h 171"/>
                <a:gd name="T38" fmla="*/ 36 w 176"/>
                <a:gd name="T39" fmla="*/ 15 h 171"/>
                <a:gd name="T40" fmla="*/ 33 w 176"/>
                <a:gd name="T41" fmla="*/ 48 h 171"/>
                <a:gd name="T42" fmla="*/ 42 w 176"/>
                <a:gd name="T43" fmla="*/ 48 h 171"/>
                <a:gd name="T44" fmla="*/ 144 w 176"/>
                <a:gd name="T45" fmla="*/ 48 h 171"/>
                <a:gd name="T46" fmla="*/ 136 w 176"/>
                <a:gd name="T47" fmla="*/ 65 h 171"/>
                <a:gd name="T48" fmla="*/ 113 w 176"/>
                <a:gd name="T49" fmla="*/ 81 h 171"/>
                <a:gd name="T50" fmla="*/ 168 w 176"/>
                <a:gd name="T51" fmla="*/ 58 h 171"/>
                <a:gd name="T52" fmla="*/ 125 w 176"/>
                <a:gd name="T53" fmla="*/ 70 h 171"/>
                <a:gd name="T54" fmla="*/ 136 w 176"/>
                <a:gd name="T55" fmla="*/ 62 h 171"/>
                <a:gd name="T56" fmla="*/ 142 w 176"/>
                <a:gd name="T57" fmla="*/ 53 h 171"/>
                <a:gd name="T58" fmla="*/ 140 w 176"/>
                <a:gd name="T59" fmla="*/ 51 h 171"/>
                <a:gd name="T60" fmla="*/ 143 w 176"/>
                <a:gd name="T61" fmla="*/ 51 h 171"/>
                <a:gd name="T62" fmla="*/ 131 w 176"/>
                <a:gd name="T63" fmla="*/ 52 h 171"/>
                <a:gd name="T64" fmla="*/ 134 w 176"/>
                <a:gd name="T65" fmla="*/ 52 h 171"/>
                <a:gd name="T66" fmla="*/ 138 w 176"/>
                <a:gd name="T67" fmla="*/ 56 h 171"/>
                <a:gd name="T68" fmla="*/ 137 w 176"/>
                <a:gd name="T69" fmla="*/ 68 h 171"/>
                <a:gd name="T70" fmla="*/ 128 w 176"/>
                <a:gd name="T71" fmla="*/ 68 h 171"/>
                <a:gd name="T72" fmla="*/ 122 w 176"/>
                <a:gd name="T73" fmla="*/ 48 h 171"/>
                <a:gd name="T74" fmla="*/ 155 w 176"/>
                <a:gd name="T75" fmla="*/ 70 h 171"/>
                <a:gd name="T76" fmla="*/ 141 w 176"/>
                <a:gd name="T77" fmla="*/ 68 h 171"/>
                <a:gd name="T78" fmla="*/ 75 w 176"/>
                <a:gd name="T79" fmla="*/ 89 h 171"/>
                <a:gd name="T80" fmla="*/ 85 w 176"/>
                <a:gd name="T81" fmla="*/ 72 h 171"/>
                <a:gd name="T82" fmla="*/ 90 w 176"/>
                <a:gd name="T83" fmla="*/ 150 h 171"/>
                <a:gd name="T84" fmla="*/ 33 w 176"/>
                <a:gd name="T85" fmla="*/ 131 h 171"/>
                <a:gd name="T86" fmla="*/ 66 w 176"/>
                <a:gd name="T87" fmla="*/ 137 h 171"/>
                <a:gd name="T88" fmla="*/ 74 w 176"/>
                <a:gd name="T89" fmla="*/ 124 h 171"/>
                <a:gd name="T90" fmla="*/ 69 w 176"/>
                <a:gd name="T91" fmla="*/ 124 h 171"/>
                <a:gd name="T92" fmla="*/ 69 w 176"/>
                <a:gd name="T93" fmla="*/ 124 h 171"/>
                <a:gd name="T94" fmla="*/ 68 w 176"/>
                <a:gd name="T95" fmla="*/ 123 h 171"/>
                <a:gd name="T96" fmla="*/ 60 w 176"/>
                <a:gd name="T97" fmla="*/ 124 h 171"/>
                <a:gd name="T98" fmla="*/ 59 w 176"/>
                <a:gd name="T99" fmla="*/ 123 h 171"/>
                <a:gd name="T100" fmla="*/ 59 w 176"/>
                <a:gd name="T101" fmla="*/ 122 h 171"/>
                <a:gd name="T102" fmla="*/ 65 w 176"/>
                <a:gd name="T103" fmla="*/ 127 h 171"/>
                <a:gd name="T104" fmla="*/ 66 w 176"/>
                <a:gd name="T105" fmla="*/ 133 h 171"/>
                <a:gd name="T106" fmla="*/ 66 w 176"/>
                <a:gd name="T107" fmla="*/ 130 h 171"/>
                <a:gd name="T108" fmla="*/ 66 w 176"/>
                <a:gd name="T109" fmla="*/ 132 h 171"/>
                <a:gd name="T110" fmla="*/ 59 w 176"/>
                <a:gd name="T111" fmla="*/ 106 h 171"/>
                <a:gd name="T112" fmla="*/ 52 w 176"/>
                <a:gd name="T113" fmla="*/ 127 h 171"/>
                <a:gd name="T114" fmla="*/ 67 w 176"/>
                <a:gd name="T115" fmla="*/ 139 h 171"/>
                <a:gd name="T116" fmla="*/ 79 w 176"/>
                <a:gd name="T117" fmla="*/ 120 h 171"/>
                <a:gd name="T118" fmla="*/ 54 w 176"/>
                <a:gd name="T119" fmla="*/ 127 h 171"/>
                <a:gd name="T120" fmla="*/ 78 w 176"/>
                <a:gd name="T121" fmla="*/ 126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76" h="171">
                  <a:moveTo>
                    <a:pt x="65" y="90"/>
                  </a:moveTo>
                  <a:cubicBezTo>
                    <a:pt x="76" y="90"/>
                    <a:pt x="86" y="95"/>
                    <a:pt x="94" y="102"/>
                  </a:cubicBezTo>
                  <a:cubicBezTo>
                    <a:pt x="101" y="109"/>
                    <a:pt x="106" y="119"/>
                    <a:pt x="106" y="131"/>
                  </a:cubicBezTo>
                  <a:cubicBezTo>
                    <a:pt x="106" y="142"/>
                    <a:pt x="101" y="152"/>
                    <a:pt x="94" y="159"/>
                  </a:cubicBezTo>
                  <a:cubicBezTo>
                    <a:pt x="86" y="166"/>
                    <a:pt x="76" y="171"/>
                    <a:pt x="65" y="171"/>
                  </a:cubicBezTo>
                  <a:cubicBezTo>
                    <a:pt x="54" y="171"/>
                    <a:pt x="44" y="166"/>
                    <a:pt x="37" y="159"/>
                  </a:cubicBezTo>
                  <a:cubicBezTo>
                    <a:pt x="29" y="152"/>
                    <a:pt x="25" y="142"/>
                    <a:pt x="25" y="131"/>
                  </a:cubicBezTo>
                  <a:cubicBezTo>
                    <a:pt x="25" y="119"/>
                    <a:pt x="29" y="109"/>
                    <a:pt x="37" y="102"/>
                  </a:cubicBezTo>
                  <a:cubicBezTo>
                    <a:pt x="44" y="95"/>
                    <a:pt x="54" y="90"/>
                    <a:pt x="65" y="90"/>
                  </a:cubicBezTo>
                  <a:close/>
                  <a:moveTo>
                    <a:pt x="136" y="18"/>
                  </a:moveTo>
                  <a:cubicBezTo>
                    <a:pt x="125" y="18"/>
                    <a:pt x="115" y="22"/>
                    <a:pt x="108" y="29"/>
                  </a:cubicBezTo>
                  <a:cubicBezTo>
                    <a:pt x="100" y="37"/>
                    <a:pt x="96" y="47"/>
                    <a:pt x="96" y="58"/>
                  </a:cubicBezTo>
                  <a:cubicBezTo>
                    <a:pt x="96" y="69"/>
                    <a:pt x="100" y="79"/>
                    <a:pt x="108" y="86"/>
                  </a:cubicBezTo>
                  <a:cubicBezTo>
                    <a:pt x="115" y="94"/>
                    <a:pt x="125" y="98"/>
                    <a:pt x="136" y="98"/>
                  </a:cubicBezTo>
                  <a:cubicBezTo>
                    <a:pt x="147" y="98"/>
                    <a:pt x="157" y="94"/>
                    <a:pt x="165" y="86"/>
                  </a:cubicBezTo>
                  <a:cubicBezTo>
                    <a:pt x="172" y="79"/>
                    <a:pt x="176" y="69"/>
                    <a:pt x="176" y="58"/>
                  </a:cubicBezTo>
                  <a:cubicBezTo>
                    <a:pt x="176" y="47"/>
                    <a:pt x="172" y="37"/>
                    <a:pt x="165" y="29"/>
                  </a:cubicBezTo>
                  <a:cubicBezTo>
                    <a:pt x="157" y="22"/>
                    <a:pt x="147" y="18"/>
                    <a:pt x="136" y="18"/>
                  </a:cubicBezTo>
                  <a:close/>
                  <a:moveTo>
                    <a:pt x="41" y="0"/>
                  </a:moveTo>
                  <a:cubicBezTo>
                    <a:pt x="52" y="0"/>
                    <a:pt x="62" y="4"/>
                    <a:pt x="69" y="12"/>
                  </a:cubicBezTo>
                  <a:cubicBezTo>
                    <a:pt x="77" y="19"/>
                    <a:pt x="81" y="29"/>
                    <a:pt x="81" y="40"/>
                  </a:cubicBezTo>
                  <a:cubicBezTo>
                    <a:pt x="81" y="51"/>
                    <a:pt x="77" y="61"/>
                    <a:pt x="69" y="69"/>
                  </a:cubicBezTo>
                  <a:cubicBezTo>
                    <a:pt x="62" y="76"/>
                    <a:pt x="52" y="81"/>
                    <a:pt x="41" y="81"/>
                  </a:cubicBezTo>
                  <a:cubicBezTo>
                    <a:pt x="30" y="81"/>
                    <a:pt x="20" y="76"/>
                    <a:pt x="12" y="69"/>
                  </a:cubicBezTo>
                  <a:cubicBezTo>
                    <a:pt x="5" y="61"/>
                    <a:pt x="0" y="51"/>
                    <a:pt x="0" y="40"/>
                  </a:cubicBezTo>
                  <a:cubicBezTo>
                    <a:pt x="0" y="29"/>
                    <a:pt x="5" y="19"/>
                    <a:pt x="12" y="12"/>
                  </a:cubicBezTo>
                  <a:cubicBezTo>
                    <a:pt x="20" y="4"/>
                    <a:pt x="30" y="0"/>
                    <a:pt x="41" y="0"/>
                  </a:cubicBezTo>
                  <a:close/>
                  <a:moveTo>
                    <a:pt x="31" y="30"/>
                  </a:moveTo>
                  <a:cubicBezTo>
                    <a:pt x="32" y="37"/>
                    <a:pt x="34" y="44"/>
                    <a:pt x="41" y="45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7" y="43"/>
                    <a:pt x="49" y="38"/>
                    <a:pt x="50" y="32"/>
                  </a:cubicBezTo>
                  <a:cubicBezTo>
                    <a:pt x="49" y="28"/>
                    <a:pt x="49" y="28"/>
                    <a:pt x="49" y="28"/>
                  </a:cubicBezTo>
                  <a:cubicBezTo>
                    <a:pt x="47" y="29"/>
                    <a:pt x="37" y="30"/>
                    <a:pt x="32" y="26"/>
                  </a:cubicBezTo>
                  <a:cubicBezTo>
                    <a:pt x="32" y="27"/>
                    <a:pt x="31" y="29"/>
                    <a:pt x="31" y="30"/>
                  </a:cubicBezTo>
                  <a:close/>
                  <a:moveTo>
                    <a:pt x="43" y="32"/>
                  </a:moveTo>
                  <a:cubicBezTo>
                    <a:pt x="43" y="32"/>
                    <a:pt x="43" y="32"/>
                    <a:pt x="43" y="32"/>
                  </a:cubicBezTo>
                  <a:cubicBezTo>
                    <a:pt x="43" y="33"/>
                    <a:pt x="44" y="34"/>
                    <a:pt x="45" y="34"/>
                  </a:cubicBezTo>
                  <a:cubicBezTo>
                    <a:pt x="46" y="34"/>
                    <a:pt x="46" y="33"/>
                    <a:pt x="46" y="32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6" y="31"/>
                    <a:pt x="45" y="31"/>
                    <a:pt x="45" y="31"/>
                  </a:cubicBezTo>
                  <a:cubicBezTo>
                    <a:pt x="44" y="31"/>
                    <a:pt x="43" y="32"/>
                    <a:pt x="42" y="32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3" y="33"/>
                    <a:pt x="43" y="32"/>
                  </a:cubicBezTo>
                  <a:close/>
                  <a:moveTo>
                    <a:pt x="39" y="40"/>
                  </a:moveTo>
                  <a:cubicBezTo>
                    <a:pt x="38" y="40"/>
                    <a:pt x="38" y="40"/>
                    <a:pt x="38" y="40"/>
                  </a:cubicBezTo>
                  <a:cubicBezTo>
                    <a:pt x="38" y="41"/>
                    <a:pt x="39" y="41"/>
                    <a:pt x="39" y="42"/>
                  </a:cubicBezTo>
                  <a:cubicBezTo>
                    <a:pt x="40" y="42"/>
                    <a:pt x="40" y="42"/>
                    <a:pt x="41" y="42"/>
                  </a:cubicBezTo>
                  <a:cubicBezTo>
                    <a:pt x="41" y="42"/>
                    <a:pt x="42" y="42"/>
                    <a:pt x="42" y="42"/>
                  </a:cubicBezTo>
                  <a:cubicBezTo>
                    <a:pt x="43" y="42"/>
                    <a:pt x="44" y="41"/>
                    <a:pt x="44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3" y="40"/>
                    <a:pt x="42" y="40"/>
                    <a:pt x="41" y="40"/>
                  </a:cubicBezTo>
                  <a:cubicBezTo>
                    <a:pt x="40" y="40"/>
                    <a:pt x="39" y="40"/>
                    <a:pt x="39" y="40"/>
                  </a:cubicBezTo>
                  <a:close/>
                  <a:moveTo>
                    <a:pt x="41" y="41"/>
                  </a:moveTo>
                  <a:cubicBezTo>
                    <a:pt x="40" y="41"/>
                    <a:pt x="40" y="41"/>
                    <a:pt x="39" y="41"/>
                  </a:cubicBezTo>
                  <a:cubicBezTo>
                    <a:pt x="39" y="41"/>
                    <a:pt x="40" y="41"/>
                    <a:pt x="40" y="41"/>
                  </a:cubicBezTo>
                  <a:cubicBezTo>
                    <a:pt x="40" y="41"/>
                    <a:pt x="41" y="41"/>
                    <a:pt x="41" y="41"/>
                  </a:cubicBezTo>
                  <a:cubicBezTo>
                    <a:pt x="41" y="41"/>
                    <a:pt x="42" y="41"/>
                    <a:pt x="42" y="41"/>
                  </a:cubicBezTo>
                  <a:cubicBezTo>
                    <a:pt x="42" y="41"/>
                    <a:pt x="43" y="41"/>
                    <a:pt x="43" y="41"/>
                  </a:cubicBezTo>
                  <a:cubicBezTo>
                    <a:pt x="42" y="41"/>
                    <a:pt x="42" y="41"/>
                    <a:pt x="41" y="41"/>
                  </a:cubicBezTo>
                  <a:close/>
                  <a:moveTo>
                    <a:pt x="38" y="32"/>
                  </a:moveTo>
                  <a:cubicBezTo>
                    <a:pt x="39" y="33"/>
                    <a:pt x="39" y="33"/>
                    <a:pt x="39" y="33"/>
                  </a:cubicBezTo>
                  <a:cubicBezTo>
                    <a:pt x="39" y="32"/>
                    <a:pt x="39" y="32"/>
                    <a:pt x="39" y="32"/>
                  </a:cubicBezTo>
                  <a:cubicBezTo>
                    <a:pt x="39" y="32"/>
                    <a:pt x="38" y="31"/>
                    <a:pt x="37" y="31"/>
                  </a:cubicBezTo>
                  <a:cubicBezTo>
                    <a:pt x="36" y="31"/>
                    <a:pt x="35" y="31"/>
                    <a:pt x="34" y="32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5" y="33"/>
                    <a:pt x="36" y="34"/>
                    <a:pt x="37" y="34"/>
                  </a:cubicBezTo>
                  <a:cubicBezTo>
                    <a:pt x="37" y="34"/>
                    <a:pt x="38" y="33"/>
                    <a:pt x="38" y="32"/>
                  </a:cubicBezTo>
                  <a:cubicBezTo>
                    <a:pt x="38" y="32"/>
                    <a:pt x="38" y="32"/>
                    <a:pt x="38" y="32"/>
                  </a:cubicBezTo>
                  <a:close/>
                  <a:moveTo>
                    <a:pt x="40" y="36"/>
                  </a:moveTo>
                  <a:cubicBezTo>
                    <a:pt x="40" y="36"/>
                    <a:pt x="41" y="37"/>
                    <a:pt x="41" y="37"/>
                  </a:cubicBezTo>
                  <a:cubicBezTo>
                    <a:pt x="42" y="37"/>
                    <a:pt x="43" y="36"/>
                    <a:pt x="43" y="36"/>
                  </a:cubicBezTo>
                  <a:cubicBezTo>
                    <a:pt x="40" y="36"/>
                    <a:pt x="40" y="36"/>
                    <a:pt x="40" y="36"/>
                  </a:cubicBezTo>
                  <a:close/>
                  <a:moveTo>
                    <a:pt x="30" y="50"/>
                  </a:moveTo>
                  <a:cubicBezTo>
                    <a:pt x="32" y="54"/>
                    <a:pt x="37" y="63"/>
                    <a:pt x="41" y="63"/>
                  </a:cubicBezTo>
                  <a:cubicBezTo>
                    <a:pt x="45" y="63"/>
                    <a:pt x="49" y="54"/>
                    <a:pt x="51" y="50"/>
                  </a:cubicBezTo>
                  <a:cubicBezTo>
                    <a:pt x="55" y="51"/>
                    <a:pt x="59" y="53"/>
                    <a:pt x="62" y="55"/>
                  </a:cubicBezTo>
                  <a:cubicBezTo>
                    <a:pt x="63" y="58"/>
                    <a:pt x="63" y="61"/>
                    <a:pt x="63" y="63"/>
                  </a:cubicBezTo>
                  <a:cubicBezTo>
                    <a:pt x="63" y="63"/>
                    <a:pt x="63" y="63"/>
                    <a:pt x="63" y="63"/>
                  </a:cubicBezTo>
                  <a:cubicBezTo>
                    <a:pt x="69" y="57"/>
                    <a:pt x="73" y="49"/>
                    <a:pt x="73" y="40"/>
                  </a:cubicBezTo>
                  <a:cubicBezTo>
                    <a:pt x="73" y="31"/>
                    <a:pt x="69" y="23"/>
                    <a:pt x="63" y="18"/>
                  </a:cubicBezTo>
                  <a:cubicBezTo>
                    <a:pt x="58" y="12"/>
                    <a:pt x="50" y="8"/>
                    <a:pt x="41" y="8"/>
                  </a:cubicBezTo>
                  <a:cubicBezTo>
                    <a:pt x="32" y="8"/>
                    <a:pt x="24" y="12"/>
                    <a:pt x="18" y="18"/>
                  </a:cubicBezTo>
                  <a:cubicBezTo>
                    <a:pt x="12" y="23"/>
                    <a:pt x="9" y="31"/>
                    <a:pt x="9" y="40"/>
                  </a:cubicBezTo>
                  <a:cubicBezTo>
                    <a:pt x="9" y="49"/>
                    <a:pt x="12" y="57"/>
                    <a:pt x="18" y="63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18" y="60"/>
                    <a:pt x="19" y="58"/>
                    <a:pt x="19" y="55"/>
                  </a:cubicBezTo>
                  <a:cubicBezTo>
                    <a:pt x="22" y="53"/>
                    <a:pt x="26" y="51"/>
                    <a:pt x="30" y="50"/>
                  </a:cubicBezTo>
                  <a:close/>
                  <a:moveTo>
                    <a:pt x="46" y="46"/>
                  </a:moveTo>
                  <a:cubicBezTo>
                    <a:pt x="46" y="48"/>
                    <a:pt x="46" y="48"/>
                    <a:pt x="46" y="48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50" y="46"/>
                    <a:pt x="50" y="46"/>
                    <a:pt x="50" y="46"/>
                  </a:cubicBezTo>
                  <a:cubicBezTo>
                    <a:pt x="52" y="47"/>
                    <a:pt x="52" y="47"/>
                    <a:pt x="52" y="47"/>
                  </a:cubicBezTo>
                  <a:cubicBezTo>
                    <a:pt x="54" y="47"/>
                    <a:pt x="55" y="48"/>
                    <a:pt x="57" y="49"/>
                  </a:cubicBezTo>
                  <a:cubicBezTo>
                    <a:pt x="60" y="46"/>
                    <a:pt x="61" y="38"/>
                    <a:pt x="58" y="30"/>
                  </a:cubicBezTo>
                  <a:cubicBezTo>
                    <a:pt x="55" y="22"/>
                    <a:pt x="55" y="16"/>
                    <a:pt x="45" y="15"/>
                  </a:cubicBezTo>
                  <a:cubicBezTo>
                    <a:pt x="42" y="14"/>
                    <a:pt x="39" y="14"/>
                    <a:pt x="36" y="15"/>
                  </a:cubicBezTo>
                  <a:cubicBezTo>
                    <a:pt x="28" y="17"/>
                    <a:pt x="27" y="21"/>
                    <a:pt x="24" y="28"/>
                  </a:cubicBezTo>
                  <a:cubicBezTo>
                    <a:pt x="21" y="35"/>
                    <a:pt x="21" y="45"/>
                    <a:pt x="24" y="49"/>
                  </a:cubicBezTo>
                  <a:cubicBezTo>
                    <a:pt x="26" y="48"/>
                    <a:pt x="27" y="47"/>
                    <a:pt x="29" y="47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3" y="48"/>
                    <a:pt x="33" y="48"/>
                    <a:pt x="33" y="48"/>
                  </a:cubicBezTo>
                  <a:cubicBezTo>
                    <a:pt x="33" y="48"/>
                    <a:pt x="33" y="49"/>
                    <a:pt x="33" y="49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7" y="47"/>
                    <a:pt x="38" y="47"/>
                    <a:pt x="40" y="48"/>
                  </a:cubicBezTo>
                  <a:cubicBezTo>
                    <a:pt x="41" y="48"/>
                    <a:pt x="42" y="48"/>
                    <a:pt x="42" y="48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4" y="47"/>
                    <a:pt x="45" y="47"/>
                    <a:pt x="46" y="46"/>
                  </a:cubicBezTo>
                  <a:close/>
                  <a:moveTo>
                    <a:pt x="126" y="50"/>
                  </a:moveTo>
                  <a:cubicBezTo>
                    <a:pt x="126" y="49"/>
                    <a:pt x="127" y="47"/>
                    <a:pt x="127" y="46"/>
                  </a:cubicBezTo>
                  <a:cubicBezTo>
                    <a:pt x="132" y="50"/>
                    <a:pt x="142" y="48"/>
                    <a:pt x="144" y="48"/>
                  </a:cubicBezTo>
                  <a:cubicBezTo>
                    <a:pt x="145" y="52"/>
                    <a:pt x="145" y="52"/>
                    <a:pt x="145" y="52"/>
                  </a:cubicBezTo>
                  <a:cubicBezTo>
                    <a:pt x="144" y="58"/>
                    <a:pt x="142" y="63"/>
                    <a:pt x="137" y="65"/>
                  </a:cubicBezTo>
                  <a:cubicBezTo>
                    <a:pt x="137" y="65"/>
                    <a:pt x="137" y="65"/>
                    <a:pt x="137" y="65"/>
                  </a:cubicBezTo>
                  <a:cubicBezTo>
                    <a:pt x="136" y="65"/>
                    <a:pt x="136" y="65"/>
                    <a:pt x="136" y="65"/>
                  </a:cubicBezTo>
                  <a:cubicBezTo>
                    <a:pt x="136" y="65"/>
                    <a:pt x="136" y="65"/>
                    <a:pt x="136" y="65"/>
                  </a:cubicBezTo>
                  <a:cubicBezTo>
                    <a:pt x="130" y="63"/>
                    <a:pt x="127" y="57"/>
                    <a:pt x="126" y="50"/>
                  </a:cubicBezTo>
                  <a:close/>
                  <a:moveTo>
                    <a:pt x="125" y="70"/>
                  </a:moveTo>
                  <a:cubicBezTo>
                    <a:pt x="121" y="71"/>
                    <a:pt x="118" y="73"/>
                    <a:pt x="114" y="75"/>
                  </a:cubicBezTo>
                  <a:cubicBezTo>
                    <a:pt x="114" y="77"/>
                    <a:pt x="114" y="79"/>
                    <a:pt x="114" y="81"/>
                  </a:cubicBezTo>
                  <a:cubicBezTo>
                    <a:pt x="114" y="81"/>
                    <a:pt x="114" y="81"/>
                    <a:pt x="113" y="81"/>
                  </a:cubicBezTo>
                  <a:cubicBezTo>
                    <a:pt x="108" y="75"/>
                    <a:pt x="104" y="67"/>
                    <a:pt x="104" y="58"/>
                  </a:cubicBezTo>
                  <a:cubicBezTo>
                    <a:pt x="104" y="49"/>
                    <a:pt x="108" y="41"/>
                    <a:pt x="113" y="35"/>
                  </a:cubicBezTo>
                  <a:cubicBezTo>
                    <a:pt x="119" y="29"/>
                    <a:pt x="127" y="26"/>
                    <a:pt x="136" y="26"/>
                  </a:cubicBezTo>
                  <a:cubicBezTo>
                    <a:pt x="145" y="26"/>
                    <a:pt x="153" y="29"/>
                    <a:pt x="159" y="35"/>
                  </a:cubicBezTo>
                  <a:cubicBezTo>
                    <a:pt x="165" y="41"/>
                    <a:pt x="168" y="49"/>
                    <a:pt x="168" y="58"/>
                  </a:cubicBezTo>
                  <a:cubicBezTo>
                    <a:pt x="168" y="67"/>
                    <a:pt x="165" y="75"/>
                    <a:pt x="159" y="81"/>
                  </a:cubicBezTo>
                  <a:cubicBezTo>
                    <a:pt x="158" y="81"/>
                    <a:pt x="158" y="81"/>
                    <a:pt x="158" y="81"/>
                  </a:cubicBezTo>
                  <a:cubicBezTo>
                    <a:pt x="158" y="79"/>
                    <a:pt x="158" y="77"/>
                    <a:pt x="157" y="75"/>
                  </a:cubicBezTo>
                  <a:cubicBezTo>
                    <a:pt x="154" y="73"/>
                    <a:pt x="150" y="71"/>
                    <a:pt x="146" y="70"/>
                  </a:cubicBezTo>
                  <a:cubicBezTo>
                    <a:pt x="141" y="78"/>
                    <a:pt x="130" y="78"/>
                    <a:pt x="125" y="70"/>
                  </a:cubicBezTo>
                  <a:close/>
                  <a:moveTo>
                    <a:pt x="134" y="60"/>
                  </a:moveTo>
                  <a:cubicBezTo>
                    <a:pt x="135" y="61"/>
                    <a:pt x="135" y="61"/>
                    <a:pt x="136" y="61"/>
                  </a:cubicBezTo>
                  <a:cubicBezTo>
                    <a:pt x="137" y="61"/>
                    <a:pt x="138" y="61"/>
                    <a:pt x="138" y="60"/>
                  </a:cubicBezTo>
                  <a:cubicBezTo>
                    <a:pt x="139" y="61"/>
                    <a:pt x="139" y="61"/>
                    <a:pt x="139" y="61"/>
                  </a:cubicBezTo>
                  <a:cubicBezTo>
                    <a:pt x="138" y="62"/>
                    <a:pt x="137" y="62"/>
                    <a:pt x="136" y="62"/>
                  </a:cubicBezTo>
                  <a:cubicBezTo>
                    <a:pt x="135" y="62"/>
                    <a:pt x="134" y="62"/>
                    <a:pt x="133" y="61"/>
                  </a:cubicBezTo>
                  <a:cubicBezTo>
                    <a:pt x="134" y="60"/>
                    <a:pt x="134" y="60"/>
                    <a:pt x="134" y="60"/>
                  </a:cubicBezTo>
                  <a:close/>
                  <a:moveTo>
                    <a:pt x="139" y="52"/>
                  </a:moveTo>
                  <a:cubicBezTo>
                    <a:pt x="142" y="52"/>
                    <a:pt x="142" y="52"/>
                    <a:pt x="142" y="52"/>
                  </a:cubicBezTo>
                  <a:cubicBezTo>
                    <a:pt x="142" y="52"/>
                    <a:pt x="142" y="53"/>
                    <a:pt x="142" y="53"/>
                  </a:cubicBezTo>
                  <a:cubicBezTo>
                    <a:pt x="142" y="54"/>
                    <a:pt x="141" y="54"/>
                    <a:pt x="140" y="54"/>
                  </a:cubicBezTo>
                  <a:cubicBezTo>
                    <a:pt x="139" y="54"/>
                    <a:pt x="139" y="54"/>
                    <a:pt x="139" y="53"/>
                  </a:cubicBezTo>
                  <a:cubicBezTo>
                    <a:pt x="139" y="53"/>
                    <a:pt x="139" y="52"/>
                    <a:pt x="139" y="52"/>
                  </a:cubicBezTo>
                  <a:close/>
                  <a:moveTo>
                    <a:pt x="143" y="51"/>
                  </a:moveTo>
                  <a:cubicBezTo>
                    <a:pt x="142" y="51"/>
                    <a:pt x="141" y="51"/>
                    <a:pt x="140" y="51"/>
                  </a:cubicBezTo>
                  <a:cubicBezTo>
                    <a:pt x="139" y="51"/>
                    <a:pt x="139" y="51"/>
                    <a:pt x="138" y="52"/>
                  </a:cubicBezTo>
                  <a:cubicBezTo>
                    <a:pt x="138" y="51"/>
                    <a:pt x="138" y="51"/>
                    <a:pt x="138" y="51"/>
                  </a:cubicBezTo>
                  <a:cubicBezTo>
                    <a:pt x="138" y="51"/>
                    <a:pt x="139" y="50"/>
                    <a:pt x="140" y="50"/>
                  </a:cubicBezTo>
                  <a:cubicBezTo>
                    <a:pt x="141" y="50"/>
                    <a:pt x="142" y="50"/>
                    <a:pt x="143" y="51"/>
                  </a:cubicBezTo>
                  <a:cubicBezTo>
                    <a:pt x="143" y="51"/>
                    <a:pt x="143" y="51"/>
                    <a:pt x="143" y="51"/>
                  </a:cubicBezTo>
                  <a:close/>
                  <a:moveTo>
                    <a:pt x="133" y="52"/>
                  </a:moveTo>
                  <a:cubicBezTo>
                    <a:pt x="134" y="52"/>
                    <a:pt x="134" y="53"/>
                    <a:pt x="134" y="53"/>
                  </a:cubicBezTo>
                  <a:cubicBezTo>
                    <a:pt x="134" y="54"/>
                    <a:pt x="133" y="54"/>
                    <a:pt x="132" y="54"/>
                  </a:cubicBezTo>
                  <a:cubicBezTo>
                    <a:pt x="131" y="54"/>
                    <a:pt x="131" y="54"/>
                    <a:pt x="131" y="53"/>
                  </a:cubicBezTo>
                  <a:cubicBezTo>
                    <a:pt x="131" y="53"/>
                    <a:pt x="131" y="52"/>
                    <a:pt x="131" y="52"/>
                  </a:cubicBezTo>
                  <a:cubicBezTo>
                    <a:pt x="133" y="52"/>
                    <a:pt x="133" y="52"/>
                    <a:pt x="133" y="52"/>
                  </a:cubicBezTo>
                  <a:close/>
                  <a:moveTo>
                    <a:pt x="130" y="51"/>
                  </a:moveTo>
                  <a:cubicBezTo>
                    <a:pt x="131" y="50"/>
                    <a:pt x="132" y="50"/>
                    <a:pt x="132" y="50"/>
                  </a:cubicBezTo>
                  <a:cubicBezTo>
                    <a:pt x="133" y="50"/>
                    <a:pt x="134" y="51"/>
                    <a:pt x="135" y="51"/>
                  </a:cubicBezTo>
                  <a:cubicBezTo>
                    <a:pt x="134" y="52"/>
                    <a:pt x="134" y="52"/>
                    <a:pt x="134" y="52"/>
                  </a:cubicBezTo>
                  <a:cubicBezTo>
                    <a:pt x="134" y="51"/>
                    <a:pt x="133" y="51"/>
                    <a:pt x="132" y="51"/>
                  </a:cubicBezTo>
                  <a:cubicBezTo>
                    <a:pt x="132" y="51"/>
                    <a:pt x="131" y="51"/>
                    <a:pt x="130" y="51"/>
                  </a:cubicBezTo>
                  <a:cubicBezTo>
                    <a:pt x="130" y="51"/>
                    <a:pt x="130" y="51"/>
                    <a:pt x="130" y="51"/>
                  </a:cubicBezTo>
                  <a:close/>
                  <a:moveTo>
                    <a:pt x="135" y="56"/>
                  </a:moveTo>
                  <a:cubicBezTo>
                    <a:pt x="138" y="56"/>
                    <a:pt x="138" y="56"/>
                    <a:pt x="138" y="56"/>
                  </a:cubicBezTo>
                  <a:cubicBezTo>
                    <a:pt x="138" y="56"/>
                    <a:pt x="137" y="57"/>
                    <a:pt x="136" y="57"/>
                  </a:cubicBezTo>
                  <a:cubicBezTo>
                    <a:pt x="136" y="57"/>
                    <a:pt x="135" y="56"/>
                    <a:pt x="135" y="56"/>
                  </a:cubicBezTo>
                  <a:close/>
                  <a:moveTo>
                    <a:pt x="141" y="66"/>
                  </a:moveTo>
                  <a:cubicBezTo>
                    <a:pt x="140" y="66"/>
                    <a:pt x="139" y="67"/>
                    <a:pt x="137" y="68"/>
                  </a:cubicBezTo>
                  <a:cubicBezTo>
                    <a:pt x="137" y="68"/>
                    <a:pt x="137" y="68"/>
                    <a:pt x="137" y="68"/>
                  </a:cubicBezTo>
                  <a:cubicBezTo>
                    <a:pt x="137" y="68"/>
                    <a:pt x="137" y="68"/>
                    <a:pt x="136" y="68"/>
                  </a:cubicBezTo>
                  <a:cubicBezTo>
                    <a:pt x="136" y="68"/>
                    <a:pt x="135" y="68"/>
                    <a:pt x="135" y="68"/>
                  </a:cubicBezTo>
                  <a:cubicBezTo>
                    <a:pt x="133" y="67"/>
                    <a:pt x="132" y="66"/>
                    <a:pt x="131" y="65"/>
                  </a:cubicBezTo>
                  <a:cubicBezTo>
                    <a:pt x="130" y="68"/>
                    <a:pt x="130" y="68"/>
                    <a:pt x="130" y="68"/>
                  </a:cubicBezTo>
                  <a:cubicBezTo>
                    <a:pt x="128" y="68"/>
                    <a:pt x="128" y="68"/>
                    <a:pt x="128" y="68"/>
                  </a:cubicBezTo>
                  <a:cubicBezTo>
                    <a:pt x="128" y="68"/>
                    <a:pt x="128" y="68"/>
                    <a:pt x="128" y="68"/>
                  </a:cubicBezTo>
                  <a:cubicBezTo>
                    <a:pt x="127" y="66"/>
                    <a:pt x="127" y="66"/>
                    <a:pt x="127" y="66"/>
                  </a:cubicBezTo>
                  <a:cubicBezTo>
                    <a:pt x="124" y="67"/>
                    <a:pt x="124" y="67"/>
                    <a:pt x="124" y="67"/>
                  </a:cubicBezTo>
                  <a:cubicBezTo>
                    <a:pt x="122" y="67"/>
                    <a:pt x="120" y="68"/>
                    <a:pt x="118" y="69"/>
                  </a:cubicBezTo>
                  <a:cubicBezTo>
                    <a:pt x="121" y="62"/>
                    <a:pt x="121" y="57"/>
                    <a:pt x="122" y="48"/>
                  </a:cubicBezTo>
                  <a:cubicBezTo>
                    <a:pt x="123" y="42"/>
                    <a:pt x="121" y="36"/>
                    <a:pt x="130" y="35"/>
                  </a:cubicBezTo>
                  <a:cubicBezTo>
                    <a:pt x="137" y="31"/>
                    <a:pt x="146" y="33"/>
                    <a:pt x="149" y="38"/>
                  </a:cubicBezTo>
                  <a:cubicBezTo>
                    <a:pt x="151" y="44"/>
                    <a:pt x="150" y="55"/>
                    <a:pt x="152" y="62"/>
                  </a:cubicBezTo>
                  <a:cubicBezTo>
                    <a:pt x="153" y="67"/>
                    <a:pt x="155" y="70"/>
                    <a:pt x="155" y="70"/>
                  </a:cubicBezTo>
                  <a:cubicBezTo>
                    <a:pt x="155" y="70"/>
                    <a:pt x="155" y="70"/>
                    <a:pt x="155" y="70"/>
                  </a:cubicBezTo>
                  <a:cubicBezTo>
                    <a:pt x="153" y="69"/>
                    <a:pt x="150" y="67"/>
                    <a:pt x="147" y="67"/>
                  </a:cubicBezTo>
                  <a:cubicBezTo>
                    <a:pt x="145" y="66"/>
                    <a:pt x="145" y="66"/>
                    <a:pt x="145" y="66"/>
                  </a:cubicBezTo>
                  <a:cubicBezTo>
                    <a:pt x="143" y="68"/>
                    <a:pt x="143" y="68"/>
                    <a:pt x="143" y="68"/>
                  </a:cubicBezTo>
                  <a:cubicBezTo>
                    <a:pt x="143" y="68"/>
                    <a:pt x="143" y="68"/>
                    <a:pt x="143" y="68"/>
                  </a:cubicBezTo>
                  <a:cubicBezTo>
                    <a:pt x="141" y="68"/>
                    <a:pt x="141" y="68"/>
                    <a:pt x="141" y="68"/>
                  </a:cubicBezTo>
                  <a:cubicBezTo>
                    <a:pt x="141" y="66"/>
                    <a:pt x="141" y="66"/>
                    <a:pt x="141" y="66"/>
                  </a:cubicBezTo>
                  <a:close/>
                  <a:moveTo>
                    <a:pt x="75" y="66"/>
                  </a:moveTo>
                  <a:cubicBezTo>
                    <a:pt x="74" y="68"/>
                    <a:pt x="72" y="70"/>
                    <a:pt x="70" y="72"/>
                  </a:cubicBezTo>
                  <a:cubicBezTo>
                    <a:pt x="73" y="74"/>
                    <a:pt x="76" y="76"/>
                    <a:pt x="79" y="78"/>
                  </a:cubicBezTo>
                  <a:cubicBezTo>
                    <a:pt x="77" y="82"/>
                    <a:pt x="76" y="85"/>
                    <a:pt x="75" y="89"/>
                  </a:cubicBezTo>
                  <a:cubicBezTo>
                    <a:pt x="77" y="89"/>
                    <a:pt x="80" y="90"/>
                    <a:pt x="82" y="91"/>
                  </a:cubicBezTo>
                  <a:cubicBezTo>
                    <a:pt x="84" y="88"/>
                    <a:pt x="85" y="84"/>
                    <a:pt x="87" y="81"/>
                  </a:cubicBezTo>
                  <a:cubicBezTo>
                    <a:pt x="91" y="80"/>
                    <a:pt x="95" y="79"/>
                    <a:pt x="98" y="78"/>
                  </a:cubicBezTo>
                  <a:cubicBezTo>
                    <a:pt x="97" y="76"/>
                    <a:pt x="96" y="73"/>
                    <a:pt x="96" y="71"/>
                  </a:cubicBezTo>
                  <a:cubicBezTo>
                    <a:pt x="92" y="71"/>
                    <a:pt x="89" y="72"/>
                    <a:pt x="85" y="72"/>
                  </a:cubicBezTo>
                  <a:cubicBezTo>
                    <a:pt x="82" y="70"/>
                    <a:pt x="78" y="68"/>
                    <a:pt x="75" y="66"/>
                  </a:cubicBezTo>
                  <a:close/>
                  <a:moveTo>
                    <a:pt x="57" y="140"/>
                  </a:moveTo>
                  <a:cubicBezTo>
                    <a:pt x="59" y="143"/>
                    <a:pt x="72" y="144"/>
                    <a:pt x="75" y="140"/>
                  </a:cubicBezTo>
                  <a:cubicBezTo>
                    <a:pt x="80" y="141"/>
                    <a:pt x="85" y="144"/>
                    <a:pt x="89" y="146"/>
                  </a:cubicBezTo>
                  <a:cubicBezTo>
                    <a:pt x="90" y="148"/>
                    <a:pt x="90" y="149"/>
                    <a:pt x="90" y="150"/>
                  </a:cubicBezTo>
                  <a:cubicBezTo>
                    <a:pt x="95" y="145"/>
                    <a:pt x="97" y="138"/>
                    <a:pt x="97" y="131"/>
                  </a:cubicBezTo>
                  <a:cubicBezTo>
                    <a:pt x="97" y="122"/>
                    <a:pt x="94" y="114"/>
                    <a:pt x="88" y="108"/>
                  </a:cubicBezTo>
                  <a:cubicBezTo>
                    <a:pt x="82" y="102"/>
                    <a:pt x="74" y="99"/>
                    <a:pt x="65" y="99"/>
                  </a:cubicBezTo>
                  <a:cubicBezTo>
                    <a:pt x="56" y="99"/>
                    <a:pt x="48" y="102"/>
                    <a:pt x="43" y="108"/>
                  </a:cubicBezTo>
                  <a:cubicBezTo>
                    <a:pt x="37" y="114"/>
                    <a:pt x="33" y="122"/>
                    <a:pt x="33" y="131"/>
                  </a:cubicBezTo>
                  <a:cubicBezTo>
                    <a:pt x="33" y="138"/>
                    <a:pt x="36" y="146"/>
                    <a:pt x="41" y="151"/>
                  </a:cubicBezTo>
                  <a:cubicBezTo>
                    <a:pt x="41" y="150"/>
                    <a:pt x="42" y="148"/>
                    <a:pt x="43" y="146"/>
                  </a:cubicBezTo>
                  <a:cubicBezTo>
                    <a:pt x="47" y="144"/>
                    <a:pt x="52" y="141"/>
                    <a:pt x="57" y="140"/>
                  </a:cubicBezTo>
                  <a:close/>
                  <a:moveTo>
                    <a:pt x="56" y="124"/>
                  </a:moveTo>
                  <a:cubicBezTo>
                    <a:pt x="57" y="130"/>
                    <a:pt x="60" y="135"/>
                    <a:pt x="66" y="137"/>
                  </a:cubicBezTo>
                  <a:cubicBezTo>
                    <a:pt x="66" y="137"/>
                    <a:pt x="66" y="137"/>
                    <a:pt x="66" y="137"/>
                  </a:cubicBezTo>
                  <a:cubicBezTo>
                    <a:pt x="66" y="137"/>
                    <a:pt x="66" y="137"/>
                    <a:pt x="66" y="137"/>
                  </a:cubicBezTo>
                  <a:cubicBezTo>
                    <a:pt x="66" y="137"/>
                    <a:pt x="66" y="137"/>
                    <a:pt x="66" y="137"/>
                  </a:cubicBezTo>
                  <a:cubicBezTo>
                    <a:pt x="72" y="135"/>
                    <a:pt x="74" y="130"/>
                    <a:pt x="75" y="124"/>
                  </a:cubicBezTo>
                  <a:cubicBezTo>
                    <a:pt x="74" y="124"/>
                    <a:pt x="74" y="124"/>
                    <a:pt x="74" y="124"/>
                  </a:cubicBezTo>
                  <a:cubicBezTo>
                    <a:pt x="75" y="122"/>
                    <a:pt x="75" y="121"/>
                    <a:pt x="74" y="119"/>
                  </a:cubicBezTo>
                  <a:cubicBezTo>
                    <a:pt x="72" y="119"/>
                    <a:pt x="66" y="122"/>
                    <a:pt x="58" y="118"/>
                  </a:cubicBezTo>
                  <a:cubicBezTo>
                    <a:pt x="57" y="121"/>
                    <a:pt x="57" y="122"/>
                    <a:pt x="57" y="124"/>
                  </a:cubicBezTo>
                  <a:cubicBezTo>
                    <a:pt x="56" y="124"/>
                    <a:pt x="56" y="124"/>
                    <a:pt x="56" y="124"/>
                  </a:cubicBezTo>
                  <a:close/>
                  <a:moveTo>
                    <a:pt x="69" y="124"/>
                  </a:moveTo>
                  <a:cubicBezTo>
                    <a:pt x="68" y="124"/>
                    <a:pt x="68" y="124"/>
                    <a:pt x="68" y="124"/>
                  </a:cubicBezTo>
                  <a:cubicBezTo>
                    <a:pt x="68" y="125"/>
                    <a:pt x="69" y="126"/>
                    <a:pt x="70" y="126"/>
                  </a:cubicBezTo>
                  <a:cubicBezTo>
                    <a:pt x="71" y="126"/>
                    <a:pt x="71" y="125"/>
                    <a:pt x="71" y="124"/>
                  </a:cubicBezTo>
                  <a:cubicBezTo>
                    <a:pt x="71" y="124"/>
                    <a:pt x="71" y="124"/>
                    <a:pt x="71" y="124"/>
                  </a:cubicBezTo>
                  <a:cubicBezTo>
                    <a:pt x="69" y="124"/>
                    <a:pt x="69" y="124"/>
                    <a:pt x="69" y="124"/>
                  </a:cubicBezTo>
                  <a:close/>
                  <a:moveTo>
                    <a:pt x="72" y="123"/>
                  </a:moveTo>
                  <a:cubicBezTo>
                    <a:pt x="73" y="122"/>
                    <a:pt x="73" y="122"/>
                    <a:pt x="73" y="122"/>
                  </a:cubicBezTo>
                  <a:cubicBezTo>
                    <a:pt x="72" y="122"/>
                    <a:pt x="71" y="121"/>
                    <a:pt x="70" y="122"/>
                  </a:cubicBezTo>
                  <a:cubicBezTo>
                    <a:pt x="69" y="122"/>
                    <a:pt x="68" y="122"/>
                    <a:pt x="67" y="123"/>
                  </a:cubicBezTo>
                  <a:cubicBezTo>
                    <a:pt x="68" y="123"/>
                    <a:pt x="68" y="123"/>
                    <a:pt x="68" y="123"/>
                  </a:cubicBezTo>
                  <a:cubicBezTo>
                    <a:pt x="68" y="123"/>
                    <a:pt x="69" y="122"/>
                    <a:pt x="70" y="122"/>
                  </a:cubicBezTo>
                  <a:cubicBezTo>
                    <a:pt x="71" y="122"/>
                    <a:pt x="71" y="122"/>
                    <a:pt x="72" y="123"/>
                  </a:cubicBezTo>
                  <a:close/>
                  <a:moveTo>
                    <a:pt x="63" y="124"/>
                  </a:moveTo>
                  <a:cubicBezTo>
                    <a:pt x="60" y="124"/>
                    <a:pt x="60" y="124"/>
                    <a:pt x="60" y="124"/>
                  </a:cubicBezTo>
                  <a:cubicBezTo>
                    <a:pt x="60" y="124"/>
                    <a:pt x="60" y="124"/>
                    <a:pt x="60" y="124"/>
                  </a:cubicBezTo>
                  <a:cubicBezTo>
                    <a:pt x="60" y="125"/>
                    <a:pt x="61" y="126"/>
                    <a:pt x="62" y="126"/>
                  </a:cubicBezTo>
                  <a:cubicBezTo>
                    <a:pt x="62" y="126"/>
                    <a:pt x="63" y="125"/>
                    <a:pt x="63" y="124"/>
                  </a:cubicBezTo>
                  <a:cubicBezTo>
                    <a:pt x="63" y="124"/>
                    <a:pt x="63" y="124"/>
                    <a:pt x="63" y="124"/>
                  </a:cubicBezTo>
                  <a:close/>
                  <a:moveTo>
                    <a:pt x="59" y="122"/>
                  </a:moveTo>
                  <a:cubicBezTo>
                    <a:pt x="59" y="123"/>
                    <a:pt x="59" y="123"/>
                    <a:pt x="59" y="123"/>
                  </a:cubicBezTo>
                  <a:cubicBezTo>
                    <a:pt x="60" y="122"/>
                    <a:pt x="61" y="122"/>
                    <a:pt x="62" y="122"/>
                  </a:cubicBezTo>
                  <a:cubicBezTo>
                    <a:pt x="62" y="122"/>
                    <a:pt x="63" y="123"/>
                    <a:pt x="64" y="123"/>
                  </a:cubicBezTo>
                  <a:cubicBezTo>
                    <a:pt x="64" y="123"/>
                    <a:pt x="64" y="123"/>
                    <a:pt x="64" y="123"/>
                  </a:cubicBezTo>
                  <a:cubicBezTo>
                    <a:pt x="64" y="122"/>
                    <a:pt x="63" y="122"/>
                    <a:pt x="62" y="122"/>
                  </a:cubicBezTo>
                  <a:cubicBezTo>
                    <a:pt x="61" y="121"/>
                    <a:pt x="60" y="122"/>
                    <a:pt x="59" y="122"/>
                  </a:cubicBezTo>
                  <a:close/>
                  <a:moveTo>
                    <a:pt x="65" y="127"/>
                  </a:moveTo>
                  <a:cubicBezTo>
                    <a:pt x="65" y="128"/>
                    <a:pt x="65" y="128"/>
                    <a:pt x="65" y="128"/>
                  </a:cubicBezTo>
                  <a:cubicBezTo>
                    <a:pt x="67" y="128"/>
                    <a:pt x="67" y="128"/>
                    <a:pt x="67" y="128"/>
                  </a:cubicBezTo>
                  <a:cubicBezTo>
                    <a:pt x="67" y="127"/>
                    <a:pt x="67" y="127"/>
                    <a:pt x="67" y="127"/>
                  </a:cubicBezTo>
                  <a:cubicBezTo>
                    <a:pt x="65" y="127"/>
                    <a:pt x="65" y="127"/>
                    <a:pt x="65" y="127"/>
                  </a:cubicBezTo>
                  <a:close/>
                  <a:moveTo>
                    <a:pt x="63" y="130"/>
                  </a:moveTo>
                  <a:cubicBezTo>
                    <a:pt x="63" y="130"/>
                    <a:pt x="63" y="130"/>
                    <a:pt x="63" y="130"/>
                  </a:cubicBezTo>
                  <a:cubicBezTo>
                    <a:pt x="63" y="131"/>
                    <a:pt x="63" y="131"/>
                    <a:pt x="63" y="131"/>
                  </a:cubicBezTo>
                  <a:cubicBezTo>
                    <a:pt x="63" y="132"/>
                    <a:pt x="64" y="132"/>
                    <a:pt x="64" y="133"/>
                  </a:cubicBezTo>
                  <a:cubicBezTo>
                    <a:pt x="65" y="133"/>
                    <a:pt x="65" y="133"/>
                    <a:pt x="66" y="133"/>
                  </a:cubicBezTo>
                  <a:cubicBezTo>
                    <a:pt x="66" y="133"/>
                    <a:pt x="67" y="133"/>
                    <a:pt x="67" y="133"/>
                  </a:cubicBezTo>
                  <a:cubicBezTo>
                    <a:pt x="68" y="132"/>
                    <a:pt x="69" y="132"/>
                    <a:pt x="69" y="131"/>
                  </a:cubicBezTo>
                  <a:cubicBezTo>
                    <a:pt x="69" y="130"/>
                    <a:pt x="69" y="130"/>
                    <a:pt x="69" y="130"/>
                  </a:cubicBezTo>
                  <a:cubicBezTo>
                    <a:pt x="69" y="130"/>
                    <a:pt x="69" y="130"/>
                    <a:pt x="69" y="130"/>
                  </a:cubicBezTo>
                  <a:cubicBezTo>
                    <a:pt x="68" y="130"/>
                    <a:pt x="67" y="130"/>
                    <a:pt x="66" y="130"/>
                  </a:cubicBezTo>
                  <a:cubicBezTo>
                    <a:pt x="65" y="130"/>
                    <a:pt x="64" y="130"/>
                    <a:pt x="63" y="130"/>
                  </a:cubicBezTo>
                  <a:close/>
                  <a:moveTo>
                    <a:pt x="66" y="131"/>
                  </a:moveTo>
                  <a:cubicBezTo>
                    <a:pt x="65" y="131"/>
                    <a:pt x="65" y="131"/>
                    <a:pt x="64" y="131"/>
                  </a:cubicBezTo>
                  <a:cubicBezTo>
                    <a:pt x="64" y="132"/>
                    <a:pt x="64" y="132"/>
                    <a:pt x="65" y="132"/>
                  </a:cubicBezTo>
                  <a:cubicBezTo>
                    <a:pt x="65" y="132"/>
                    <a:pt x="66" y="132"/>
                    <a:pt x="66" y="132"/>
                  </a:cubicBezTo>
                  <a:cubicBezTo>
                    <a:pt x="66" y="132"/>
                    <a:pt x="67" y="132"/>
                    <a:pt x="67" y="132"/>
                  </a:cubicBezTo>
                  <a:cubicBezTo>
                    <a:pt x="67" y="132"/>
                    <a:pt x="68" y="132"/>
                    <a:pt x="68" y="131"/>
                  </a:cubicBezTo>
                  <a:cubicBezTo>
                    <a:pt x="67" y="131"/>
                    <a:pt x="67" y="131"/>
                    <a:pt x="66" y="131"/>
                  </a:cubicBezTo>
                  <a:close/>
                  <a:moveTo>
                    <a:pt x="79" y="120"/>
                  </a:moveTo>
                  <a:cubicBezTo>
                    <a:pt x="81" y="106"/>
                    <a:pt x="71" y="102"/>
                    <a:pt x="59" y="106"/>
                  </a:cubicBezTo>
                  <a:cubicBezTo>
                    <a:pt x="57" y="107"/>
                    <a:pt x="55" y="107"/>
                    <a:pt x="54" y="109"/>
                  </a:cubicBezTo>
                  <a:cubicBezTo>
                    <a:pt x="52" y="111"/>
                    <a:pt x="51" y="114"/>
                    <a:pt x="53" y="120"/>
                  </a:cubicBezTo>
                  <a:cubicBezTo>
                    <a:pt x="52" y="120"/>
                    <a:pt x="52" y="120"/>
                    <a:pt x="52" y="120"/>
                  </a:cubicBezTo>
                  <a:cubicBezTo>
                    <a:pt x="51" y="120"/>
                    <a:pt x="51" y="122"/>
                    <a:pt x="51" y="123"/>
                  </a:cubicBezTo>
                  <a:cubicBezTo>
                    <a:pt x="51" y="124"/>
                    <a:pt x="51" y="127"/>
                    <a:pt x="52" y="127"/>
                  </a:cubicBezTo>
                  <a:cubicBezTo>
                    <a:pt x="52" y="128"/>
                    <a:pt x="55" y="129"/>
                    <a:pt x="55" y="129"/>
                  </a:cubicBezTo>
                  <a:cubicBezTo>
                    <a:pt x="57" y="134"/>
                    <a:pt x="59" y="137"/>
                    <a:pt x="65" y="139"/>
                  </a:cubicBezTo>
                  <a:cubicBezTo>
                    <a:pt x="65" y="139"/>
                    <a:pt x="65" y="139"/>
                    <a:pt x="65" y="139"/>
                  </a:cubicBezTo>
                  <a:cubicBezTo>
                    <a:pt x="65" y="139"/>
                    <a:pt x="67" y="139"/>
                    <a:pt x="67" y="139"/>
                  </a:cubicBezTo>
                  <a:cubicBezTo>
                    <a:pt x="67" y="139"/>
                    <a:pt x="67" y="139"/>
                    <a:pt x="67" y="139"/>
                  </a:cubicBezTo>
                  <a:cubicBezTo>
                    <a:pt x="73" y="137"/>
                    <a:pt x="75" y="133"/>
                    <a:pt x="77" y="129"/>
                  </a:cubicBezTo>
                  <a:cubicBezTo>
                    <a:pt x="77" y="129"/>
                    <a:pt x="79" y="128"/>
                    <a:pt x="80" y="127"/>
                  </a:cubicBezTo>
                  <a:cubicBezTo>
                    <a:pt x="80" y="126"/>
                    <a:pt x="80" y="124"/>
                    <a:pt x="80" y="123"/>
                  </a:cubicBezTo>
                  <a:cubicBezTo>
                    <a:pt x="80" y="121"/>
                    <a:pt x="80" y="120"/>
                    <a:pt x="79" y="120"/>
                  </a:cubicBezTo>
                  <a:cubicBezTo>
                    <a:pt x="79" y="120"/>
                    <a:pt x="79" y="120"/>
                    <a:pt x="79" y="120"/>
                  </a:cubicBezTo>
                  <a:close/>
                  <a:moveTo>
                    <a:pt x="53" y="122"/>
                  </a:moveTo>
                  <a:cubicBezTo>
                    <a:pt x="53" y="121"/>
                    <a:pt x="52" y="121"/>
                    <a:pt x="52" y="122"/>
                  </a:cubicBezTo>
                  <a:cubicBezTo>
                    <a:pt x="52" y="122"/>
                    <a:pt x="52" y="122"/>
                    <a:pt x="53" y="123"/>
                  </a:cubicBezTo>
                  <a:cubicBezTo>
                    <a:pt x="53" y="124"/>
                    <a:pt x="53" y="126"/>
                    <a:pt x="53" y="126"/>
                  </a:cubicBezTo>
                  <a:cubicBezTo>
                    <a:pt x="53" y="127"/>
                    <a:pt x="54" y="127"/>
                    <a:pt x="54" y="127"/>
                  </a:cubicBezTo>
                  <a:cubicBezTo>
                    <a:pt x="54" y="126"/>
                    <a:pt x="54" y="125"/>
                    <a:pt x="53" y="124"/>
                  </a:cubicBezTo>
                  <a:cubicBezTo>
                    <a:pt x="53" y="123"/>
                    <a:pt x="53" y="122"/>
                    <a:pt x="53" y="122"/>
                  </a:cubicBezTo>
                  <a:close/>
                  <a:moveTo>
                    <a:pt x="78" y="121"/>
                  </a:moveTo>
                  <a:cubicBezTo>
                    <a:pt x="78" y="123"/>
                    <a:pt x="78" y="125"/>
                    <a:pt x="77" y="127"/>
                  </a:cubicBezTo>
                  <a:cubicBezTo>
                    <a:pt x="78" y="127"/>
                    <a:pt x="78" y="126"/>
                    <a:pt x="78" y="126"/>
                  </a:cubicBezTo>
                  <a:cubicBezTo>
                    <a:pt x="78" y="126"/>
                    <a:pt x="78" y="124"/>
                    <a:pt x="79" y="123"/>
                  </a:cubicBezTo>
                  <a:cubicBezTo>
                    <a:pt x="79" y="122"/>
                    <a:pt x="79" y="121"/>
                    <a:pt x="79" y="121"/>
                  </a:cubicBezTo>
                  <a:cubicBezTo>
                    <a:pt x="79" y="121"/>
                    <a:pt x="78" y="121"/>
                    <a:pt x="78" y="121"/>
                  </a:cubicBez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时尚中黑简体" panose="01010104010101010101" pitchFamily="2" charset="-122"/>
                <a:ea typeface="时尚中黑简体" panose="01010104010101010101" pitchFamily="2" charset="-122"/>
                <a:sym typeface="时尚中黑简体" panose="01010104010101010101" pitchFamily="2" charset="-122"/>
              </a:endParaRPr>
            </a:p>
          </p:txBody>
        </p:sp>
        <p:sp>
          <p:nvSpPr>
            <p:cNvPr id="21" name="PA_任意多边形 5729">
              <a:extLst>
                <a:ext uri="{FF2B5EF4-FFF2-40B4-BE49-F238E27FC236}">
                  <a16:creationId xmlns:a16="http://schemas.microsoft.com/office/drawing/2014/main" id="{258504F6-F10F-4354-AF5A-8E949379BF01}"/>
                </a:ext>
              </a:extLst>
            </p:cNvPr>
            <p:cNvSpPr>
              <a:spLocks noEditPoints="1"/>
            </p:cNvSpPr>
            <p:nvPr>
              <p:custDataLst>
                <p:tags r:id="rId12"/>
              </p:custDataLst>
            </p:nvPr>
          </p:nvSpPr>
          <p:spPr bwMode="auto">
            <a:xfrm>
              <a:off x="4319651" y="2360041"/>
              <a:ext cx="467969" cy="559028"/>
            </a:xfrm>
            <a:custGeom>
              <a:avLst/>
              <a:gdLst>
                <a:gd name="T0" fmla="*/ 18 w 54"/>
                <a:gd name="T1" fmla="*/ 22 h 64"/>
                <a:gd name="T2" fmla="*/ 27 w 54"/>
                <a:gd name="T3" fmla="*/ 34 h 64"/>
                <a:gd name="T4" fmla="*/ 27 w 54"/>
                <a:gd name="T5" fmla="*/ 34 h 64"/>
                <a:gd name="T6" fmla="*/ 27 w 54"/>
                <a:gd name="T7" fmla="*/ 34 h 64"/>
                <a:gd name="T8" fmla="*/ 28 w 54"/>
                <a:gd name="T9" fmla="*/ 34 h 64"/>
                <a:gd name="T10" fmla="*/ 28 w 54"/>
                <a:gd name="T11" fmla="*/ 34 h 64"/>
                <a:gd name="T12" fmla="*/ 36 w 54"/>
                <a:gd name="T13" fmla="*/ 22 h 64"/>
                <a:gd name="T14" fmla="*/ 35 w 54"/>
                <a:gd name="T15" fmla="*/ 22 h 64"/>
                <a:gd name="T16" fmla="*/ 35 w 54"/>
                <a:gd name="T17" fmla="*/ 16 h 64"/>
                <a:gd name="T18" fmla="*/ 19 w 54"/>
                <a:gd name="T19" fmla="*/ 16 h 64"/>
                <a:gd name="T20" fmla="*/ 19 w 54"/>
                <a:gd name="T21" fmla="*/ 22 h 64"/>
                <a:gd name="T22" fmla="*/ 18 w 54"/>
                <a:gd name="T23" fmla="*/ 22 h 64"/>
                <a:gd name="T24" fmla="*/ 18 w 54"/>
                <a:gd name="T25" fmla="*/ 37 h 64"/>
                <a:gd name="T26" fmla="*/ 3 w 54"/>
                <a:gd name="T27" fmla="*/ 44 h 64"/>
                <a:gd name="T28" fmla="*/ 0 w 54"/>
                <a:gd name="T29" fmla="*/ 59 h 64"/>
                <a:gd name="T30" fmla="*/ 54 w 54"/>
                <a:gd name="T31" fmla="*/ 59 h 64"/>
                <a:gd name="T32" fmla="*/ 51 w 54"/>
                <a:gd name="T33" fmla="*/ 44 h 64"/>
                <a:gd name="T34" fmla="*/ 36 w 54"/>
                <a:gd name="T35" fmla="*/ 37 h 64"/>
                <a:gd name="T36" fmla="*/ 31 w 54"/>
                <a:gd name="T37" fmla="*/ 53 h 64"/>
                <a:gd name="T38" fmla="*/ 29 w 54"/>
                <a:gd name="T39" fmla="*/ 43 h 64"/>
                <a:gd name="T40" fmla="*/ 30 w 54"/>
                <a:gd name="T41" fmla="*/ 42 h 64"/>
                <a:gd name="T42" fmla="*/ 29 w 54"/>
                <a:gd name="T43" fmla="*/ 41 h 64"/>
                <a:gd name="T44" fmla="*/ 26 w 54"/>
                <a:gd name="T45" fmla="*/ 41 h 64"/>
                <a:gd name="T46" fmla="*/ 25 w 54"/>
                <a:gd name="T47" fmla="*/ 42 h 64"/>
                <a:gd name="T48" fmla="*/ 26 w 54"/>
                <a:gd name="T49" fmla="*/ 43 h 64"/>
                <a:gd name="T50" fmla="*/ 24 w 54"/>
                <a:gd name="T51" fmla="*/ 53 h 64"/>
                <a:gd name="T52" fmla="*/ 18 w 54"/>
                <a:gd name="T53" fmla="*/ 37 h 64"/>
                <a:gd name="T54" fmla="*/ 39 w 54"/>
                <a:gd name="T55" fmla="*/ 20 h 64"/>
                <a:gd name="T56" fmla="*/ 38 w 54"/>
                <a:gd name="T57" fmla="*/ 25 h 64"/>
                <a:gd name="T58" fmla="*/ 39 w 54"/>
                <a:gd name="T59" fmla="*/ 24 h 64"/>
                <a:gd name="T60" fmla="*/ 39 w 54"/>
                <a:gd name="T61" fmla="*/ 21 h 64"/>
                <a:gd name="T62" fmla="*/ 39 w 54"/>
                <a:gd name="T63" fmla="*/ 20 h 64"/>
                <a:gd name="T64" fmla="*/ 39 w 54"/>
                <a:gd name="T65" fmla="*/ 20 h 64"/>
                <a:gd name="T66" fmla="*/ 38 w 54"/>
                <a:gd name="T67" fmla="*/ 27 h 64"/>
                <a:gd name="T68" fmla="*/ 28 w 54"/>
                <a:gd name="T69" fmla="*/ 37 h 64"/>
                <a:gd name="T70" fmla="*/ 28 w 54"/>
                <a:gd name="T71" fmla="*/ 37 h 64"/>
                <a:gd name="T72" fmla="*/ 27 w 54"/>
                <a:gd name="T73" fmla="*/ 37 h 64"/>
                <a:gd name="T74" fmla="*/ 27 w 54"/>
                <a:gd name="T75" fmla="*/ 37 h 64"/>
                <a:gd name="T76" fmla="*/ 26 w 54"/>
                <a:gd name="T77" fmla="*/ 37 h 64"/>
                <a:gd name="T78" fmla="*/ 17 w 54"/>
                <a:gd name="T79" fmla="*/ 27 h 64"/>
                <a:gd name="T80" fmla="*/ 14 w 54"/>
                <a:gd name="T81" fmla="*/ 25 h 64"/>
                <a:gd name="T82" fmla="*/ 13 w 54"/>
                <a:gd name="T83" fmla="*/ 21 h 64"/>
                <a:gd name="T84" fmla="*/ 14 w 54"/>
                <a:gd name="T85" fmla="*/ 18 h 64"/>
                <a:gd name="T86" fmla="*/ 14 w 54"/>
                <a:gd name="T87" fmla="*/ 18 h 64"/>
                <a:gd name="T88" fmla="*/ 15 w 54"/>
                <a:gd name="T89" fmla="*/ 18 h 64"/>
                <a:gd name="T90" fmla="*/ 16 w 54"/>
                <a:gd name="T91" fmla="*/ 7 h 64"/>
                <a:gd name="T92" fmla="*/ 39 w 54"/>
                <a:gd name="T93" fmla="*/ 8 h 64"/>
                <a:gd name="T94" fmla="*/ 40 w 54"/>
                <a:gd name="T95" fmla="*/ 18 h 64"/>
                <a:gd name="T96" fmla="*/ 39 w 54"/>
                <a:gd name="T97" fmla="*/ 18 h 64"/>
                <a:gd name="T98" fmla="*/ 40 w 54"/>
                <a:gd name="T99" fmla="*/ 18 h 64"/>
                <a:gd name="T100" fmla="*/ 41 w 54"/>
                <a:gd name="T101" fmla="*/ 21 h 64"/>
                <a:gd name="T102" fmla="*/ 40 w 54"/>
                <a:gd name="T103" fmla="*/ 25 h 64"/>
                <a:gd name="T104" fmla="*/ 38 w 54"/>
                <a:gd name="T105" fmla="*/ 27 h 64"/>
                <a:gd name="T106" fmla="*/ 16 w 54"/>
                <a:gd name="T107" fmla="*/ 25 h 64"/>
                <a:gd name="T108" fmla="*/ 16 w 54"/>
                <a:gd name="T109" fmla="*/ 23 h 64"/>
                <a:gd name="T110" fmla="*/ 16 w 54"/>
                <a:gd name="T111" fmla="*/ 23 h 64"/>
                <a:gd name="T112" fmla="*/ 15 w 54"/>
                <a:gd name="T113" fmla="*/ 20 h 64"/>
                <a:gd name="T114" fmla="*/ 15 w 54"/>
                <a:gd name="T115" fmla="*/ 20 h 64"/>
                <a:gd name="T116" fmla="*/ 15 w 54"/>
                <a:gd name="T117" fmla="*/ 20 h 64"/>
                <a:gd name="T118" fmla="*/ 15 w 54"/>
                <a:gd name="T119" fmla="*/ 21 h 64"/>
                <a:gd name="T120" fmla="*/ 15 w 54"/>
                <a:gd name="T121" fmla="*/ 24 h 64"/>
                <a:gd name="T122" fmla="*/ 16 w 54"/>
                <a:gd name="T123" fmla="*/ 25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4" h="64">
                  <a:moveTo>
                    <a:pt x="18" y="22"/>
                  </a:moveTo>
                  <a:cubicBezTo>
                    <a:pt x="19" y="28"/>
                    <a:pt x="21" y="34"/>
                    <a:pt x="27" y="34"/>
                  </a:cubicBezTo>
                  <a:cubicBezTo>
                    <a:pt x="27" y="34"/>
                    <a:pt x="27" y="34"/>
                    <a:pt x="27" y="34"/>
                  </a:cubicBezTo>
                  <a:cubicBezTo>
                    <a:pt x="27" y="34"/>
                    <a:pt x="27" y="34"/>
                    <a:pt x="27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33" y="33"/>
                    <a:pt x="35" y="28"/>
                    <a:pt x="36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0"/>
                    <a:pt x="35" y="18"/>
                    <a:pt x="35" y="16"/>
                  </a:cubicBezTo>
                  <a:cubicBezTo>
                    <a:pt x="33" y="16"/>
                    <a:pt x="27" y="19"/>
                    <a:pt x="19" y="16"/>
                  </a:cubicBezTo>
                  <a:cubicBezTo>
                    <a:pt x="18" y="18"/>
                    <a:pt x="18" y="20"/>
                    <a:pt x="19" y="22"/>
                  </a:cubicBezTo>
                  <a:cubicBezTo>
                    <a:pt x="18" y="22"/>
                    <a:pt x="18" y="22"/>
                    <a:pt x="18" y="22"/>
                  </a:cubicBezTo>
                  <a:close/>
                  <a:moveTo>
                    <a:pt x="18" y="37"/>
                  </a:moveTo>
                  <a:cubicBezTo>
                    <a:pt x="12" y="39"/>
                    <a:pt x="7" y="41"/>
                    <a:pt x="3" y="44"/>
                  </a:cubicBezTo>
                  <a:cubicBezTo>
                    <a:pt x="0" y="49"/>
                    <a:pt x="0" y="55"/>
                    <a:pt x="0" y="59"/>
                  </a:cubicBezTo>
                  <a:cubicBezTo>
                    <a:pt x="19" y="64"/>
                    <a:pt x="36" y="64"/>
                    <a:pt x="54" y="59"/>
                  </a:cubicBezTo>
                  <a:cubicBezTo>
                    <a:pt x="53" y="55"/>
                    <a:pt x="53" y="49"/>
                    <a:pt x="51" y="44"/>
                  </a:cubicBezTo>
                  <a:cubicBezTo>
                    <a:pt x="47" y="41"/>
                    <a:pt x="42" y="39"/>
                    <a:pt x="36" y="37"/>
                  </a:cubicBezTo>
                  <a:cubicBezTo>
                    <a:pt x="35" y="43"/>
                    <a:pt x="34" y="48"/>
                    <a:pt x="31" y="53"/>
                  </a:cubicBezTo>
                  <a:cubicBezTo>
                    <a:pt x="29" y="43"/>
                    <a:pt x="29" y="43"/>
                    <a:pt x="29" y="43"/>
                  </a:cubicBezTo>
                  <a:cubicBezTo>
                    <a:pt x="30" y="42"/>
                    <a:pt x="30" y="42"/>
                    <a:pt x="30" y="42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1" y="49"/>
                    <a:pt x="18" y="43"/>
                    <a:pt x="18" y="37"/>
                  </a:cubicBezTo>
                  <a:close/>
                  <a:moveTo>
                    <a:pt x="39" y="20"/>
                  </a:moveTo>
                  <a:cubicBezTo>
                    <a:pt x="39" y="21"/>
                    <a:pt x="38" y="23"/>
                    <a:pt x="38" y="25"/>
                  </a:cubicBezTo>
                  <a:cubicBezTo>
                    <a:pt x="38" y="24"/>
                    <a:pt x="38" y="24"/>
                    <a:pt x="39" y="24"/>
                  </a:cubicBezTo>
                  <a:cubicBezTo>
                    <a:pt x="39" y="24"/>
                    <a:pt x="39" y="22"/>
                    <a:pt x="39" y="21"/>
                  </a:cubicBezTo>
                  <a:cubicBezTo>
                    <a:pt x="39" y="20"/>
                    <a:pt x="39" y="20"/>
                    <a:pt x="39" y="20"/>
                  </a:cubicBezTo>
                  <a:cubicBezTo>
                    <a:pt x="39" y="20"/>
                    <a:pt x="39" y="20"/>
                    <a:pt x="39" y="20"/>
                  </a:cubicBezTo>
                  <a:close/>
                  <a:moveTo>
                    <a:pt x="38" y="27"/>
                  </a:moveTo>
                  <a:cubicBezTo>
                    <a:pt x="36" y="32"/>
                    <a:pt x="34" y="36"/>
                    <a:pt x="28" y="37"/>
                  </a:cubicBezTo>
                  <a:cubicBezTo>
                    <a:pt x="28" y="37"/>
                    <a:pt x="28" y="37"/>
                    <a:pt x="28" y="37"/>
                  </a:cubicBezTo>
                  <a:cubicBezTo>
                    <a:pt x="28" y="37"/>
                    <a:pt x="28" y="37"/>
                    <a:pt x="27" y="37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1" y="36"/>
                    <a:pt x="18" y="32"/>
                    <a:pt x="17" y="27"/>
                  </a:cubicBezTo>
                  <a:cubicBezTo>
                    <a:pt x="16" y="27"/>
                    <a:pt x="14" y="26"/>
                    <a:pt x="14" y="25"/>
                  </a:cubicBezTo>
                  <a:cubicBezTo>
                    <a:pt x="14" y="25"/>
                    <a:pt x="13" y="23"/>
                    <a:pt x="13" y="21"/>
                  </a:cubicBezTo>
                  <a:cubicBezTo>
                    <a:pt x="13" y="20"/>
                    <a:pt x="13" y="19"/>
                    <a:pt x="14" y="18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8"/>
                    <a:pt x="14" y="18"/>
                    <a:pt x="15" y="18"/>
                  </a:cubicBezTo>
                  <a:cubicBezTo>
                    <a:pt x="14" y="13"/>
                    <a:pt x="14" y="9"/>
                    <a:pt x="16" y="7"/>
                  </a:cubicBezTo>
                  <a:cubicBezTo>
                    <a:pt x="21" y="0"/>
                    <a:pt x="36" y="2"/>
                    <a:pt x="39" y="8"/>
                  </a:cubicBezTo>
                  <a:cubicBezTo>
                    <a:pt x="40" y="10"/>
                    <a:pt x="40" y="14"/>
                    <a:pt x="40" y="18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40" y="18"/>
                    <a:pt x="40" y="18"/>
                    <a:pt x="40" y="18"/>
                  </a:cubicBezTo>
                  <a:cubicBezTo>
                    <a:pt x="41" y="19"/>
                    <a:pt x="41" y="20"/>
                    <a:pt x="41" y="21"/>
                  </a:cubicBezTo>
                  <a:cubicBezTo>
                    <a:pt x="41" y="22"/>
                    <a:pt x="40" y="24"/>
                    <a:pt x="40" y="25"/>
                  </a:cubicBezTo>
                  <a:cubicBezTo>
                    <a:pt x="40" y="26"/>
                    <a:pt x="38" y="27"/>
                    <a:pt x="38" y="27"/>
                  </a:cubicBezTo>
                  <a:close/>
                  <a:moveTo>
                    <a:pt x="16" y="25"/>
                  </a:moveTo>
                  <a:cubicBezTo>
                    <a:pt x="16" y="24"/>
                    <a:pt x="16" y="23"/>
                    <a:pt x="16" y="23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5" y="22"/>
                    <a:pt x="15" y="21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1"/>
                  </a:cubicBezTo>
                  <a:cubicBezTo>
                    <a:pt x="15" y="22"/>
                    <a:pt x="15" y="24"/>
                    <a:pt x="15" y="24"/>
                  </a:cubicBezTo>
                  <a:cubicBezTo>
                    <a:pt x="16" y="25"/>
                    <a:pt x="16" y="25"/>
                    <a:pt x="16" y="2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/>
              <a:endParaRPr lang="zh-CN" altLang="en-US">
                <a:solidFill>
                  <a:prstClr val="black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  <a:sym typeface="时尚中黑简体" panose="01010104010101010101" pitchFamily="2" charset="-122"/>
              </a:endParaRPr>
            </a:p>
          </p:txBody>
        </p:sp>
        <p:sp>
          <p:nvSpPr>
            <p:cNvPr id="22" name="PA_矩形 21">
              <a:extLst>
                <a:ext uri="{FF2B5EF4-FFF2-40B4-BE49-F238E27FC236}">
                  <a16:creationId xmlns:a16="http://schemas.microsoft.com/office/drawing/2014/main" id="{4BA22D08-032E-4BD9-A445-AAAB23BC9A33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1204866" y="3644030"/>
              <a:ext cx="172355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914400"/>
              <a:r>
                <a:rPr lang="zh-CN" altLang="en-US" sz="2000" b="1" dirty="0">
                  <a:solidFill>
                    <a:srgbClr val="34853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时尚中黑简体" panose="01010104010101010101" pitchFamily="2" charset="-122"/>
                </a:rPr>
                <a:t>输入标题文字</a:t>
              </a:r>
              <a:endParaRPr lang="en-US" altLang="zh-CN" sz="2000" b="1" dirty="0">
                <a:solidFill>
                  <a:srgbClr val="34853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时尚中黑简体" panose="01010104010101010101" pitchFamily="2" charset="-122"/>
              </a:endParaRPr>
            </a:p>
          </p:txBody>
        </p:sp>
        <p:sp>
          <p:nvSpPr>
            <p:cNvPr id="23" name="PA_矩形 22">
              <a:extLst>
                <a:ext uri="{FF2B5EF4-FFF2-40B4-BE49-F238E27FC236}">
                  <a16:creationId xmlns:a16="http://schemas.microsoft.com/office/drawing/2014/main" id="{10232DC1-7679-4BE5-A528-69E96C3FDA73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3708734" y="3650500"/>
              <a:ext cx="172355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914400"/>
              <a:r>
                <a:rPr lang="zh-CN" altLang="en-US" sz="2000" b="1" dirty="0">
                  <a:solidFill>
                    <a:srgbClr val="34853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时尚中黑简体" panose="01010104010101010101" pitchFamily="2" charset="-122"/>
                </a:rPr>
                <a:t>输入标题文字</a:t>
              </a:r>
              <a:endParaRPr lang="en-US" altLang="zh-CN" sz="2000" b="1" dirty="0">
                <a:solidFill>
                  <a:srgbClr val="34853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时尚中黑简体" panose="01010104010101010101" pitchFamily="2" charset="-122"/>
              </a:endParaRPr>
            </a:p>
          </p:txBody>
        </p:sp>
        <p:sp>
          <p:nvSpPr>
            <p:cNvPr id="24" name="PA_矩形 23">
              <a:extLst>
                <a:ext uri="{FF2B5EF4-FFF2-40B4-BE49-F238E27FC236}">
                  <a16:creationId xmlns:a16="http://schemas.microsoft.com/office/drawing/2014/main" id="{4B871DD1-0922-4421-82DC-767274828459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6249398" y="3644030"/>
              <a:ext cx="172355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914400"/>
              <a:r>
                <a:rPr lang="zh-CN" altLang="en-US" sz="2000" b="1" dirty="0">
                  <a:solidFill>
                    <a:srgbClr val="34853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时尚中黑简体" panose="01010104010101010101" pitchFamily="2" charset="-122"/>
                </a:rPr>
                <a:t>输入标题文字</a:t>
              </a:r>
              <a:endParaRPr lang="en-US" altLang="zh-CN" sz="2000" b="1" dirty="0">
                <a:solidFill>
                  <a:srgbClr val="34853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时尚中黑简体" panose="01010104010101010101" pitchFamily="2" charset="-122"/>
              </a:endParaRPr>
            </a:p>
          </p:txBody>
        </p:sp>
        <p:sp>
          <p:nvSpPr>
            <p:cNvPr id="25" name="PA_矩形 24">
              <a:extLst>
                <a:ext uri="{FF2B5EF4-FFF2-40B4-BE49-F238E27FC236}">
                  <a16:creationId xmlns:a16="http://schemas.microsoft.com/office/drawing/2014/main" id="{C3AEC7D7-409E-4ABF-86F0-A12C0891E8F9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8790062" y="3650500"/>
              <a:ext cx="172355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914400"/>
              <a:r>
                <a:rPr lang="zh-CN" altLang="en-US" sz="2000" b="1" dirty="0">
                  <a:solidFill>
                    <a:srgbClr val="34853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时尚中黑简体" panose="01010104010101010101" pitchFamily="2" charset="-122"/>
                </a:rPr>
                <a:t>输入标题文字</a:t>
              </a:r>
              <a:endParaRPr lang="en-US" altLang="zh-CN" sz="2000" b="1" dirty="0">
                <a:solidFill>
                  <a:srgbClr val="34853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时尚中黑简体" panose="01010104010101010101" pitchFamily="2" charset="-122"/>
              </a:endParaRPr>
            </a:p>
          </p:txBody>
        </p:sp>
        <p:sp>
          <p:nvSpPr>
            <p:cNvPr id="26" name="PA_LoremIpsum ">
              <a:extLst>
                <a:ext uri="{FF2B5EF4-FFF2-40B4-BE49-F238E27FC236}">
                  <a16:creationId xmlns:a16="http://schemas.microsoft.com/office/drawing/2014/main" id="{ACE94D48-1125-47A7-97DB-1825E21B82EB}"/>
                </a:ext>
              </a:extLst>
            </p:cNvPr>
            <p:cNvSpPr>
              <a:spLocks/>
            </p:cNvSpPr>
            <p:nvPr>
              <p:custDataLst>
                <p:tags r:id="rId17"/>
              </p:custDataLst>
            </p:nvPr>
          </p:nvSpPr>
          <p:spPr bwMode="auto">
            <a:xfrm>
              <a:off x="1043600" y="4283210"/>
              <a:ext cx="2219102" cy="951827"/>
            </a:xfrm>
            <a:prstGeom prst="rect">
              <a:avLst/>
            </a:prstGeom>
            <a:noFill/>
            <a:ln w="6350" cap="flat" cmpd="sng" algn="ctr">
              <a:noFill/>
              <a:prstDash val="soli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6350" cap="flat" cmpd="sng" algn="ctr">
                  <a:solidFill>
                    <a:srgbClr val="FFFFFF"/>
                  </a:solidFill>
                  <a:prstDash val="solid"/>
                </a14:hiddenLine>
              </a:ext>
            </a:extLst>
          </p:spPr>
          <p:txBody>
            <a:bodyPr wrap="square" lIns="72000" tIns="32399" rIns="72000" bIns="32399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lnSpc>
                  <a:spcPct val="120000"/>
                </a:lnSpc>
                <a:spcAft>
                  <a:spcPts val="600"/>
                </a:spcAft>
              </a:pPr>
              <a:r>
                <a:rPr lang="zh-CN" altLang="en-US" sz="1200">
                  <a:solidFill>
                    <a:srgbClr val="34853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时尚中黑简体" panose="01010104010101010101" pitchFamily="2" charset="-122"/>
                </a:rPr>
                <a:t>点击此处添加文本内容</a:t>
              </a:r>
              <a:r>
                <a:rPr lang="zh-CN" altLang="en-US" sz="1200" dirty="0">
                  <a:solidFill>
                    <a:srgbClr val="34853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时尚中黑简体" panose="01010104010101010101" pitchFamily="2" charset="-122"/>
                </a:rPr>
                <a:t>，如关键词、部分简单介绍等。</a:t>
              </a:r>
              <a:r>
                <a:rPr lang="zh-CN" altLang="en-US" sz="1200">
                  <a:solidFill>
                    <a:srgbClr val="34853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时尚中黑简体" panose="01010104010101010101" pitchFamily="2" charset="-122"/>
                </a:rPr>
                <a:t>点击此处添加文本内容</a:t>
              </a:r>
              <a:r>
                <a:rPr lang="zh-CN" altLang="en-US" sz="1200" dirty="0">
                  <a:solidFill>
                    <a:srgbClr val="34853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时尚中黑简体" panose="01010104010101010101" pitchFamily="2" charset="-122"/>
                </a:rPr>
                <a:t>，如关键词、部分简单介绍等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4853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时尚中黑简体" panose="01010104010101010101" pitchFamily="2" charset="-122"/>
              </a:endParaRPr>
            </a:p>
          </p:txBody>
        </p:sp>
        <p:sp>
          <p:nvSpPr>
            <p:cNvPr id="27" name="PA_LoremIpsum ">
              <a:extLst>
                <a:ext uri="{FF2B5EF4-FFF2-40B4-BE49-F238E27FC236}">
                  <a16:creationId xmlns:a16="http://schemas.microsoft.com/office/drawing/2014/main" id="{054A259F-C10A-4ED5-9B2A-AB745CE7AAD4}"/>
                </a:ext>
              </a:extLst>
            </p:cNvPr>
            <p:cNvSpPr>
              <a:spLocks/>
            </p:cNvSpPr>
            <p:nvPr>
              <p:custDataLst>
                <p:tags r:id="rId18"/>
              </p:custDataLst>
            </p:nvPr>
          </p:nvSpPr>
          <p:spPr bwMode="auto">
            <a:xfrm>
              <a:off x="3480590" y="4283210"/>
              <a:ext cx="2219102" cy="951827"/>
            </a:xfrm>
            <a:prstGeom prst="rect">
              <a:avLst/>
            </a:prstGeom>
            <a:noFill/>
            <a:ln w="6350" cap="flat" cmpd="sng" algn="ctr">
              <a:noFill/>
              <a:prstDash val="soli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6350" cap="flat" cmpd="sng" algn="ctr">
                  <a:solidFill>
                    <a:srgbClr val="FFFFFF"/>
                  </a:solidFill>
                  <a:prstDash val="solid"/>
                </a14:hiddenLine>
              </a:ext>
            </a:extLst>
          </p:spPr>
          <p:txBody>
            <a:bodyPr wrap="square" lIns="72000" tIns="32399" rIns="72000" bIns="32399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lnSpc>
                  <a:spcPct val="120000"/>
                </a:lnSpc>
                <a:spcAft>
                  <a:spcPts val="600"/>
                </a:spcAft>
              </a:pPr>
              <a:r>
                <a:rPr lang="zh-CN" altLang="en-US" sz="1200">
                  <a:solidFill>
                    <a:srgbClr val="34853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时尚中黑简体" panose="01010104010101010101" pitchFamily="2" charset="-122"/>
                </a:rPr>
                <a:t>点击此处添加文本内容</a:t>
              </a:r>
              <a:r>
                <a:rPr lang="zh-CN" altLang="en-US" sz="1200" dirty="0">
                  <a:solidFill>
                    <a:srgbClr val="34853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时尚中黑简体" panose="01010104010101010101" pitchFamily="2" charset="-122"/>
                </a:rPr>
                <a:t>，如关键词、部分简单介绍等。</a:t>
              </a:r>
              <a:r>
                <a:rPr lang="zh-CN" altLang="en-US" sz="1200">
                  <a:solidFill>
                    <a:srgbClr val="34853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时尚中黑简体" panose="01010104010101010101" pitchFamily="2" charset="-122"/>
                </a:rPr>
                <a:t>点击此处添加文本内容</a:t>
              </a:r>
              <a:r>
                <a:rPr lang="zh-CN" altLang="en-US" sz="1200" dirty="0">
                  <a:solidFill>
                    <a:srgbClr val="34853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时尚中黑简体" panose="01010104010101010101" pitchFamily="2" charset="-122"/>
                </a:rPr>
                <a:t>，如关键词、部分简单介绍等</a:t>
              </a:r>
              <a:endParaRPr lang="en-US" altLang="zh-CN" sz="1200" dirty="0">
                <a:solidFill>
                  <a:srgbClr val="34853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时尚中黑简体" panose="01010104010101010101" pitchFamily="2" charset="-122"/>
              </a:endParaRPr>
            </a:p>
          </p:txBody>
        </p:sp>
        <p:sp>
          <p:nvSpPr>
            <p:cNvPr id="28" name="PA_LoremIpsum ">
              <a:extLst>
                <a:ext uri="{FF2B5EF4-FFF2-40B4-BE49-F238E27FC236}">
                  <a16:creationId xmlns:a16="http://schemas.microsoft.com/office/drawing/2014/main" id="{B13D3590-34EE-4A40-8336-E8A2793E9BFF}"/>
                </a:ext>
              </a:extLst>
            </p:cNvPr>
            <p:cNvSpPr>
              <a:spLocks/>
            </p:cNvSpPr>
            <p:nvPr>
              <p:custDataLst>
                <p:tags r:id="rId19"/>
              </p:custDataLst>
            </p:nvPr>
          </p:nvSpPr>
          <p:spPr bwMode="auto">
            <a:xfrm>
              <a:off x="6052423" y="4283210"/>
              <a:ext cx="2219102" cy="951827"/>
            </a:xfrm>
            <a:prstGeom prst="rect">
              <a:avLst/>
            </a:prstGeom>
            <a:noFill/>
            <a:ln w="6350" cap="flat" cmpd="sng" algn="ctr">
              <a:noFill/>
              <a:prstDash val="soli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6350" cap="flat" cmpd="sng" algn="ctr">
                  <a:solidFill>
                    <a:srgbClr val="FFFFFF"/>
                  </a:solidFill>
                  <a:prstDash val="solid"/>
                </a14:hiddenLine>
              </a:ext>
            </a:extLst>
          </p:spPr>
          <p:txBody>
            <a:bodyPr wrap="square" lIns="72000" tIns="32399" rIns="72000" bIns="32399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lnSpc>
                  <a:spcPct val="120000"/>
                </a:lnSpc>
                <a:spcAft>
                  <a:spcPts val="600"/>
                </a:spcAft>
              </a:pPr>
              <a:r>
                <a:rPr lang="zh-CN" altLang="en-US" sz="1200">
                  <a:solidFill>
                    <a:srgbClr val="34853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时尚中黑简体" panose="01010104010101010101" pitchFamily="2" charset="-122"/>
                </a:rPr>
                <a:t>点击此处添加文本内容</a:t>
              </a:r>
              <a:r>
                <a:rPr lang="zh-CN" altLang="en-US" sz="1200" dirty="0">
                  <a:solidFill>
                    <a:srgbClr val="34853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时尚中黑简体" panose="01010104010101010101" pitchFamily="2" charset="-122"/>
                </a:rPr>
                <a:t>，如关键词、部分简单介绍等。</a:t>
              </a:r>
              <a:r>
                <a:rPr lang="zh-CN" altLang="en-US" sz="1200">
                  <a:solidFill>
                    <a:srgbClr val="34853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时尚中黑简体" panose="01010104010101010101" pitchFamily="2" charset="-122"/>
                </a:rPr>
                <a:t>点击此处添加文本内容</a:t>
              </a:r>
              <a:r>
                <a:rPr lang="zh-CN" altLang="en-US" sz="1200" dirty="0">
                  <a:solidFill>
                    <a:srgbClr val="34853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时尚中黑简体" panose="01010104010101010101" pitchFamily="2" charset="-122"/>
                </a:rPr>
                <a:t>，如关键词、部分简单介绍等</a:t>
              </a:r>
              <a:endParaRPr lang="en-US" altLang="zh-CN" sz="1200" dirty="0">
                <a:solidFill>
                  <a:srgbClr val="34853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时尚中黑简体" panose="01010104010101010101" pitchFamily="2" charset="-122"/>
              </a:endParaRPr>
            </a:p>
          </p:txBody>
        </p:sp>
        <p:sp>
          <p:nvSpPr>
            <p:cNvPr id="29" name="PA_LoremIpsum ">
              <a:extLst>
                <a:ext uri="{FF2B5EF4-FFF2-40B4-BE49-F238E27FC236}">
                  <a16:creationId xmlns:a16="http://schemas.microsoft.com/office/drawing/2014/main" id="{C7329B59-66F2-411A-B6D0-EFC94A2496C2}"/>
                </a:ext>
              </a:extLst>
            </p:cNvPr>
            <p:cNvSpPr>
              <a:spLocks/>
            </p:cNvSpPr>
            <p:nvPr>
              <p:custDataLst>
                <p:tags r:id="rId20"/>
              </p:custDataLst>
            </p:nvPr>
          </p:nvSpPr>
          <p:spPr bwMode="auto">
            <a:xfrm>
              <a:off x="8555206" y="4283210"/>
              <a:ext cx="2219102" cy="951827"/>
            </a:xfrm>
            <a:prstGeom prst="rect">
              <a:avLst/>
            </a:prstGeom>
            <a:noFill/>
            <a:ln w="6350" cap="flat" cmpd="sng" algn="ctr">
              <a:noFill/>
              <a:prstDash val="soli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6350" cap="flat" cmpd="sng" algn="ctr">
                  <a:solidFill>
                    <a:srgbClr val="FFFFFF"/>
                  </a:solidFill>
                  <a:prstDash val="solid"/>
                </a14:hiddenLine>
              </a:ext>
            </a:extLst>
          </p:spPr>
          <p:txBody>
            <a:bodyPr wrap="square" lIns="72000" tIns="32399" rIns="72000" bIns="32399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lnSpc>
                  <a:spcPct val="120000"/>
                </a:lnSpc>
                <a:spcAft>
                  <a:spcPts val="600"/>
                </a:spcAft>
              </a:pPr>
              <a:r>
                <a:rPr lang="zh-CN" altLang="en-US" sz="1200">
                  <a:solidFill>
                    <a:srgbClr val="34853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时尚中黑简体" panose="01010104010101010101" pitchFamily="2" charset="-122"/>
                </a:rPr>
                <a:t>点击此处添加文本内容</a:t>
              </a:r>
              <a:r>
                <a:rPr lang="zh-CN" altLang="en-US" sz="1200" dirty="0">
                  <a:solidFill>
                    <a:srgbClr val="34853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时尚中黑简体" panose="01010104010101010101" pitchFamily="2" charset="-122"/>
                </a:rPr>
                <a:t>，如关键词、部分简单介绍等。</a:t>
              </a:r>
              <a:r>
                <a:rPr lang="zh-CN" altLang="en-US" sz="1200">
                  <a:solidFill>
                    <a:srgbClr val="34853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时尚中黑简体" panose="01010104010101010101" pitchFamily="2" charset="-122"/>
                </a:rPr>
                <a:t>点击此处添加文本内容</a:t>
              </a:r>
              <a:r>
                <a:rPr lang="zh-CN" altLang="en-US" sz="1200" dirty="0">
                  <a:solidFill>
                    <a:srgbClr val="34853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时尚中黑简体" panose="01010104010101010101" pitchFamily="2" charset="-122"/>
                </a:rPr>
                <a:t>，如关键词、部分简单介绍等</a:t>
              </a:r>
              <a:endParaRPr lang="en-US" altLang="zh-CN" sz="1200" dirty="0">
                <a:solidFill>
                  <a:srgbClr val="34853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时尚中黑简体" panose="01010104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299525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01941A8-297C-46C8-ACA8-DEFDA647CE5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3" b="78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A45C51C2-8799-4003-B53D-F6EA701948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8350D1AA-026B-4156-BB16-071519B7E5AE}"/>
              </a:ext>
            </a:extLst>
          </p:cNvPr>
          <p:cNvGrpSpPr/>
          <p:nvPr/>
        </p:nvGrpSpPr>
        <p:grpSpPr>
          <a:xfrm>
            <a:off x="1533014" y="1787979"/>
            <a:ext cx="2711450" cy="2711450"/>
            <a:chOff x="-1266371" y="4076700"/>
            <a:chExt cx="4165600" cy="4165600"/>
          </a:xfrm>
          <a:solidFill>
            <a:schemeClr val="bg1"/>
          </a:solidFill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1AD59D2-1212-436E-9DD6-F475B0C2B8F7}"/>
                </a:ext>
              </a:extLst>
            </p:cNvPr>
            <p:cNvSpPr/>
            <p:nvPr/>
          </p:nvSpPr>
          <p:spPr>
            <a:xfrm>
              <a:off x="-1025071" y="4318000"/>
              <a:ext cx="3683000" cy="3683000"/>
            </a:xfrm>
            <a:prstGeom prst="ellipse">
              <a:avLst/>
            </a:prstGeom>
            <a:solidFill>
              <a:srgbClr val="00582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301B6EDD-1F85-4455-AA24-AA55A34CD836}"/>
                </a:ext>
              </a:extLst>
            </p:cNvPr>
            <p:cNvGrpSpPr/>
            <p:nvPr/>
          </p:nvGrpSpPr>
          <p:grpSpPr>
            <a:xfrm>
              <a:off x="-1266371" y="4076700"/>
              <a:ext cx="4165600" cy="4165600"/>
              <a:chOff x="-1266371" y="4076700"/>
              <a:chExt cx="4165600" cy="4165600"/>
            </a:xfrm>
            <a:grpFill/>
          </p:grpSpPr>
          <p:sp>
            <p:nvSpPr>
              <p:cNvPr id="9" name="椭圆 8">
                <a:extLst>
                  <a:ext uri="{FF2B5EF4-FFF2-40B4-BE49-F238E27FC236}">
                    <a16:creationId xmlns:a16="http://schemas.microsoft.com/office/drawing/2014/main" id="{11B19CFD-D0C6-4A21-AB14-28AE46DBEA49}"/>
                  </a:ext>
                </a:extLst>
              </p:cNvPr>
              <p:cNvSpPr/>
              <p:nvPr/>
            </p:nvSpPr>
            <p:spPr>
              <a:xfrm>
                <a:off x="2697616" y="5348316"/>
                <a:ext cx="161925" cy="16192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" name="椭圆 9">
                <a:extLst>
                  <a:ext uri="{FF2B5EF4-FFF2-40B4-BE49-F238E27FC236}">
                    <a16:creationId xmlns:a16="http://schemas.microsoft.com/office/drawing/2014/main" id="{4C70DB45-43BA-469E-9973-A696FF12A598}"/>
                  </a:ext>
                </a:extLst>
              </p:cNvPr>
              <p:cNvSpPr/>
              <p:nvPr/>
            </p:nvSpPr>
            <p:spPr>
              <a:xfrm>
                <a:off x="-1266371" y="4076700"/>
                <a:ext cx="4165600" cy="4165600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" name="椭圆 10">
                <a:extLst>
                  <a:ext uri="{FF2B5EF4-FFF2-40B4-BE49-F238E27FC236}">
                    <a16:creationId xmlns:a16="http://schemas.microsoft.com/office/drawing/2014/main" id="{21C30209-3117-401A-BEFF-36BAF915C26E}"/>
                  </a:ext>
                </a:extLst>
              </p:cNvPr>
              <p:cNvSpPr/>
              <p:nvPr/>
            </p:nvSpPr>
            <p:spPr>
              <a:xfrm>
                <a:off x="-920228" y="7346082"/>
                <a:ext cx="161925" cy="16192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D9BD5783-EA3D-432D-98F4-73DCCD0E54ED}"/>
              </a:ext>
            </a:extLst>
          </p:cNvPr>
          <p:cNvSpPr txBox="1"/>
          <p:nvPr/>
        </p:nvSpPr>
        <p:spPr>
          <a:xfrm>
            <a:off x="1977032" y="2536425"/>
            <a:ext cx="18234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cs typeface="+mn-ea"/>
                <a:sym typeface="+mn-lt"/>
              </a:rPr>
              <a:t>PART ONE </a:t>
            </a:r>
            <a:endParaRPr lang="zh-CN" altLang="en-US" sz="20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FEA0A94-6315-4D8A-B6B6-C99704856311}"/>
              </a:ext>
            </a:extLst>
          </p:cNvPr>
          <p:cNvSpPr txBox="1"/>
          <p:nvPr/>
        </p:nvSpPr>
        <p:spPr>
          <a:xfrm>
            <a:off x="2297179" y="2913471"/>
            <a:ext cx="118312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600" dirty="0">
                <a:solidFill>
                  <a:schemeClr val="bg1"/>
                </a:solidFill>
                <a:cs typeface="+mn-ea"/>
                <a:sym typeface="+mn-lt"/>
              </a:rPr>
              <a:t>02</a:t>
            </a:r>
            <a:endParaRPr lang="zh-CN" altLang="en-US" sz="6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0D850C1-93B2-4FD5-9976-5A5ACB616255}"/>
              </a:ext>
            </a:extLst>
          </p:cNvPr>
          <p:cNvSpPr txBox="1"/>
          <p:nvPr/>
        </p:nvSpPr>
        <p:spPr>
          <a:xfrm>
            <a:off x="4722954" y="2275947"/>
            <a:ext cx="58895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000" b="1" dirty="0">
                <a:solidFill>
                  <a:schemeClr val="bg1"/>
                </a:solidFill>
                <a:cs typeface="+mn-ea"/>
                <a:sym typeface="+mn-lt"/>
              </a:rPr>
              <a:t>研究思路及结果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739D3B7-E39C-4CCB-BD09-764B7684BF67}"/>
              </a:ext>
            </a:extLst>
          </p:cNvPr>
          <p:cNvSpPr/>
          <p:nvPr/>
        </p:nvSpPr>
        <p:spPr>
          <a:xfrm>
            <a:off x="4722953" y="3208418"/>
            <a:ext cx="6007057" cy="6987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>
                    <a:lumMod val="85000"/>
                  </a:schemeClr>
                </a:solidFill>
                <a:cs typeface="+mn-ea"/>
                <a:sym typeface="+mn-lt"/>
              </a:rPr>
              <a:t>CLICK HERE TO ADD TITLECLICK HERE TO ADD TITLECLICK HERE TO ADD TITLECLICK HERE TO ADD TITLE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9CFA2CBE-CB80-4C97-97B7-ADC07883D659}"/>
              </a:ext>
            </a:extLst>
          </p:cNvPr>
          <p:cNvSpPr/>
          <p:nvPr/>
        </p:nvSpPr>
        <p:spPr>
          <a:xfrm flipV="1">
            <a:off x="9666538" y="-1010229"/>
            <a:ext cx="1915862" cy="19158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22257E28-94C3-47D4-B0CC-A11E5F8A0396}"/>
              </a:ext>
            </a:extLst>
          </p:cNvPr>
          <p:cNvSpPr/>
          <p:nvPr/>
        </p:nvSpPr>
        <p:spPr>
          <a:xfrm flipV="1">
            <a:off x="9252140" y="6146430"/>
            <a:ext cx="1923860" cy="192386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3A187CD3-C255-44E5-99D7-53041341D47E}"/>
              </a:ext>
            </a:extLst>
          </p:cNvPr>
          <p:cNvSpPr/>
          <p:nvPr/>
        </p:nvSpPr>
        <p:spPr>
          <a:xfrm flipV="1">
            <a:off x="4659086" y="1296949"/>
            <a:ext cx="440600" cy="440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D4C17FE2-46BA-4ED9-AC10-A28D87181D0E}"/>
              </a:ext>
            </a:extLst>
          </p:cNvPr>
          <p:cNvSpPr/>
          <p:nvPr/>
        </p:nvSpPr>
        <p:spPr>
          <a:xfrm flipV="1">
            <a:off x="7089355" y="5210066"/>
            <a:ext cx="407924" cy="40792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C6BFB125-2CDE-4992-8530-468EDF4C8EF3}"/>
              </a:ext>
            </a:extLst>
          </p:cNvPr>
          <p:cNvSpPr/>
          <p:nvPr/>
        </p:nvSpPr>
        <p:spPr>
          <a:xfrm flipV="1">
            <a:off x="1690080" y="5500914"/>
            <a:ext cx="234152" cy="23415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471B3253-004D-444A-8D11-5AB16BB5FFB0}"/>
              </a:ext>
            </a:extLst>
          </p:cNvPr>
          <p:cNvGrpSpPr/>
          <p:nvPr/>
        </p:nvGrpSpPr>
        <p:grpSpPr>
          <a:xfrm>
            <a:off x="4872136" y="3077593"/>
            <a:ext cx="5680075" cy="45719"/>
            <a:chOff x="5029200" y="2769580"/>
            <a:chExt cx="5680075" cy="45719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51ACA493-4156-4F92-858A-898DEE2B1382}"/>
                </a:ext>
              </a:extLst>
            </p:cNvPr>
            <p:cNvSpPr/>
            <p:nvPr/>
          </p:nvSpPr>
          <p:spPr>
            <a:xfrm>
              <a:off x="5029200" y="2769580"/>
              <a:ext cx="723900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8751051D-FEB5-40D2-8B4C-905715299A03}"/>
                </a:ext>
              </a:extLst>
            </p:cNvPr>
            <p:cNvCxnSpPr/>
            <p:nvPr/>
          </p:nvCxnSpPr>
          <p:spPr>
            <a:xfrm>
              <a:off x="5711825" y="2792439"/>
              <a:ext cx="499745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289422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9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52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53" presetClass="entr" presetSubtype="52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52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53" presetClass="entr" presetSubtype="52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7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/>
      <p:bldP spid="13" grpId="0"/>
      <p:bldP spid="14" grpId="0"/>
      <p:bldP spid="15" grpId="0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图片 63">
            <a:extLst>
              <a:ext uri="{FF2B5EF4-FFF2-40B4-BE49-F238E27FC236}">
                <a16:creationId xmlns:a16="http://schemas.microsoft.com/office/drawing/2014/main" id="{3B67F843-08A8-4E3B-80F9-AF5591D28CAB}"/>
              </a:ext>
            </a:extLst>
          </p:cNvPr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3" b="78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5" name="矩形 64">
            <a:extLst>
              <a:ext uri="{FF2B5EF4-FFF2-40B4-BE49-F238E27FC236}">
                <a16:creationId xmlns:a16="http://schemas.microsoft.com/office/drawing/2014/main" id="{7D6B3F08-FEEB-43A5-BDE7-EC95A07E8EF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D0D41A9-C451-4D36-9614-D42257C7A753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5570" y="179061"/>
            <a:ext cx="2162258" cy="5455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3E36ADF9-64AB-4450-A972-DC03712A0BE9}"/>
              </a:ext>
            </a:extLst>
          </p:cNvPr>
          <p:cNvGrpSpPr/>
          <p:nvPr/>
        </p:nvGrpSpPr>
        <p:grpSpPr>
          <a:xfrm>
            <a:off x="229435" y="144004"/>
            <a:ext cx="3658643" cy="646331"/>
            <a:chOff x="368331" y="209716"/>
            <a:chExt cx="3658643" cy="646331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B81BBF6F-960C-4894-9188-B0BC95D25783}"/>
                </a:ext>
              </a:extLst>
            </p:cNvPr>
            <p:cNvGrpSpPr/>
            <p:nvPr/>
          </p:nvGrpSpPr>
          <p:grpSpPr>
            <a:xfrm>
              <a:off x="368331" y="209716"/>
              <a:ext cx="575110" cy="646331"/>
              <a:chOff x="368331" y="348215"/>
              <a:chExt cx="936000" cy="1051912"/>
            </a:xfrm>
          </p:grpSpPr>
          <p:sp>
            <p:nvSpPr>
              <p:cNvPr id="59" name="椭圆 58">
                <a:extLst>
                  <a:ext uri="{FF2B5EF4-FFF2-40B4-BE49-F238E27FC236}">
                    <a16:creationId xmlns:a16="http://schemas.microsoft.com/office/drawing/2014/main" id="{A5D48676-B157-4558-951B-BFB4E5889968}"/>
                  </a:ext>
                </a:extLst>
              </p:cNvPr>
              <p:cNvSpPr/>
              <p:nvPr/>
            </p:nvSpPr>
            <p:spPr>
              <a:xfrm>
                <a:off x="368331" y="388046"/>
                <a:ext cx="936000" cy="936000"/>
              </a:xfrm>
              <a:prstGeom prst="ellipse">
                <a:avLst/>
              </a:prstGeom>
              <a:solidFill>
                <a:srgbClr val="005825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50" b="1">
                  <a:cs typeface="+mn-ea"/>
                  <a:sym typeface="+mn-lt"/>
                </a:endParaRPr>
              </a:p>
            </p:txBody>
          </p:sp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6DD61D0D-8498-432F-932D-ADF5FD30970C}"/>
                  </a:ext>
                </a:extLst>
              </p:cNvPr>
              <p:cNvSpPr txBox="1"/>
              <p:nvPr/>
            </p:nvSpPr>
            <p:spPr>
              <a:xfrm>
                <a:off x="416209" y="348215"/>
                <a:ext cx="840245" cy="10519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3600" b="1" dirty="0">
                    <a:solidFill>
                      <a:srgbClr val="FCFCFC"/>
                    </a:solidFill>
                    <a:cs typeface="+mn-ea"/>
                    <a:sym typeface="+mn-lt"/>
                  </a:rPr>
                  <a:t>1</a:t>
                </a:r>
                <a:endParaRPr lang="zh-CN" altLang="en-US" sz="3600" b="1" dirty="0">
                  <a:solidFill>
                    <a:srgbClr val="FCFCFC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45036A13-C542-4D43-B32E-26EA4801BB61}"/>
                </a:ext>
              </a:extLst>
            </p:cNvPr>
            <p:cNvSpPr txBox="1"/>
            <p:nvPr/>
          </p:nvSpPr>
          <p:spPr>
            <a:xfrm>
              <a:off x="1182495" y="302049"/>
              <a:ext cx="28444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5825"/>
                  </a:solidFill>
                  <a:cs typeface="+mn-ea"/>
                  <a:sym typeface="+mn-lt"/>
                </a:rPr>
                <a:t>课题背景及内容</a:t>
              </a:r>
            </a:p>
          </p:txBody>
        </p:sp>
      </p:grp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155567E-A2CB-45C2-8E11-E9373EFAA595}"/>
              </a:ext>
            </a:extLst>
          </p:cNvPr>
          <p:cNvCxnSpPr/>
          <p:nvPr/>
        </p:nvCxnSpPr>
        <p:spPr>
          <a:xfrm>
            <a:off x="0" y="856047"/>
            <a:ext cx="12192000" cy="0"/>
          </a:xfrm>
          <a:prstGeom prst="line">
            <a:avLst/>
          </a:prstGeom>
          <a:ln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A_副标题 2">
            <a:extLst>
              <a:ext uri="{FF2B5EF4-FFF2-40B4-BE49-F238E27FC236}">
                <a16:creationId xmlns:a16="http://schemas.microsoft.com/office/drawing/2014/main" id="{C25A06F5-19AD-466E-99D9-56C7A8545E50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5551494" y="5205772"/>
            <a:ext cx="1656185" cy="311460"/>
          </a:xfrm>
          <a:prstGeom prst="rect">
            <a:avLst/>
          </a:prstGeom>
          <a:ln>
            <a:solidFill>
              <a:sysClr val="window" lastClr="FFFFFF"/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+mn-cs"/>
              </a:rPr>
              <a:t>汇报：张三</a:t>
            </a:r>
          </a:p>
        </p:txBody>
      </p:sp>
      <p:sp>
        <p:nvSpPr>
          <p:cNvPr id="13" name="PA_任意多边形 6">
            <a:extLst>
              <a:ext uri="{FF2B5EF4-FFF2-40B4-BE49-F238E27FC236}">
                <a16:creationId xmlns:a16="http://schemas.microsoft.com/office/drawing/2014/main" id="{14BC225B-0813-4001-9D37-E10A59D0B18C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5769604" y="1958391"/>
            <a:ext cx="653720" cy="4899607"/>
          </a:xfrm>
          <a:custGeom>
            <a:avLst/>
            <a:gdLst>
              <a:gd name="T0" fmla="*/ 182 w 260"/>
              <a:gd name="T1" fmla="*/ 130 h 1902"/>
              <a:gd name="T2" fmla="*/ 182 w 260"/>
              <a:gd name="T3" fmla="*/ 1902 h 1902"/>
              <a:gd name="T4" fmla="*/ 75 w 260"/>
              <a:gd name="T5" fmla="*/ 1902 h 1902"/>
              <a:gd name="T6" fmla="*/ 75 w 260"/>
              <a:gd name="T7" fmla="*/ 130 h 1902"/>
              <a:gd name="T8" fmla="*/ 0 w 260"/>
              <a:gd name="T9" fmla="*/ 130 h 1902"/>
              <a:gd name="T10" fmla="*/ 130 w 260"/>
              <a:gd name="T11" fmla="*/ 0 h 1902"/>
              <a:gd name="T12" fmla="*/ 260 w 260"/>
              <a:gd name="T13" fmla="*/ 130 h 1902"/>
              <a:gd name="T14" fmla="*/ 182 w 260"/>
              <a:gd name="T15" fmla="*/ 130 h 19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60" h="1902">
                <a:moveTo>
                  <a:pt x="182" y="130"/>
                </a:moveTo>
                <a:lnTo>
                  <a:pt x="182" y="1902"/>
                </a:lnTo>
                <a:lnTo>
                  <a:pt x="75" y="1902"/>
                </a:lnTo>
                <a:lnTo>
                  <a:pt x="75" y="130"/>
                </a:lnTo>
                <a:lnTo>
                  <a:pt x="0" y="130"/>
                </a:lnTo>
                <a:lnTo>
                  <a:pt x="130" y="0"/>
                </a:lnTo>
                <a:lnTo>
                  <a:pt x="260" y="130"/>
                </a:lnTo>
                <a:lnTo>
                  <a:pt x="182" y="130"/>
                </a:lnTo>
                <a:close/>
              </a:path>
            </a:pathLst>
          </a:custGeom>
          <a:solidFill>
            <a:sysClr val="window" lastClr="FFFFFF">
              <a:lumMod val="75000"/>
            </a:sys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08850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ant GardeBook" pitchFamily="50" charset="0"/>
              <a:ea typeface="宋体" panose="02010600030101010101" pitchFamily="2" charset="-122"/>
            </a:endParaRPr>
          </a:p>
        </p:txBody>
      </p:sp>
      <p:sp>
        <p:nvSpPr>
          <p:cNvPr id="14" name="PA_任意多边形 8">
            <a:extLst>
              <a:ext uri="{FF2B5EF4-FFF2-40B4-BE49-F238E27FC236}">
                <a16:creationId xmlns:a16="http://schemas.microsoft.com/office/drawing/2014/main" id="{CE109C33-6A11-48A8-9E98-12779982D26D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4052330" y="3999230"/>
            <a:ext cx="2695339" cy="2858770"/>
          </a:xfrm>
          <a:custGeom>
            <a:avLst/>
            <a:gdLst>
              <a:gd name="T0" fmla="*/ 225 w 454"/>
              <a:gd name="T1" fmla="*/ 35 h 481"/>
              <a:gd name="T2" fmla="*/ 55 w 454"/>
              <a:gd name="T3" fmla="*/ 35 h 481"/>
              <a:gd name="T4" fmla="*/ 55 w 454"/>
              <a:gd name="T5" fmla="*/ 0 h 481"/>
              <a:gd name="T6" fmla="*/ 0 w 454"/>
              <a:gd name="T7" fmla="*/ 55 h 481"/>
              <a:gd name="T8" fmla="*/ 55 w 454"/>
              <a:gd name="T9" fmla="*/ 110 h 481"/>
              <a:gd name="T10" fmla="*/ 55 w 454"/>
              <a:gd name="T11" fmla="*/ 80 h 481"/>
              <a:gd name="T12" fmla="*/ 224 w 454"/>
              <a:gd name="T13" fmla="*/ 80 h 481"/>
              <a:gd name="T14" fmla="*/ 409 w 454"/>
              <a:gd name="T15" fmla="*/ 277 h 481"/>
              <a:gd name="T16" fmla="*/ 409 w 454"/>
              <a:gd name="T17" fmla="*/ 481 h 481"/>
              <a:gd name="T18" fmla="*/ 454 w 454"/>
              <a:gd name="T19" fmla="*/ 481 h 481"/>
              <a:gd name="T20" fmla="*/ 454 w 454"/>
              <a:gd name="T21" fmla="*/ 277 h 481"/>
              <a:gd name="T22" fmla="*/ 225 w 454"/>
              <a:gd name="T23" fmla="*/ 35 h 4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454" h="481">
                <a:moveTo>
                  <a:pt x="225" y="35"/>
                </a:moveTo>
                <a:cubicBezTo>
                  <a:pt x="55" y="35"/>
                  <a:pt x="55" y="35"/>
                  <a:pt x="55" y="35"/>
                </a:cubicBezTo>
                <a:cubicBezTo>
                  <a:pt x="55" y="0"/>
                  <a:pt x="55" y="0"/>
                  <a:pt x="55" y="0"/>
                </a:cubicBezTo>
                <a:cubicBezTo>
                  <a:pt x="0" y="55"/>
                  <a:pt x="0" y="55"/>
                  <a:pt x="0" y="55"/>
                </a:cubicBezTo>
                <a:cubicBezTo>
                  <a:pt x="55" y="110"/>
                  <a:pt x="55" y="110"/>
                  <a:pt x="55" y="110"/>
                </a:cubicBezTo>
                <a:cubicBezTo>
                  <a:pt x="55" y="80"/>
                  <a:pt x="55" y="80"/>
                  <a:pt x="55" y="80"/>
                </a:cubicBezTo>
                <a:cubicBezTo>
                  <a:pt x="224" y="80"/>
                  <a:pt x="224" y="80"/>
                  <a:pt x="224" y="80"/>
                </a:cubicBezTo>
                <a:cubicBezTo>
                  <a:pt x="340" y="80"/>
                  <a:pt x="409" y="168"/>
                  <a:pt x="409" y="277"/>
                </a:cubicBezTo>
                <a:cubicBezTo>
                  <a:pt x="409" y="481"/>
                  <a:pt x="409" y="481"/>
                  <a:pt x="409" y="481"/>
                </a:cubicBezTo>
                <a:cubicBezTo>
                  <a:pt x="454" y="481"/>
                  <a:pt x="454" y="481"/>
                  <a:pt x="454" y="481"/>
                </a:cubicBezTo>
                <a:cubicBezTo>
                  <a:pt x="454" y="277"/>
                  <a:pt x="454" y="277"/>
                  <a:pt x="454" y="277"/>
                </a:cubicBezTo>
                <a:cubicBezTo>
                  <a:pt x="454" y="145"/>
                  <a:pt x="363" y="35"/>
                  <a:pt x="225" y="35"/>
                </a:cubicBezTo>
                <a:close/>
              </a:path>
            </a:pathLst>
          </a:custGeom>
          <a:solidFill>
            <a:srgbClr val="00582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1088502"/>
            <a:endParaRPr lang="zh-CN" altLang="en-US" sz="2100" dirty="0">
              <a:solidFill>
                <a:prstClr val="black"/>
              </a:solidFill>
              <a:latin typeface="Avant GardeBook" pitchFamily="50" charset="0"/>
              <a:ea typeface="宋体" panose="02010600030101010101" pitchFamily="2" charset="-122"/>
            </a:endParaRPr>
          </a:p>
        </p:txBody>
      </p:sp>
      <p:sp>
        <p:nvSpPr>
          <p:cNvPr id="15" name="PA_椭圆 9">
            <a:extLst>
              <a:ext uri="{FF2B5EF4-FFF2-40B4-BE49-F238E27FC236}">
                <a16:creationId xmlns:a16="http://schemas.microsoft.com/office/drawing/2014/main" id="{657B3715-D125-4409-8329-D7D423736AAF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449591" y="2780928"/>
            <a:ext cx="980581" cy="978067"/>
          </a:xfrm>
          <a:prstGeom prst="ellipse">
            <a:avLst/>
          </a:prstGeom>
          <a:solidFill>
            <a:srgbClr val="005825"/>
          </a:solidFill>
          <a:ln>
            <a:noFill/>
          </a:ln>
        </p:spPr>
        <p:txBody>
          <a:bodyPr vert="horz" wrap="none" lIns="0" tIns="45720" rIns="0" bIns="45720" numCol="1" anchor="ctr" anchorCtr="0" compatLnSpc="1">
            <a:prstTxWarp prst="textNoShape">
              <a:avLst/>
            </a:prstTxWarp>
          </a:bodyPr>
          <a:lstStyle/>
          <a:p>
            <a:pPr algn="ctr" defTabSz="1088502"/>
            <a:r>
              <a:rPr lang="en-US" altLang="zh-CN" sz="2000" dirty="0">
                <a:solidFill>
                  <a:prstClr val="white"/>
                </a:solidFill>
                <a:latin typeface="Impact MT Std" pitchFamily="34" charset="0"/>
                <a:ea typeface="宋体" panose="02010600030101010101" pitchFamily="2" charset="-122"/>
              </a:rPr>
              <a:t>2015</a:t>
            </a:r>
            <a:endParaRPr lang="zh-CN" altLang="en-US" sz="2000" dirty="0">
              <a:solidFill>
                <a:prstClr val="white"/>
              </a:solidFill>
              <a:latin typeface="Impact MT Std" pitchFamily="34" charset="0"/>
              <a:ea typeface="宋体" panose="02010600030101010101" pitchFamily="2" charset="-122"/>
            </a:endParaRPr>
          </a:p>
        </p:txBody>
      </p:sp>
      <p:sp>
        <p:nvSpPr>
          <p:cNvPr id="16" name="PA_椭圆 10">
            <a:extLst>
              <a:ext uri="{FF2B5EF4-FFF2-40B4-BE49-F238E27FC236}">
                <a16:creationId xmlns:a16="http://schemas.microsoft.com/office/drawing/2014/main" id="{1FC0C668-E630-4A97-94AA-399970AF3918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6755213" y="2780928"/>
            <a:ext cx="985609" cy="978067"/>
          </a:xfrm>
          <a:prstGeom prst="ellipse">
            <a:avLst/>
          </a:prstGeom>
          <a:solidFill>
            <a:srgbClr val="005825"/>
          </a:solidFill>
          <a:ln>
            <a:noFill/>
          </a:ln>
        </p:spPr>
        <p:txBody>
          <a:bodyPr vert="horz" wrap="none" lIns="0" tIns="45720" rIns="0" bIns="45720" numCol="1" anchor="ctr" anchorCtr="0" compatLnSpc="1">
            <a:prstTxWarp prst="textNoShape">
              <a:avLst/>
            </a:prstTxWarp>
          </a:bodyPr>
          <a:lstStyle/>
          <a:p>
            <a:pPr algn="ctr" defTabSz="1088502"/>
            <a:r>
              <a:rPr lang="en-US" altLang="zh-CN" sz="2000" dirty="0">
                <a:solidFill>
                  <a:prstClr val="white"/>
                </a:solidFill>
                <a:latin typeface="Impact MT Std" pitchFamily="34" charset="0"/>
                <a:ea typeface="宋体" panose="02010600030101010101" pitchFamily="2" charset="-122"/>
              </a:rPr>
              <a:t>2016</a:t>
            </a:r>
            <a:endParaRPr lang="zh-CN" altLang="en-US" sz="2000" dirty="0">
              <a:solidFill>
                <a:prstClr val="white"/>
              </a:solidFill>
              <a:latin typeface="Impact MT Std" pitchFamily="34" charset="0"/>
              <a:ea typeface="宋体" panose="02010600030101010101" pitchFamily="2" charset="-122"/>
            </a:endParaRPr>
          </a:p>
        </p:txBody>
      </p:sp>
      <p:sp>
        <p:nvSpPr>
          <p:cNvPr id="17" name="PA_文本框 13">
            <a:extLst>
              <a:ext uri="{FF2B5EF4-FFF2-40B4-BE49-F238E27FC236}">
                <a16:creationId xmlns:a16="http://schemas.microsoft.com/office/drawing/2014/main" id="{9B4FDB43-A59B-48BD-8995-31C4D288980D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98662" y="5297946"/>
            <a:ext cx="2635358" cy="625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088502">
              <a:lnSpc>
                <a:spcPct val="130000"/>
              </a:lnSpc>
            </a:pPr>
            <a:r>
              <a:rPr lang="zh-CN" altLang="en-US" sz="1400">
                <a:solidFill>
                  <a:srgbClr val="005825"/>
                </a:solidFill>
                <a:latin typeface="微软雅黑" pitchFamily="34" charset="-122"/>
              </a:rPr>
              <a:t>点击此处添加文本内容</a:t>
            </a:r>
            <a:r>
              <a:rPr lang="zh-CN" altLang="en-US" sz="1400" dirty="0">
                <a:solidFill>
                  <a:srgbClr val="005825"/>
                </a:solidFill>
                <a:latin typeface="微软雅黑" pitchFamily="34" charset="-122"/>
              </a:rPr>
              <a:t>，如关键词、部分简单介绍等。</a:t>
            </a:r>
          </a:p>
        </p:txBody>
      </p:sp>
      <p:sp>
        <p:nvSpPr>
          <p:cNvPr id="18" name="PA_文本框 14">
            <a:extLst>
              <a:ext uri="{FF2B5EF4-FFF2-40B4-BE49-F238E27FC236}">
                <a16:creationId xmlns:a16="http://schemas.microsoft.com/office/drawing/2014/main" id="{5C4B047A-858D-442D-A720-FAD25AE3E9D7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561083" y="4844227"/>
            <a:ext cx="2272938" cy="461665"/>
          </a:xfrm>
          <a:prstGeom prst="rect">
            <a:avLst/>
          </a:prstGeom>
          <a:noFill/>
        </p:spPr>
        <p:txBody>
          <a:bodyPr wrap="square" tIns="0" bIns="0" rtlCol="0" anchor="t">
            <a:spAutoFit/>
          </a:bodyPr>
          <a:lstStyle/>
          <a:p>
            <a:pPr algn="r" defTabSz="1088502">
              <a:lnSpc>
                <a:spcPct val="150000"/>
              </a:lnSpc>
            </a:pPr>
            <a:r>
              <a:rPr lang="zh-CN" altLang="en-US" sz="2000" b="1" dirty="0">
                <a:solidFill>
                  <a:srgbClr val="005825"/>
                </a:solidFill>
                <a:latin typeface="微软雅黑" pitchFamily="34" charset="-122"/>
                <a:cs typeface="华文黑体" pitchFamily="2" charset="-122"/>
              </a:rPr>
              <a:t>输入标题文字</a:t>
            </a:r>
          </a:p>
        </p:txBody>
      </p:sp>
      <p:sp>
        <p:nvSpPr>
          <p:cNvPr id="19" name="PA_文本框 15">
            <a:extLst>
              <a:ext uri="{FF2B5EF4-FFF2-40B4-BE49-F238E27FC236}">
                <a16:creationId xmlns:a16="http://schemas.microsoft.com/office/drawing/2014/main" id="{7E9560E4-82CD-461D-9E7A-5E2727C56593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1198662" y="1866495"/>
            <a:ext cx="2635358" cy="625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088502">
              <a:lnSpc>
                <a:spcPct val="130000"/>
              </a:lnSpc>
            </a:pPr>
            <a:r>
              <a:rPr lang="zh-CN" altLang="en-US" sz="1400">
                <a:solidFill>
                  <a:srgbClr val="005825"/>
                </a:solidFill>
                <a:latin typeface="微软雅黑" pitchFamily="34" charset="-122"/>
              </a:rPr>
              <a:t>点击此处添加文本内容</a:t>
            </a:r>
            <a:r>
              <a:rPr lang="zh-CN" altLang="en-US" sz="1400" dirty="0">
                <a:solidFill>
                  <a:srgbClr val="005825"/>
                </a:solidFill>
                <a:latin typeface="微软雅黑" pitchFamily="34" charset="-122"/>
              </a:rPr>
              <a:t>，如关键词、部分简单介绍等。</a:t>
            </a:r>
          </a:p>
        </p:txBody>
      </p:sp>
      <p:sp>
        <p:nvSpPr>
          <p:cNvPr id="20" name="PA_文本框 16">
            <a:extLst>
              <a:ext uri="{FF2B5EF4-FFF2-40B4-BE49-F238E27FC236}">
                <a16:creationId xmlns:a16="http://schemas.microsoft.com/office/drawing/2014/main" id="{C5B46BA5-E9C1-409B-8D61-E5C45DDF6EF4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1774726" y="1412776"/>
            <a:ext cx="2059295" cy="461665"/>
          </a:xfrm>
          <a:prstGeom prst="rect">
            <a:avLst/>
          </a:prstGeom>
          <a:noFill/>
        </p:spPr>
        <p:txBody>
          <a:bodyPr wrap="square" tIns="0" bIns="0" rtlCol="0" anchor="t">
            <a:spAutoFit/>
          </a:bodyPr>
          <a:lstStyle/>
          <a:p>
            <a:pPr algn="r" defTabSz="1088502">
              <a:lnSpc>
                <a:spcPct val="150000"/>
              </a:lnSpc>
            </a:pPr>
            <a:r>
              <a:rPr lang="zh-CN" altLang="en-US" sz="2000" b="1" dirty="0">
                <a:solidFill>
                  <a:srgbClr val="005825"/>
                </a:solidFill>
                <a:latin typeface="微软雅黑" pitchFamily="34" charset="-122"/>
                <a:cs typeface="华文黑体" pitchFamily="2" charset="-122"/>
              </a:rPr>
              <a:t>输入标题文字</a:t>
            </a:r>
          </a:p>
        </p:txBody>
      </p:sp>
      <p:graphicFrame>
        <p:nvGraphicFramePr>
          <p:cNvPr id="21" name="PA_Chart 20">
            <a:extLst>
              <a:ext uri="{FF2B5EF4-FFF2-40B4-BE49-F238E27FC236}">
                <a16:creationId xmlns:a16="http://schemas.microsoft.com/office/drawing/2014/main" id="{3034C0D5-F8E4-4565-99CE-8A4E30868E40}"/>
              </a:ext>
            </a:extLst>
          </p:cNvPr>
          <p:cNvGraphicFramePr/>
          <p:nvPr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2625643603"/>
              </p:ext>
            </p:extLst>
          </p:nvPr>
        </p:nvGraphicFramePr>
        <p:xfrm>
          <a:off x="910630" y="2779305"/>
          <a:ext cx="2923391" cy="1988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1"/>
          </a:graphicData>
        </a:graphic>
      </p:graphicFrame>
      <p:sp>
        <p:nvSpPr>
          <p:cNvPr id="22" name="PA_文本框 18">
            <a:extLst>
              <a:ext uri="{FF2B5EF4-FFF2-40B4-BE49-F238E27FC236}">
                <a16:creationId xmlns:a16="http://schemas.microsoft.com/office/drawing/2014/main" id="{9B31B1FB-8BC8-4CD9-A536-EBA3243BC3B4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8301167" y="5297946"/>
            <a:ext cx="2635358" cy="625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88502">
              <a:lnSpc>
                <a:spcPct val="130000"/>
              </a:lnSpc>
            </a:pPr>
            <a:r>
              <a:rPr lang="zh-CN" altLang="en-US" sz="1400">
                <a:solidFill>
                  <a:srgbClr val="005825"/>
                </a:solidFill>
                <a:latin typeface="微软雅黑" pitchFamily="34" charset="-122"/>
              </a:rPr>
              <a:t>点击此处添加文本内容</a:t>
            </a:r>
            <a:r>
              <a:rPr lang="zh-CN" altLang="en-US" sz="1400" dirty="0">
                <a:solidFill>
                  <a:srgbClr val="005825"/>
                </a:solidFill>
                <a:latin typeface="微软雅黑" pitchFamily="34" charset="-122"/>
              </a:rPr>
              <a:t>，如关键词、部分简单介绍等。</a:t>
            </a:r>
          </a:p>
        </p:txBody>
      </p:sp>
      <p:sp>
        <p:nvSpPr>
          <p:cNvPr id="23" name="PA_文本框 19">
            <a:extLst>
              <a:ext uri="{FF2B5EF4-FFF2-40B4-BE49-F238E27FC236}">
                <a16:creationId xmlns:a16="http://schemas.microsoft.com/office/drawing/2014/main" id="{411A28C6-D575-481C-8724-82F3979A255F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8301167" y="4844227"/>
            <a:ext cx="2332924" cy="461665"/>
          </a:xfrm>
          <a:prstGeom prst="rect">
            <a:avLst/>
          </a:prstGeom>
          <a:noFill/>
        </p:spPr>
        <p:txBody>
          <a:bodyPr wrap="square" tIns="0" bIns="0" rtlCol="0" anchor="t">
            <a:spAutoFit/>
          </a:bodyPr>
          <a:lstStyle/>
          <a:p>
            <a:pPr defTabSz="1088502">
              <a:lnSpc>
                <a:spcPct val="150000"/>
              </a:lnSpc>
            </a:pPr>
            <a:r>
              <a:rPr lang="zh-CN" altLang="en-US" sz="2000" b="1" dirty="0">
                <a:solidFill>
                  <a:srgbClr val="005825"/>
                </a:solidFill>
                <a:latin typeface="微软雅黑" pitchFamily="34" charset="-122"/>
                <a:cs typeface="华文黑体" pitchFamily="2" charset="-122"/>
              </a:rPr>
              <a:t>输入标题文字</a:t>
            </a:r>
          </a:p>
        </p:txBody>
      </p:sp>
      <p:sp>
        <p:nvSpPr>
          <p:cNvPr id="24" name="PA_文本框 20">
            <a:extLst>
              <a:ext uri="{FF2B5EF4-FFF2-40B4-BE49-F238E27FC236}">
                <a16:creationId xmlns:a16="http://schemas.microsoft.com/office/drawing/2014/main" id="{5117498E-4D3B-4568-B39E-9CD3A2099D8F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8301167" y="1866495"/>
            <a:ext cx="2635358" cy="65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88502">
              <a:lnSpc>
                <a:spcPct val="130000"/>
              </a:lnSpc>
            </a:pPr>
            <a:r>
              <a:rPr lang="zh-CN" altLang="en-US" sz="1400">
                <a:solidFill>
                  <a:srgbClr val="005825"/>
                </a:solidFill>
                <a:latin typeface="微软雅黑" pitchFamily="34" charset="-122"/>
              </a:rPr>
              <a:t>点击此处添加文本内容</a:t>
            </a:r>
            <a:r>
              <a:rPr lang="zh-CN" altLang="en-US" sz="1400" dirty="0">
                <a:solidFill>
                  <a:srgbClr val="005825"/>
                </a:solidFill>
                <a:latin typeface="微软雅黑" pitchFamily="34" charset="-122"/>
              </a:rPr>
              <a:t>，如关键词、部分简单介绍等。</a:t>
            </a:r>
          </a:p>
        </p:txBody>
      </p:sp>
      <p:sp>
        <p:nvSpPr>
          <p:cNvPr id="25" name="PA_文本框 21">
            <a:extLst>
              <a:ext uri="{FF2B5EF4-FFF2-40B4-BE49-F238E27FC236}">
                <a16:creationId xmlns:a16="http://schemas.microsoft.com/office/drawing/2014/main" id="{0CACCBAC-E82B-4F27-885D-156234837AB7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8301166" y="1412776"/>
            <a:ext cx="2186527" cy="461665"/>
          </a:xfrm>
          <a:prstGeom prst="rect">
            <a:avLst/>
          </a:prstGeom>
          <a:noFill/>
        </p:spPr>
        <p:txBody>
          <a:bodyPr wrap="square" tIns="0" bIns="0" rtlCol="0" anchor="t">
            <a:spAutoFit/>
          </a:bodyPr>
          <a:lstStyle/>
          <a:p>
            <a:pPr defTabSz="1088502">
              <a:lnSpc>
                <a:spcPct val="150000"/>
              </a:lnSpc>
            </a:pPr>
            <a:r>
              <a:rPr lang="zh-CN" altLang="en-US" sz="2000" b="1" dirty="0">
                <a:solidFill>
                  <a:srgbClr val="005825"/>
                </a:solidFill>
                <a:latin typeface="微软雅黑" pitchFamily="34" charset="-122"/>
                <a:cs typeface="华文黑体" pitchFamily="2" charset="-122"/>
              </a:rPr>
              <a:t>输入标题文字</a:t>
            </a:r>
          </a:p>
        </p:txBody>
      </p:sp>
      <p:graphicFrame>
        <p:nvGraphicFramePr>
          <p:cNvPr id="26" name="PA_Chart 25">
            <a:extLst>
              <a:ext uri="{FF2B5EF4-FFF2-40B4-BE49-F238E27FC236}">
                <a16:creationId xmlns:a16="http://schemas.microsoft.com/office/drawing/2014/main" id="{316008AC-32B0-4B10-95E4-FC3B025EB14A}"/>
              </a:ext>
            </a:extLst>
          </p:cNvPr>
          <p:cNvGraphicFramePr/>
          <p:nvPr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3363310730"/>
              </p:ext>
            </p:extLst>
          </p:nvPr>
        </p:nvGraphicFramePr>
        <p:xfrm>
          <a:off x="8229158" y="2779305"/>
          <a:ext cx="2923391" cy="1988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2"/>
          </a:graphicData>
        </a:graphic>
      </p:graphicFrame>
      <p:sp>
        <p:nvSpPr>
          <p:cNvPr id="27" name="PA_任意多边形 7">
            <a:extLst>
              <a:ext uri="{FF2B5EF4-FFF2-40B4-BE49-F238E27FC236}">
                <a16:creationId xmlns:a16="http://schemas.microsoft.com/office/drawing/2014/main" id="{7D9074C9-1E57-4813-B4D8-CD5D6FBBB355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5442744" y="3999230"/>
            <a:ext cx="2695339" cy="2858770"/>
          </a:xfrm>
          <a:custGeom>
            <a:avLst/>
            <a:gdLst>
              <a:gd name="T0" fmla="*/ 229 w 454"/>
              <a:gd name="T1" fmla="*/ 35 h 481"/>
              <a:gd name="T2" fmla="*/ 399 w 454"/>
              <a:gd name="T3" fmla="*/ 35 h 481"/>
              <a:gd name="T4" fmla="*/ 399 w 454"/>
              <a:gd name="T5" fmla="*/ 0 h 481"/>
              <a:gd name="T6" fmla="*/ 454 w 454"/>
              <a:gd name="T7" fmla="*/ 55 h 481"/>
              <a:gd name="T8" fmla="*/ 399 w 454"/>
              <a:gd name="T9" fmla="*/ 110 h 481"/>
              <a:gd name="T10" fmla="*/ 399 w 454"/>
              <a:gd name="T11" fmla="*/ 80 h 481"/>
              <a:gd name="T12" fmla="*/ 230 w 454"/>
              <a:gd name="T13" fmla="*/ 80 h 481"/>
              <a:gd name="T14" fmla="*/ 45 w 454"/>
              <a:gd name="T15" fmla="*/ 277 h 481"/>
              <a:gd name="T16" fmla="*/ 45 w 454"/>
              <a:gd name="T17" fmla="*/ 481 h 481"/>
              <a:gd name="T18" fmla="*/ 0 w 454"/>
              <a:gd name="T19" fmla="*/ 481 h 481"/>
              <a:gd name="T20" fmla="*/ 0 w 454"/>
              <a:gd name="T21" fmla="*/ 277 h 481"/>
              <a:gd name="T22" fmla="*/ 229 w 454"/>
              <a:gd name="T23" fmla="*/ 35 h 4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454" h="481">
                <a:moveTo>
                  <a:pt x="229" y="35"/>
                </a:moveTo>
                <a:cubicBezTo>
                  <a:pt x="399" y="35"/>
                  <a:pt x="399" y="35"/>
                  <a:pt x="399" y="35"/>
                </a:cubicBezTo>
                <a:cubicBezTo>
                  <a:pt x="399" y="0"/>
                  <a:pt x="399" y="0"/>
                  <a:pt x="399" y="0"/>
                </a:cubicBezTo>
                <a:cubicBezTo>
                  <a:pt x="454" y="55"/>
                  <a:pt x="454" y="55"/>
                  <a:pt x="454" y="55"/>
                </a:cubicBezTo>
                <a:cubicBezTo>
                  <a:pt x="399" y="110"/>
                  <a:pt x="399" y="110"/>
                  <a:pt x="399" y="110"/>
                </a:cubicBezTo>
                <a:cubicBezTo>
                  <a:pt x="399" y="80"/>
                  <a:pt x="399" y="80"/>
                  <a:pt x="399" y="80"/>
                </a:cubicBezTo>
                <a:cubicBezTo>
                  <a:pt x="230" y="80"/>
                  <a:pt x="230" y="80"/>
                  <a:pt x="230" y="80"/>
                </a:cubicBezTo>
                <a:cubicBezTo>
                  <a:pt x="114" y="80"/>
                  <a:pt x="45" y="168"/>
                  <a:pt x="45" y="277"/>
                </a:cubicBezTo>
                <a:cubicBezTo>
                  <a:pt x="45" y="481"/>
                  <a:pt x="45" y="481"/>
                  <a:pt x="45" y="481"/>
                </a:cubicBezTo>
                <a:cubicBezTo>
                  <a:pt x="0" y="481"/>
                  <a:pt x="0" y="481"/>
                  <a:pt x="0" y="481"/>
                </a:cubicBezTo>
                <a:cubicBezTo>
                  <a:pt x="0" y="277"/>
                  <a:pt x="0" y="277"/>
                  <a:pt x="0" y="277"/>
                </a:cubicBezTo>
                <a:cubicBezTo>
                  <a:pt x="0" y="145"/>
                  <a:pt x="90" y="35"/>
                  <a:pt x="229" y="35"/>
                </a:cubicBezTo>
                <a:close/>
              </a:path>
            </a:pathLst>
          </a:custGeom>
          <a:solidFill>
            <a:srgbClr val="34853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1088502"/>
            <a:endParaRPr lang="zh-CN" altLang="en-US" sz="2100" dirty="0">
              <a:solidFill>
                <a:prstClr val="black"/>
              </a:solidFill>
              <a:latin typeface="Avant GardeBook" pitchFamily="50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941796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5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5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6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6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6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7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7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8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8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/>
      <p:bldP spid="18" grpId="0"/>
      <p:bldP spid="19" grpId="0"/>
      <p:bldP spid="20" grpId="0"/>
      <p:bldGraphic spid="21" grpId="0">
        <p:bldAsOne/>
      </p:bldGraphic>
      <p:bldP spid="22" grpId="0"/>
      <p:bldP spid="23" grpId="0"/>
      <p:bldP spid="24" grpId="0"/>
      <p:bldP spid="25" grpId="0"/>
      <p:bldGraphic spid="26" grpId="0">
        <p:bldAsOne/>
      </p:bldGraphic>
      <p:bldP spid="2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图片 63">
            <a:extLst>
              <a:ext uri="{FF2B5EF4-FFF2-40B4-BE49-F238E27FC236}">
                <a16:creationId xmlns:a16="http://schemas.microsoft.com/office/drawing/2014/main" id="{3B67F843-08A8-4E3B-80F9-AF5591D28CAB}"/>
              </a:ext>
            </a:extLst>
          </p:cNvPr>
          <p:cNvPicPr>
            <a:picLocks noChangeAspect="1"/>
          </p:cNvPicPr>
          <p:nvPr/>
        </p:nvPicPr>
        <p:blipFill rotWithShape="1"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3" b="78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5" name="矩形 64">
            <a:extLst>
              <a:ext uri="{FF2B5EF4-FFF2-40B4-BE49-F238E27FC236}">
                <a16:creationId xmlns:a16="http://schemas.microsoft.com/office/drawing/2014/main" id="{7D6B3F08-FEEB-43A5-BDE7-EC95A07E8EF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D0D41A9-C451-4D36-9614-D42257C7A753}"/>
              </a:ext>
            </a:extLst>
          </p:cNvPr>
          <p:cNvPicPr>
            <a:picLocks noChangeAspect="1"/>
          </p:cNvPicPr>
          <p:nvPr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5570" y="179061"/>
            <a:ext cx="2162258" cy="5455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3E36ADF9-64AB-4450-A972-DC03712A0BE9}"/>
              </a:ext>
            </a:extLst>
          </p:cNvPr>
          <p:cNvGrpSpPr/>
          <p:nvPr/>
        </p:nvGrpSpPr>
        <p:grpSpPr>
          <a:xfrm>
            <a:off x="229435" y="144004"/>
            <a:ext cx="3658643" cy="646331"/>
            <a:chOff x="368331" y="209716"/>
            <a:chExt cx="3658643" cy="646331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B81BBF6F-960C-4894-9188-B0BC95D25783}"/>
                </a:ext>
              </a:extLst>
            </p:cNvPr>
            <p:cNvGrpSpPr/>
            <p:nvPr/>
          </p:nvGrpSpPr>
          <p:grpSpPr>
            <a:xfrm>
              <a:off x="368331" y="209716"/>
              <a:ext cx="575110" cy="646331"/>
              <a:chOff x="368331" y="348215"/>
              <a:chExt cx="936000" cy="1051912"/>
            </a:xfrm>
          </p:grpSpPr>
          <p:sp>
            <p:nvSpPr>
              <p:cNvPr id="59" name="椭圆 58">
                <a:extLst>
                  <a:ext uri="{FF2B5EF4-FFF2-40B4-BE49-F238E27FC236}">
                    <a16:creationId xmlns:a16="http://schemas.microsoft.com/office/drawing/2014/main" id="{A5D48676-B157-4558-951B-BFB4E5889968}"/>
                  </a:ext>
                </a:extLst>
              </p:cNvPr>
              <p:cNvSpPr/>
              <p:nvPr/>
            </p:nvSpPr>
            <p:spPr>
              <a:xfrm>
                <a:off x="368331" y="388046"/>
                <a:ext cx="936000" cy="936000"/>
              </a:xfrm>
              <a:prstGeom prst="ellipse">
                <a:avLst/>
              </a:prstGeom>
              <a:solidFill>
                <a:srgbClr val="005825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50" b="1">
                  <a:cs typeface="+mn-ea"/>
                  <a:sym typeface="+mn-lt"/>
                </a:endParaRPr>
              </a:p>
            </p:txBody>
          </p:sp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6DD61D0D-8498-432F-932D-ADF5FD30970C}"/>
                  </a:ext>
                </a:extLst>
              </p:cNvPr>
              <p:cNvSpPr txBox="1"/>
              <p:nvPr/>
            </p:nvSpPr>
            <p:spPr>
              <a:xfrm>
                <a:off x="416209" y="348215"/>
                <a:ext cx="840245" cy="10519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3600" b="1" dirty="0">
                    <a:solidFill>
                      <a:srgbClr val="FCFCFC"/>
                    </a:solidFill>
                    <a:cs typeface="+mn-ea"/>
                    <a:sym typeface="+mn-lt"/>
                  </a:rPr>
                  <a:t>1</a:t>
                </a:r>
                <a:endParaRPr lang="zh-CN" altLang="en-US" sz="3600" b="1" dirty="0">
                  <a:solidFill>
                    <a:srgbClr val="FCFCFC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45036A13-C542-4D43-B32E-26EA4801BB61}"/>
                </a:ext>
              </a:extLst>
            </p:cNvPr>
            <p:cNvSpPr txBox="1"/>
            <p:nvPr/>
          </p:nvSpPr>
          <p:spPr>
            <a:xfrm>
              <a:off x="1182495" y="302049"/>
              <a:ext cx="28444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5825"/>
                  </a:solidFill>
                  <a:cs typeface="+mn-ea"/>
                  <a:sym typeface="+mn-lt"/>
                </a:rPr>
                <a:t>课题背景及内容</a:t>
              </a:r>
            </a:p>
          </p:txBody>
        </p:sp>
      </p:grp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155567E-A2CB-45C2-8E11-E9373EFAA595}"/>
              </a:ext>
            </a:extLst>
          </p:cNvPr>
          <p:cNvCxnSpPr/>
          <p:nvPr/>
        </p:nvCxnSpPr>
        <p:spPr>
          <a:xfrm>
            <a:off x="0" y="856047"/>
            <a:ext cx="12192000" cy="0"/>
          </a:xfrm>
          <a:prstGeom prst="line">
            <a:avLst/>
          </a:prstGeom>
          <a:ln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PA_组合 8">
            <a:extLst>
              <a:ext uri="{FF2B5EF4-FFF2-40B4-BE49-F238E27FC236}">
                <a16:creationId xmlns:a16="http://schemas.microsoft.com/office/drawing/2014/main" id="{DE64E78D-C601-4E5E-B994-713CF358EC4F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-303741" y="1791982"/>
            <a:ext cx="12494153" cy="3905165"/>
            <a:chOff x="-303741" y="1712095"/>
            <a:chExt cx="12494153" cy="3905165"/>
          </a:xfrm>
        </p:grpSpPr>
        <p:sp>
          <p:nvSpPr>
            <p:cNvPr id="11" name="PA_副标题 2">
              <a:extLst>
                <a:ext uri="{FF2B5EF4-FFF2-40B4-BE49-F238E27FC236}">
                  <a16:creationId xmlns:a16="http://schemas.microsoft.com/office/drawing/2014/main" id="{85AC3979-A970-40C5-B663-5C6EF7A14834}"/>
                </a:ext>
              </a:extLst>
            </p:cNvPr>
            <p:cNvSpPr txBox="1">
              <a:spLocks/>
            </p:cNvSpPr>
            <p:nvPr>
              <p:custDataLst>
                <p:tags r:id="rId2"/>
              </p:custDataLst>
            </p:nvPr>
          </p:nvSpPr>
          <p:spPr>
            <a:xfrm>
              <a:off x="5929869" y="5205772"/>
              <a:ext cx="1656185" cy="311460"/>
            </a:xfrm>
            <a:prstGeom prst="rect">
              <a:avLst/>
            </a:prstGeom>
            <a:ln>
              <a:solidFill>
                <a:sysClr val="window" lastClr="FFFFFF"/>
              </a:solidFill>
            </a:ln>
          </p:spPr>
          <p:txBody>
            <a:bodyPr vert="horz" lIns="91440" tIns="45720" rIns="91440" bIns="45720" rtlCol="0">
              <a:normAutofit lnSpcReduction="10000"/>
            </a:bodyPr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+mn-cs"/>
                </a:rPr>
                <a:t>汇报：张三</a:t>
              </a:r>
            </a:p>
          </p:txBody>
        </p:sp>
        <p:sp>
          <p:nvSpPr>
            <p:cNvPr id="13" name="PA_矩形 14">
              <a:extLst>
                <a:ext uri="{FF2B5EF4-FFF2-40B4-BE49-F238E27FC236}">
                  <a16:creationId xmlns:a16="http://schemas.microsoft.com/office/drawing/2014/main" id="{D2F399A6-611D-4B8C-97B6-9E746DF082D0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4694957" y="1712095"/>
              <a:ext cx="7495455" cy="1615355"/>
            </a:xfrm>
            <a:prstGeom prst="rect">
              <a:avLst/>
            </a:prstGeom>
            <a:solidFill>
              <a:srgbClr val="00582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08850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253E2E89-2BC0-4921-8F94-89053645C14E}"/>
                </a:ext>
              </a:extLst>
            </p:cNvPr>
            <p:cNvGrpSpPr/>
            <p:nvPr/>
          </p:nvGrpSpPr>
          <p:grpSpPr>
            <a:xfrm>
              <a:off x="-303741" y="1894825"/>
              <a:ext cx="5546789" cy="3697859"/>
              <a:chOff x="375991" y="2098030"/>
              <a:chExt cx="4648200" cy="3098800"/>
            </a:xfrm>
          </p:grpSpPr>
          <p:graphicFrame>
            <p:nvGraphicFramePr>
              <p:cNvPr id="12" name="PA_Diagram 2">
                <a:extLst>
                  <a:ext uri="{FF2B5EF4-FFF2-40B4-BE49-F238E27FC236}">
                    <a16:creationId xmlns:a16="http://schemas.microsoft.com/office/drawing/2014/main" id="{19BBBBB9-CCC8-42DF-A9FF-853D7C1DCD6E}"/>
                  </a:ext>
                </a:extLst>
              </p:cNvPr>
              <p:cNvGraphicFramePr/>
              <p:nvPr>
                <p:custDataLst>
                  <p:tags r:id="rId18"/>
                </p:custDataLst>
                <p:extLst>
                  <p:ext uri="{D42A27DB-BD31-4B8C-83A1-F6EECF244321}">
                    <p14:modId xmlns:p14="http://schemas.microsoft.com/office/powerpoint/2010/main" val="4220634802"/>
                  </p:ext>
                </p:extLst>
              </p:nvPr>
            </p:nvGraphicFramePr>
            <p:xfrm>
              <a:off x="375991" y="2098030"/>
              <a:ext cx="4648200" cy="309880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7" r:lo="rId38" r:qs="rId39" r:cs="rId40"/>
              </a:graphicData>
            </a:graphic>
          </p:graphicFrame>
          <p:grpSp>
            <p:nvGrpSpPr>
              <p:cNvPr id="14" name="Group 15">
                <a:extLst>
                  <a:ext uri="{FF2B5EF4-FFF2-40B4-BE49-F238E27FC236}">
                    <a16:creationId xmlns:a16="http://schemas.microsoft.com/office/drawing/2014/main" id="{C152E295-8B2E-44EE-8477-0285094CE5DC}"/>
                  </a:ext>
                </a:extLst>
              </p:cNvPr>
              <p:cNvGrpSpPr/>
              <p:nvPr/>
            </p:nvGrpSpPr>
            <p:grpSpPr>
              <a:xfrm>
                <a:off x="1497512" y="2836232"/>
                <a:ext cx="434268" cy="431771"/>
                <a:chOff x="2306360" y="1306978"/>
                <a:chExt cx="434268" cy="431771"/>
              </a:xfrm>
              <a:solidFill>
                <a:sysClr val="window" lastClr="FFFFFF"/>
              </a:solidFill>
            </p:grpSpPr>
            <p:sp>
              <p:nvSpPr>
                <p:cNvPr id="15" name="PA_任意多边形 8">
                  <a:extLst>
                    <a:ext uri="{FF2B5EF4-FFF2-40B4-BE49-F238E27FC236}">
                      <a16:creationId xmlns:a16="http://schemas.microsoft.com/office/drawing/2014/main" id="{471FEA27-A861-4996-9025-1E5E282B5F32}"/>
                    </a:ext>
                  </a:extLst>
                </p:cNvPr>
                <p:cNvSpPr>
                  <a:spLocks/>
                </p:cNvSpPr>
                <p:nvPr>
                  <p:custDataLst>
                    <p:tags r:id="rId29"/>
                  </p:custDataLst>
                </p:nvPr>
              </p:nvSpPr>
              <p:spPr bwMode="auto">
                <a:xfrm>
                  <a:off x="2306360" y="1623943"/>
                  <a:ext cx="114806" cy="114806"/>
                </a:xfrm>
                <a:custGeom>
                  <a:avLst/>
                  <a:gdLst>
                    <a:gd name="T0" fmla="*/ 21 w 46"/>
                    <a:gd name="T1" fmla="*/ 0 h 46"/>
                    <a:gd name="T2" fmla="*/ 0 w 46"/>
                    <a:gd name="T3" fmla="*/ 46 h 46"/>
                    <a:gd name="T4" fmla="*/ 46 w 46"/>
                    <a:gd name="T5" fmla="*/ 25 h 46"/>
                    <a:gd name="T6" fmla="*/ 46 w 46"/>
                    <a:gd name="T7" fmla="*/ 26 h 46"/>
                    <a:gd name="T8" fmla="*/ 21 w 46"/>
                    <a:gd name="T9" fmla="*/ 0 h 46"/>
                    <a:gd name="T10" fmla="*/ 21 w 46"/>
                    <a:gd name="T11" fmla="*/ 0 h 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6" h="46">
                      <a:moveTo>
                        <a:pt x="21" y="0"/>
                      </a:moveTo>
                      <a:lnTo>
                        <a:pt x="0" y="46"/>
                      </a:lnTo>
                      <a:lnTo>
                        <a:pt x="46" y="25"/>
                      </a:lnTo>
                      <a:lnTo>
                        <a:pt x="46" y="26"/>
                      </a:lnTo>
                      <a:lnTo>
                        <a:pt x="21" y="0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88502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</a:endParaRPr>
                </a:p>
              </p:txBody>
            </p:sp>
            <p:sp>
              <p:nvSpPr>
                <p:cNvPr id="16" name="PA_任意多边形 9">
                  <a:extLst>
                    <a:ext uri="{FF2B5EF4-FFF2-40B4-BE49-F238E27FC236}">
                      <a16:creationId xmlns:a16="http://schemas.microsoft.com/office/drawing/2014/main" id="{F404C828-EC88-4BBF-ADBA-6B5D21C07444}"/>
                    </a:ext>
                  </a:extLst>
                </p:cNvPr>
                <p:cNvSpPr>
                  <a:spLocks/>
                </p:cNvSpPr>
                <p:nvPr>
                  <p:custDataLst>
                    <p:tags r:id="rId30"/>
                  </p:custDataLst>
                </p:nvPr>
              </p:nvSpPr>
              <p:spPr bwMode="auto">
                <a:xfrm>
                  <a:off x="2371251" y="1344415"/>
                  <a:ext cx="289511" cy="292007"/>
                </a:xfrm>
                <a:custGeom>
                  <a:avLst/>
                  <a:gdLst>
                    <a:gd name="T0" fmla="*/ 105 w 116"/>
                    <a:gd name="T1" fmla="*/ 0 h 117"/>
                    <a:gd name="T2" fmla="*/ 0 w 116"/>
                    <a:gd name="T3" fmla="*/ 106 h 117"/>
                    <a:gd name="T4" fmla="*/ 11 w 116"/>
                    <a:gd name="T5" fmla="*/ 117 h 117"/>
                    <a:gd name="T6" fmla="*/ 116 w 116"/>
                    <a:gd name="T7" fmla="*/ 10 h 117"/>
                    <a:gd name="T8" fmla="*/ 105 w 116"/>
                    <a:gd name="T9" fmla="*/ 0 h 1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16" h="117">
                      <a:moveTo>
                        <a:pt x="105" y="0"/>
                      </a:moveTo>
                      <a:lnTo>
                        <a:pt x="0" y="106"/>
                      </a:lnTo>
                      <a:lnTo>
                        <a:pt x="11" y="117"/>
                      </a:lnTo>
                      <a:lnTo>
                        <a:pt x="116" y="10"/>
                      </a:lnTo>
                      <a:lnTo>
                        <a:pt x="105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88502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</a:endParaRPr>
                </a:p>
              </p:txBody>
            </p:sp>
            <p:sp>
              <p:nvSpPr>
                <p:cNvPr id="17" name="PA_任意多边形 10">
                  <a:extLst>
                    <a:ext uri="{FF2B5EF4-FFF2-40B4-BE49-F238E27FC236}">
                      <a16:creationId xmlns:a16="http://schemas.microsoft.com/office/drawing/2014/main" id="{D7692411-A5AC-4E58-948A-962708E2EF88}"/>
                    </a:ext>
                  </a:extLst>
                </p:cNvPr>
                <p:cNvSpPr>
                  <a:spLocks/>
                </p:cNvSpPr>
                <p:nvPr>
                  <p:custDataLst>
                    <p:tags r:id="rId31"/>
                  </p:custDataLst>
                </p:nvPr>
              </p:nvSpPr>
              <p:spPr bwMode="auto">
                <a:xfrm>
                  <a:off x="2411183" y="1384348"/>
                  <a:ext cx="289511" cy="292007"/>
                </a:xfrm>
                <a:custGeom>
                  <a:avLst/>
                  <a:gdLst>
                    <a:gd name="T0" fmla="*/ 107 w 116"/>
                    <a:gd name="T1" fmla="*/ 0 h 117"/>
                    <a:gd name="T2" fmla="*/ 0 w 116"/>
                    <a:gd name="T3" fmla="*/ 106 h 117"/>
                    <a:gd name="T4" fmla="*/ 11 w 116"/>
                    <a:gd name="T5" fmla="*/ 117 h 117"/>
                    <a:gd name="T6" fmla="*/ 116 w 116"/>
                    <a:gd name="T7" fmla="*/ 10 h 117"/>
                    <a:gd name="T8" fmla="*/ 107 w 116"/>
                    <a:gd name="T9" fmla="*/ 0 h 1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16" h="117">
                      <a:moveTo>
                        <a:pt x="107" y="0"/>
                      </a:moveTo>
                      <a:lnTo>
                        <a:pt x="0" y="106"/>
                      </a:lnTo>
                      <a:lnTo>
                        <a:pt x="11" y="117"/>
                      </a:lnTo>
                      <a:lnTo>
                        <a:pt x="116" y="10"/>
                      </a:lnTo>
                      <a:lnTo>
                        <a:pt x="107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88502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</a:endParaRPr>
                </a:p>
              </p:txBody>
            </p:sp>
            <p:sp>
              <p:nvSpPr>
                <p:cNvPr id="18" name="PA_任意多边形 11">
                  <a:extLst>
                    <a:ext uri="{FF2B5EF4-FFF2-40B4-BE49-F238E27FC236}">
                      <a16:creationId xmlns:a16="http://schemas.microsoft.com/office/drawing/2014/main" id="{593FE800-F37C-4E61-AA2C-7047CF3211DD}"/>
                    </a:ext>
                  </a:extLst>
                </p:cNvPr>
                <p:cNvSpPr>
                  <a:spLocks/>
                </p:cNvSpPr>
                <p:nvPr>
                  <p:custDataLst>
                    <p:tags r:id="rId32"/>
                  </p:custDataLst>
                </p:nvPr>
              </p:nvSpPr>
              <p:spPr bwMode="auto">
                <a:xfrm>
                  <a:off x="2653275" y="1306978"/>
                  <a:ext cx="87353" cy="87353"/>
                </a:xfrm>
                <a:custGeom>
                  <a:avLst/>
                  <a:gdLst>
                    <a:gd name="T0" fmla="*/ 17 w 26"/>
                    <a:gd name="T1" fmla="*/ 8 h 26"/>
                    <a:gd name="T2" fmla="*/ 0 w 26"/>
                    <a:gd name="T3" fmla="*/ 7 h 26"/>
                    <a:gd name="T4" fmla="*/ 19 w 26"/>
                    <a:gd name="T5" fmla="*/ 26 h 26"/>
                    <a:gd name="T6" fmla="*/ 17 w 26"/>
                    <a:gd name="T7" fmla="*/ 8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6" h="26">
                      <a:moveTo>
                        <a:pt x="17" y="8"/>
                      </a:moveTo>
                      <a:cubicBezTo>
                        <a:pt x="9" y="0"/>
                        <a:pt x="0" y="7"/>
                        <a:pt x="0" y="7"/>
                      </a:cubicBezTo>
                      <a:cubicBezTo>
                        <a:pt x="19" y="26"/>
                        <a:pt x="19" y="26"/>
                        <a:pt x="19" y="26"/>
                      </a:cubicBezTo>
                      <a:cubicBezTo>
                        <a:pt x="19" y="26"/>
                        <a:pt x="26" y="17"/>
                        <a:pt x="17" y="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88502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</a:endParaRPr>
                </a:p>
              </p:txBody>
            </p:sp>
          </p:grpSp>
          <p:sp>
            <p:nvSpPr>
              <p:cNvPr id="19" name="PA_任意多边形 34">
                <a:extLst>
                  <a:ext uri="{FF2B5EF4-FFF2-40B4-BE49-F238E27FC236}">
                    <a16:creationId xmlns:a16="http://schemas.microsoft.com/office/drawing/2014/main" id="{2C17650F-1D9F-41A8-B39A-78785093827E}"/>
                  </a:ext>
                </a:extLst>
              </p:cNvPr>
              <p:cNvSpPr>
                <a:spLocks/>
              </p:cNvSpPr>
              <p:nvPr>
                <p:custDataLst>
                  <p:tags r:id="rId19"/>
                </p:custDataLst>
              </p:nvPr>
            </p:nvSpPr>
            <p:spPr bwMode="auto">
              <a:xfrm>
                <a:off x="2456804" y="2301875"/>
                <a:ext cx="451737" cy="399325"/>
              </a:xfrm>
              <a:custGeom>
                <a:avLst/>
                <a:gdLst>
                  <a:gd name="T0" fmla="*/ 136 w 136"/>
                  <a:gd name="T1" fmla="*/ 48 h 120"/>
                  <a:gd name="T2" fmla="*/ 68 w 136"/>
                  <a:gd name="T3" fmla="*/ 0 h 120"/>
                  <a:gd name="T4" fmla="*/ 0 w 136"/>
                  <a:gd name="T5" fmla="*/ 48 h 120"/>
                  <a:gd name="T6" fmla="*/ 37 w 136"/>
                  <a:gd name="T7" fmla="*/ 91 h 120"/>
                  <a:gd name="T8" fmla="*/ 22 w 136"/>
                  <a:gd name="T9" fmla="*/ 120 h 120"/>
                  <a:gd name="T10" fmla="*/ 73 w 136"/>
                  <a:gd name="T11" fmla="*/ 96 h 120"/>
                  <a:gd name="T12" fmla="*/ 136 w 136"/>
                  <a:gd name="T13" fmla="*/ 48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6" h="120">
                    <a:moveTo>
                      <a:pt x="136" y="48"/>
                    </a:moveTo>
                    <a:cubicBezTo>
                      <a:pt x="136" y="22"/>
                      <a:pt x="106" y="0"/>
                      <a:pt x="68" y="0"/>
                    </a:cubicBezTo>
                    <a:cubicBezTo>
                      <a:pt x="31" y="0"/>
                      <a:pt x="0" y="22"/>
                      <a:pt x="0" y="48"/>
                    </a:cubicBezTo>
                    <a:cubicBezTo>
                      <a:pt x="0" y="67"/>
                      <a:pt x="15" y="83"/>
                      <a:pt x="37" y="91"/>
                    </a:cubicBezTo>
                    <a:cubicBezTo>
                      <a:pt x="38" y="96"/>
                      <a:pt x="37" y="106"/>
                      <a:pt x="22" y="120"/>
                    </a:cubicBezTo>
                    <a:cubicBezTo>
                      <a:pt x="22" y="120"/>
                      <a:pt x="54" y="111"/>
                      <a:pt x="73" y="96"/>
                    </a:cubicBezTo>
                    <a:cubicBezTo>
                      <a:pt x="108" y="94"/>
                      <a:pt x="136" y="73"/>
                      <a:pt x="136" y="48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108850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1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endParaRPr>
              </a:p>
            </p:txBody>
          </p:sp>
          <p:sp>
            <p:nvSpPr>
              <p:cNvPr id="20" name="PA_任意多边形 45">
                <a:extLst>
                  <a:ext uri="{FF2B5EF4-FFF2-40B4-BE49-F238E27FC236}">
                    <a16:creationId xmlns:a16="http://schemas.microsoft.com/office/drawing/2014/main" id="{C4B395EF-BC35-4C93-B704-59585FC21F02}"/>
                  </a:ext>
                </a:extLst>
              </p:cNvPr>
              <p:cNvSpPr>
                <a:spLocks noEditPoints="1"/>
              </p:cNvSpPr>
              <p:nvPr>
                <p:custDataLst>
                  <p:tags r:id="rId20"/>
                </p:custDataLst>
              </p:nvPr>
            </p:nvSpPr>
            <p:spPr bwMode="auto">
              <a:xfrm>
                <a:off x="1511907" y="3956174"/>
                <a:ext cx="361889" cy="466712"/>
              </a:xfrm>
              <a:custGeom>
                <a:avLst/>
                <a:gdLst>
                  <a:gd name="T0" fmla="*/ 104 w 109"/>
                  <a:gd name="T1" fmla="*/ 67 h 141"/>
                  <a:gd name="T2" fmla="*/ 96 w 109"/>
                  <a:gd name="T3" fmla="*/ 67 h 141"/>
                  <a:gd name="T4" fmla="*/ 96 w 109"/>
                  <a:gd name="T5" fmla="*/ 44 h 141"/>
                  <a:gd name="T6" fmla="*/ 84 w 109"/>
                  <a:gd name="T7" fmla="*/ 13 h 141"/>
                  <a:gd name="T8" fmla="*/ 55 w 109"/>
                  <a:gd name="T9" fmla="*/ 0 h 141"/>
                  <a:gd name="T10" fmla="*/ 25 w 109"/>
                  <a:gd name="T11" fmla="*/ 13 h 141"/>
                  <a:gd name="T12" fmla="*/ 13 w 109"/>
                  <a:gd name="T13" fmla="*/ 44 h 141"/>
                  <a:gd name="T14" fmla="*/ 13 w 109"/>
                  <a:gd name="T15" fmla="*/ 67 h 141"/>
                  <a:gd name="T16" fmla="*/ 6 w 109"/>
                  <a:gd name="T17" fmla="*/ 67 h 141"/>
                  <a:gd name="T18" fmla="*/ 0 w 109"/>
                  <a:gd name="T19" fmla="*/ 73 h 141"/>
                  <a:gd name="T20" fmla="*/ 0 w 109"/>
                  <a:gd name="T21" fmla="*/ 136 h 141"/>
                  <a:gd name="T22" fmla="*/ 6 w 109"/>
                  <a:gd name="T23" fmla="*/ 141 h 141"/>
                  <a:gd name="T24" fmla="*/ 104 w 109"/>
                  <a:gd name="T25" fmla="*/ 141 h 141"/>
                  <a:gd name="T26" fmla="*/ 109 w 109"/>
                  <a:gd name="T27" fmla="*/ 136 h 141"/>
                  <a:gd name="T28" fmla="*/ 109 w 109"/>
                  <a:gd name="T29" fmla="*/ 73 h 141"/>
                  <a:gd name="T30" fmla="*/ 104 w 109"/>
                  <a:gd name="T31" fmla="*/ 67 h 141"/>
                  <a:gd name="T32" fmla="*/ 67 w 109"/>
                  <a:gd name="T33" fmla="*/ 124 h 141"/>
                  <a:gd name="T34" fmla="*/ 55 w 109"/>
                  <a:gd name="T35" fmla="*/ 136 h 141"/>
                  <a:gd name="T36" fmla="*/ 43 w 109"/>
                  <a:gd name="T37" fmla="*/ 124 h 141"/>
                  <a:gd name="T38" fmla="*/ 43 w 109"/>
                  <a:gd name="T39" fmla="*/ 102 h 141"/>
                  <a:gd name="T40" fmla="*/ 55 w 109"/>
                  <a:gd name="T41" fmla="*/ 90 h 141"/>
                  <a:gd name="T42" fmla="*/ 67 w 109"/>
                  <a:gd name="T43" fmla="*/ 102 h 141"/>
                  <a:gd name="T44" fmla="*/ 67 w 109"/>
                  <a:gd name="T45" fmla="*/ 124 h 141"/>
                  <a:gd name="T46" fmla="*/ 77 w 109"/>
                  <a:gd name="T47" fmla="*/ 67 h 141"/>
                  <a:gd name="T48" fmla="*/ 33 w 109"/>
                  <a:gd name="T49" fmla="*/ 67 h 141"/>
                  <a:gd name="T50" fmla="*/ 33 w 109"/>
                  <a:gd name="T51" fmla="*/ 44 h 141"/>
                  <a:gd name="T52" fmla="*/ 39 w 109"/>
                  <a:gd name="T53" fmla="*/ 26 h 141"/>
                  <a:gd name="T54" fmla="*/ 55 w 109"/>
                  <a:gd name="T55" fmla="*/ 19 h 141"/>
                  <a:gd name="T56" fmla="*/ 70 w 109"/>
                  <a:gd name="T57" fmla="*/ 26 h 141"/>
                  <a:gd name="T58" fmla="*/ 77 w 109"/>
                  <a:gd name="T59" fmla="*/ 44 h 141"/>
                  <a:gd name="T60" fmla="*/ 77 w 109"/>
                  <a:gd name="T61" fmla="*/ 67 h 1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09" h="141">
                    <a:moveTo>
                      <a:pt x="104" y="67"/>
                    </a:moveTo>
                    <a:cubicBezTo>
                      <a:pt x="96" y="67"/>
                      <a:pt x="96" y="67"/>
                      <a:pt x="96" y="67"/>
                    </a:cubicBezTo>
                    <a:cubicBezTo>
                      <a:pt x="96" y="44"/>
                      <a:pt x="96" y="44"/>
                      <a:pt x="96" y="44"/>
                    </a:cubicBezTo>
                    <a:cubicBezTo>
                      <a:pt x="96" y="32"/>
                      <a:pt x="92" y="21"/>
                      <a:pt x="84" y="13"/>
                    </a:cubicBezTo>
                    <a:cubicBezTo>
                      <a:pt x="77" y="5"/>
                      <a:pt x="66" y="0"/>
                      <a:pt x="55" y="0"/>
                    </a:cubicBezTo>
                    <a:cubicBezTo>
                      <a:pt x="43" y="0"/>
                      <a:pt x="32" y="5"/>
                      <a:pt x="25" y="13"/>
                    </a:cubicBezTo>
                    <a:cubicBezTo>
                      <a:pt x="18" y="21"/>
                      <a:pt x="13" y="32"/>
                      <a:pt x="13" y="44"/>
                    </a:cubicBezTo>
                    <a:cubicBezTo>
                      <a:pt x="13" y="67"/>
                      <a:pt x="13" y="67"/>
                      <a:pt x="13" y="67"/>
                    </a:cubicBezTo>
                    <a:cubicBezTo>
                      <a:pt x="6" y="67"/>
                      <a:pt x="6" y="67"/>
                      <a:pt x="6" y="67"/>
                    </a:cubicBezTo>
                    <a:cubicBezTo>
                      <a:pt x="3" y="67"/>
                      <a:pt x="0" y="70"/>
                      <a:pt x="0" y="73"/>
                    </a:cubicBezTo>
                    <a:cubicBezTo>
                      <a:pt x="0" y="136"/>
                      <a:pt x="0" y="136"/>
                      <a:pt x="0" y="136"/>
                    </a:cubicBezTo>
                    <a:cubicBezTo>
                      <a:pt x="0" y="139"/>
                      <a:pt x="3" y="141"/>
                      <a:pt x="6" y="141"/>
                    </a:cubicBezTo>
                    <a:cubicBezTo>
                      <a:pt x="104" y="141"/>
                      <a:pt x="104" y="141"/>
                      <a:pt x="104" y="141"/>
                    </a:cubicBezTo>
                    <a:cubicBezTo>
                      <a:pt x="107" y="141"/>
                      <a:pt x="109" y="139"/>
                      <a:pt x="109" y="136"/>
                    </a:cubicBezTo>
                    <a:cubicBezTo>
                      <a:pt x="109" y="73"/>
                      <a:pt x="109" y="73"/>
                      <a:pt x="109" y="73"/>
                    </a:cubicBezTo>
                    <a:cubicBezTo>
                      <a:pt x="109" y="70"/>
                      <a:pt x="107" y="67"/>
                      <a:pt x="104" y="67"/>
                    </a:cubicBezTo>
                    <a:close/>
                    <a:moveTo>
                      <a:pt x="67" y="124"/>
                    </a:moveTo>
                    <a:cubicBezTo>
                      <a:pt x="67" y="130"/>
                      <a:pt x="61" y="136"/>
                      <a:pt x="55" y="136"/>
                    </a:cubicBezTo>
                    <a:cubicBezTo>
                      <a:pt x="48" y="136"/>
                      <a:pt x="43" y="130"/>
                      <a:pt x="43" y="124"/>
                    </a:cubicBezTo>
                    <a:cubicBezTo>
                      <a:pt x="43" y="102"/>
                      <a:pt x="43" y="102"/>
                      <a:pt x="43" y="102"/>
                    </a:cubicBezTo>
                    <a:cubicBezTo>
                      <a:pt x="43" y="95"/>
                      <a:pt x="48" y="90"/>
                      <a:pt x="55" y="90"/>
                    </a:cubicBezTo>
                    <a:cubicBezTo>
                      <a:pt x="61" y="90"/>
                      <a:pt x="67" y="95"/>
                      <a:pt x="67" y="102"/>
                    </a:cubicBezTo>
                    <a:lnTo>
                      <a:pt x="67" y="124"/>
                    </a:lnTo>
                    <a:close/>
                    <a:moveTo>
                      <a:pt x="77" y="67"/>
                    </a:moveTo>
                    <a:cubicBezTo>
                      <a:pt x="33" y="67"/>
                      <a:pt x="33" y="67"/>
                      <a:pt x="33" y="67"/>
                    </a:cubicBezTo>
                    <a:cubicBezTo>
                      <a:pt x="33" y="44"/>
                      <a:pt x="33" y="44"/>
                      <a:pt x="33" y="44"/>
                    </a:cubicBezTo>
                    <a:cubicBezTo>
                      <a:pt x="33" y="37"/>
                      <a:pt x="35" y="31"/>
                      <a:pt x="39" y="26"/>
                    </a:cubicBezTo>
                    <a:cubicBezTo>
                      <a:pt x="44" y="22"/>
                      <a:pt x="49" y="19"/>
                      <a:pt x="55" y="19"/>
                    </a:cubicBezTo>
                    <a:cubicBezTo>
                      <a:pt x="61" y="19"/>
                      <a:pt x="66" y="22"/>
                      <a:pt x="70" y="26"/>
                    </a:cubicBezTo>
                    <a:cubicBezTo>
                      <a:pt x="74" y="31"/>
                      <a:pt x="77" y="37"/>
                      <a:pt x="77" y="44"/>
                    </a:cubicBezTo>
                    <a:lnTo>
                      <a:pt x="77" y="67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108850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1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endParaRPr>
              </a:p>
            </p:txBody>
          </p:sp>
          <p:sp>
            <p:nvSpPr>
              <p:cNvPr id="21" name="PA_任意多边形 77">
                <a:extLst>
                  <a:ext uri="{FF2B5EF4-FFF2-40B4-BE49-F238E27FC236}">
                    <a16:creationId xmlns:a16="http://schemas.microsoft.com/office/drawing/2014/main" id="{9120C361-1896-41E7-8F48-18E5C513D1CB}"/>
                  </a:ext>
                </a:extLst>
              </p:cNvPr>
              <p:cNvSpPr>
                <a:spLocks noEditPoints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2520447" y="4642608"/>
                <a:ext cx="324452" cy="401822"/>
              </a:xfrm>
              <a:custGeom>
                <a:avLst/>
                <a:gdLst>
                  <a:gd name="T0" fmla="*/ 0 w 130"/>
                  <a:gd name="T1" fmla="*/ 0 h 161"/>
                  <a:gd name="T2" fmla="*/ 0 w 130"/>
                  <a:gd name="T3" fmla="*/ 161 h 161"/>
                  <a:gd name="T4" fmla="*/ 130 w 130"/>
                  <a:gd name="T5" fmla="*/ 161 h 161"/>
                  <a:gd name="T6" fmla="*/ 130 w 130"/>
                  <a:gd name="T7" fmla="*/ 0 h 161"/>
                  <a:gd name="T8" fmla="*/ 0 w 130"/>
                  <a:gd name="T9" fmla="*/ 0 h 161"/>
                  <a:gd name="T10" fmla="*/ 117 w 130"/>
                  <a:gd name="T11" fmla="*/ 146 h 161"/>
                  <a:gd name="T12" fmla="*/ 10 w 130"/>
                  <a:gd name="T13" fmla="*/ 146 h 161"/>
                  <a:gd name="T14" fmla="*/ 10 w 130"/>
                  <a:gd name="T15" fmla="*/ 16 h 161"/>
                  <a:gd name="T16" fmla="*/ 117 w 130"/>
                  <a:gd name="T17" fmla="*/ 16 h 161"/>
                  <a:gd name="T18" fmla="*/ 117 w 130"/>
                  <a:gd name="T19" fmla="*/ 146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30" h="161">
                    <a:moveTo>
                      <a:pt x="0" y="0"/>
                    </a:moveTo>
                    <a:lnTo>
                      <a:pt x="0" y="161"/>
                    </a:lnTo>
                    <a:lnTo>
                      <a:pt x="130" y="161"/>
                    </a:lnTo>
                    <a:lnTo>
                      <a:pt x="130" y="0"/>
                    </a:lnTo>
                    <a:lnTo>
                      <a:pt x="0" y="0"/>
                    </a:lnTo>
                    <a:close/>
                    <a:moveTo>
                      <a:pt x="117" y="146"/>
                    </a:moveTo>
                    <a:lnTo>
                      <a:pt x="10" y="146"/>
                    </a:lnTo>
                    <a:lnTo>
                      <a:pt x="10" y="16"/>
                    </a:lnTo>
                    <a:lnTo>
                      <a:pt x="117" y="16"/>
                    </a:lnTo>
                    <a:lnTo>
                      <a:pt x="117" y="146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108850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1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endParaRPr>
              </a:p>
            </p:txBody>
          </p:sp>
          <p:grpSp>
            <p:nvGrpSpPr>
              <p:cNvPr id="22" name="Group 23">
                <a:extLst>
                  <a:ext uri="{FF2B5EF4-FFF2-40B4-BE49-F238E27FC236}">
                    <a16:creationId xmlns:a16="http://schemas.microsoft.com/office/drawing/2014/main" id="{9AFA632F-788B-4989-B0FE-9488586DB8B9}"/>
                  </a:ext>
                </a:extLst>
              </p:cNvPr>
              <p:cNvGrpSpPr/>
              <p:nvPr/>
            </p:nvGrpSpPr>
            <p:grpSpPr>
              <a:xfrm>
                <a:off x="3533608" y="4005447"/>
                <a:ext cx="324452" cy="406813"/>
                <a:chOff x="5106627" y="2260366"/>
                <a:chExt cx="324452" cy="406813"/>
              </a:xfrm>
              <a:solidFill>
                <a:sysClr val="window" lastClr="FFFFFF"/>
              </a:solidFill>
            </p:grpSpPr>
            <p:sp>
              <p:nvSpPr>
                <p:cNvPr id="23" name="PA_任意多边形 80">
                  <a:extLst>
                    <a:ext uri="{FF2B5EF4-FFF2-40B4-BE49-F238E27FC236}">
                      <a16:creationId xmlns:a16="http://schemas.microsoft.com/office/drawing/2014/main" id="{E95212E3-8280-48B3-A459-A0701360F2B8}"/>
                    </a:ext>
                  </a:extLst>
                </p:cNvPr>
                <p:cNvSpPr>
                  <a:spLocks/>
                </p:cNvSpPr>
                <p:nvPr>
                  <p:custDataLst>
                    <p:tags r:id="rId25"/>
                  </p:custDataLst>
                </p:nvPr>
              </p:nvSpPr>
              <p:spPr bwMode="auto">
                <a:xfrm>
                  <a:off x="5106627" y="2430079"/>
                  <a:ext cx="324452" cy="134772"/>
                </a:xfrm>
                <a:custGeom>
                  <a:avLst/>
                  <a:gdLst>
                    <a:gd name="T0" fmla="*/ 49 w 98"/>
                    <a:gd name="T1" fmla="*/ 16 h 40"/>
                    <a:gd name="T2" fmla="*/ 2 w 98"/>
                    <a:gd name="T3" fmla="*/ 0 h 40"/>
                    <a:gd name="T4" fmla="*/ 0 w 98"/>
                    <a:gd name="T5" fmla="*/ 5 h 40"/>
                    <a:gd name="T6" fmla="*/ 0 w 98"/>
                    <a:gd name="T7" fmla="*/ 20 h 40"/>
                    <a:gd name="T8" fmla="*/ 49 w 98"/>
                    <a:gd name="T9" fmla="*/ 40 h 40"/>
                    <a:gd name="T10" fmla="*/ 98 w 98"/>
                    <a:gd name="T11" fmla="*/ 20 h 40"/>
                    <a:gd name="T12" fmla="*/ 98 w 98"/>
                    <a:gd name="T13" fmla="*/ 5 h 40"/>
                    <a:gd name="T14" fmla="*/ 96 w 98"/>
                    <a:gd name="T15" fmla="*/ 0 h 40"/>
                    <a:gd name="T16" fmla="*/ 49 w 98"/>
                    <a:gd name="T17" fmla="*/ 16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8" h="40">
                      <a:moveTo>
                        <a:pt x="49" y="16"/>
                      </a:moveTo>
                      <a:cubicBezTo>
                        <a:pt x="26" y="16"/>
                        <a:pt x="7" y="9"/>
                        <a:pt x="2" y="0"/>
                      </a:cubicBezTo>
                      <a:cubicBezTo>
                        <a:pt x="1" y="2"/>
                        <a:pt x="0" y="3"/>
                        <a:pt x="0" y="5"/>
                      </a:cubicBezTo>
                      <a:cubicBezTo>
                        <a:pt x="0" y="20"/>
                        <a:pt x="0" y="20"/>
                        <a:pt x="0" y="20"/>
                      </a:cubicBezTo>
                      <a:cubicBezTo>
                        <a:pt x="0" y="31"/>
                        <a:pt x="22" y="40"/>
                        <a:pt x="49" y="40"/>
                      </a:cubicBezTo>
                      <a:cubicBezTo>
                        <a:pt x="76" y="40"/>
                        <a:pt x="98" y="31"/>
                        <a:pt x="98" y="20"/>
                      </a:cubicBezTo>
                      <a:cubicBezTo>
                        <a:pt x="98" y="5"/>
                        <a:pt x="98" y="5"/>
                        <a:pt x="98" y="5"/>
                      </a:cubicBezTo>
                      <a:cubicBezTo>
                        <a:pt x="98" y="3"/>
                        <a:pt x="97" y="2"/>
                        <a:pt x="96" y="0"/>
                      </a:cubicBezTo>
                      <a:cubicBezTo>
                        <a:pt x="91" y="9"/>
                        <a:pt x="72" y="16"/>
                        <a:pt x="49" y="1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88502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</a:endParaRPr>
                </a:p>
              </p:txBody>
            </p:sp>
            <p:sp>
              <p:nvSpPr>
                <p:cNvPr id="24" name="PA_任意多边形 81">
                  <a:extLst>
                    <a:ext uri="{FF2B5EF4-FFF2-40B4-BE49-F238E27FC236}">
                      <a16:creationId xmlns:a16="http://schemas.microsoft.com/office/drawing/2014/main" id="{F544ED7F-6BC7-4F9C-98A5-FBADC4517228}"/>
                    </a:ext>
                  </a:extLst>
                </p:cNvPr>
                <p:cNvSpPr>
                  <a:spLocks/>
                </p:cNvSpPr>
                <p:nvPr>
                  <p:custDataLst>
                    <p:tags r:id="rId26"/>
                  </p:custDataLst>
                </p:nvPr>
              </p:nvSpPr>
              <p:spPr bwMode="auto">
                <a:xfrm>
                  <a:off x="5106627" y="2534902"/>
                  <a:ext cx="324452" cy="132277"/>
                </a:xfrm>
                <a:custGeom>
                  <a:avLst/>
                  <a:gdLst>
                    <a:gd name="T0" fmla="*/ 49 w 98"/>
                    <a:gd name="T1" fmla="*/ 15 h 40"/>
                    <a:gd name="T2" fmla="*/ 2 w 98"/>
                    <a:gd name="T3" fmla="*/ 0 h 40"/>
                    <a:gd name="T4" fmla="*/ 0 w 98"/>
                    <a:gd name="T5" fmla="*/ 4 h 40"/>
                    <a:gd name="T6" fmla="*/ 0 w 98"/>
                    <a:gd name="T7" fmla="*/ 19 h 40"/>
                    <a:gd name="T8" fmla="*/ 49 w 98"/>
                    <a:gd name="T9" fmla="*/ 40 h 40"/>
                    <a:gd name="T10" fmla="*/ 98 w 98"/>
                    <a:gd name="T11" fmla="*/ 19 h 40"/>
                    <a:gd name="T12" fmla="*/ 98 w 98"/>
                    <a:gd name="T13" fmla="*/ 4 h 40"/>
                    <a:gd name="T14" fmla="*/ 96 w 98"/>
                    <a:gd name="T15" fmla="*/ 0 h 40"/>
                    <a:gd name="T16" fmla="*/ 49 w 98"/>
                    <a:gd name="T17" fmla="*/ 15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8" h="40">
                      <a:moveTo>
                        <a:pt x="49" y="15"/>
                      </a:moveTo>
                      <a:cubicBezTo>
                        <a:pt x="26" y="15"/>
                        <a:pt x="7" y="9"/>
                        <a:pt x="2" y="0"/>
                      </a:cubicBezTo>
                      <a:cubicBezTo>
                        <a:pt x="1" y="1"/>
                        <a:pt x="0" y="3"/>
                        <a:pt x="0" y="4"/>
                      </a:cubicBezTo>
                      <a:cubicBezTo>
                        <a:pt x="0" y="19"/>
                        <a:pt x="0" y="19"/>
                        <a:pt x="0" y="19"/>
                      </a:cubicBezTo>
                      <a:cubicBezTo>
                        <a:pt x="0" y="31"/>
                        <a:pt x="22" y="40"/>
                        <a:pt x="49" y="40"/>
                      </a:cubicBezTo>
                      <a:cubicBezTo>
                        <a:pt x="76" y="40"/>
                        <a:pt x="98" y="31"/>
                        <a:pt x="98" y="19"/>
                      </a:cubicBezTo>
                      <a:cubicBezTo>
                        <a:pt x="98" y="4"/>
                        <a:pt x="98" y="4"/>
                        <a:pt x="98" y="4"/>
                      </a:cubicBezTo>
                      <a:cubicBezTo>
                        <a:pt x="98" y="3"/>
                        <a:pt x="97" y="1"/>
                        <a:pt x="96" y="0"/>
                      </a:cubicBezTo>
                      <a:cubicBezTo>
                        <a:pt x="91" y="9"/>
                        <a:pt x="72" y="15"/>
                        <a:pt x="49" y="1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88502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</a:endParaRPr>
                </a:p>
              </p:txBody>
            </p:sp>
            <p:sp>
              <p:nvSpPr>
                <p:cNvPr id="25" name="PA_任意多边形 82">
                  <a:extLst>
                    <a:ext uri="{FF2B5EF4-FFF2-40B4-BE49-F238E27FC236}">
                      <a16:creationId xmlns:a16="http://schemas.microsoft.com/office/drawing/2014/main" id="{2BB79EFD-AD7A-45DE-ADC9-AE1869308044}"/>
                    </a:ext>
                  </a:extLst>
                </p:cNvPr>
                <p:cNvSpPr>
                  <a:spLocks/>
                </p:cNvSpPr>
                <p:nvPr>
                  <p:custDataLst>
                    <p:tags r:id="rId27"/>
                  </p:custDataLst>
                </p:nvPr>
              </p:nvSpPr>
              <p:spPr bwMode="auto">
                <a:xfrm>
                  <a:off x="5106627" y="2330248"/>
                  <a:ext cx="324452" cy="137269"/>
                </a:xfrm>
                <a:custGeom>
                  <a:avLst/>
                  <a:gdLst>
                    <a:gd name="T0" fmla="*/ 96 w 98"/>
                    <a:gd name="T1" fmla="*/ 0 h 41"/>
                    <a:gd name="T2" fmla="*/ 49 w 98"/>
                    <a:gd name="T3" fmla="*/ 15 h 41"/>
                    <a:gd name="T4" fmla="*/ 2 w 98"/>
                    <a:gd name="T5" fmla="*/ 0 h 41"/>
                    <a:gd name="T6" fmla="*/ 0 w 98"/>
                    <a:gd name="T7" fmla="*/ 5 h 41"/>
                    <a:gd name="T8" fmla="*/ 0 w 98"/>
                    <a:gd name="T9" fmla="*/ 20 h 41"/>
                    <a:gd name="T10" fmla="*/ 49 w 98"/>
                    <a:gd name="T11" fmla="*/ 41 h 41"/>
                    <a:gd name="T12" fmla="*/ 98 w 98"/>
                    <a:gd name="T13" fmla="*/ 20 h 41"/>
                    <a:gd name="T14" fmla="*/ 98 w 98"/>
                    <a:gd name="T15" fmla="*/ 5 h 41"/>
                    <a:gd name="T16" fmla="*/ 96 w 98"/>
                    <a:gd name="T17" fmla="*/ 0 h 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8" h="41">
                      <a:moveTo>
                        <a:pt x="96" y="0"/>
                      </a:moveTo>
                      <a:cubicBezTo>
                        <a:pt x="95" y="9"/>
                        <a:pt x="75" y="15"/>
                        <a:pt x="49" y="15"/>
                      </a:cubicBezTo>
                      <a:cubicBezTo>
                        <a:pt x="24" y="15"/>
                        <a:pt x="3" y="9"/>
                        <a:pt x="2" y="0"/>
                      </a:cubicBezTo>
                      <a:cubicBezTo>
                        <a:pt x="1" y="2"/>
                        <a:pt x="0" y="3"/>
                        <a:pt x="0" y="5"/>
                      </a:cubicBezTo>
                      <a:cubicBezTo>
                        <a:pt x="0" y="20"/>
                        <a:pt x="0" y="20"/>
                        <a:pt x="0" y="20"/>
                      </a:cubicBezTo>
                      <a:cubicBezTo>
                        <a:pt x="0" y="31"/>
                        <a:pt x="22" y="41"/>
                        <a:pt x="49" y="41"/>
                      </a:cubicBezTo>
                      <a:cubicBezTo>
                        <a:pt x="76" y="41"/>
                        <a:pt x="98" y="31"/>
                        <a:pt x="98" y="20"/>
                      </a:cubicBezTo>
                      <a:cubicBezTo>
                        <a:pt x="98" y="5"/>
                        <a:pt x="98" y="5"/>
                        <a:pt x="98" y="5"/>
                      </a:cubicBezTo>
                      <a:cubicBezTo>
                        <a:pt x="98" y="3"/>
                        <a:pt x="97" y="2"/>
                        <a:pt x="9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88502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</a:endParaRPr>
                </a:p>
              </p:txBody>
            </p:sp>
            <p:sp>
              <p:nvSpPr>
                <p:cNvPr id="26" name="PA_椭圆 83">
                  <a:extLst>
                    <a:ext uri="{FF2B5EF4-FFF2-40B4-BE49-F238E27FC236}">
                      <a16:creationId xmlns:a16="http://schemas.microsoft.com/office/drawing/2014/main" id="{4CFFBC40-BFC6-4712-87EA-E7157CAD51A1}"/>
                    </a:ext>
                  </a:extLst>
                </p:cNvPr>
                <p:cNvSpPr>
                  <a:spLocks noChangeArrowheads="1"/>
                </p:cNvSpPr>
                <p:nvPr>
                  <p:custDataLst>
                    <p:tags r:id="rId28"/>
                  </p:custDataLst>
                </p:nvPr>
              </p:nvSpPr>
              <p:spPr bwMode="auto">
                <a:xfrm>
                  <a:off x="5111618" y="2260366"/>
                  <a:ext cx="316965" cy="107319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88502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</a:endParaRPr>
                </a:p>
              </p:txBody>
            </p:sp>
          </p:grpSp>
          <p:grpSp>
            <p:nvGrpSpPr>
              <p:cNvPr id="27" name="Group 32">
                <a:extLst>
                  <a:ext uri="{FF2B5EF4-FFF2-40B4-BE49-F238E27FC236}">
                    <a16:creationId xmlns:a16="http://schemas.microsoft.com/office/drawing/2014/main" id="{EAF92B05-2C04-43A1-BC6D-A3A0AB049AAC}"/>
                  </a:ext>
                </a:extLst>
              </p:cNvPr>
              <p:cNvGrpSpPr/>
              <p:nvPr/>
            </p:nvGrpSpPr>
            <p:grpSpPr>
              <a:xfrm>
                <a:off x="3530198" y="2879908"/>
                <a:ext cx="344083" cy="388095"/>
                <a:chOff x="5513440" y="1766202"/>
                <a:chExt cx="429274" cy="484183"/>
              </a:xfrm>
              <a:solidFill>
                <a:sysClr val="window" lastClr="FFFFFF"/>
              </a:solidFill>
            </p:grpSpPr>
            <p:sp>
              <p:nvSpPr>
                <p:cNvPr id="28" name="PA_任意多边形 147">
                  <a:extLst>
                    <a:ext uri="{FF2B5EF4-FFF2-40B4-BE49-F238E27FC236}">
                      <a16:creationId xmlns:a16="http://schemas.microsoft.com/office/drawing/2014/main" id="{128C9854-8C27-4C1E-90BC-D4C402991098}"/>
                    </a:ext>
                  </a:extLst>
                </p:cNvPr>
                <p:cNvSpPr>
                  <a:spLocks/>
                </p:cNvSpPr>
                <p:nvPr>
                  <p:custDataLst>
                    <p:tags r:id="rId22"/>
                  </p:custDataLst>
                </p:nvPr>
              </p:nvSpPr>
              <p:spPr bwMode="auto">
                <a:xfrm>
                  <a:off x="5513440" y="1766202"/>
                  <a:ext cx="429274" cy="87353"/>
                </a:xfrm>
                <a:custGeom>
                  <a:avLst/>
                  <a:gdLst>
                    <a:gd name="T0" fmla="*/ 68 w 129"/>
                    <a:gd name="T1" fmla="*/ 8 h 26"/>
                    <a:gd name="T2" fmla="*/ 68 w 129"/>
                    <a:gd name="T3" fmla="*/ 4 h 26"/>
                    <a:gd name="T4" fmla="*/ 64 w 129"/>
                    <a:gd name="T5" fmla="*/ 0 h 26"/>
                    <a:gd name="T6" fmla="*/ 61 w 129"/>
                    <a:gd name="T7" fmla="*/ 4 h 26"/>
                    <a:gd name="T8" fmla="*/ 61 w 129"/>
                    <a:gd name="T9" fmla="*/ 8 h 26"/>
                    <a:gd name="T10" fmla="*/ 0 w 129"/>
                    <a:gd name="T11" fmla="*/ 8 h 26"/>
                    <a:gd name="T12" fmla="*/ 0 w 129"/>
                    <a:gd name="T13" fmla="*/ 26 h 26"/>
                    <a:gd name="T14" fmla="*/ 129 w 129"/>
                    <a:gd name="T15" fmla="*/ 26 h 26"/>
                    <a:gd name="T16" fmla="*/ 129 w 129"/>
                    <a:gd name="T17" fmla="*/ 8 h 26"/>
                    <a:gd name="T18" fmla="*/ 68 w 129"/>
                    <a:gd name="T19" fmla="*/ 8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9" h="26">
                      <a:moveTo>
                        <a:pt x="68" y="8"/>
                      </a:moveTo>
                      <a:cubicBezTo>
                        <a:pt x="68" y="4"/>
                        <a:pt x="68" y="4"/>
                        <a:pt x="68" y="4"/>
                      </a:cubicBezTo>
                      <a:cubicBezTo>
                        <a:pt x="68" y="2"/>
                        <a:pt x="66" y="0"/>
                        <a:pt x="64" y="0"/>
                      </a:cubicBezTo>
                      <a:cubicBezTo>
                        <a:pt x="63" y="0"/>
                        <a:pt x="61" y="2"/>
                        <a:pt x="61" y="4"/>
                      </a:cubicBezTo>
                      <a:cubicBezTo>
                        <a:pt x="61" y="8"/>
                        <a:pt x="61" y="8"/>
                        <a:pt x="61" y="8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0" y="26"/>
                        <a:pt x="0" y="26"/>
                        <a:pt x="0" y="26"/>
                      </a:cubicBezTo>
                      <a:cubicBezTo>
                        <a:pt x="129" y="26"/>
                        <a:pt x="129" y="26"/>
                        <a:pt x="129" y="26"/>
                      </a:cubicBezTo>
                      <a:cubicBezTo>
                        <a:pt x="129" y="8"/>
                        <a:pt x="129" y="8"/>
                        <a:pt x="129" y="8"/>
                      </a:cubicBezTo>
                      <a:lnTo>
                        <a:pt x="68" y="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88502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</a:endParaRPr>
                </a:p>
              </p:txBody>
            </p:sp>
            <p:sp>
              <p:nvSpPr>
                <p:cNvPr id="29" name="PA_任意多边形 148">
                  <a:extLst>
                    <a:ext uri="{FF2B5EF4-FFF2-40B4-BE49-F238E27FC236}">
                      <a16:creationId xmlns:a16="http://schemas.microsoft.com/office/drawing/2014/main" id="{91378ADF-E862-490D-879A-29874C628D35}"/>
                    </a:ext>
                  </a:extLst>
                </p:cNvPr>
                <p:cNvSpPr>
                  <a:spLocks noEditPoints="1"/>
                </p:cNvSpPr>
                <p:nvPr>
                  <p:custDataLst>
                    <p:tags r:id="rId23"/>
                  </p:custDataLst>
                </p:nvPr>
              </p:nvSpPr>
              <p:spPr bwMode="auto">
                <a:xfrm>
                  <a:off x="5550876" y="1873521"/>
                  <a:ext cx="356897" cy="376864"/>
                </a:xfrm>
                <a:custGeom>
                  <a:avLst/>
                  <a:gdLst>
                    <a:gd name="T0" fmla="*/ 143 w 143"/>
                    <a:gd name="T1" fmla="*/ 95 h 151"/>
                    <a:gd name="T2" fmla="*/ 143 w 143"/>
                    <a:gd name="T3" fmla="*/ 0 h 151"/>
                    <a:gd name="T4" fmla="*/ 0 w 143"/>
                    <a:gd name="T5" fmla="*/ 0 h 151"/>
                    <a:gd name="T6" fmla="*/ 0 w 143"/>
                    <a:gd name="T7" fmla="*/ 95 h 151"/>
                    <a:gd name="T8" fmla="*/ 63 w 143"/>
                    <a:gd name="T9" fmla="*/ 95 h 151"/>
                    <a:gd name="T10" fmla="*/ 63 w 143"/>
                    <a:gd name="T11" fmla="*/ 125 h 151"/>
                    <a:gd name="T12" fmla="*/ 45 w 143"/>
                    <a:gd name="T13" fmla="*/ 125 h 151"/>
                    <a:gd name="T14" fmla="*/ 45 w 143"/>
                    <a:gd name="T15" fmla="*/ 121 h 151"/>
                    <a:gd name="T16" fmla="*/ 37 w 143"/>
                    <a:gd name="T17" fmla="*/ 121 h 151"/>
                    <a:gd name="T18" fmla="*/ 25 w 143"/>
                    <a:gd name="T19" fmla="*/ 151 h 151"/>
                    <a:gd name="T20" fmla="*/ 33 w 143"/>
                    <a:gd name="T21" fmla="*/ 151 h 151"/>
                    <a:gd name="T22" fmla="*/ 40 w 143"/>
                    <a:gd name="T23" fmla="*/ 137 h 151"/>
                    <a:gd name="T24" fmla="*/ 104 w 143"/>
                    <a:gd name="T25" fmla="*/ 137 h 151"/>
                    <a:gd name="T26" fmla="*/ 109 w 143"/>
                    <a:gd name="T27" fmla="*/ 151 h 151"/>
                    <a:gd name="T28" fmla="*/ 119 w 143"/>
                    <a:gd name="T29" fmla="*/ 151 h 151"/>
                    <a:gd name="T30" fmla="*/ 107 w 143"/>
                    <a:gd name="T31" fmla="*/ 121 h 151"/>
                    <a:gd name="T32" fmla="*/ 97 w 143"/>
                    <a:gd name="T33" fmla="*/ 121 h 151"/>
                    <a:gd name="T34" fmla="*/ 97 w 143"/>
                    <a:gd name="T35" fmla="*/ 125 h 151"/>
                    <a:gd name="T36" fmla="*/ 80 w 143"/>
                    <a:gd name="T37" fmla="*/ 125 h 151"/>
                    <a:gd name="T38" fmla="*/ 80 w 143"/>
                    <a:gd name="T39" fmla="*/ 95 h 151"/>
                    <a:gd name="T40" fmla="*/ 143 w 143"/>
                    <a:gd name="T41" fmla="*/ 95 h 151"/>
                    <a:gd name="T42" fmla="*/ 92 w 143"/>
                    <a:gd name="T43" fmla="*/ 28 h 151"/>
                    <a:gd name="T44" fmla="*/ 133 w 143"/>
                    <a:gd name="T45" fmla="*/ 28 h 151"/>
                    <a:gd name="T46" fmla="*/ 133 w 143"/>
                    <a:gd name="T47" fmla="*/ 37 h 151"/>
                    <a:gd name="T48" fmla="*/ 92 w 143"/>
                    <a:gd name="T49" fmla="*/ 37 h 151"/>
                    <a:gd name="T50" fmla="*/ 92 w 143"/>
                    <a:gd name="T51" fmla="*/ 28 h 151"/>
                    <a:gd name="T52" fmla="*/ 92 w 143"/>
                    <a:gd name="T53" fmla="*/ 46 h 151"/>
                    <a:gd name="T54" fmla="*/ 133 w 143"/>
                    <a:gd name="T55" fmla="*/ 46 h 151"/>
                    <a:gd name="T56" fmla="*/ 133 w 143"/>
                    <a:gd name="T57" fmla="*/ 56 h 151"/>
                    <a:gd name="T58" fmla="*/ 92 w 143"/>
                    <a:gd name="T59" fmla="*/ 56 h 151"/>
                    <a:gd name="T60" fmla="*/ 92 w 143"/>
                    <a:gd name="T61" fmla="*/ 46 h 151"/>
                    <a:gd name="T62" fmla="*/ 92 w 143"/>
                    <a:gd name="T63" fmla="*/ 63 h 151"/>
                    <a:gd name="T64" fmla="*/ 133 w 143"/>
                    <a:gd name="T65" fmla="*/ 63 h 151"/>
                    <a:gd name="T66" fmla="*/ 133 w 143"/>
                    <a:gd name="T67" fmla="*/ 74 h 151"/>
                    <a:gd name="T68" fmla="*/ 92 w 143"/>
                    <a:gd name="T69" fmla="*/ 74 h 151"/>
                    <a:gd name="T70" fmla="*/ 92 w 143"/>
                    <a:gd name="T71" fmla="*/ 63 h 151"/>
                    <a:gd name="T72" fmla="*/ 8 w 143"/>
                    <a:gd name="T73" fmla="*/ 75 h 151"/>
                    <a:gd name="T74" fmla="*/ 8 w 143"/>
                    <a:gd name="T75" fmla="*/ 24 h 151"/>
                    <a:gd name="T76" fmla="*/ 83 w 143"/>
                    <a:gd name="T77" fmla="*/ 24 h 151"/>
                    <a:gd name="T78" fmla="*/ 83 w 143"/>
                    <a:gd name="T79" fmla="*/ 75 h 151"/>
                    <a:gd name="T80" fmla="*/ 8 w 143"/>
                    <a:gd name="T81" fmla="*/ 75 h 1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143" h="151">
                      <a:moveTo>
                        <a:pt x="143" y="95"/>
                      </a:moveTo>
                      <a:lnTo>
                        <a:pt x="143" y="0"/>
                      </a:lnTo>
                      <a:lnTo>
                        <a:pt x="0" y="0"/>
                      </a:lnTo>
                      <a:lnTo>
                        <a:pt x="0" y="95"/>
                      </a:lnTo>
                      <a:lnTo>
                        <a:pt x="63" y="95"/>
                      </a:lnTo>
                      <a:lnTo>
                        <a:pt x="63" y="125"/>
                      </a:lnTo>
                      <a:lnTo>
                        <a:pt x="45" y="125"/>
                      </a:lnTo>
                      <a:lnTo>
                        <a:pt x="45" y="121"/>
                      </a:lnTo>
                      <a:lnTo>
                        <a:pt x="37" y="121"/>
                      </a:lnTo>
                      <a:lnTo>
                        <a:pt x="25" y="151"/>
                      </a:lnTo>
                      <a:lnTo>
                        <a:pt x="33" y="151"/>
                      </a:lnTo>
                      <a:lnTo>
                        <a:pt x="40" y="137"/>
                      </a:lnTo>
                      <a:lnTo>
                        <a:pt x="104" y="137"/>
                      </a:lnTo>
                      <a:lnTo>
                        <a:pt x="109" y="151"/>
                      </a:lnTo>
                      <a:lnTo>
                        <a:pt x="119" y="151"/>
                      </a:lnTo>
                      <a:lnTo>
                        <a:pt x="107" y="121"/>
                      </a:lnTo>
                      <a:lnTo>
                        <a:pt x="97" y="121"/>
                      </a:lnTo>
                      <a:lnTo>
                        <a:pt x="97" y="125"/>
                      </a:lnTo>
                      <a:lnTo>
                        <a:pt x="80" y="125"/>
                      </a:lnTo>
                      <a:lnTo>
                        <a:pt x="80" y="95"/>
                      </a:lnTo>
                      <a:lnTo>
                        <a:pt x="143" y="95"/>
                      </a:lnTo>
                      <a:close/>
                      <a:moveTo>
                        <a:pt x="92" y="28"/>
                      </a:moveTo>
                      <a:lnTo>
                        <a:pt x="133" y="28"/>
                      </a:lnTo>
                      <a:lnTo>
                        <a:pt x="133" y="37"/>
                      </a:lnTo>
                      <a:lnTo>
                        <a:pt x="92" y="37"/>
                      </a:lnTo>
                      <a:lnTo>
                        <a:pt x="92" y="28"/>
                      </a:lnTo>
                      <a:close/>
                      <a:moveTo>
                        <a:pt x="92" y="46"/>
                      </a:moveTo>
                      <a:lnTo>
                        <a:pt x="133" y="46"/>
                      </a:lnTo>
                      <a:lnTo>
                        <a:pt x="133" y="56"/>
                      </a:lnTo>
                      <a:lnTo>
                        <a:pt x="92" y="56"/>
                      </a:lnTo>
                      <a:lnTo>
                        <a:pt x="92" y="46"/>
                      </a:lnTo>
                      <a:close/>
                      <a:moveTo>
                        <a:pt x="92" y="63"/>
                      </a:moveTo>
                      <a:lnTo>
                        <a:pt x="133" y="63"/>
                      </a:lnTo>
                      <a:lnTo>
                        <a:pt x="133" y="74"/>
                      </a:lnTo>
                      <a:lnTo>
                        <a:pt x="92" y="74"/>
                      </a:lnTo>
                      <a:lnTo>
                        <a:pt x="92" y="63"/>
                      </a:lnTo>
                      <a:close/>
                      <a:moveTo>
                        <a:pt x="8" y="75"/>
                      </a:moveTo>
                      <a:lnTo>
                        <a:pt x="8" y="24"/>
                      </a:lnTo>
                      <a:lnTo>
                        <a:pt x="83" y="24"/>
                      </a:lnTo>
                      <a:lnTo>
                        <a:pt x="83" y="75"/>
                      </a:lnTo>
                      <a:lnTo>
                        <a:pt x="8" y="75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88502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</a:endParaRPr>
                </a:p>
              </p:txBody>
            </p:sp>
            <p:sp>
              <p:nvSpPr>
                <p:cNvPr id="30" name="PA_任意多边形 149">
                  <a:extLst>
                    <a:ext uri="{FF2B5EF4-FFF2-40B4-BE49-F238E27FC236}">
                      <a16:creationId xmlns:a16="http://schemas.microsoft.com/office/drawing/2014/main" id="{5E136EB4-BCFC-4321-AC4F-985C70ECCAFA}"/>
                    </a:ext>
                  </a:extLst>
                </p:cNvPr>
                <p:cNvSpPr>
                  <a:spLocks/>
                </p:cNvSpPr>
                <p:nvPr>
                  <p:custDataLst>
                    <p:tags r:id="rId24"/>
                  </p:custDataLst>
                </p:nvPr>
              </p:nvSpPr>
              <p:spPr bwMode="auto">
                <a:xfrm>
                  <a:off x="5578330" y="1945898"/>
                  <a:ext cx="174705" cy="102328"/>
                </a:xfrm>
                <a:custGeom>
                  <a:avLst/>
                  <a:gdLst>
                    <a:gd name="T0" fmla="*/ 58 w 70"/>
                    <a:gd name="T1" fmla="*/ 12 h 41"/>
                    <a:gd name="T2" fmla="*/ 54 w 70"/>
                    <a:gd name="T3" fmla="*/ 20 h 41"/>
                    <a:gd name="T4" fmla="*/ 48 w 70"/>
                    <a:gd name="T5" fmla="*/ 16 h 41"/>
                    <a:gd name="T6" fmla="*/ 48 w 70"/>
                    <a:gd name="T7" fmla="*/ 16 h 41"/>
                    <a:gd name="T8" fmla="*/ 34 w 70"/>
                    <a:gd name="T9" fmla="*/ 8 h 41"/>
                    <a:gd name="T10" fmla="*/ 32 w 70"/>
                    <a:gd name="T11" fmla="*/ 12 h 41"/>
                    <a:gd name="T12" fmla="*/ 28 w 70"/>
                    <a:gd name="T13" fmla="*/ 20 h 41"/>
                    <a:gd name="T14" fmla="*/ 16 w 70"/>
                    <a:gd name="T15" fmla="*/ 12 h 41"/>
                    <a:gd name="T16" fmla="*/ 12 w 70"/>
                    <a:gd name="T17" fmla="*/ 17 h 41"/>
                    <a:gd name="T18" fmla="*/ 12 w 70"/>
                    <a:gd name="T19" fmla="*/ 17 h 41"/>
                    <a:gd name="T20" fmla="*/ 0 w 70"/>
                    <a:gd name="T21" fmla="*/ 37 h 41"/>
                    <a:gd name="T22" fmla="*/ 5 w 70"/>
                    <a:gd name="T23" fmla="*/ 41 h 41"/>
                    <a:gd name="T24" fmla="*/ 17 w 70"/>
                    <a:gd name="T25" fmla="*/ 21 h 41"/>
                    <a:gd name="T26" fmla="*/ 24 w 70"/>
                    <a:gd name="T27" fmla="*/ 25 h 41"/>
                    <a:gd name="T28" fmla="*/ 24 w 70"/>
                    <a:gd name="T29" fmla="*/ 25 h 41"/>
                    <a:gd name="T30" fmla="*/ 30 w 70"/>
                    <a:gd name="T31" fmla="*/ 29 h 41"/>
                    <a:gd name="T32" fmla="*/ 37 w 70"/>
                    <a:gd name="T33" fmla="*/ 17 h 41"/>
                    <a:gd name="T34" fmla="*/ 42 w 70"/>
                    <a:gd name="T35" fmla="*/ 21 h 41"/>
                    <a:gd name="T36" fmla="*/ 42 w 70"/>
                    <a:gd name="T37" fmla="*/ 21 h 41"/>
                    <a:gd name="T38" fmla="*/ 56 w 70"/>
                    <a:gd name="T39" fmla="*/ 28 h 41"/>
                    <a:gd name="T40" fmla="*/ 57 w 70"/>
                    <a:gd name="T41" fmla="*/ 28 h 41"/>
                    <a:gd name="T42" fmla="*/ 57 w 70"/>
                    <a:gd name="T43" fmla="*/ 28 h 41"/>
                    <a:gd name="T44" fmla="*/ 64 w 70"/>
                    <a:gd name="T45" fmla="*/ 17 h 41"/>
                    <a:gd name="T46" fmla="*/ 64 w 70"/>
                    <a:gd name="T47" fmla="*/ 17 h 41"/>
                    <a:gd name="T48" fmla="*/ 70 w 70"/>
                    <a:gd name="T49" fmla="*/ 4 h 41"/>
                    <a:gd name="T50" fmla="*/ 65 w 70"/>
                    <a:gd name="T51" fmla="*/ 0 h 41"/>
                    <a:gd name="T52" fmla="*/ 58 w 70"/>
                    <a:gd name="T53" fmla="*/ 12 h 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70" h="41">
                      <a:moveTo>
                        <a:pt x="58" y="12"/>
                      </a:moveTo>
                      <a:lnTo>
                        <a:pt x="54" y="20"/>
                      </a:lnTo>
                      <a:lnTo>
                        <a:pt x="48" y="16"/>
                      </a:lnTo>
                      <a:lnTo>
                        <a:pt x="48" y="16"/>
                      </a:lnTo>
                      <a:lnTo>
                        <a:pt x="34" y="8"/>
                      </a:lnTo>
                      <a:lnTo>
                        <a:pt x="32" y="12"/>
                      </a:lnTo>
                      <a:lnTo>
                        <a:pt x="28" y="20"/>
                      </a:lnTo>
                      <a:lnTo>
                        <a:pt x="16" y="12"/>
                      </a:lnTo>
                      <a:lnTo>
                        <a:pt x="12" y="17"/>
                      </a:lnTo>
                      <a:lnTo>
                        <a:pt x="12" y="17"/>
                      </a:lnTo>
                      <a:lnTo>
                        <a:pt x="0" y="37"/>
                      </a:lnTo>
                      <a:lnTo>
                        <a:pt x="5" y="41"/>
                      </a:lnTo>
                      <a:lnTo>
                        <a:pt x="17" y="21"/>
                      </a:lnTo>
                      <a:lnTo>
                        <a:pt x="24" y="25"/>
                      </a:lnTo>
                      <a:lnTo>
                        <a:pt x="24" y="25"/>
                      </a:lnTo>
                      <a:lnTo>
                        <a:pt x="30" y="29"/>
                      </a:lnTo>
                      <a:lnTo>
                        <a:pt x="37" y="17"/>
                      </a:lnTo>
                      <a:lnTo>
                        <a:pt x="42" y="21"/>
                      </a:lnTo>
                      <a:lnTo>
                        <a:pt x="42" y="21"/>
                      </a:lnTo>
                      <a:lnTo>
                        <a:pt x="56" y="28"/>
                      </a:lnTo>
                      <a:lnTo>
                        <a:pt x="57" y="28"/>
                      </a:lnTo>
                      <a:lnTo>
                        <a:pt x="57" y="28"/>
                      </a:lnTo>
                      <a:lnTo>
                        <a:pt x="64" y="17"/>
                      </a:lnTo>
                      <a:lnTo>
                        <a:pt x="64" y="17"/>
                      </a:lnTo>
                      <a:lnTo>
                        <a:pt x="70" y="4"/>
                      </a:lnTo>
                      <a:lnTo>
                        <a:pt x="65" y="0"/>
                      </a:lnTo>
                      <a:lnTo>
                        <a:pt x="58" y="1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88502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</a:endParaRPr>
                </a:p>
              </p:txBody>
            </p:sp>
          </p:grpSp>
        </p:grpSp>
        <p:sp>
          <p:nvSpPr>
            <p:cNvPr id="34" name="PA_文本框 7">
              <a:extLst>
                <a:ext uri="{FF2B5EF4-FFF2-40B4-BE49-F238E27FC236}">
                  <a16:creationId xmlns:a16="http://schemas.microsoft.com/office/drawing/2014/main" id="{DA1A41A1-C62F-4FE1-8F59-11BC47B0BAE4}"/>
                </a:ext>
              </a:extLst>
            </p:cNvPr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gray">
            <a:xfrm>
              <a:off x="5046714" y="2446735"/>
              <a:ext cx="6924892" cy="6524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1088502">
                <a:lnSpc>
                  <a:spcPct val="130000"/>
                </a:lnSpc>
                <a:spcBef>
                  <a:spcPct val="0"/>
                </a:spcBef>
              </a:pPr>
              <a:r>
                <a:rPr lang="zh-CN" altLang="en-US" sz="140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itchFamily="34" charset="-122"/>
                </a:rPr>
                <a:t>点击此处添加文本内容</a:t>
              </a:r>
              <a:r>
                <a:rPr lang="zh-CN" altLang="en-US" sz="14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itchFamily="34" charset="-122"/>
                </a:rPr>
                <a:t>，如关键词、部分简单介绍等。</a:t>
              </a:r>
              <a:r>
                <a:rPr lang="zh-CN" altLang="en-US" sz="140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itchFamily="34" charset="-122"/>
                </a:rPr>
                <a:t>点击此处添加文本内容</a:t>
              </a:r>
              <a:r>
                <a:rPr lang="zh-CN" altLang="en-US" sz="14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itchFamily="34" charset="-122"/>
                </a:rPr>
                <a:t>，如关键词、部分简单介绍等。</a:t>
              </a:r>
              <a:r>
                <a:rPr lang="zh-CN" altLang="en-US" sz="140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itchFamily="34" charset="-122"/>
                </a:rPr>
                <a:t>点击此处添加文本内容</a:t>
              </a:r>
              <a:r>
                <a:rPr lang="zh-CN" altLang="en-US" sz="14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itchFamily="34" charset="-122"/>
                </a:rPr>
                <a:t>，如关键词、部分简单介绍等。</a:t>
              </a:r>
            </a:p>
          </p:txBody>
        </p:sp>
        <p:sp>
          <p:nvSpPr>
            <p:cNvPr id="35" name="PA_文本框 7">
              <a:extLst>
                <a:ext uri="{FF2B5EF4-FFF2-40B4-BE49-F238E27FC236}">
                  <a16:creationId xmlns:a16="http://schemas.microsoft.com/office/drawing/2014/main" id="{A4B17B24-DE56-4EE4-8F12-8134D0BEFF87}"/>
                </a:ext>
              </a:extLst>
            </p:cNvPr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gray">
            <a:xfrm>
              <a:off x="5059039" y="1869410"/>
              <a:ext cx="2026618" cy="572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1088502">
                <a:lnSpc>
                  <a:spcPct val="130000"/>
                </a:lnSpc>
              </a:pPr>
              <a:r>
                <a:rPr lang="zh-CN" altLang="en-US" sz="2400" b="1" dirty="0">
                  <a:ln w="3175">
                    <a:noFill/>
                  </a:ln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输入标题文字</a:t>
              </a:r>
            </a:p>
          </p:txBody>
        </p: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DC1DCC32-2EB1-4578-94EE-AA328CCB434D}"/>
                </a:ext>
              </a:extLst>
            </p:cNvPr>
            <p:cNvGrpSpPr/>
            <p:nvPr/>
          </p:nvGrpSpPr>
          <p:grpSpPr>
            <a:xfrm>
              <a:off x="5073333" y="3295996"/>
              <a:ext cx="2753969" cy="1189750"/>
              <a:chOff x="4694958" y="3295996"/>
              <a:chExt cx="2753969" cy="1189750"/>
            </a:xfrm>
          </p:grpSpPr>
          <p:sp>
            <p:nvSpPr>
              <p:cNvPr id="32" name="PA_文本框 10">
                <a:extLst>
                  <a:ext uri="{FF2B5EF4-FFF2-40B4-BE49-F238E27FC236}">
                    <a16:creationId xmlns:a16="http://schemas.microsoft.com/office/drawing/2014/main" id="{8601ACC8-7722-4F78-B9DB-3DA30E17B8AB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5"/>
                </p:custDataLst>
              </p:nvPr>
            </p:nvSpPr>
            <p:spPr bwMode="auto">
              <a:xfrm>
                <a:off x="5046714" y="3295996"/>
                <a:ext cx="1763190" cy="6617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45720" tIns="22860" rIns="45720" bIns="22860">
                <a:spAutoFit/>
              </a:bodyPr>
              <a:lstStyle/>
              <a:p>
                <a:pPr lvl="0" defTabSz="1088232">
                  <a:lnSpc>
                    <a:spcPct val="200000"/>
                  </a:lnSpc>
                </a:pPr>
                <a:r>
                  <a:rPr lang="zh-CN" altLang="en-US" sz="2000" b="1" kern="0" dirty="0">
                    <a:solidFill>
                      <a:srgbClr val="005825"/>
                    </a:solidFill>
                    <a:latin typeface="微软雅黑" panose="020B0503020204020204" pitchFamily="34" charset="-122"/>
                    <a:cs typeface="Open Sans" pitchFamily="34" charset="0"/>
                  </a:rPr>
                  <a:t>输入标题文字</a:t>
                </a:r>
                <a:endParaRPr lang="zh-CN" altLang="en-US" sz="1100" b="1" kern="0" dirty="0">
                  <a:solidFill>
                    <a:srgbClr val="005825"/>
                  </a:solidFill>
                  <a:latin typeface="微软雅黑" panose="020B0503020204020204" pitchFamily="34" charset="-122"/>
                  <a:sym typeface="微软雅黑" pitchFamily="34" charset="-122"/>
                </a:endParaRPr>
              </a:p>
            </p:txBody>
          </p:sp>
          <p:sp>
            <p:nvSpPr>
              <p:cNvPr id="33" name="PA_椭圆 36">
                <a:extLst>
                  <a:ext uri="{FF2B5EF4-FFF2-40B4-BE49-F238E27FC236}">
                    <a16:creationId xmlns:a16="http://schemas.microsoft.com/office/drawing/2014/main" id="{1DAAC80B-52BE-43A0-A1C7-7093B8E66E6F}"/>
                  </a:ext>
                </a:extLst>
              </p:cNvPr>
              <p:cNvSpPr/>
              <p:nvPr>
                <p:custDataLst>
                  <p:tags r:id="rId16"/>
                </p:custDataLst>
              </p:nvPr>
            </p:nvSpPr>
            <p:spPr>
              <a:xfrm>
                <a:off x="4694958" y="3551007"/>
                <a:ext cx="312565" cy="314359"/>
              </a:xfrm>
              <a:prstGeom prst="ellipse">
                <a:avLst/>
              </a:prstGeom>
              <a:solidFill>
                <a:srgbClr val="005825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08850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Open Sans" pitchFamily="34" charset="0"/>
                  </a:rPr>
                  <a:t>1</a:t>
                </a:r>
              </a:p>
            </p:txBody>
          </p:sp>
          <p:sp>
            <p:nvSpPr>
              <p:cNvPr id="2" name="PA_矩形 1">
                <a:extLst>
                  <a:ext uri="{FF2B5EF4-FFF2-40B4-BE49-F238E27FC236}">
                    <a16:creationId xmlns:a16="http://schemas.microsoft.com/office/drawing/2014/main" id="{4A4A0517-6424-4D92-8CA8-64FAA54BE256}"/>
                  </a:ext>
                </a:extLst>
              </p:cNvPr>
              <p:cNvSpPr/>
              <p:nvPr>
                <p:custDataLst>
                  <p:tags r:id="rId17"/>
                </p:custDataLst>
              </p:nvPr>
            </p:nvSpPr>
            <p:spPr>
              <a:xfrm>
                <a:off x="5007523" y="3962526"/>
                <a:ext cx="244140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zh-CN" altLang="zh-CN" sz="1400" kern="100">
                    <a:solidFill>
                      <a:srgbClr val="005825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点击此处添加文本内容</a:t>
                </a:r>
                <a:r>
                  <a:rPr lang="zh-CN" altLang="zh-CN" sz="1400" kern="100" dirty="0">
                    <a:solidFill>
                      <a:srgbClr val="005825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，如关键词、部分简单介绍等。</a:t>
                </a:r>
              </a:p>
            </p:txBody>
          </p:sp>
        </p:grpSp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F87D9BDC-E890-4AAC-802F-183813F1D103}"/>
                </a:ext>
              </a:extLst>
            </p:cNvPr>
            <p:cNvGrpSpPr/>
            <p:nvPr/>
          </p:nvGrpSpPr>
          <p:grpSpPr>
            <a:xfrm>
              <a:off x="8224526" y="3295996"/>
              <a:ext cx="2753969" cy="1189750"/>
              <a:chOff x="4694958" y="3295996"/>
              <a:chExt cx="2753969" cy="1189750"/>
            </a:xfrm>
          </p:grpSpPr>
          <p:sp>
            <p:nvSpPr>
              <p:cNvPr id="55" name="PA_文本框 10">
                <a:extLst>
                  <a:ext uri="{FF2B5EF4-FFF2-40B4-BE49-F238E27FC236}">
                    <a16:creationId xmlns:a16="http://schemas.microsoft.com/office/drawing/2014/main" id="{147CAF81-C460-4B1F-88D9-C70F2FE1D997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2"/>
                </p:custDataLst>
              </p:nvPr>
            </p:nvSpPr>
            <p:spPr bwMode="auto">
              <a:xfrm>
                <a:off x="5046714" y="3295996"/>
                <a:ext cx="1763190" cy="6617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45720" tIns="22860" rIns="45720" bIns="22860">
                <a:spAutoFit/>
              </a:bodyPr>
              <a:lstStyle/>
              <a:p>
                <a:pPr lvl="0" defTabSz="1088232">
                  <a:lnSpc>
                    <a:spcPct val="200000"/>
                  </a:lnSpc>
                </a:pPr>
                <a:r>
                  <a:rPr lang="zh-CN" altLang="en-US" sz="2000" b="1" kern="0" dirty="0">
                    <a:solidFill>
                      <a:srgbClr val="005825"/>
                    </a:solidFill>
                    <a:latin typeface="微软雅黑" panose="020B0503020204020204" pitchFamily="34" charset="-122"/>
                    <a:cs typeface="Open Sans" pitchFamily="34" charset="0"/>
                  </a:rPr>
                  <a:t>输入标题文字</a:t>
                </a:r>
                <a:endParaRPr lang="zh-CN" altLang="en-US" sz="1100" b="1" kern="0" dirty="0">
                  <a:solidFill>
                    <a:srgbClr val="005825"/>
                  </a:solidFill>
                  <a:latin typeface="微软雅黑" panose="020B0503020204020204" pitchFamily="34" charset="-122"/>
                  <a:sym typeface="微软雅黑" pitchFamily="34" charset="-122"/>
                </a:endParaRPr>
              </a:p>
            </p:txBody>
          </p:sp>
          <p:sp>
            <p:nvSpPr>
              <p:cNvPr id="56" name="PA_椭圆 36">
                <a:extLst>
                  <a:ext uri="{FF2B5EF4-FFF2-40B4-BE49-F238E27FC236}">
                    <a16:creationId xmlns:a16="http://schemas.microsoft.com/office/drawing/2014/main" id="{40633EAE-8BCC-41FC-9C6C-4D3113793F77}"/>
                  </a:ext>
                </a:extLst>
              </p:cNvPr>
              <p:cNvSpPr/>
              <p:nvPr>
                <p:custDataLst>
                  <p:tags r:id="rId13"/>
                </p:custDataLst>
              </p:nvPr>
            </p:nvSpPr>
            <p:spPr>
              <a:xfrm>
                <a:off x="4694958" y="3551007"/>
                <a:ext cx="312565" cy="314359"/>
              </a:xfrm>
              <a:prstGeom prst="ellipse">
                <a:avLst/>
              </a:prstGeom>
              <a:solidFill>
                <a:srgbClr val="005825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08850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Open Sans" pitchFamily="34" charset="0"/>
                  </a:rPr>
                  <a:t>2</a:t>
                </a:r>
                <a:endParaRPr kumimoji="0" lang="en-US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Open Sans" pitchFamily="34" charset="0"/>
                </a:endParaRPr>
              </a:p>
            </p:txBody>
          </p:sp>
          <p:sp>
            <p:nvSpPr>
              <p:cNvPr id="57" name="PA_矩形 56">
                <a:extLst>
                  <a:ext uri="{FF2B5EF4-FFF2-40B4-BE49-F238E27FC236}">
                    <a16:creationId xmlns:a16="http://schemas.microsoft.com/office/drawing/2014/main" id="{92EEF0A6-E4C3-4ABE-A588-384BFAB0720A}"/>
                  </a:ext>
                </a:extLst>
              </p:cNvPr>
              <p:cNvSpPr/>
              <p:nvPr>
                <p:custDataLst>
                  <p:tags r:id="rId14"/>
                </p:custDataLst>
              </p:nvPr>
            </p:nvSpPr>
            <p:spPr>
              <a:xfrm>
                <a:off x="5007523" y="3962526"/>
                <a:ext cx="244140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zh-CN" altLang="zh-CN" sz="1400" kern="100">
                    <a:solidFill>
                      <a:srgbClr val="005825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点击此处添加文本内容</a:t>
                </a:r>
                <a:r>
                  <a:rPr lang="zh-CN" altLang="zh-CN" sz="1400" kern="100" dirty="0">
                    <a:solidFill>
                      <a:srgbClr val="005825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，如关键词、部分简单介绍等。</a:t>
                </a:r>
              </a:p>
            </p:txBody>
          </p:sp>
        </p:grpSp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EB5381A9-110C-4D80-A5D7-511682988C03}"/>
                </a:ext>
              </a:extLst>
            </p:cNvPr>
            <p:cNvGrpSpPr/>
            <p:nvPr/>
          </p:nvGrpSpPr>
          <p:grpSpPr>
            <a:xfrm>
              <a:off x="5073333" y="4427510"/>
              <a:ext cx="2753969" cy="1189750"/>
              <a:chOff x="4694958" y="3295996"/>
              <a:chExt cx="2753969" cy="1189750"/>
            </a:xfrm>
          </p:grpSpPr>
          <p:sp>
            <p:nvSpPr>
              <p:cNvPr id="61" name="PA_文本框 10">
                <a:extLst>
                  <a:ext uri="{FF2B5EF4-FFF2-40B4-BE49-F238E27FC236}">
                    <a16:creationId xmlns:a16="http://schemas.microsoft.com/office/drawing/2014/main" id="{2BA50C25-426A-4552-9576-611C4DB8C4F5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5046714" y="3295996"/>
                <a:ext cx="1763190" cy="6617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45720" tIns="22860" rIns="45720" bIns="22860">
                <a:spAutoFit/>
              </a:bodyPr>
              <a:lstStyle/>
              <a:p>
                <a:pPr lvl="0" defTabSz="1088232">
                  <a:lnSpc>
                    <a:spcPct val="200000"/>
                  </a:lnSpc>
                </a:pPr>
                <a:r>
                  <a:rPr lang="zh-CN" altLang="en-US" sz="2000" b="1" kern="0" dirty="0">
                    <a:solidFill>
                      <a:srgbClr val="005825"/>
                    </a:solidFill>
                    <a:latin typeface="微软雅黑" panose="020B0503020204020204" pitchFamily="34" charset="-122"/>
                    <a:cs typeface="Open Sans" pitchFamily="34" charset="0"/>
                  </a:rPr>
                  <a:t>输入标题文字</a:t>
                </a:r>
                <a:endParaRPr lang="zh-CN" altLang="en-US" sz="1100" b="1" kern="0" dirty="0">
                  <a:solidFill>
                    <a:srgbClr val="005825"/>
                  </a:solidFill>
                  <a:latin typeface="微软雅黑" panose="020B0503020204020204" pitchFamily="34" charset="-122"/>
                  <a:sym typeface="微软雅黑" pitchFamily="34" charset="-122"/>
                </a:endParaRPr>
              </a:p>
            </p:txBody>
          </p:sp>
          <p:sp>
            <p:nvSpPr>
              <p:cNvPr id="62" name="PA_椭圆 36">
                <a:extLst>
                  <a:ext uri="{FF2B5EF4-FFF2-40B4-BE49-F238E27FC236}">
                    <a16:creationId xmlns:a16="http://schemas.microsoft.com/office/drawing/2014/main" id="{2E844900-082C-4A70-9CCC-C79A0A0A61FB}"/>
                  </a:ext>
                </a:extLst>
              </p:cNvPr>
              <p:cNvSpPr/>
              <p:nvPr>
                <p:custDataLst>
                  <p:tags r:id="rId10"/>
                </p:custDataLst>
              </p:nvPr>
            </p:nvSpPr>
            <p:spPr>
              <a:xfrm>
                <a:off x="4694958" y="3551007"/>
                <a:ext cx="312565" cy="314359"/>
              </a:xfrm>
              <a:prstGeom prst="ellipse">
                <a:avLst/>
              </a:prstGeom>
              <a:solidFill>
                <a:srgbClr val="005825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08850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Open Sans" pitchFamily="34" charset="0"/>
                  </a:rPr>
                  <a:t>3</a:t>
                </a:r>
                <a:endParaRPr kumimoji="0" lang="en-US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Open Sans" pitchFamily="34" charset="0"/>
                </a:endParaRPr>
              </a:p>
            </p:txBody>
          </p:sp>
          <p:sp>
            <p:nvSpPr>
              <p:cNvPr id="66" name="PA_矩形 65">
                <a:extLst>
                  <a:ext uri="{FF2B5EF4-FFF2-40B4-BE49-F238E27FC236}">
                    <a16:creationId xmlns:a16="http://schemas.microsoft.com/office/drawing/2014/main" id="{095A0A2F-936F-4475-A5AF-54E2F20569BC}"/>
                  </a:ext>
                </a:extLst>
              </p:cNvPr>
              <p:cNvSpPr/>
              <p:nvPr>
                <p:custDataLst>
                  <p:tags r:id="rId11"/>
                </p:custDataLst>
              </p:nvPr>
            </p:nvSpPr>
            <p:spPr>
              <a:xfrm>
                <a:off x="5007523" y="3962526"/>
                <a:ext cx="244140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zh-CN" altLang="zh-CN" sz="1400" kern="100">
                    <a:solidFill>
                      <a:srgbClr val="005825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点击此处添加文本内容</a:t>
                </a:r>
                <a:r>
                  <a:rPr lang="zh-CN" altLang="zh-CN" sz="1400" kern="100" dirty="0">
                    <a:solidFill>
                      <a:srgbClr val="005825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，如关键词、部分简单介绍等。</a:t>
                </a:r>
              </a:p>
            </p:txBody>
          </p:sp>
        </p:grpSp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FB09D414-D60B-41CB-8551-D83F67BB5F70}"/>
                </a:ext>
              </a:extLst>
            </p:cNvPr>
            <p:cNvGrpSpPr/>
            <p:nvPr/>
          </p:nvGrpSpPr>
          <p:grpSpPr>
            <a:xfrm>
              <a:off x="8224526" y="4427510"/>
              <a:ext cx="2753969" cy="1189750"/>
              <a:chOff x="4694958" y="3295996"/>
              <a:chExt cx="2753969" cy="1189750"/>
            </a:xfrm>
          </p:grpSpPr>
          <p:sp>
            <p:nvSpPr>
              <p:cNvPr id="68" name="PA_文本框 10">
                <a:extLst>
                  <a:ext uri="{FF2B5EF4-FFF2-40B4-BE49-F238E27FC236}">
                    <a16:creationId xmlns:a16="http://schemas.microsoft.com/office/drawing/2014/main" id="{9051B2A0-C508-43EE-AC67-6183A2726A57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5046714" y="3295996"/>
                <a:ext cx="1763190" cy="6617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45720" tIns="22860" rIns="45720" bIns="22860">
                <a:spAutoFit/>
              </a:bodyPr>
              <a:lstStyle/>
              <a:p>
                <a:pPr lvl="0" defTabSz="1088232">
                  <a:lnSpc>
                    <a:spcPct val="200000"/>
                  </a:lnSpc>
                </a:pPr>
                <a:r>
                  <a:rPr lang="zh-CN" altLang="en-US" sz="2000" b="1" kern="0" dirty="0">
                    <a:solidFill>
                      <a:srgbClr val="005825"/>
                    </a:solidFill>
                    <a:latin typeface="微软雅黑" panose="020B0503020204020204" pitchFamily="34" charset="-122"/>
                    <a:cs typeface="Open Sans" pitchFamily="34" charset="0"/>
                  </a:rPr>
                  <a:t>输入标题文字</a:t>
                </a:r>
                <a:endParaRPr lang="zh-CN" altLang="en-US" sz="1100" b="1" kern="0" dirty="0">
                  <a:solidFill>
                    <a:srgbClr val="005825"/>
                  </a:solidFill>
                  <a:latin typeface="微软雅黑" panose="020B0503020204020204" pitchFamily="34" charset="-122"/>
                  <a:sym typeface="微软雅黑" pitchFamily="34" charset="-122"/>
                </a:endParaRPr>
              </a:p>
            </p:txBody>
          </p:sp>
          <p:sp>
            <p:nvSpPr>
              <p:cNvPr id="69" name="PA_椭圆 36">
                <a:extLst>
                  <a:ext uri="{FF2B5EF4-FFF2-40B4-BE49-F238E27FC236}">
                    <a16:creationId xmlns:a16="http://schemas.microsoft.com/office/drawing/2014/main" id="{645420DB-3AA2-44BB-8BE8-1BB0980B5273}"/>
                  </a:ext>
                </a:extLst>
              </p:cNvPr>
              <p:cNvSpPr/>
              <p:nvPr>
                <p:custDataLst>
                  <p:tags r:id="rId7"/>
                </p:custDataLst>
              </p:nvPr>
            </p:nvSpPr>
            <p:spPr>
              <a:xfrm>
                <a:off x="4694958" y="3551007"/>
                <a:ext cx="312565" cy="314359"/>
              </a:xfrm>
              <a:prstGeom prst="ellipse">
                <a:avLst/>
              </a:prstGeom>
              <a:solidFill>
                <a:srgbClr val="005825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08850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Open Sans" pitchFamily="34" charset="0"/>
                  </a:rPr>
                  <a:t>4</a:t>
                </a:r>
                <a:endParaRPr kumimoji="0" lang="en-US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Open Sans" pitchFamily="34" charset="0"/>
                </a:endParaRPr>
              </a:p>
            </p:txBody>
          </p:sp>
          <p:sp>
            <p:nvSpPr>
              <p:cNvPr id="70" name="PA_矩形 69">
                <a:extLst>
                  <a:ext uri="{FF2B5EF4-FFF2-40B4-BE49-F238E27FC236}">
                    <a16:creationId xmlns:a16="http://schemas.microsoft.com/office/drawing/2014/main" id="{BB73261E-A762-467E-B9EC-FB6DEA8A4A5B}"/>
                  </a:ext>
                </a:extLst>
              </p:cNvPr>
              <p:cNvSpPr/>
              <p:nvPr>
                <p:custDataLst>
                  <p:tags r:id="rId8"/>
                </p:custDataLst>
              </p:nvPr>
            </p:nvSpPr>
            <p:spPr>
              <a:xfrm>
                <a:off x="5007523" y="3962526"/>
                <a:ext cx="244140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zh-CN" altLang="zh-CN" sz="1400" kern="100">
                    <a:solidFill>
                      <a:srgbClr val="005825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点击此处添加文本内容</a:t>
                </a:r>
                <a:r>
                  <a:rPr lang="zh-CN" altLang="zh-CN" sz="1400" kern="100" dirty="0">
                    <a:solidFill>
                      <a:srgbClr val="005825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，如关键词、部分简单介绍等。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999806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图片 63">
            <a:extLst>
              <a:ext uri="{FF2B5EF4-FFF2-40B4-BE49-F238E27FC236}">
                <a16:creationId xmlns:a16="http://schemas.microsoft.com/office/drawing/2014/main" id="{3B67F843-08A8-4E3B-80F9-AF5591D28CA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3" b="78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5" name="矩形 64">
            <a:extLst>
              <a:ext uri="{FF2B5EF4-FFF2-40B4-BE49-F238E27FC236}">
                <a16:creationId xmlns:a16="http://schemas.microsoft.com/office/drawing/2014/main" id="{7D6B3F08-FEEB-43A5-BDE7-EC95A07E8EF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D0D41A9-C451-4D36-9614-D42257C7A75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5570" y="179061"/>
            <a:ext cx="2162258" cy="5455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3E36ADF9-64AB-4450-A972-DC03712A0BE9}"/>
              </a:ext>
            </a:extLst>
          </p:cNvPr>
          <p:cNvGrpSpPr/>
          <p:nvPr/>
        </p:nvGrpSpPr>
        <p:grpSpPr>
          <a:xfrm>
            <a:off x="229435" y="144004"/>
            <a:ext cx="3658643" cy="646331"/>
            <a:chOff x="368331" y="209716"/>
            <a:chExt cx="3658643" cy="646331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B81BBF6F-960C-4894-9188-B0BC95D25783}"/>
                </a:ext>
              </a:extLst>
            </p:cNvPr>
            <p:cNvGrpSpPr/>
            <p:nvPr/>
          </p:nvGrpSpPr>
          <p:grpSpPr>
            <a:xfrm>
              <a:off x="368331" y="209716"/>
              <a:ext cx="575110" cy="646331"/>
              <a:chOff x="368331" y="348215"/>
              <a:chExt cx="936000" cy="1051912"/>
            </a:xfrm>
          </p:grpSpPr>
          <p:sp>
            <p:nvSpPr>
              <p:cNvPr id="59" name="椭圆 58">
                <a:extLst>
                  <a:ext uri="{FF2B5EF4-FFF2-40B4-BE49-F238E27FC236}">
                    <a16:creationId xmlns:a16="http://schemas.microsoft.com/office/drawing/2014/main" id="{A5D48676-B157-4558-951B-BFB4E5889968}"/>
                  </a:ext>
                </a:extLst>
              </p:cNvPr>
              <p:cNvSpPr/>
              <p:nvPr/>
            </p:nvSpPr>
            <p:spPr>
              <a:xfrm>
                <a:off x="368331" y="388046"/>
                <a:ext cx="936000" cy="936000"/>
              </a:xfrm>
              <a:prstGeom prst="ellipse">
                <a:avLst/>
              </a:prstGeom>
              <a:solidFill>
                <a:srgbClr val="005825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50" b="1">
                  <a:cs typeface="+mn-ea"/>
                  <a:sym typeface="+mn-lt"/>
                </a:endParaRPr>
              </a:p>
            </p:txBody>
          </p:sp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6DD61D0D-8498-432F-932D-ADF5FD30970C}"/>
                  </a:ext>
                </a:extLst>
              </p:cNvPr>
              <p:cNvSpPr txBox="1"/>
              <p:nvPr/>
            </p:nvSpPr>
            <p:spPr>
              <a:xfrm>
                <a:off x="416209" y="348215"/>
                <a:ext cx="840245" cy="10519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3600" b="1" dirty="0">
                    <a:solidFill>
                      <a:srgbClr val="FCFCFC"/>
                    </a:solidFill>
                    <a:cs typeface="+mn-ea"/>
                    <a:sym typeface="+mn-lt"/>
                  </a:rPr>
                  <a:t>1</a:t>
                </a:r>
                <a:endParaRPr lang="zh-CN" altLang="en-US" sz="3600" b="1" dirty="0">
                  <a:solidFill>
                    <a:srgbClr val="FCFCFC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45036A13-C542-4D43-B32E-26EA4801BB61}"/>
                </a:ext>
              </a:extLst>
            </p:cNvPr>
            <p:cNvSpPr txBox="1"/>
            <p:nvPr/>
          </p:nvSpPr>
          <p:spPr>
            <a:xfrm>
              <a:off x="1182495" y="302049"/>
              <a:ext cx="28444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5825"/>
                  </a:solidFill>
                  <a:cs typeface="+mn-ea"/>
                  <a:sym typeface="+mn-lt"/>
                </a:rPr>
                <a:t>课题背景及内容</a:t>
              </a:r>
            </a:p>
          </p:txBody>
        </p:sp>
      </p:grp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155567E-A2CB-45C2-8E11-E9373EFAA595}"/>
              </a:ext>
            </a:extLst>
          </p:cNvPr>
          <p:cNvCxnSpPr/>
          <p:nvPr/>
        </p:nvCxnSpPr>
        <p:spPr>
          <a:xfrm>
            <a:off x="0" y="856047"/>
            <a:ext cx="12192000" cy="0"/>
          </a:xfrm>
          <a:prstGeom prst="line">
            <a:avLst/>
          </a:prstGeom>
          <a:ln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>
            <a:extLst>
              <a:ext uri="{FF2B5EF4-FFF2-40B4-BE49-F238E27FC236}">
                <a16:creationId xmlns:a16="http://schemas.microsoft.com/office/drawing/2014/main" id="{3434A854-95B7-4AF3-8D61-D634A34EA8AD}"/>
              </a:ext>
            </a:extLst>
          </p:cNvPr>
          <p:cNvGrpSpPr/>
          <p:nvPr/>
        </p:nvGrpSpPr>
        <p:grpSpPr>
          <a:xfrm>
            <a:off x="831983" y="1794159"/>
            <a:ext cx="2556979" cy="4148693"/>
            <a:chOff x="649192" y="1679859"/>
            <a:chExt cx="2556979" cy="4148693"/>
          </a:xfrm>
        </p:grpSpPr>
        <p:sp>
          <p:nvSpPr>
            <p:cNvPr id="11" name="同心圆 6">
              <a:extLst>
                <a:ext uri="{FF2B5EF4-FFF2-40B4-BE49-F238E27FC236}">
                  <a16:creationId xmlns:a16="http://schemas.microsoft.com/office/drawing/2014/main" id="{36FB4403-A177-4598-94BC-343F9CA49BD5}"/>
                </a:ext>
              </a:extLst>
            </p:cNvPr>
            <p:cNvSpPr/>
            <p:nvPr/>
          </p:nvSpPr>
          <p:spPr>
            <a:xfrm>
              <a:off x="1025898" y="1679859"/>
              <a:ext cx="1803568" cy="1803568"/>
            </a:xfrm>
            <a:prstGeom prst="donut">
              <a:avLst>
                <a:gd name="adj" fmla="val 2746"/>
              </a:avLst>
            </a:prstGeom>
            <a:solidFill>
              <a:srgbClr val="00582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" name="空心弧 11">
              <a:extLst>
                <a:ext uri="{FF2B5EF4-FFF2-40B4-BE49-F238E27FC236}">
                  <a16:creationId xmlns:a16="http://schemas.microsoft.com/office/drawing/2014/main" id="{F60A1EBC-CB19-4607-A2E0-E8DD809EB43F}"/>
                </a:ext>
              </a:extLst>
            </p:cNvPr>
            <p:cNvSpPr/>
            <p:nvPr/>
          </p:nvSpPr>
          <p:spPr>
            <a:xfrm rot="8777615">
              <a:off x="1173406" y="1827367"/>
              <a:ext cx="1508551" cy="1508551"/>
            </a:xfrm>
            <a:prstGeom prst="blockArc">
              <a:avLst>
                <a:gd name="adj1" fmla="val 11374976"/>
                <a:gd name="adj2" fmla="val 217926"/>
                <a:gd name="adj3" fmla="val 20170"/>
              </a:avLst>
            </a:prstGeom>
            <a:solidFill>
              <a:srgbClr val="00582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" name="TextBox 8">
              <a:extLst>
                <a:ext uri="{FF2B5EF4-FFF2-40B4-BE49-F238E27FC236}">
                  <a16:creationId xmlns:a16="http://schemas.microsoft.com/office/drawing/2014/main" id="{E4D54871-7026-45FE-93E5-A75B9DE2F4FE}"/>
                </a:ext>
              </a:extLst>
            </p:cNvPr>
            <p:cNvSpPr txBox="1"/>
            <p:nvPr/>
          </p:nvSpPr>
          <p:spPr>
            <a:xfrm>
              <a:off x="1418622" y="2340606"/>
              <a:ext cx="10238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400"/>
              <a:r>
                <a:rPr lang="en-US" altLang="zh-CN" sz="2400" b="1" dirty="0">
                  <a:solidFill>
                    <a:srgbClr val="005825"/>
                  </a:solidFill>
                  <a:latin typeface="微软雅黑" pitchFamily="34" charset="-122"/>
                </a:rPr>
                <a:t>55%</a:t>
              </a:r>
              <a:endParaRPr lang="zh-CN" altLang="en-US" sz="2400" b="1" dirty="0">
                <a:solidFill>
                  <a:srgbClr val="005825"/>
                </a:solidFill>
                <a:latin typeface="微软雅黑" pitchFamily="34" charset="-122"/>
              </a:endParaRPr>
            </a:p>
          </p:txBody>
        </p:sp>
        <p:sp>
          <p:nvSpPr>
            <p:cNvPr id="23" name="文本框 17">
              <a:extLst>
                <a:ext uri="{FF2B5EF4-FFF2-40B4-BE49-F238E27FC236}">
                  <a16:creationId xmlns:a16="http://schemas.microsoft.com/office/drawing/2014/main" id="{8A72C8CA-FAC0-4F21-9BAC-000DDB76C28E}"/>
                </a:ext>
              </a:extLst>
            </p:cNvPr>
            <p:cNvSpPr txBox="1"/>
            <p:nvPr/>
          </p:nvSpPr>
          <p:spPr>
            <a:xfrm>
              <a:off x="649192" y="3795648"/>
              <a:ext cx="2556979" cy="501886"/>
            </a:xfrm>
            <a:prstGeom prst="rect">
              <a:avLst/>
            </a:prstGeom>
            <a:noFill/>
          </p:spPr>
          <p:txBody>
            <a:bodyPr wrap="square" lIns="100790" tIns="50396" rIns="100790" bIns="50396">
              <a:spAutoFit/>
            </a:bodyPr>
            <a:lstStyle/>
            <a:p>
              <a:pPr algn="ctr" defTabSz="914400">
                <a:lnSpc>
                  <a:spcPct val="130000"/>
                </a:lnSpc>
                <a:defRPr/>
              </a:pPr>
              <a:r>
                <a:rPr lang="zh-CN" altLang="en-US" sz="2000" b="1" dirty="0">
                  <a:solidFill>
                    <a:srgbClr val="005825"/>
                  </a:solidFill>
                  <a:latin typeface="微软雅黑" panose="020B0503020204020204" pitchFamily="34" charset="-122"/>
                </a:rPr>
                <a:t>输入标题文字</a:t>
              </a:r>
              <a:endParaRPr lang="en-US" altLang="zh-CN" sz="2000" b="1" dirty="0">
                <a:solidFill>
                  <a:srgbClr val="005825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AECF257E-E53D-4A2E-B931-D3B5C011799D}"/>
                </a:ext>
              </a:extLst>
            </p:cNvPr>
            <p:cNvSpPr/>
            <p:nvPr/>
          </p:nvSpPr>
          <p:spPr>
            <a:xfrm>
              <a:off x="872585" y="4465487"/>
              <a:ext cx="2261025" cy="13630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</a:pPr>
              <a:r>
                <a:rPr lang="zh-CN" altLang="zh-CN" sz="1400" kern="100">
                  <a:solidFill>
                    <a:srgbClr val="00582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点击此处添加文本内容</a:t>
              </a:r>
              <a:r>
                <a:rPr lang="zh-CN" altLang="zh-CN" sz="1400" kern="100" dirty="0">
                  <a:solidFill>
                    <a:srgbClr val="00582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，如关键词、部分简单介绍等。</a:t>
              </a:r>
              <a:r>
                <a:rPr lang="zh-CN" altLang="zh-CN" sz="1400" kern="100">
                  <a:solidFill>
                    <a:srgbClr val="00582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点击此处添加文本内容</a:t>
              </a:r>
              <a:r>
                <a:rPr lang="zh-CN" altLang="zh-CN" sz="1400" kern="100" dirty="0">
                  <a:solidFill>
                    <a:srgbClr val="00582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，如关键词、部分简单介绍等。</a:t>
              </a: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03FBD9EF-6D0F-46A7-A390-57644E9FBE8A}"/>
              </a:ext>
            </a:extLst>
          </p:cNvPr>
          <p:cNvGrpSpPr/>
          <p:nvPr/>
        </p:nvGrpSpPr>
        <p:grpSpPr>
          <a:xfrm>
            <a:off x="3537312" y="1794159"/>
            <a:ext cx="2556979" cy="4148693"/>
            <a:chOff x="3441864" y="1679859"/>
            <a:chExt cx="2556979" cy="4148693"/>
          </a:xfrm>
        </p:grpSpPr>
        <p:sp>
          <p:nvSpPr>
            <p:cNvPr id="14" name="同心圆 9">
              <a:extLst>
                <a:ext uri="{FF2B5EF4-FFF2-40B4-BE49-F238E27FC236}">
                  <a16:creationId xmlns:a16="http://schemas.microsoft.com/office/drawing/2014/main" id="{6BE6B6A0-31C9-43DB-8D47-C8CC69D87B79}"/>
                </a:ext>
              </a:extLst>
            </p:cNvPr>
            <p:cNvSpPr/>
            <p:nvPr/>
          </p:nvSpPr>
          <p:spPr>
            <a:xfrm>
              <a:off x="3818569" y="1679859"/>
              <a:ext cx="1803568" cy="1803568"/>
            </a:xfrm>
            <a:prstGeom prst="donut">
              <a:avLst>
                <a:gd name="adj" fmla="val 2746"/>
              </a:avLst>
            </a:prstGeom>
            <a:solidFill>
              <a:srgbClr val="00582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" name="空心弧 14">
              <a:extLst>
                <a:ext uri="{FF2B5EF4-FFF2-40B4-BE49-F238E27FC236}">
                  <a16:creationId xmlns:a16="http://schemas.microsoft.com/office/drawing/2014/main" id="{D72E4A45-A012-418A-8333-651C70BE9007}"/>
                </a:ext>
              </a:extLst>
            </p:cNvPr>
            <p:cNvSpPr/>
            <p:nvPr/>
          </p:nvSpPr>
          <p:spPr>
            <a:xfrm rot="8640000">
              <a:off x="3966078" y="1827367"/>
              <a:ext cx="1508551" cy="1508551"/>
            </a:xfrm>
            <a:prstGeom prst="blockArc">
              <a:avLst>
                <a:gd name="adj1" fmla="val 10440261"/>
                <a:gd name="adj2" fmla="val 217926"/>
                <a:gd name="adj3" fmla="val 20170"/>
              </a:avLst>
            </a:prstGeom>
            <a:solidFill>
              <a:srgbClr val="00582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" name="TextBox 11">
              <a:extLst>
                <a:ext uri="{FF2B5EF4-FFF2-40B4-BE49-F238E27FC236}">
                  <a16:creationId xmlns:a16="http://schemas.microsoft.com/office/drawing/2014/main" id="{F090992D-EDFF-4E55-8A1F-5CD3670ABF5A}"/>
                </a:ext>
              </a:extLst>
            </p:cNvPr>
            <p:cNvSpPr txBox="1"/>
            <p:nvPr/>
          </p:nvSpPr>
          <p:spPr>
            <a:xfrm>
              <a:off x="4212642" y="2340606"/>
              <a:ext cx="10238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400"/>
              <a:r>
                <a:rPr lang="en-US" altLang="zh-CN" sz="2400" b="1" dirty="0">
                  <a:solidFill>
                    <a:srgbClr val="005825"/>
                  </a:solidFill>
                  <a:latin typeface="微软雅黑" pitchFamily="34" charset="-122"/>
                </a:rPr>
                <a:t>60%</a:t>
              </a:r>
              <a:endParaRPr lang="zh-CN" altLang="en-US" sz="2400" b="1" dirty="0">
                <a:solidFill>
                  <a:srgbClr val="005825"/>
                </a:solidFill>
                <a:latin typeface="微软雅黑" pitchFamily="34" charset="-122"/>
              </a:endParaRPr>
            </a:p>
          </p:txBody>
        </p:sp>
        <p:sp>
          <p:nvSpPr>
            <p:cNvPr id="24" name="文本框 17">
              <a:extLst>
                <a:ext uri="{FF2B5EF4-FFF2-40B4-BE49-F238E27FC236}">
                  <a16:creationId xmlns:a16="http://schemas.microsoft.com/office/drawing/2014/main" id="{2D447206-810E-4F85-AA7F-A42F2AE2B0E9}"/>
                </a:ext>
              </a:extLst>
            </p:cNvPr>
            <p:cNvSpPr txBox="1"/>
            <p:nvPr/>
          </p:nvSpPr>
          <p:spPr>
            <a:xfrm>
              <a:off x="3441864" y="3795648"/>
              <a:ext cx="2556979" cy="501886"/>
            </a:xfrm>
            <a:prstGeom prst="rect">
              <a:avLst/>
            </a:prstGeom>
            <a:noFill/>
          </p:spPr>
          <p:txBody>
            <a:bodyPr wrap="square" lIns="100790" tIns="50396" rIns="100790" bIns="50396">
              <a:spAutoFit/>
            </a:bodyPr>
            <a:lstStyle/>
            <a:p>
              <a:pPr algn="ctr" defTabSz="914400">
                <a:lnSpc>
                  <a:spcPct val="130000"/>
                </a:lnSpc>
                <a:defRPr/>
              </a:pPr>
              <a:r>
                <a:rPr lang="zh-CN" altLang="en-US" sz="2000" b="1" dirty="0">
                  <a:solidFill>
                    <a:srgbClr val="005825"/>
                  </a:solidFill>
                  <a:latin typeface="微软雅黑" panose="020B0503020204020204" pitchFamily="34" charset="-122"/>
                </a:rPr>
                <a:t>输入标题文字</a:t>
              </a:r>
              <a:endParaRPr lang="en-US" altLang="zh-CN" sz="2000" b="1" dirty="0">
                <a:solidFill>
                  <a:srgbClr val="005825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145C3A02-9473-4589-8CAE-A97BCC0C93D4}"/>
                </a:ext>
              </a:extLst>
            </p:cNvPr>
            <p:cNvSpPr/>
            <p:nvPr/>
          </p:nvSpPr>
          <p:spPr>
            <a:xfrm>
              <a:off x="3589840" y="4465487"/>
              <a:ext cx="2261025" cy="13630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</a:pPr>
              <a:r>
                <a:rPr lang="zh-CN" altLang="zh-CN" sz="1400" kern="100">
                  <a:solidFill>
                    <a:srgbClr val="00582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点击此处添加文本内容</a:t>
              </a:r>
              <a:r>
                <a:rPr lang="zh-CN" altLang="zh-CN" sz="1400" kern="100" dirty="0">
                  <a:solidFill>
                    <a:srgbClr val="00582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，如关键词、部分简单介绍等。</a:t>
              </a:r>
              <a:r>
                <a:rPr lang="zh-CN" altLang="zh-CN" sz="1400" kern="100">
                  <a:solidFill>
                    <a:srgbClr val="00582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点击此处添加文本内容</a:t>
              </a:r>
              <a:r>
                <a:rPr lang="zh-CN" altLang="zh-CN" sz="1400" kern="100" dirty="0">
                  <a:solidFill>
                    <a:srgbClr val="00582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，如关键词、部分简单介绍等。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E2DFCFCE-4674-465C-A90A-0AA5BD944089}"/>
              </a:ext>
            </a:extLst>
          </p:cNvPr>
          <p:cNvGrpSpPr/>
          <p:nvPr/>
        </p:nvGrpSpPr>
        <p:grpSpPr>
          <a:xfrm>
            <a:off x="6242641" y="1794159"/>
            <a:ext cx="2556979" cy="4148693"/>
            <a:chOff x="6234535" y="1679859"/>
            <a:chExt cx="2556979" cy="4148693"/>
          </a:xfrm>
        </p:grpSpPr>
        <p:sp>
          <p:nvSpPr>
            <p:cNvPr id="17" name="同心圆 12">
              <a:extLst>
                <a:ext uri="{FF2B5EF4-FFF2-40B4-BE49-F238E27FC236}">
                  <a16:creationId xmlns:a16="http://schemas.microsoft.com/office/drawing/2014/main" id="{9D5E3F3C-B03C-4799-B6EF-2E8B17671D63}"/>
                </a:ext>
              </a:extLst>
            </p:cNvPr>
            <p:cNvSpPr/>
            <p:nvPr/>
          </p:nvSpPr>
          <p:spPr>
            <a:xfrm>
              <a:off x="6611241" y="1679859"/>
              <a:ext cx="1803568" cy="1803568"/>
            </a:xfrm>
            <a:prstGeom prst="donut">
              <a:avLst>
                <a:gd name="adj" fmla="val 2746"/>
              </a:avLst>
            </a:prstGeom>
            <a:solidFill>
              <a:srgbClr val="00582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" name="空心弧 17">
              <a:extLst>
                <a:ext uri="{FF2B5EF4-FFF2-40B4-BE49-F238E27FC236}">
                  <a16:creationId xmlns:a16="http://schemas.microsoft.com/office/drawing/2014/main" id="{22ABEB35-DB1D-468E-AE19-1C25F74FF83A}"/>
                </a:ext>
              </a:extLst>
            </p:cNvPr>
            <p:cNvSpPr/>
            <p:nvPr/>
          </p:nvSpPr>
          <p:spPr>
            <a:xfrm rot="10920000">
              <a:off x="6758749" y="1827367"/>
              <a:ext cx="1508551" cy="1508551"/>
            </a:xfrm>
            <a:prstGeom prst="blockArc">
              <a:avLst>
                <a:gd name="adj1" fmla="val 6913946"/>
                <a:gd name="adj2" fmla="val 217926"/>
                <a:gd name="adj3" fmla="val 20170"/>
              </a:avLst>
            </a:prstGeom>
            <a:solidFill>
              <a:srgbClr val="00582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TextBox 14">
              <a:extLst>
                <a:ext uri="{FF2B5EF4-FFF2-40B4-BE49-F238E27FC236}">
                  <a16:creationId xmlns:a16="http://schemas.microsoft.com/office/drawing/2014/main" id="{85BE6870-8BCF-4178-AF28-61C987D79CF0}"/>
                </a:ext>
              </a:extLst>
            </p:cNvPr>
            <p:cNvSpPr txBox="1"/>
            <p:nvPr/>
          </p:nvSpPr>
          <p:spPr>
            <a:xfrm>
              <a:off x="7021645" y="2324261"/>
              <a:ext cx="10238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400"/>
              <a:r>
                <a:rPr lang="en-US" altLang="zh-CN" sz="2400" b="1" dirty="0">
                  <a:solidFill>
                    <a:srgbClr val="005825"/>
                  </a:solidFill>
                  <a:latin typeface="微软雅黑" pitchFamily="34" charset="-122"/>
                </a:rPr>
                <a:t>80%</a:t>
              </a:r>
              <a:endParaRPr lang="zh-CN" altLang="en-US" sz="2400" b="1" dirty="0">
                <a:solidFill>
                  <a:srgbClr val="005825"/>
                </a:solidFill>
                <a:latin typeface="微软雅黑" pitchFamily="34" charset="-122"/>
              </a:endParaRPr>
            </a:p>
          </p:txBody>
        </p:sp>
        <p:sp>
          <p:nvSpPr>
            <p:cNvPr id="25" name="文本框 17">
              <a:extLst>
                <a:ext uri="{FF2B5EF4-FFF2-40B4-BE49-F238E27FC236}">
                  <a16:creationId xmlns:a16="http://schemas.microsoft.com/office/drawing/2014/main" id="{4FE779C8-9745-4862-B31A-DB5F49A6B429}"/>
                </a:ext>
              </a:extLst>
            </p:cNvPr>
            <p:cNvSpPr txBox="1"/>
            <p:nvPr/>
          </p:nvSpPr>
          <p:spPr>
            <a:xfrm>
              <a:off x="6234535" y="3795648"/>
              <a:ext cx="2556979" cy="501886"/>
            </a:xfrm>
            <a:prstGeom prst="rect">
              <a:avLst/>
            </a:prstGeom>
            <a:noFill/>
          </p:spPr>
          <p:txBody>
            <a:bodyPr wrap="square" lIns="100790" tIns="50396" rIns="100790" bIns="50396">
              <a:spAutoFit/>
            </a:bodyPr>
            <a:lstStyle/>
            <a:p>
              <a:pPr algn="ctr" defTabSz="914400">
                <a:lnSpc>
                  <a:spcPct val="130000"/>
                </a:lnSpc>
                <a:defRPr/>
              </a:pPr>
              <a:r>
                <a:rPr lang="zh-CN" altLang="en-US" sz="2000" b="1" dirty="0">
                  <a:solidFill>
                    <a:srgbClr val="005825"/>
                  </a:solidFill>
                  <a:latin typeface="微软雅黑" panose="020B0503020204020204" pitchFamily="34" charset="-122"/>
                </a:rPr>
                <a:t>输入标题文字</a:t>
              </a:r>
              <a:endParaRPr lang="en-US" altLang="zh-CN" sz="2000" b="1" dirty="0">
                <a:solidFill>
                  <a:srgbClr val="005825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C2401C74-34E2-4775-B9A9-D6B9582D0CEF}"/>
                </a:ext>
              </a:extLst>
            </p:cNvPr>
            <p:cNvSpPr/>
            <p:nvPr/>
          </p:nvSpPr>
          <p:spPr>
            <a:xfrm>
              <a:off x="6382511" y="4465487"/>
              <a:ext cx="2261025" cy="13630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</a:pPr>
              <a:r>
                <a:rPr lang="zh-CN" altLang="zh-CN" sz="1400" kern="100">
                  <a:solidFill>
                    <a:srgbClr val="00582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点击此处添加文本内容</a:t>
              </a:r>
              <a:r>
                <a:rPr lang="zh-CN" altLang="zh-CN" sz="1400" kern="100" dirty="0">
                  <a:solidFill>
                    <a:srgbClr val="00582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，如关键词、部分简单介绍等。</a:t>
              </a:r>
              <a:r>
                <a:rPr lang="zh-CN" altLang="zh-CN" sz="1400" kern="100">
                  <a:solidFill>
                    <a:srgbClr val="00582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点击此处添加文本内容</a:t>
              </a:r>
              <a:r>
                <a:rPr lang="zh-CN" altLang="zh-CN" sz="1400" kern="100" dirty="0">
                  <a:solidFill>
                    <a:srgbClr val="00582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，如关键词、部分简单介绍等。</a:t>
              </a: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00835AD-39AD-493B-AE5F-3B5418984D69}"/>
              </a:ext>
            </a:extLst>
          </p:cNvPr>
          <p:cNvGrpSpPr/>
          <p:nvPr/>
        </p:nvGrpSpPr>
        <p:grpSpPr>
          <a:xfrm>
            <a:off x="8947970" y="1794159"/>
            <a:ext cx="2556979" cy="4148693"/>
            <a:chOff x="9081361" y="1679859"/>
            <a:chExt cx="2556979" cy="4148693"/>
          </a:xfrm>
        </p:grpSpPr>
        <p:sp>
          <p:nvSpPr>
            <p:cNvPr id="20" name="同心圆 15">
              <a:extLst>
                <a:ext uri="{FF2B5EF4-FFF2-40B4-BE49-F238E27FC236}">
                  <a16:creationId xmlns:a16="http://schemas.microsoft.com/office/drawing/2014/main" id="{A3BAD3F0-A824-40C0-B3F7-7B02253C7892}"/>
                </a:ext>
              </a:extLst>
            </p:cNvPr>
            <p:cNvSpPr/>
            <p:nvPr/>
          </p:nvSpPr>
          <p:spPr>
            <a:xfrm>
              <a:off x="9403914" y="1679859"/>
              <a:ext cx="1803568" cy="1803568"/>
            </a:xfrm>
            <a:prstGeom prst="donut">
              <a:avLst>
                <a:gd name="adj" fmla="val 2746"/>
              </a:avLst>
            </a:prstGeom>
            <a:solidFill>
              <a:srgbClr val="00582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" name="空心弧 20">
              <a:extLst>
                <a:ext uri="{FF2B5EF4-FFF2-40B4-BE49-F238E27FC236}">
                  <a16:creationId xmlns:a16="http://schemas.microsoft.com/office/drawing/2014/main" id="{ECCE5990-979D-414B-B68C-D21E282E3A1A}"/>
                </a:ext>
              </a:extLst>
            </p:cNvPr>
            <p:cNvSpPr/>
            <p:nvPr/>
          </p:nvSpPr>
          <p:spPr>
            <a:xfrm rot="10920000">
              <a:off x="9551423" y="1827367"/>
              <a:ext cx="1508551" cy="1508551"/>
            </a:xfrm>
            <a:prstGeom prst="blockArc">
              <a:avLst>
                <a:gd name="adj1" fmla="val 2275529"/>
                <a:gd name="adj2" fmla="val 217926"/>
                <a:gd name="adj3" fmla="val 20170"/>
              </a:avLst>
            </a:prstGeom>
            <a:solidFill>
              <a:srgbClr val="00582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TextBox 17">
              <a:extLst>
                <a:ext uri="{FF2B5EF4-FFF2-40B4-BE49-F238E27FC236}">
                  <a16:creationId xmlns:a16="http://schemas.microsoft.com/office/drawing/2014/main" id="{2DEDE383-DEA1-420A-AD36-CCBD076364F6}"/>
                </a:ext>
              </a:extLst>
            </p:cNvPr>
            <p:cNvSpPr txBox="1"/>
            <p:nvPr/>
          </p:nvSpPr>
          <p:spPr>
            <a:xfrm>
              <a:off x="9747582" y="2324261"/>
              <a:ext cx="122453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400"/>
              <a:r>
                <a:rPr lang="en-US" altLang="zh-CN" sz="2400" b="1" dirty="0">
                  <a:solidFill>
                    <a:srgbClr val="005825"/>
                  </a:solidFill>
                  <a:latin typeface="微软雅黑" pitchFamily="34" charset="-122"/>
                </a:rPr>
                <a:t>90%</a:t>
              </a:r>
              <a:endParaRPr lang="zh-CN" altLang="en-US" sz="2400" b="1" dirty="0">
                <a:solidFill>
                  <a:srgbClr val="005825"/>
                </a:solidFill>
                <a:latin typeface="微软雅黑" pitchFamily="34" charset="-122"/>
              </a:endParaRPr>
            </a:p>
          </p:txBody>
        </p:sp>
        <p:sp>
          <p:nvSpPr>
            <p:cNvPr id="26" name="文本框 17">
              <a:extLst>
                <a:ext uri="{FF2B5EF4-FFF2-40B4-BE49-F238E27FC236}">
                  <a16:creationId xmlns:a16="http://schemas.microsoft.com/office/drawing/2014/main" id="{9D8EA03C-CB15-48E6-BCD7-F422F4D00F45}"/>
                </a:ext>
              </a:extLst>
            </p:cNvPr>
            <p:cNvSpPr txBox="1"/>
            <p:nvPr/>
          </p:nvSpPr>
          <p:spPr>
            <a:xfrm>
              <a:off x="9081361" y="3795648"/>
              <a:ext cx="2556979" cy="501886"/>
            </a:xfrm>
            <a:prstGeom prst="rect">
              <a:avLst/>
            </a:prstGeom>
            <a:noFill/>
          </p:spPr>
          <p:txBody>
            <a:bodyPr wrap="square" lIns="100790" tIns="50396" rIns="100790" bIns="50396">
              <a:spAutoFit/>
            </a:bodyPr>
            <a:lstStyle/>
            <a:p>
              <a:pPr algn="ctr" defTabSz="914400">
                <a:lnSpc>
                  <a:spcPct val="130000"/>
                </a:lnSpc>
                <a:defRPr/>
              </a:pPr>
              <a:r>
                <a:rPr lang="zh-CN" altLang="en-US" sz="2000" b="1" dirty="0">
                  <a:solidFill>
                    <a:srgbClr val="005825"/>
                  </a:solidFill>
                  <a:latin typeface="微软雅黑" panose="020B0503020204020204" pitchFamily="34" charset="-122"/>
                </a:rPr>
                <a:t>输入标题文字</a:t>
              </a:r>
              <a:endParaRPr lang="en-US" altLang="zh-CN" sz="2000" b="1" dirty="0">
                <a:solidFill>
                  <a:srgbClr val="005825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3CC20981-6073-433B-A0E9-B6DA4280C2C3}"/>
                </a:ext>
              </a:extLst>
            </p:cNvPr>
            <p:cNvSpPr/>
            <p:nvPr/>
          </p:nvSpPr>
          <p:spPr>
            <a:xfrm>
              <a:off x="9175182" y="4465487"/>
              <a:ext cx="2261025" cy="13630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</a:pPr>
              <a:r>
                <a:rPr lang="zh-CN" altLang="zh-CN" sz="1400" kern="100">
                  <a:solidFill>
                    <a:srgbClr val="00582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点击此处添加文本内容</a:t>
              </a:r>
              <a:r>
                <a:rPr lang="zh-CN" altLang="zh-CN" sz="1400" kern="100" dirty="0">
                  <a:solidFill>
                    <a:srgbClr val="00582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，如关键词、部分简单介绍等。</a:t>
              </a:r>
              <a:r>
                <a:rPr lang="zh-CN" altLang="zh-CN" sz="1400" kern="100">
                  <a:solidFill>
                    <a:srgbClr val="00582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点击此处添加文本内容</a:t>
              </a:r>
              <a:r>
                <a:rPr lang="zh-CN" altLang="zh-CN" sz="1400" kern="100" dirty="0">
                  <a:solidFill>
                    <a:srgbClr val="00582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，如关键词、部分简单介绍等。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605211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图片 63">
            <a:extLst>
              <a:ext uri="{FF2B5EF4-FFF2-40B4-BE49-F238E27FC236}">
                <a16:creationId xmlns:a16="http://schemas.microsoft.com/office/drawing/2014/main" id="{3B67F843-08A8-4E3B-80F9-AF5591D28CAB}"/>
              </a:ext>
            </a:extLst>
          </p:cNvPr>
          <p:cNvPicPr>
            <a:picLocks noChangeAspect="1"/>
          </p:cNvPicPr>
          <p:nvPr/>
        </p:nvPicPr>
        <p:blipFill rotWithShape="1"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3" b="78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5" name="矩形 64">
            <a:extLst>
              <a:ext uri="{FF2B5EF4-FFF2-40B4-BE49-F238E27FC236}">
                <a16:creationId xmlns:a16="http://schemas.microsoft.com/office/drawing/2014/main" id="{7D6B3F08-FEEB-43A5-BDE7-EC95A07E8EF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D0D41A9-C451-4D36-9614-D42257C7A753}"/>
              </a:ext>
            </a:extLst>
          </p:cNvPr>
          <p:cNvPicPr>
            <a:picLocks noChangeAspect="1"/>
          </p:cNvPicPr>
          <p:nvPr/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5570" y="179061"/>
            <a:ext cx="2162258" cy="5455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3E36ADF9-64AB-4450-A972-DC03712A0BE9}"/>
              </a:ext>
            </a:extLst>
          </p:cNvPr>
          <p:cNvGrpSpPr/>
          <p:nvPr/>
        </p:nvGrpSpPr>
        <p:grpSpPr>
          <a:xfrm>
            <a:off x="229435" y="144004"/>
            <a:ext cx="3658643" cy="646331"/>
            <a:chOff x="368331" y="209716"/>
            <a:chExt cx="3658643" cy="646331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B81BBF6F-960C-4894-9188-B0BC95D25783}"/>
                </a:ext>
              </a:extLst>
            </p:cNvPr>
            <p:cNvGrpSpPr/>
            <p:nvPr/>
          </p:nvGrpSpPr>
          <p:grpSpPr>
            <a:xfrm>
              <a:off x="368331" y="209716"/>
              <a:ext cx="575110" cy="646331"/>
              <a:chOff x="368331" y="348215"/>
              <a:chExt cx="936000" cy="1051912"/>
            </a:xfrm>
          </p:grpSpPr>
          <p:sp>
            <p:nvSpPr>
              <p:cNvPr id="59" name="椭圆 58">
                <a:extLst>
                  <a:ext uri="{FF2B5EF4-FFF2-40B4-BE49-F238E27FC236}">
                    <a16:creationId xmlns:a16="http://schemas.microsoft.com/office/drawing/2014/main" id="{A5D48676-B157-4558-951B-BFB4E5889968}"/>
                  </a:ext>
                </a:extLst>
              </p:cNvPr>
              <p:cNvSpPr/>
              <p:nvPr/>
            </p:nvSpPr>
            <p:spPr>
              <a:xfrm>
                <a:off x="368331" y="388046"/>
                <a:ext cx="936000" cy="936000"/>
              </a:xfrm>
              <a:prstGeom prst="ellipse">
                <a:avLst/>
              </a:prstGeom>
              <a:solidFill>
                <a:srgbClr val="005825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50" b="1">
                  <a:cs typeface="+mn-ea"/>
                  <a:sym typeface="+mn-lt"/>
                </a:endParaRPr>
              </a:p>
            </p:txBody>
          </p:sp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6DD61D0D-8498-432F-932D-ADF5FD30970C}"/>
                  </a:ext>
                </a:extLst>
              </p:cNvPr>
              <p:cNvSpPr txBox="1"/>
              <p:nvPr/>
            </p:nvSpPr>
            <p:spPr>
              <a:xfrm>
                <a:off x="416209" y="348215"/>
                <a:ext cx="840245" cy="10519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3600" b="1" dirty="0">
                    <a:solidFill>
                      <a:srgbClr val="FCFCFC"/>
                    </a:solidFill>
                    <a:cs typeface="+mn-ea"/>
                    <a:sym typeface="+mn-lt"/>
                  </a:rPr>
                  <a:t>1</a:t>
                </a:r>
                <a:endParaRPr lang="zh-CN" altLang="en-US" sz="3600" b="1" dirty="0">
                  <a:solidFill>
                    <a:srgbClr val="FCFCFC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45036A13-C542-4D43-B32E-26EA4801BB61}"/>
                </a:ext>
              </a:extLst>
            </p:cNvPr>
            <p:cNvSpPr txBox="1"/>
            <p:nvPr/>
          </p:nvSpPr>
          <p:spPr>
            <a:xfrm>
              <a:off x="1182495" y="302049"/>
              <a:ext cx="28444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5825"/>
                  </a:solidFill>
                  <a:cs typeface="+mn-ea"/>
                  <a:sym typeface="+mn-lt"/>
                </a:rPr>
                <a:t>课题背景及内容</a:t>
              </a:r>
            </a:p>
          </p:txBody>
        </p:sp>
      </p:grp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155567E-A2CB-45C2-8E11-E9373EFAA595}"/>
              </a:ext>
            </a:extLst>
          </p:cNvPr>
          <p:cNvCxnSpPr/>
          <p:nvPr/>
        </p:nvCxnSpPr>
        <p:spPr>
          <a:xfrm>
            <a:off x="0" y="856047"/>
            <a:ext cx="12192000" cy="0"/>
          </a:xfrm>
          <a:prstGeom prst="line">
            <a:avLst/>
          </a:prstGeom>
          <a:ln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PA_组合 4">
            <a:extLst>
              <a:ext uri="{FF2B5EF4-FFF2-40B4-BE49-F238E27FC236}">
                <a16:creationId xmlns:a16="http://schemas.microsoft.com/office/drawing/2014/main" id="{C7C54A2D-F73D-4CF3-BF1C-F109E88E7A98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558702" y="1952213"/>
            <a:ext cx="3290873" cy="3667835"/>
            <a:chOff x="1558702" y="1952213"/>
            <a:chExt cx="3290873" cy="3667835"/>
          </a:xfrm>
        </p:grpSpPr>
        <p:grpSp>
          <p:nvGrpSpPr>
            <p:cNvPr id="13" name="Group 2">
              <a:extLst>
                <a:ext uri="{FF2B5EF4-FFF2-40B4-BE49-F238E27FC236}">
                  <a16:creationId xmlns:a16="http://schemas.microsoft.com/office/drawing/2014/main" id="{1A104103-3828-4720-9E89-2A082E5B9F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09568" y="2297259"/>
              <a:ext cx="2593018" cy="2970843"/>
              <a:chOff x="9530" y="-128"/>
              <a:chExt cx="4772164" cy="5466138"/>
            </a:xfrm>
          </p:grpSpPr>
          <p:sp>
            <p:nvSpPr>
              <p:cNvPr id="24" name="PA_Line 3">
                <a:extLst>
                  <a:ext uri="{FF2B5EF4-FFF2-40B4-BE49-F238E27FC236}">
                    <a16:creationId xmlns:a16="http://schemas.microsoft.com/office/drawing/2014/main" id="{703E6AA5-88D6-416A-90CA-1CBFA4FA3745}"/>
                  </a:ext>
                </a:extLst>
              </p:cNvPr>
              <p:cNvSpPr>
                <a:spLocks noChangeShapeType="1"/>
              </p:cNvSpPr>
              <p:nvPr>
                <p:custDataLst>
                  <p:tags r:id="rId28"/>
                </p:custDataLst>
              </p:nvPr>
            </p:nvSpPr>
            <p:spPr bwMode="auto">
              <a:xfrm flipH="1">
                <a:off x="2395610" y="-128"/>
                <a:ext cx="0" cy="5466138"/>
              </a:xfrm>
              <a:prstGeom prst="line">
                <a:avLst/>
              </a:prstGeom>
              <a:noFill/>
              <a:ln w="25400" cap="flat" cmpd="sng">
                <a:solidFill>
                  <a:sysClr val="window" lastClr="FFFFFF">
                    <a:lumMod val="75000"/>
                  </a:sys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pPr marL="0" marR="0" lvl="0" indent="0" algn="ctr" defTabSz="1088502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44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cs typeface="Helvetica" charset="0"/>
                  <a:sym typeface="Helvetica" charset="0"/>
                </a:endParaRPr>
              </a:p>
            </p:txBody>
          </p:sp>
          <p:sp>
            <p:nvSpPr>
              <p:cNvPr id="25" name="PA_Line 4">
                <a:extLst>
                  <a:ext uri="{FF2B5EF4-FFF2-40B4-BE49-F238E27FC236}">
                    <a16:creationId xmlns:a16="http://schemas.microsoft.com/office/drawing/2014/main" id="{9D7334E9-DBF9-4A48-A565-8B90101A44C6}"/>
                  </a:ext>
                </a:extLst>
              </p:cNvPr>
              <p:cNvSpPr>
                <a:spLocks noChangeShapeType="1"/>
              </p:cNvSpPr>
              <p:nvPr>
                <p:custDataLst>
                  <p:tags r:id="rId29"/>
                </p:custDataLst>
              </p:nvPr>
            </p:nvSpPr>
            <p:spPr bwMode="auto">
              <a:xfrm flipH="1">
                <a:off x="9530" y="1366406"/>
                <a:ext cx="4772164" cy="2733070"/>
              </a:xfrm>
              <a:prstGeom prst="line">
                <a:avLst/>
              </a:prstGeom>
              <a:noFill/>
              <a:ln w="25400" cap="flat" cmpd="sng">
                <a:solidFill>
                  <a:sysClr val="window" lastClr="FFFFFF">
                    <a:lumMod val="75000"/>
                  </a:sys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pPr marL="0" marR="0" lvl="0" indent="0" algn="ctr" defTabSz="1088502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44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cs typeface="Helvetica" charset="0"/>
                  <a:sym typeface="Helvetica" charset="0"/>
                </a:endParaRPr>
              </a:p>
            </p:txBody>
          </p:sp>
          <p:sp>
            <p:nvSpPr>
              <p:cNvPr id="26" name="PA_Line 5">
                <a:extLst>
                  <a:ext uri="{FF2B5EF4-FFF2-40B4-BE49-F238E27FC236}">
                    <a16:creationId xmlns:a16="http://schemas.microsoft.com/office/drawing/2014/main" id="{D0E67C9B-F660-4FB3-BA56-38224436ED9C}"/>
                  </a:ext>
                </a:extLst>
              </p:cNvPr>
              <p:cNvSpPr>
                <a:spLocks noChangeShapeType="1"/>
              </p:cNvSpPr>
              <p:nvPr>
                <p:custDataLst>
                  <p:tags r:id="rId30"/>
                </p:custDataLst>
              </p:nvPr>
            </p:nvSpPr>
            <p:spPr bwMode="auto">
              <a:xfrm flipH="1" flipV="1">
                <a:off x="9530" y="1366406"/>
                <a:ext cx="4772164" cy="2733070"/>
              </a:xfrm>
              <a:prstGeom prst="line">
                <a:avLst/>
              </a:prstGeom>
              <a:noFill/>
              <a:ln w="25400" cap="flat" cmpd="sng">
                <a:solidFill>
                  <a:sysClr val="window" lastClr="FFFFFF">
                    <a:lumMod val="75000"/>
                  </a:sys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pPr marL="0" marR="0" lvl="0" indent="0" algn="ctr" defTabSz="1088502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44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cs typeface="Helvetica" charset="0"/>
                  <a:sym typeface="Helvetica" charset="0"/>
                </a:endParaRPr>
              </a:p>
            </p:txBody>
          </p:sp>
        </p:grpSp>
        <p:grpSp>
          <p:nvGrpSpPr>
            <p:cNvPr id="14" name="Group 6">
              <a:extLst>
                <a:ext uri="{FF2B5EF4-FFF2-40B4-BE49-F238E27FC236}">
                  <a16:creationId xmlns:a16="http://schemas.microsoft.com/office/drawing/2014/main" id="{4ECF4B5F-1D6D-42E8-8B28-B739F49604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14478" y="3095177"/>
              <a:ext cx="1379320" cy="1381045"/>
              <a:chOff x="756" y="-512"/>
              <a:chExt cx="2538485" cy="2541023"/>
            </a:xfrm>
          </p:grpSpPr>
          <p:sp>
            <p:nvSpPr>
              <p:cNvPr id="22" name="PA_AutoShape 7">
                <a:extLst>
                  <a:ext uri="{FF2B5EF4-FFF2-40B4-BE49-F238E27FC236}">
                    <a16:creationId xmlns:a16="http://schemas.microsoft.com/office/drawing/2014/main" id="{0CDED16D-2C9B-4766-BAF6-DD796AC071DE}"/>
                  </a:ext>
                </a:extLst>
              </p:cNvPr>
              <p:cNvSpPr>
                <a:spLocks/>
              </p:cNvSpPr>
              <p:nvPr>
                <p:custDataLst>
                  <p:tags r:id="rId26"/>
                </p:custDataLst>
              </p:nvPr>
            </p:nvSpPr>
            <p:spPr bwMode="auto">
              <a:xfrm>
                <a:off x="756" y="-512"/>
                <a:ext cx="2538485" cy="2541023"/>
              </a:xfrm>
              <a:custGeom>
                <a:avLst/>
                <a:gdLst>
                  <a:gd name="T0" fmla="*/ 1269179 w 19679"/>
                  <a:gd name="T1" fmla="*/ 1394535 h 19679"/>
                  <a:gd name="T2" fmla="*/ 1269179 w 19679"/>
                  <a:gd name="T3" fmla="*/ 1394535 h 19679"/>
                  <a:gd name="T4" fmla="*/ 1269179 w 19679"/>
                  <a:gd name="T5" fmla="*/ 1394535 h 19679"/>
                  <a:gd name="T6" fmla="*/ 1269179 w 19679"/>
                  <a:gd name="T7" fmla="*/ 1394535 h 1967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679" h="19679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</a:path>
                </a:pathLst>
              </a:custGeom>
              <a:solidFill>
                <a:srgbClr val="005825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flat" cmpd="sng">
                    <a:solidFill>
                      <a:srgbClr val="000000"/>
                    </a:solidFill>
                    <a:prstDash val="solid"/>
                    <a:miter lim="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pPr marL="0" marR="0" lvl="0" indent="0" algn="ctr" defTabSz="108850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266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</a:endParaRPr>
              </a:p>
            </p:txBody>
          </p:sp>
          <p:sp>
            <p:nvSpPr>
              <p:cNvPr id="23" name="PA_AutoShape 8">
                <a:extLst>
                  <a:ext uri="{FF2B5EF4-FFF2-40B4-BE49-F238E27FC236}">
                    <a16:creationId xmlns:a16="http://schemas.microsoft.com/office/drawing/2014/main" id="{BF2DBB3B-1F2F-4908-8FB1-237E06F03C8F}"/>
                  </a:ext>
                </a:extLst>
              </p:cNvPr>
              <p:cNvSpPr>
                <a:spLocks/>
              </p:cNvSpPr>
              <p:nvPr>
                <p:custDataLst>
                  <p:tags r:id="rId27"/>
                </p:custDataLst>
              </p:nvPr>
            </p:nvSpPr>
            <p:spPr bwMode="auto">
              <a:xfrm>
                <a:off x="1005674" y="586733"/>
                <a:ext cx="528652" cy="1366534"/>
              </a:xfrm>
              <a:custGeom>
                <a:avLst/>
                <a:gdLst>
                  <a:gd name="T0" fmla="*/ 264326 w 21600"/>
                  <a:gd name="T1" fmla="*/ 683267 h 21600"/>
                  <a:gd name="T2" fmla="*/ 264326 w 21600"/>
                  <a:gd name="T3" fmla="*/ 683267 h 21600"/>
                  <a:gd name="T4" fmla="*/ 264326 w 21600"/>
                  <a:gd name="T5" fmla="*/ 683267 h 21600"/>
                  <a:gd name="T6" fmla="*/ 264326 w 21600"/>
                  <a:gd name="T7" fmla="*/ 683267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5899" y="3807"/>
                    </a:moveTo>
                    <a:lnTo>
                      <a:pt x="5701" y="3807"/>
                    </a:lnTo>
                    <a:cubicBezTo>
                      <a:pt x="2553" y="3809"/>
                      <a:pt x="0" y="4790"/>
                      <a:pt x="0" y="6001"/>
                    </a:cubicBezTo>
                    <a:lnTo>
                      <a:pt x="0" y="11708"/>
                    </a:lnTo>
                    <a:cubicBezTo>
                      <a:pt x="1" y="12111"/>
                      <a:pt x="852" y="12438"/>
                      <a:pt x="1901" y="12438"/>
                    </a:cubicBezTo>
                    <a:cubicBezTo>
                      <a:pt x="2950" y="12438"/>
                      <a:pt x="3801" y="12111"/>
                      <a:pt x="3801" y="11708"/>
                    </a:cubicBezTo>
                    <a:cubicBezTo>
                      <a:pt x="3801" y="11707"/>
                      <a:pt x="3801" y="11706"/>
                      <a:pt x="3801" y="11705"/>
                    </a:cubicBezTo>
                    <a:lnTo>
                      <a:pt x="3801" y="8762"/>
                    </a:lnTo>
                    <a:lnTo>
                      <a:pt x="3790" y="8762"/>
                    </a:lnTo>
                    <a:lnTo>
                      <a:pt x="3790" y="6809"/>
                    </a:lnTo>
                    <a:cubicBezTo>
                      <a:pt x="3790" y="6673"/>
                      <a:pt x="4081" y="6562"/>
                      <a:pt x="4433" y="6562"/>
                    </a:cubicBezTo>
                    <a:cubicBezTo>
                      <a:pt x="4789" y="6562"/>
                      <a:pt x="5076" y="6673"/>
                      <a:pt x="5076" y="6809"/>
                    </a:cubicBezTo>
                    <a:lnTo>
                      <a:pt x="5076" y="11811"/>
                    </a:lnTo>
                    <a:lnTo>
                      <a:pt x="5075" y="11811"/>
                    </a:lnTo>
                    <a:lnTo>
                      <a:pt x="5075" y="20671"/>
                    </a:lnTo>
                    <a:cubicBezTo>
                      <a:pt x="5075" y="21184"/>
                      <a:pt x="6158" y="21600"/>
                      <a:pt x="7494" y="21600"/>
                    </a:cubicBezTo>
                    <a:cubicBezTo>
                      <a:pt x="8830" y="21600"/>
                      <a:pt x="9913" y="21184"/>
                      <a:pt x="9913" y="20671"/>
                    </a:cubicBezTo>
                    <a:lnTo>
                      <a:pt x="9913" y="12560"/>
                    </a:lnTo>
                    <a:cubicBezTo>
                      <a:pt x="9945" y="12380"/>
                      <a:pt x="10327" y="12236"/>
                      <a:pt x="10800" y="12229"/>
                    </a:cubicBezTo>
                    <a:cubicBezTo>
                      <a:pt x="11273" y="12236"/>
                      <a:pt x="11655" y="12380"/>
                      <a:pt x="11687" y="12560"/>
                    </a:cubicBezTo>
                    <a:lnTo>
                      <a:pt x="11687" y="20671"/>
                    </a:lnTo>
                    <a:cubicBezTo>
                      <a:pt x="11687" y="21184"/>
                      <a:pt x="12770" y="21600"/>
                      <a:pt x="14106" y="21600"/>
                    </a:cubicBezTo>
                    <a:cubicBezTo>
                      <a:pt x="15442" y="21600"/>
                      <a:pt x="16525" y="21184"/>
                      <a:pt x="16525" y="20671"/>
                    </a:cubicBezTo>
                    <a:lnTo>
                      <a:pt x="16525" y="11811"/>
                    </a:lnTo>
                    <a:lnTo>
                      <a:pt x="16524" y="11811"/>
                    </a:lnTo>
                    <a:lnTo>
                      <a:pt x="16524" y="6809"/>
                    </a:lnTo>
                    <a:cubicBezTo>
                      <a:pt x="16524" y="6673"/>
                      <a:pt x="16811" y="6562"/>
                      <a:pt x="17167" y="6562"/>
                    </a:cubicBezTo>
                    <a:cubicBezTo>
                      <a:pt x="17519" y="6562"/>
                      <a:pt x="17810" y="6673"/>
                      <a:pt x="17810" y="6809"/>
                    </a:cubicBezTo>
                    <a:lnTo>
                      <a:pt x="17810" y="8762"/>
                    </a:lnTo>
                    <a:lnTo>
                      <a:pt x="17799" y="8762"/>
                    </a:lnTo>
                    <a:lnTo>
                      <a:pt x="17799" y="11705"/>
                    </a:lnTo>
                    <a:cubicBezTo>
                      <a:pt x="17799" y="11706"/>
                      <a:pt x="17799" y="11707"/>
                      <a:pt x="17799" y="11708"/>
                    </a:cubicBezTo>
                    <a:cubicBezTo>
                      <a:pt x="17799" y="12111"/>
                      <a:pt x="18650" y="12438"/>
                      <a:pt x="19699" y="12438"/>
                    </a:cubicBezTo>
                    <a:cubicBezTo>
                      <a:pt x="20748" y="12438"/>
                      <a:pt x="21599" y="12111"/>
                      <a:pt x="21600" y="11708"/>
                    </a:cubicBezTo>
                    <a:lnTo>
                      <a:pt x="21600" y="6001"/>
                    </a:lnTo>
                    <a:cubicBezTo>
                      <a:pt x="21600" y="4790"/>
                      <a:pt x="19047" y="3809"/>
                      <a:pt x="15899" y="3807"/>
                    </a:cubicBezTo>
                    <a:close/>
                    <a:moveTo>
                      <a:pt x="15076" y="1643"/>
                    </a:moveTo>
                    <a:cubicBezTo>
                      <a:pt x="15076" y="2551"/>
                      <a:pt x="13162" y="3286"/>
                      <a:pt x="10800" y="3286"/>
                    </a:cubicBezTo>
                    <a:cubicBezTo>
                      <a:pt x="8438" y="3286"/>
                      <a:pt x="6524" y="2551"/>
                      <a:pt x="6524" y="1643"/>
                    </a:cubicBezTo>
                    <a:cubicBezTo>
                      <a:pt x="6524" y="736"/>
                      <a:pt x="8438" y="0"/>
                      <a:pt x="10800" y="0"/>
                    </a:cubicBezTo>
                    <a:cubicBezTo>
                      <a:pt x="13162" y="0"/>
                      <a:pt x="15076" y="736"/>
                      <a:pt x="15076" y="164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flat" cmpd="sng">
                    <a:solidFill>
                      <a:srgbClr val="000000"/>
                    </a:solidFill>
                    <a:prstDash val="solid"/>
                    <a:miter lim="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pPr marL="0" marR="0" lvl="0" indent="0" algn="ctr" defTabSz="108850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266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</a:endParaRPr>
              </a:p>
            </p:txBody>
          </p:sp>
        </p:grpSp>
        <p:grpSp>
          <p:nvGrpSpPr>
            <p:cNvPr id="15" name="Group 9">
              <a:extLst>
                <a:ext uri="{FF2B5EF4-FFF2-40B4-BE49-F238E27FC236}">
                  <a16:creationId xmlns:a16="http://schemas.microsoft.com/office/drawing/2014/main" id="{64BC95C7-D197-4783-886F-5A009D20D7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58702" y="1952213"/>
              <a:ext cx="3290873" cy="3667835"/>
              <a:chOff x="-1" y="1586"/>
              <a:chExt cx="6056489" cy="6748553"/>
            </a:xfrm>
            <a:solidFill>
              <a:srgbClr val="005825"/>
            </a:solidFill>
          </p:grpSpPr>
          <p:sp>
            <p:nvSpPr>
              <p:cNvPr id="16" name="PA_AutoShape 10">
                <a:extLst>
                  <a:ext uri="{FF2B5EF4-FFF2-40B4-BE49-F238E27FC236}">
                    <a16:creationId xmlns:a16="http://schemas.microsoft.com/office/drawing/2014/main" id="{27271677-F40A-4112-BEFA-3FCA4CCECEEF}"/>
                  </a:ext>
                </a:extLst>
              </p:cNvPr>
              <p:cNvSpPr>
                <a:spLocks/>
              </p:cNvSpPr>
              <p:nvPr>
                <p:custDataLst>
                  <p:tags r:id="rId20"/>
                </p:custDataLst>
              </p:nvPr>
            </p:nvSpPr>
            <p:spPr bwMode="auto">
              <a:xfrm>
                <a:off x="2394020" y="1586"/>
                <a:ext cx="1268448" cy="1269718"/>
              </a:xfrm>
              <a:custGeom>
                <a:avLst/>
                <a:gdLst>
                  <a:gd name="T0" fmla="+- 0 10800 961"/>
                  <a:gd name="T1" fmla="*/ T0 w 19679"/>
                  <a:gd name="T2" fmla="+- 0 10800 961"/>
                  <a:gd name="T3" fmla="*/ 10800 h 19679"/>
                  <a:gd name="T4" fmla="+- 0 10800 961"/>
                  <a:gd name="T5" fmla="*/ T4 w 19679"/>
                  <a:gd name="T6" fmla="+- 0 10800 961"/>
                  <a:gd name="T7" fmla="*/ 10800 h 19679"/>
                  <a:gd name="T8" fmla="+- 0 10800 961"/>
                  <a:gd name="T9" fmla="*/ T8 w 19679"/>
                  <a:gd name="T10" fmla="+- 0 10800 961"/>
                  <a:gd name="T11" fmla="*/ 10800 h 19679"/>
                  <a:gd name="T12" fmla="+- 0 10800 961"/>
                  <a:gd name="T13" fmla="*/ T12 w 19679"/>
                  <a:gd name="T14" fmla="+- 0 10800 961"/>
                  <a:gd name="T15" fmla="*/ 10800 h 1967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19679" h="19679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flat" cmpd="sng">
                    <a:solidFill>
                      <a:srgbClr val="000000"/>
                    </a:solidFill>
                    <a:prstDash val="solid"/>
                    <a:miter lim="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pPr marL="0" marR="0" lvl="0" indent="0" algn="ctr" defTabSz="410751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61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cs typeface="Helvetica Neue Thin" charset="0"/>
                  </a:rPr>
                  <a:t>1</a:t>
                </a:r>
                <a:endParaRPr kumimoji="0" lang="en-US" sz="1266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cs typeface="Helvetica Neue Thin" charset="0"/>
                </a:endParaRPr>
              </a:p>
            </p:txBody>
          </p:sp>
          <p:sp>
            <p:nvSpPr>
              <p:cNvPr id="17" name="PA_AutoShape 11">
                <a:extLst>
                  <a:ext uri="{FF2B5EF4-FFF2-40B4-BE49-F238E27FC236}">
                    <a16:creationId xmlns:a16="http://schemas.microsoft.com/office/drawing/2014/main" id="{62C6D474-36D8-418F-9F5C-02B42F667E12}"/>
                  </a:ext>
                </a:extLst>
              </p:cNvPr>
              <p:cNvSpPr>
                <a:spLocks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2394018" y="5480421"/>
                <a:ext cx="1268450" cy="1269718"/>
              </a:xfrm>
              <a:custGeom>
                <a:avLst/>
                <a:gdLst>
                  <a:gd name="T0" fmla="+- 0 10800 961"/>
                  <a:gd name="T1" fmla="*/ T0 w 19679"/>
                  <a:gd name="T2" fmla="+- 0 10800 961"/>
                  <a:gd name="T3" fmla="*/ 10800 h 19679"/>
                  <a:gd name="T4" fmla="+- 0 10800 961"/>
                  <a:gd name="T5" fmla="*/ T4 w 19679"/>
                  <a:gd name="T6" fmla="+- 0 10800 961"/>
                  <a:gd name="T7" fmla="*/ 10800 h 19679"/>
                  <a:gd name="T8" fmla="+- 0 10800 961"/>
                  <a:gd name="T9" fmla="*/ T8 w 19679"/>
                  <a:gd name="T10" fmla="+- 0 10800 961"/>
                  <a:gd name="T11" fmla="*/ 10800 h 19679"/>
                  <a:gd name="T12" fmla="+- 0 10800 961"/>
                  <a:gd name="T13" fmla="*/ T12 w 19679"/>
                  <a:gd name="T14" fmla="+- 0 10800 961"/>
                  <a:gd name="T15" fmla="*/ 10800 h 1967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19679" h="19679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flat" cmpd="sng">
                    <a:solidFill>
                      <a:srgbClr val="000000"/>
                    </a:solidFill>
                    <a:prstDash val="solid"/>
                    <a:miter lim="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pPr marL="0" marR="0" lvl="0" indent="0" algn="ctr" defTabSz="410751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61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cs typeface="Helvetica Neue Thin" charset="0"/>
                  </a:rPr>
                  <a:t>4</a:t>
                </a:r>
                <a:endParaRPr kumimoji="0" lang="en-US" sz="1266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cs typeface="Helvetica Neue Thin" charset="0"/>
                </a:endParaRPr>
              </a:p>
            </p:txBody>
          </p:sp>
          <p:sp>
            <p:nvSpPr>
              <p:cNvPr id="18" name="PA_AutoShape 12">
                <a:extLst>
                  <a:ext uri="{FF2B5EF4-FFF2-40B4-BE49-F238E27FC236}">
                    <a16:creationId xmlns:a16="http://schemas.microsoft.com/office/drawing/2014/main" id="{A4AAE176-AE67-49E8-A492-F6A10B2A11DE}"/>
                  </a:ext>
                </a:extLst>
              </p:cNvPr>
              <p:cNvSpPr>
                <a:spLocks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-1" y="4123410"/>
                <a:ext cx="1270036" cy="1269718"/>
              </a:xfrm>
              <a:custGeom>
                <a:avLst/>
                <a:gdLst>
                  <a:gd name="T0" fmla="+- 0 10800 961"/>
                  <a:gd name="T1" fmla="*/ T0 w 19679"/>
                  <a:gd name="T2" fmla="+- 0 10800 961"/>
                  <a:gd name="T3" fmla="*/ 10800 h 19679"/>
                  <a:gd name="T4" fmla="+- 0 10800 961"/>
                  <a:gd name="T5" fmla="*/ T4 w 19679"/>
                  <a:gd name="T6" fmla="+- 0 10800 961"/>
                  <a:gd name="T7" fmla="*/ 10800 h 19679"/>
                  <a:gd name="T8" fmla="+- 0 10800 961"/>
                  <a:gd name="T9" fmla="*/ T8 w 19679"/>
                  <a:gd name="T10" fmla="+- 0 10800 961"/>
                  <a:gd name="T11" fmla="*/ 10800 h 19679"/>
                  <a:gd name="T12" fmla="+- 0 10800 961"/>
                  <a:gd name="T13" fmla="*/ T12 w 19679"/>
                  <a:gd name="T14" fmla="+- 0 10800 961"/>
                  <a:gd name="T15" fmla="*/ 10800 h 1967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19679" h="19679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flat" cmpd="sng">
                    <a:solidFill>
                      <a:srgbClr val="000000"/>
                    </a:solidFill>
                    <a:prstDash val="solid"/>
                    <a:miter lim="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pPr marL="0" marR="0" lvl="0" indent="0" algn="ctr" defTabSz="410751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61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cs typeface="Helvetica Neue Thin" charset="0"/>
                  </a:rPr>
                  <a:t>5</a:t>
                </a:r>
                <a:endParaRPr kumimoji="0" lang="en-US" sz="1266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cs typeface="Helvetica Neue Thin" charset="0"/>
                </a:endParaRPr>
              </a:p>
            </p:txBody>
          </p:sp>
          <p:sp>
            <p:nvSpPr>
              <p:cNvPr id="19" name="PA_AutoShape 13">
                <a:extLst>
                  <a:ext uri="{FF2B5EF4-FFF2-40B4-BE49-F238E27FC236}">
                    <a16:creationId xmlns:a16="http://schemas.microsoft.com/office/drawing/2014/main" id="{B20E8923-5BBB-4363-9481-B10DF950AA34}"/>
                  </a:ext>
                </a:extLst>
              </p:cNvPr>
              <p:cNvSpPr>
                <a:spLocks/>
              </p:cNvSpPr>
              <p:nvPr>
                <p:custDataLst>
                  <p:tags r:id="rId23"/>
                </p:custDataLst>
              </p:nvPr>
            </p:nvSpPr>
            <p:spPr bwMode="auto">
              <a:xfrm>
                <a:off x="4786452" y="4123410"/>
                <a:ext cx="1270036" cy="1269718"/>
              </a:xfrm>
              <a:custGeom>
                <a:avLst/>
                <a:gdLst>
                  <a:gd name="T0" fmla="+- 0 10800 961"/>
                  <a:gd name="T1" fmla="*/ T0 w 19679"/>
                  <a:gd name="T2" fmla="+- 0 10800 961"/>
                  <a:gd name="T3" fmla="*/ 10800 h 19679"/>
                  <a:gd name="T4" fmla="+- 0 10800 961"/>
                  <a:gd name="T5" fmla="*/ T4 w 19679"/>
                  <a:gd name="T6" fmla="+- 0 10800 961"/>
                  <a:gd name="T7" fmla="*/ 10800 h 19679"/>
                  <a:gd name="T8" fmla="+- 0 10800 961"/>
                  <a:gd name="T9" fmla="*/ T8 w 19679"/>
                  <a:gd name="T10" fmla="+- 0 10800 961"/>
                  <a:gd name="T11" fmla="*/ 10800 h 19679"/>
                  <a:gd name="T12" fmla="+- 0 10800 961"/>
                  <a:gd name="T13" fmla="*/ T12 w 19679"/>
                  <a:gd name="T14" fmla="+- 0 10800 961"/>
                  <a:gd name="T15" fmla="*/ 10800 h 1967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19679" h="19679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flat" cmpd="sng">
                    <a:solidFill>
                      <a:srgbClr val="000000"/>
                    </a:solidFill>
                    <a:prstDash val="solid"/>
                    <a:miter lim="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pPr marL="0" marR="0" lvl="0" indent="0" algn="ctr" defTabSz="410751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61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cs typeface="Helvetica Neue Thin" charset="0"/>
                  </a:rPr>
                  <a:t>3</a:t>
                </a:r>
                <a:endParaRPr kumimoji="0" lang="en-US" sz="1266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cs typeface="Helvetica Neue Thin" charset="0"/>
                </a:endParaRPr>
              </a:p>
            </p:txBody>
          </p:sp>
          <p:sp>
            <p:nvSpPr>
              <p:cNvPr id="20" name="PA_AutoShape 14">
                <a:extLst>
                  <a:ext uri="{FF2B5EF4-FFF2-40B4-BE49-F238E27FC236}">
                    <a16:creationId xmlns:a16="http://schemas.microsoft.com/office/drawing/2014/main" id="{5E6C5756-9509-4666-AE11-9472CE1D6D23}"/>
                  </a:ext>
                </a:extLst>
              </p:cNvPr>
              <p:cNvSpPr>
                <a:spLocks/>
              </p:cNvSpPr>
              <p:nvPr>
                <p:custDataLst>
                  <p:tags r:id="rId24"/>
                </p:custDataLst>
              </p:nvPr>
            </p:nvSpPr>
            <p:spPr bwMode="auto">
              <a:xfrm>
                <a:off x="-1" y="1357010"/>
                <a:ext cx="1270036" cy="1269718"/>
              </a:xfrm>
              <a:custGeom>
                <a:avLst/>
                <a:gdLst>
                  <a:gd name="T0" fmla="+- 0 10800 961"/>
                  <a:gd name="T1" fmla="*/ T0 w 19679"/>
                  <a:gd name="T2" fmla="+- 0 10800 961"/>
                  <a:gd name="T3" fmla="*/ 10800 h 19679"/>
                  <a:gd name="T4" fmla="+- 0 10800 961"/>
                  <a:gd name="T5" fmla="*/ T4 w 19679"/>
                  <a:gd name="T6" fmla="+- 0 10800 961"/>
                  <a:gd name="T7" fmla="*/ 10800 h 19679"/>
                  <a:gd name="T8" fmla="+- 0 10800 961"/>
                  <a:gd name="T9" fmla="*/ T8 w 19679"/>
                  <a:gd name="T10" fmla="+- 0 10800 961"/>
                  <a:gd name="T11" fmla="*/ 10800 h 19679"/>
                  <a:gd name="T12" fmla="+- 0 10800 961"/>
                  <a:gd name="T13" fmla="*/ T12 w 19679"/>
                  <a:gd name="T14" fmla="+- 0 10800 961"/>
                  <a:gd name="T15" fmla="*/ 10800 h 1967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19679" h="19679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flat" cmpd="sng">
                    <a:solidFill>
                      <a:srgbClr val="000000"/>
                    </a:solidFill>
                    <a:prstDash val="solid"/>
                    <a:miter lim="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pPr marL="0" marR="0" lvl="0" indent="0" algn="ctr" defTabSz="410751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61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cs typeface="Helvetica Neue Thin" charset="0"/>
                  </a:rPr>
                  <a:t>6</a:t>
                </a:r>
                <a:endParaRPr kumimoji="0" lang="en-US" sz="1266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cs typeface="Helvetica Neue Thin" charset="0"/>
                </a:endParaRPr>
              </a:p>
            </p:txBody>
          </p:sp>
          <p:sp>
            <p:nvSpPr>
              <p:cNvPr id="21" name="PA_AutoShape 15">
                <a:extLst>
                  <a:ext uri="{FF2B5EF4-FFF2-40B4-BE49-F238E27FC236}">
                    <a16:creationId xmlns:a16="http://schemas.microsoft.com/office/drawing/2014/main" id="{8267FBF9-2AC5-46A4-A838-C4EB5247611F}"/>
                  </a:ext>
                </a:extLst>
              </p:cNvPr>
              <p:cNvSpPr>
                <a:spLocks/>
              </p:cNvSpPr>
              <p:nvPr>
                <p:custDataLst>
                  <p:tags r:id="rId25"/>
                </p:custDataLst>
              </p:nvPr>
            </p:nvSpPr>
            <p:spPr bwMode="auto">
              <a:xfrm>
                <a:off x="4786452" y="1357009"/>
                <a:ext cx="1270036" cy="1269718"/>
              </a:xfrm>
              <a:custGeom>
                <a:avLst/>
                <a:gdLst>
                  <a:gd name="T0" fmla="+- 0 10800 961"/>
                  <a:gd name="T1" fmla="*/ T0 w 19679"/>
                  <a:gd name="T2" fmla="+- 0 10800 961"/>
                  <a:gd name="T3" fmla="*/ 10800 h 19679"/>
                  <a:gd name="T4" fmla="+- 0 10800 961"/>
                  <a:gd name="T5" fmla="*/ T4 w 19679"/>
                  <a:gd name="T6" fmla="+- 0 10800 961"/>
                  <a:gd name="T7" fmla="*/ 10800 h 19679"/>
                  <a:gd name="T8" fmla="+- 0 10800 961"/>
                  <a:gd name="T9" fmla="*/ T8 w 19679"/>
                  <a:gd name="T10" fmla="+- 0 10800 961"/>
                  <a:gd name="T11" fmla="*/ 10800 h 19679"/>
                  <a:gd name="T12" fmla="+- 0 10800 961"/>
                  <a:gd name="T13" fmla="*/ T12 w 19679"/>
                  <a:gd name="T14" fmla="+- 0 10800 961"/>
                  <a:gd name="T15" fmla="*/ 10800 h 1967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19679" h="19679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flat" cmpd="sng">
                    <a:solidFill>
                      <a:srgbClr val="000000"/>
                    </a:solidFill>
                    <a:prstDash val="solid"/>
                    <a:miter lim="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pPr marL="0" marR="0" lvl="0" indent="0" algn="ctr" defTabSz="410751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61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cs typeface="Helvetica Neue Thin" charset="0"/>
                  </a:rPr>
                  <a:t>2</a:t>
                </a:r>
                <a:endParaRPr kumimoji="0" lang="en-US" sz="1266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cs typeface="Helvetica Neue Thin" charset="0"/>
                </a:endParaRPr>
              </a:p>
            </p:txBody>
          </p:sp>
        </p:grpSp>
      </p:grpSp>
      <p:grpSp>
        <p:nvGrpSpPr>
          <p:cNvPr id="8" name="PA_组合 7">
            <a:extLst>
              <a:ext uri="{FF2B5EF4-FFF2-40B4-BE49-F238E27FC236}">
                <a16:creationId xmlns:a16="http://schemas.microsoft.com/office/drawing/2014/main" id="{98BC5D7D-23DC-4744-917E-8FCA84367FEA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5857687" y="1541670"/>
            <a:ext cx="5404696" cy="633078"/>
            <a:chOff x="5857687" y="1664181"/>
            <a:chExt cx="5404696" cy="633078"/>
          </a:xfrm>
        </p:grpSpPr>
        <p:sp>
          <p:nvSpPr>
            <p:cNvPr id="27" name="PA_椭圆 29">
              <a:extLst>
                <a:ext uri="{FF2B5EF4-FFF2-40B4-BE49-F238E27FC236}">
                  <a16:creationId xmlns:a16="http://schemas.microsoft.com/office/drawing/2014/main" id="{03EE812B-8DD6-4BE1-9BFC-BA4C5D92D33B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5857687" y="1664181"/>
              <a:ext cx="595086" cy="595086"/>
            </a:xfrm>
            <a:prstGeom prst="ellipse">
              <a:avLst/>
            </a:prstGeom>
            <a:solidFill>
              <a:srgbClr val="00582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08850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d-ID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28" name="PA_文本框 72">
              <a:extLst>
                <a:ext uri="{FF2B5EF4-FFF2-40B4-BE49-F238E27FC236}">
                  <a16:creationId xmlns:a16="http://schemas.microsoft.com/office/drawing/2014/main" id="{1F66600A-13A0-463E-B57E-4BAA8B6C1206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6545408" y="1687861"/>
              <a:ext cx="4716975" cy="6093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088502">
                <a:lnSpc>
                  <a:spcPct val="120000"/>
                </a:lnSpc>
              </a:pPr>
              <a:r>
                <a:rPr lang="zh-CN" altLang="en-US" sz="1400">
                  <a:solidFill>
                    <a:srgbClr val="34853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点击此处添加文本内容</a:t>
              </a:r>
              <a:r>
                <a:rPr lang="zh-CN" altLang="en-US" sz="1400" dirty="0">
                  <a:solidFill>
                    <a:srgbClr val="34853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，如关键词、部分简单介绍等。</a:t>
              </a:r>
              <a:r>
                <a:rPr lang="zh-CN" altLang="en-US" sz="1400">
                  <a:solidFill>
                    <a:srgbClr val="34853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点击此处添加文本内容</a:t>
              </a:r>
              <a:r>
                <a:rPr lang="zh-CN" altLang="en-US" sz="1400" dirty="0">
                  <a:solidFill>
                    <a:srgbClr val="34853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，如关键词、部分简单介绍等</a:t>
              </a:r>
            </a:p>
          </p:txBody>
        </p:sp>
      </p:grpSp>
      <p:grpSp>
        <p:nvGrpSpPr>
          <p:cNvPr id="9" name="PA_组合 8">
            <a:extLst>
              <a:ext uri="{FF2B5EF4-FFF2-40B4-BE49-F238E27FC236}">
                <a16:creationId xmlns:a16="http://schemas.microsoft.com/office/drawing/2014/main" id="{E69E37EE-A263-4F07-A38B-696EB4684CEA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5857687" y="2323036"/>
            <a:ext cx="5404696" cy="633078"/>
            <a:chOff x="5857687" y="2446899"/>
            <a:chExt cx="5404696" cy="633078"/>
          </a:xfrm>
        </p:grpSpPr>
        <p:sp>
          <p:nvSpPr>
            <p:cNvPr id="29" name="PA_椭圆 31">
              <a:extLst>
                <a:ext uri="{FF2B5EF4-FFF2-40B4-BE49-F238E27FC236}">
                  <a16:creationId xmlns:a16="http://schemas.microsoft.com/office/drawing/2014/main" id="{F551F579-F8C0-45CA-87B0-B1F76D239FD8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5857687" y="2446899"/>
              <a:ext cx="595086" cy="595086"/>
            </a:xfrm>
            <a:prstGeom prst="ellipse">
              <a:avLst/>
            </a:prstGeom>
            <a:solidFill>
              <a:srgbClr val="00582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08850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d-ID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30" name="PA_文本框 74">
              <a:extLst>
                <a:ext uri="{FF2B5EF4-FFF2-40B4-BE49-F238E27FC236}">
                  <a16:creationId xmlns:a16="http://schemas.microsoft.com/office/drawing/2014/main" id="{BC3DE9E8-0836-4443-8E35-B073AC7041A8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6545408" y="2470579"/>
              <a:ext cx="4716975" cy="6093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088502">
                <a:lnSpc>
                  <a:spcPct val="120000"/>
                </a:lnSpc>
              </a:pPr>
              <a:r>
                <a:rPr lang="zh-CN" altLang="en-US" sz="1400">
                  <a:solidFill>
                    <a:srgbClr val="34853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点击此处添加文本内容</a:t>
              </a:r>
              <a:r>
                <a:rPr lang="zh-CN" altLang="en-US" sz="1400" dirty="0">
                  <a:solidFill>
                    <a:srgbClr val="34853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，如关键词、部分简单介绍等。</a:t>
              </a:r>
              <a:r>
                <a:rPr lang="zh-CN" altLang="en-US" sz="1400">
                  <a:solidFill>
                    <a:srgbClr val="34853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点击此处添加文本内容</a:t>
              </a:r>
              <a:r>
                <a:rPr lang="zh-CN" altLang="en-US" sz="1400" dirty="0">
                  <a:solidFill>
                    <a:srgbClr val="34853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，如关键词、部分简单介绍等</a:t>
              </a:r>
            </a:p>
          </p:txBody>
        </p:sp>
      </p:grpSp>
      <p:grpSp>
        <p:nvGrpSpPr>
          <p:cNvPr id="10" name="PA_组合 9">
            <a:extLst>
              <a:ext uri="{FF2B5EF4-FFF2-40B4-BE49-F238E27FC236}">
                <a16:creationId xmlns:a16="http://schemas.microsoft.com/office/drawing/2014/main" id="{1AC63892-EFF6-4935-96D1-F0432E2DE821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5857687" y="3104402"/>
            <a:ext cx="5404696" cy="633078"/>
            <a:chOff x="5857687" y="3238041"/>
            <a:chExt cx="5404696" cy="633078"/>
          </a:xfrm>
        </p:grpSpPr>
        <p:sp>
          <p:nvSpPr>
            <p:cNvPr id="31" name="PA_椭圆 33">
              <a:extLst>
                <a:ext uri="{FF2B5EF4-FFF2-40B4-BE49-F238E27FC236}">
                  <a16:creationId xmlns:a16="http://schemas.microsoft.com/office/drawing/2014/main" id="{6B646421-E090-40E2-98E4-C5BE21812FF3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5857687" y="3238041"/>
              <a:ext cx="595086" cy="595086"/>
            </a:xfrm>
            <a:prstGeom prst="ellipse">
              <a:avLst/>
            </a:prstGeom>
            <a:solidFill>
              <a:srgbClr val="00582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08850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d-ID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32" name="PA_文本框 76">
              <a:extLst>
                <a:ext uri="{FF2B5EF4-FFF2-40B4-BE49-F238E27FC236}">
                  <a16:creationId xmlns:a16="http://schemas.microsoft.com/office/drawing/2014/main" id="{F82E9CEA-446D-484F-A45D-E7D16C585C27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6545408" y="3261721"/>
              <a:ext cx="4716975" cy="6093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088502">
                <a:lnSpc>
                  <a:spcPct val="120000"/>
                </a:lnSpc>
              </a:pPr>
              <a:r>
                <a:rPr lang="zh-CN" altLang="en-US" sz="1400">
                  <a:solidFill>
                    <a:srgbClr val="34853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点击此处添加文本内容</a:t>
              </a:r>
              <a:r>
                <a:rPr lang="zh-CN" altLang="en-US" sz="1400" dirty="0">
                  <a:solidFill>
                    <a:srgbClr val="34853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，如关键词、部分简单介绍等。</a:t>
              </a:r>
              <a:r>
                <a:rPr lang="zh-CN" altLang="en-US" sz="1400">
                  <a:solidFill>
                    <a:srgbClr val="34853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点击此处添加文本内容</a:t>
              </a:r>
              <a:r>
                <a:rPr lang="zh-CN" altLang="en-US" sz="1400" dirty="0">
                  <a:solidFill>
                    <a:srgbClr val="34853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，如关键词、部分简单介绍等</a:t>
              </a:r>
            </a:p>
          </p:txBody>
        </p:sp>
      </p:grpSp>
      <p:grpSp>
        <p:nvGrpSpPr>
          <p:cNvPr id="39" name="PA_组合 38">
            <a:extLst>
              <a:ext uri="{FF2B5EF4-FFF2-40B4-BE49-F238E27FC236}">
                <a16:creationId xmlns:a16="http://schemas.microsoft.com/office/drawing/2014/main" id="{BB3AB75D-6C8E-406C-A4F4-D7559F1F542B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5857687" y="3885768"/>
            <a:ext cx="5404696" cy="633078"/>
            <a:chOff x="5857687" y="4020759"/>
            <a:chExt cx="5404696" cy="633078"/>
          </a:xfrm>
        </p:grpSpPr>
        <p:sp>
          <p:nvSpPr>
            <p:cNvPr id="33" name="PA_椭圆 35">
              <a:extLst>
                <a:ext uri="{FF2B5EF4-FFF2-40B4-BE49-F238E27FC236}">
                  <a16:creationId xmlns:a16="http://schemas.microsoft.com/office/drawing/2014/main" id="{DB696F57-3C54-49E8-B876-38B2B71EB4A9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5857687" y="4020759"/>
              <a:ext cx="595086" cy="595086"/>
            </a:xfrm>
            <a:prstGeom prst="ellipse">
              <a:avLst/>
            </a:prstGeom>
            <a:solidFill>
              <a:srgbClr val="00582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08850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d-ID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34" name="PA_文本框 78">
              <a:extLst>
                <a:ext uri="{FF2B5EF4-FFF2-40B4-BE49-F238E27FC236}">
                  <a16:creationId xmlns:a16="http://schemas.microsoft.com/office/drawing/2014/main" id="{8C7AA2C4-EA75-4DD8-B92E-6F45555F2944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6545408" y="4044439"/>
              <a:ext cx="4716975" cy="6093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088502">
                <a:lnSpc>
                  <a:spcPct val="120000"/>
                </a:lnSpc>
              </a:pPr>
              <a:r>
                <a:rPr lang="zh-CN" altLang="en-US" sz="1400">
                  <a:solidFill>
                    <a:srgbClr val="34853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点击此处添加文本内容</a:t>
              </a:r>
              <a:r>
                <a:rPr lang="zh-CN" altLang="en-US" sz="1400" dirty="0">
                  <a:solidFill>
                    <a:srgbClr val="34853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，如关键词、部分简单介绍等。</a:t>
              </a:r>
              <a:r>
                <a:rPr lang="zh-CN" altLang="en-US" sz="1400">
                  <a:solidFill>
                    <a:srgbClr val="34853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点击此处添加文本内容</a:t>
              </a:r>
              <a:r>
                <a:rPr lang="zh-CN" altLang="en-US" sz="1400" dirty="0">
                  <a:solidFill>
                    <a:srgbClr val="34853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，如关键词、部分简单介绍等</a:t>
              </a:r>
            </a:p>
          </p:txBody>
        </p:sp>
      </p:grpSp>
      <p:grpSp>
        <p:nvGrpSpPr>
          <p:cNvPr id="40" name="PA_组合 39">
            <a:extLst>
              <a:ext uri="{FF2B5EF4-FFF2-40B4-BE49-F238E27FC236}">
                <a16:creationId xmlns:a16="http://schemas.microsoft.com/office/drawing/2014/main" id="{FDA49006-0C45-4C88-A428-6860B740E9AE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5857687" y="4667134"/>
            <a:ext cx="5404696" cy="633078"/>
            <a:chOff x="5857687" y="4788294"/>
            <a:chExt cx="5404696" cy="633078"/>
          </a:xfrm>
        </p:grpSpPr>
        <p:sp>
          <p:nvSpPr>
            <p:cNvPr id="35" name="PA_椭圆 37">
              <a:extLst>
                <a:ext uri="{FF2B5EF4-FFF2-40B4-BE49-F238E27FC236}">
                  <a16:creationId xmlns:a16="http://schemas.microsoft.com/office/drawing/2014/main" id="{ABC44F02-052D-4633-A5B0-66B8376246DD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5857687" y="4788294"/>
              <a:ext cx="595086" cy="595086"/>
            </a:xfrm>
            <a:prstGeom prst="ellipse">
              <a:avLst/>
            </a:prstGeom>
            <a:solidFill>
              <a:srgbClr val="00582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08850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d-ID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36" name="PA_文本框 80">
              <a:extLst>
                <a:ext uri="{FF2B5EF4-FFF2-40B4-BE49-F238E27FC236}">
                  <a16:creationId xmlns:a16="http://schemas.microsoft.com/office/drawing/2014/main" id="{7941671B-4F9E-49EB-B59D-226BC3E5E9B3}"/>
                </a:ext>
              </a:extLst>
            </p:cNvPr>
            <p:cNvSpPr txBox="1"/>
            <p:nvPr>
              <p:custDataLst>
                <p:tags r:id="rId11"/>
              </p:custDataLst>
            </p:nvPr>
          </p:nvSpPr>
          <p:spPr>
            <a:xfrm>
              <a:off x="6545408" y="4811974"/>
              <a:ext cx="4716975" cy="6093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088502">
                <a:lnSpc>
                  <a:spcPct val="120000"/>
                </a:lnSpc>
              </a:pPr>
              <a:r>
                <a:rPr lang="zh-CN" altLang="en-US" sz="1400">
                  <a:solidFill>
                    <a:srgbClr val="34853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点击此处添加文本内容</a:t>
              </a:r>
              <a:r>
                <a:rPr lang="zh-CN" altLang="en-US" sz="1400" dirty="0">
                  <a:solidFill>
                    <a:srgbClr val="34853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，如关键词、部分简单介绍等。</a:t>
              </a:r>
              <a:r>
                <a:rPr lang="zh-CN" altLang="en-US" sz="1400">
                  <a:solidFill>
                    <a:srgbClr val="34853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点击此处添加文本内容</a:t>
              </a:r>
              <a:r>
                <a:rPr lang="zh-CN" altLang="en-US" sz="1400" dirty="0">
                  <a:solidFill>
                    <a:srgbClr val="34853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，如关键词、部分简单介绍等</a:t>
              </a:r>
            </a:p>
          </p:txBody>
        </p:sp>
      </p:grpSp>
      <p:grpSp>
        <p:nvGrpSpPr>
          <p:cNvPr id="41" name="PA_组合 40">
            <a:extLst>
              <a:ext uri="{FF2B5EF4-FFF2-40B4-BE49-F238E27FC236}">
                <a16:creationId xmlns:a16="http://schemas.microsoft.com/office/drawing/2014/main" id="{A0CD4D46-A57B-4921-8FBD-CB7D5EF0340D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5857687" y="5448501"/>
            <a:ext cx="5404696" cy="633078"/>
            <a:chOff x="5857687" y="5571012"/>
            <a:chExt cx="5404696" cy="633078"/>
          </a:xfrm>
        </p:grpSpPr>
        <p:sp>
          <p:nvSpPr>
            <p:cNvPr id="37" name="PA_椭圆 39">
              <a:extLst>
                <a:ext uri="{FF2B5EF4-FFF2-40B4-BE49-F238E27FC236}">
                  <a16:creationId xmlns:a16="http://schemas.microsoft.com/office/drawing/2014/main" id="{25F334FD-E2E7-4043-A66A-B44F1018DD96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5857687" y="5571012"/>
              <a:ext cx="595086" cy="595086"/>
            </a:xfrm>
            <a:prstGeom prst="ellipse">
              <a:avLst/>
            </a:prstGeom>
            <a:solidFill>
              <a:srgbClr val="00582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08850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d-ID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38" name="PA_文本框 82">
              <a:extLst>
                <a:ext uri="{FF2B5EF4-FFF2-40B4-BE49-F238E27FC236}">
                  <a16:creationId xmlns:a16="http://schemas.microsoft.com/office/drawing/2014/main" id="{F0374B50-692E-4588-BE08-3BCF7812DE9D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6545408" y="5594692"/>
              <a:ext cx="4716975" cy="6093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088502">
                <a:lnSpc>
                  <a:spcPct val="120000"/>
                </a:lnSpc>
              </a:pPr>
              <a:r>
                <a:rPr lang="zh-CN" altLang="en-US" sz="1400">
                  <a:solidFill>
                    <a:srgbClr val="34853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点击此处添加文本内容</a:t>
              </a:r>
              <a:r>
                <a:rPr lang="zh-CN" altLang="en-US" sz="1400" dirty="0">
                  <a:solidFill>
                    <a:srgbClr val="34853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，如关键词、部分简单介绍等。</a:t>
              </a:r>
              <a:r>
                <a:rPr lang="zh-CN" altLang="en-US" sz="1400">
                  <a:solidFill>
                    <a:srgbClr val="34853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点击此处添加文本内容</a:t>
              </a:r>
              <a:r>
                <a:rPr lang="zh-CN" altLang="en-US" sz="1400" dirty="0">
                  <a:solidFill>
                    <a:srgbClr val="34853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，如关键词、部分简单介绍等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517081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01941A8-297C-46C8-ACA8-DEFDA647CE5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3" b="78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A45C51C2-8799-4003-B53D-F6EA701948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8350D1AA-026B-4156-BB16-071519B7E5AE}"/>
              </a:ext>
            </a:extLst>
          </p:cNvPr>
          <p:cNvGrpSpPr/>
          <p:nvPr/>
        </p:nvGrpSpPr>
        <p:grpSpPr>
          <a:xfrm>
            <a:off x="1533014" y="1787979"/>
            <a:ext cx="2711450" cy="2711450"/>
            <a:chOff x="-1266371" y="4076700"/>
            <a:chExt cx="4165600" cy="4165600"/>
          </a:xfrm>
          <a:solidFill>
            <a:schemeClr val="bg1"/>
          </a:solidFill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1AD59D2-1212-436E-9DD6-F475B0C2B8F7}"/>
                </a:ext>
              </a:extLst>
            </p:cNvPr>
            <p:cNvSpPr/>
            <p:nvPr/>
          </p:nvSpPr>
          <p:spPr>
            <a:xfrm>
              <a:off x="-1025071" y="4318000"/>
              <a:ext cx="3683000" cy="3683000"/>
            </a:xfrm>
            <a:prstGeom prst="ellipse">
              <a:avLst/>
            </a:prstGeom>
            <a:solidFill>
              <a:srgbClr val="00582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301B6EDD-1F85-4455-AA24-AA55A34CD836}"/>
                </a:ext>
              </a:extLst>
            </p:cNvPr>
            <p:cNvGrpSpPr/>
            <p:nvPr/>
          </p:nvGrpSpPr>
          <p:grpSpPr>
            <a:xfrm>
              <a:off x="-1266371" y="4076700"/>
              <a:ext cx="4165600" cy="4165600"/>
              <a:chOff x="-1266371" y="4076700"/>
              <a:chExt cx="4165600" cy="4165600"/>
            </a:xfrm>
            <a:grpFill/>
          </p:grpSpPr>
          <p:sp>
            <p:nvSpPr>
              <p:cNvPr id="9" name="椭圆 8">
                <a:extLst>
                  <a:ext uri="{FF2B5EF4-FFF2-40B4-BE49-F238E27FC236}">
                    <a16:creationId xmlns:a16="http://schemas.microsoft.com/office/drawing/2014/main" id="{11B19CFD-D0C6-4A21-AB14-28AE46DBEA49}"/>
                  </a:ext>
                </a:extLst>
              </p:cNvPr>
              <p:cNvSpPr/>
              <p:nvPr/>
            </p:nvSpPr>
            <p:spPr>
              <a:xfrm>
                <a:off x="2697616" y="5348316"/>
                <a:ext cx="161925" cy="16192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" name="椭圆 9">
                <a:extLst>
                  <a:ext uri="{FF2B5EF4-FFF2-40B4-BE49-F238E27FC236}">
                    <a16:creationId xmlns:a16="http://schemas.microsoft.com/office/drawing/2014/main" id="{4C70DB45-43BA-469E-9973-A696FF12A598}"/>
                  </a:ext>
                </a:extLst>
              </p:cNvPr>
              <p:cNvSpPr/>
              <p:nvPr/>
            </p:nvSpPr>
            <p:spPr>
              <a:xfrm>
                <a:off x="-1266371" y="4076700"/>
                <a:ext cx="4165600" cy="4165600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" name="椭圆 10">
                <a:extLst>
                  <a:ext uri="{FF2B5EF4-FFF2-40B4-BE49-F238E27FC236}">
                    <a16:creationId xmlns:a16="http://schemas.microsoft.com/office/drawing/2014/main" id="{21C30209-3117-401A-BEFF-36BAF915C26E}"/>
                  </a:ext>
                </a:extLst>
              </p:cNvPr>
              <p:cNvSpPr/>
              <p:nvPr/>
            </p:nvSpPr>
            <p:spPr>
              <a:xfrm>
                <a:off x="-920228" y="7346082"/>
                <a:ext cx="161925" cy="16192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D9BD5783-EA3D-432D-98F4-73DCCD0E54ED}"/>
              </a:ext>
            </a:extLst>
          </p:cNvPr>
          <p:cNvSpPr txBox="1"/>
          <p:nvPr/>
        </p:nvSpPr>
        <p:spPr>
          <a:xfrm>
            <a:off x="1977032" y="2536425"/>
            <a:ext cx="18234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cs typeface="+mn-ea"/>
                <a:sym typeface="+mn-lt"/>
              </a:rPr>
              <a:t>PART ONE </a:t>
            </a:r>
            <a:endParaRPr lang="zh-CN" altLang="en-US" sz="20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FEA0A94-6315-4D8A-B6B6-C99704856311}"/>
              </a:ext>
            </a:extLst>
          </p:cNvPr>
          <p:cNvSpPr txBox="1"/>
          <p:nvPr/>
        </p:nvSpPr>
        <p:spPr>
          <a:xfrm>
            <a:off x="2297179" y="2913471"/>
            <a:ext cx="118312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600" dirty="0">
                <a:solidFill>
                  <a:schemeClr val="bg1"/>
                </a:solidFill>
                <a:cs typeface="+mn-ea"/>
                <a:sym typeface="+mn-lt"/>
              </a:rPr>
              <a:t>03</a:t>
            </a:r>
            <a:endParaRPr lang="zh-CN" altLang="en-US" sz="6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0D850C1-93B2-4FD5-9976-5A5ACB616255}"/>
              </a:ext>
            </a:extLst>
          </p:cNvPr>
          <p:cNvSpPr txBox="1"/>
          <p:nvPr/>
        </p:nvSpPr>
        <p:spPr>
          <a:xfrm>
            <a:off x="4722954" y="2275947"/>
            <a:ext cx="58895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000" b="1" dirty="0">
                <a:solidFill>
                  <a:schemeClr val="bg1"/>
                </a:solidFill>
                <a:cs typeface="+mn-ea"/>
                <a:sym typeface="+mn-lt"/>
              </a:rPr>
              <a:t>课题现状及发展情况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739D3B7-E39C-4CCB-BD09-764B7684BF67}"/>
              </a:ext>
            </a:extLst>
          </p:cNvPr>
          <p:cNvSpPr/>
          <p:nvPr/>
        </p:nvSpPr>
        <p:spPr>
          <a:xfrm>
            <a:off x="4722953" y="3208418"/>
            <a:ext cx="6007057" cy="6987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>
                    <a:lumMod val="85000"/>
                  </a:schemeClr>
                </a:solidFill>
                <a:cs typeface="+mn-ea"/>
                <a:sym typeface="+mn-lt"/>
              </a:rPr>
              <a:t>CLICK HERE TO ADD TITLECLICK HERE TO ADD TITLECLICK HERE TO ADD TITLECLICK HERE TO ADD TITLE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9CFA2CBE-CB80-4C97-97B7-ADC07883D659}"/>
              </a:ext>
            </a:extLst>
          </p:cNvPr>
          <p:cNvSpPr/>
          <p:nvPr/>
        </p:nvSpPr>
        <p:spPr>
          <a:xfrm flipV="1">
            <a:off x="9666538" y="-1010229"/>
            <a:ext cx="1915862" cy="19158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22257E28-94C3-47D4-B0CC-A11E5F8A0396}"/>
              </a:ext>
            </a:extLst>
          </p:cNvPr>
          <p:cNvSpPr/>
          <p:nvPr/>
        </p:nvSpPr>
        <p:spPr>
          <a:xfrm flipV="1">
            <a:off x="9252140" y="6146430"/>
            <a:ext cx="1923860" cy="192386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3A187CD3-C255-44E5-99D7-53041341D47E}"/>
              </a:ext>
            </a:extLst>
          </p:cNvPr>
          <p:cNvSpPr/>
          <p:nvPr/>
        </p:nvSpPr>
        <p:spPr>
          <a:xfrm flipV="1">
            <a:off x="4659086" y="1296949"/>
            <a:ext cx="440600" cy="440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D4C17FE2-46BA-4ED9-AC10-A28D87181D0E}"/>
              </a:ext>
            </a:extLst>
          </p:cNvPr>
          <p:cNvSpPr/>
          <p:nvPr/>
        </p:nvSpPr>
        <p:spPr>
          <a:xfrm flipV="1">
            <a:off x="7089355" y="5210066"/>
            <a:ext cx="407924" cy="40792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C6BFB125-2CDE-4992-8530-468EDF4C8EF3}"/>
              </a:ext>
            </a:extLst>
          </p:cNvPr>
          <p:cNvSpPr/>
          <p:nvPr/>
        </p:nvSpPr>
        <p:spPr>
          <a:xfrm flipV="1">
            <a:off x="1690080" y="5500914"/>
            <a:ext cx="234152" cy="23415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471B3253-004D-444A-8D11-5AB16BB5FFB0}"/>
              </a:ext>
            </a:extLst>
          </p:cNvPr>
          <p:cNvGrpSpPr/>
          <p:nvPr/>
        </p:nvGrpSpPr>
        <p:grpSpPr>
          <a:xfrm>
            <a:off x="4872136" y="3077593"/>
            <a:ext cx="5680075" cy="45719"/>
            <a:chOff x="5029200" y="2769580"/>
            <a:chExt cx="5680075" cy="45719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51ACA493-4156-4F92-858A-898DEE2B1382}"/>
                </a:ext>
              </a:extLst>
            </p:cNvPr>
            <p:cNvSpPr/>
            <p:nvPr/>
          </p:nvSpPr>
          <p:spPr>
            <a:xfrm>
              <a:off x="5029200" y="2769580"/>
              <a:ext cx="723900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8751051D-FEB5-40D2-8B4C-905715299A03}"/>
                </a:ext>
              </a:extLst>
            </p:cNvPr>
            <p:cNvCxnSpPr/>
            <p:nvPr/>
          </p:nvCxnSpPr>
          <p:spPr>
            <a:xfrm>
              <a:off x="5711825" y="2792439"/>
              <a:ext cx="499745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234368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9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52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53" presetClass="entr" presetSubtype="52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52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53" presetClass="entr" presetSubtype="52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7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/>
      <p:bldP spid="13" grpId="0"/>
      <p:bldP spid="14" grpId="0"/>
      <p:bldP spid="15" grpId="0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图片 63">
            <a:extLst>
              <a:ext uri="{FF2B5EF4-FFF2-40B4-BE49-F238E27FC236}">
                <a16:creationId xmlns:a16="http://schemas.microsoft.com/office/drawing/2014/main" id="{3B67F843-08A8-4E3B-80F9-AF5591D28CA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3" b="78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5" name="矩形 64">
            <a:extLst>
              <a:ext uri="{FF2B5EF4-FFF2-40B4-BE49-F238E27FC236}">
                <a16:creationId xmlns:a16="http://schemas.microsoft.com/office/drawing/2014/main" id="{7D6B3F08-FEEB-43A5-BDE7-EC95A07E8EF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D0D41A9-C451-4D36-9614-D42257C7A75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5570" y="179061"/>
            <a:ext cx="2162258" cy="5455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3E36ADF9-64AB-4450-A972-DC03712A0BE9}"/>
              </a:ext>
            </a:extLst>
          </p:cNvPr>
          <p:cNvGrpSpPr/>
          <p:nvPr/>
        </p:nvGrpSpPr>
        <p:grpSpPr>
          <a:xfrm>
            <a:off x="229435" y="144004"/>
            <a:ext cx="3658643" cy="646331"/>
            <a:chOff x="368331" y="209716"/>
            <a:chExt cx="3658643" cy="646331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B81BBF6F-960C-4894-9188-B0BC95D25783}"/>
                </a:ext>
              </a:extLst>
            </p:cNvPr>
            <p:cNvGrpSpPr/>
            <p:nvPr/>
          </p:nvGrpSpPr>
          <p:grpSpPr>
            <a:xfrm>
              <a:off x="368331" y="209716"/>
              <a:ext cx="575110" cy="646331"/>
              <a:chOff x="368331" y="348215"/>
              <a:chExt cx="936000" cy="1051912"/>
            </a:xfrm>
          </p:grpSpPr>
          <p:sp>
            <p:nvSpPr>
              <p:cNvPr id="59" name="椭圆 58">
                <a:extLst>
                  <a:ext uri="{FF2B5EF4-FFF2-40B4-BE49-F238E27FC236}">
                    <a16:creationId xmlns:a16="http://schemas.microsoft.com/office/drawing/2014/main" id="{A5D48676-B157-4558-951B-BFB4E5889968}"/>
                  </a:ext>
                </a:extLst>
              </p:cNvPr>
              <p:cNvSpPr/>
              <p:nvPr/>
            </p:nvSpPr>
            <p:spPr>
              <a:xfrm>
                <a:off x="368331" y="388046"/>
                <a:ext cx="936000" cy="936000"/>
              </a:xfrm>
              <a:prstGeom prst="ellipse">
                <a:avLst/>
              </a:prstGeom>
              <a:solidFill>
                <a:srgbClr val="005825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50" b="1">
                  <a:cs typeface="+mn-ea"/>
                  <a:sym typeface="+mn-lt"/>
                </a:endParaRPr>
              </a:p>
            </p:txBody>
          </p:sp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6DD61D0D-8498-432F-932D-ADF5FD30970C}"/>
                  </a:ext>
                </a:extLst>
              </p:cNvPr>
              <p:cNvSpPr txBox="1"/>
              <p:nvPr/>
            </p:nvSpPr>
            <p:spPr>
              <a:xfrm>
                <a:off x="416209" y="348215"/>
                <a:ext cx="840245" cy="10519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3600" b="1" dirty="0">
                    <a:solidFill>
                      <a:srgbClr val="FCFCFC"/>
                    </a:solidFill>
                    <a:cs typeface="+mn-ea"/>
                    <a:sym typeface="+mn-lt"/>
                  </a:rPr>
                  <a:t>1</a:t>
                </a:r>
                <a:endParaRPr lang="zh-CN" altLang="en-US" sz="3600" b="1" dirty="0">
                  <a:solidFill>
                    <a:srgbClr val="FCFCFC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45036A13-C542-4D43-B32E-26EA4801BB61}"/>
                </a:ext>
              </a:extLst>
            </p:cNvPr>
            <p:cNvSpPr txBox="1"/>
            <p:nvPr/>
          </p:nvSpPr>
          <p:spPr>
            <a:xfrm>
              <a:off x="1182495" y="302049"/>
              <a:ext cx="28444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5825"/>
                  </a:solidFill>
                  <a:cs typeface="+mn-ea"/>
                  <a:sym typeface="+mn-lt"/>
                </a:rPr>
                <a:t>课题背景及内容</a:t>
              </a:r>
            </a:p>
          </p:txBody>
        </p:sp>
      </p:grp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155567E-A2CB-45C2-8E11-E9373EFAA595}"/>
              </a:ext>
            </a:extLst>
          </p:cNvPr>
          <p:cNvCxnSpPr/>
          <p:nvPr/>
        </p:nvCxnSpPr>
        <p:spPr>
          <a:xfrm>
            <a:off x="0" y="856047"/>
            <a:ext cx="12192000" cy="0"/>
          </a:xfrm>
          <a:prstGeom prst="line">
            <a:avLst/>
          </a:prstGeom>
          <a:ln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4F9510CC-4A26-4174-955A-7ED56857E2D5}"/>
              </a:ext>
            </a:extLst>
          </p:cNvPr>
          <p:cNvSpPr/>
          <p:nvPr/>
        </p:nvSpPr>
        <p:spPr>
          <a:xfrm>
            <a:off x="7325612" y="4707528"/>
            <a:ext cx="2517112" cy="1103361"/>
          </a:xfrm>
          <a:prstGeom prst="rect">
            <a:avLst/>
          </a:prstGeom>
        </p:spPr>
        <p:txBody>
          <a:bodyPr wrap="square" lIns="68562" tIns="34281" rIns="68562" bIns="34281">
            <a:spAutoFit/>
          </a:bodyPr>
          <a:lstStyle/>
          <a:p>
            <a:pPr defTabSz="914400">
              <a:lnSpc>
                <a:spcPct val="120000"/>
              </a:lnSpc>
            </a:pPr>
            <a:r>
              <a:rPr lang="zh-CN" altLang="en-US" sz="1400" dirty="0">
                <a:solidFill>
                  <a:srgbClr val="00582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点击此处添加文本内容，如关键词、部分简单介绍等。点击此处添加文本内容，如关键词、部分简单介绍等。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66C9943-141E-46A3-B5D9-393FE771CA6B}"/>
              </a:ext>
            </a:extLst>
          </p:cNvPr>
          <p:cNvSpPr/>
          <p:nvPr/>
        </p:nvSpPr>
        <p:spPr>
          <a:xfrm>
            <a:off x="1090720" y="2564799"/>
            <a:ext cx="2517112" cy="1103361"/>
          </a:xfrm>
          <a:prstGeom prst="rect">
            <a:avLst/>
          </a:prstGeom>
        </p:spPr>
        <p:txBody>
          <a:bodyPr wrap="square" lIns="68562" tIns="34281" rIns="68562" bIns="34281">
            <a:spAutoFit/>
          </a:bodyPr>
          <a:lstStyle/>
          <a:p>
            <a:pPr algn="r" defTabSz="914400">
              <a:lnSpc>
                <a:spcPct val="120000"/>
              </a:lnSpc>
            </a:pPr>
            <a:r>
              <a:rPr lang="zh-CN" altLang="en-US" sz="1400" dirty="0">
                <a:solidFill>
                  <a:srgbClr val="00582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点击此处添加文本内容，如关键词、部分简单介绍等。点击此处添加文本内容，如关键词、部分简单介绍等。</a:t>
            </a:r>
          </a:p>
        </p:txBody>
      </p:sp>
      <p:sp>
        <p:nvSpPr>
          <p:cNvPr id="14" name="Oval 274">
            <a:extLst>
              <a:ext uri="{FF2B5EF4-FFF2-40B4-BE49-F238E27FC236}">
                <a16:creationId xmlns:a16="http://schemas.microsoft.com/office/drawing/2014/main" id="{0A3AB333-C505-4B60-BAFF-53A8FC8874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3582" y="2013218"/>
            <a:ext cx="2246665" cy="2248080"/>
          </a:xfrm>
          <a:prstGeom prst="ellipse">
            <a:avLst/>
          </a:prstGeom>
          <a:solidFill>
            <a:srgbClr val="9BBB59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15" name="Oval 276">
            <a:extLst>
              <a:ext uri="{FF2B5EF4-FFF2-40B4-BE49-F238E27FC236}">
                <a16:creationId xmlns:a16="http://schemas.microsoft.com/office/drawing/2014/main" id="{DA9CF563-ADCE-40F1-9F62-046701F2F8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8555" y="1882920"/>
            <a:ext cx="2739279" cy="2739606"/>
          </a:xfrm>
          <a:prstGeom prst="ellipse">
            <a:avLst/>
          </a:prstGeom>
          <a:solidFill>
            <a:srgbClr val="005825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16" name="Oval 277">
            <a:extLst>
              <a:ext uri="{FF2B5EF4-FFF2-40B4-BE49-F238E27FC236}">
                <a16:creationId xmlns:a16="http://schemas.microsoft.com/office/drawing/2014/main" id="{071D3393-9F14-453D-AC74-77D5435238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1565" y="3529893"/>
            <a:ext cx="2301433" cy="2301235"/>
          </a:xfrm>
          <a:prstGeom prst="ellipse">
            <a:avLst/>
          </a:prstGeom>
          <a:solidFill>
            <a:srgbClr val="348534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4700096-F146-49B6-9CC4-A047FEAE32D6}"/>
              </a:ext>
            </a:extLst>
          </p:cNvPr>
          <p:cNvSpPr/>
          <p:nvPr/>
        </p:nvSpPr>
        <p:spPr>
          <a:xfrm>
            <a:off x="4863539" y="4280657"/>
            <a:ext cx="1837484" cy="7997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914400">
              <a:lnSpc>
                <a:spcPct val="120000"/>
              </a:lnSpc>
            </a:pPr>
            <a:r>
              <a:rPr lang="zh-CN" altLang="en-US" sz="2000" b="1" kern="0" dirty="0">
                <a:solidFill>
                  <a:srgbClr val="F8F8F8"/>
                </a:solidFill>
                <a:latin typeface="微软雅黑" panose="020B0503020204020204" pitchFamily="34" charset="-122"/>
              </a:rPr>
              <a:t>输入</a:t>
            </a:r>
            <a:endParaRPr lang="en-US" altLang="zh-CN" sz="2000" b="1" kern="0" dirty="0">
              <a:solidFill>
                <a:srgbClr val="F8F8F8"/>
              </a:solidFill>
              <a:latin typeface="微软雅黑" panose="020B0503020204020204" pitchFamily="34" charset="-122"/>
            </a:endParaRPr>
          </a:p>
          <a:p>
            <a:pPr lvl="0" algn="ctr" defTabSz="914400">
              <a:lnSpc>
                <a:spcPct val="120000"/>
              </a:lnSpc>
            </a:pPr>
            <a:r>
              <a:rPr lang="zh-CN" altLang="en-US" sz="2000" b="1" kern="0" dirty="0">
                <a:solidFill>
                  <a:srgbClr val="F8F8F8"/>
                </a:solidFill>
                <a:latin typeface="微软雅黑" panose="020B0503020204020204" pitchFamily="34" charset="-122"/>
              </a:rPr>
              <a:t>标题文字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微软雅黑" panose="020B0503020204020204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E5C3F0E-3D2D-4AF4-BD8B-7A8F4627D472}"/>
              </a:ext>
            </a:extLst>
          </p:cNvPr>
          <p:cNvSpPr/>
          <p:nvPr/>
        </p:nvSpPr>
        <p:spPr>
          <a:xfrm>
            <a:off x="8584168" y="2564799"/>
            <a:ext cx="2517112" cy="1103361"/>
          </a:xfrm>
          <a:prstGeom prst="rect">
            <a:avLst/>
          </a:prstGeom>
        </p:spPr>
        <p:txBody>
          <a:bodyPr wrap="square" lIns="68562" tIns="34281" rIns="68562" bIns="34281">
            <a:spAutoFit/>
          </a:bodyPr>
          <a:lstStyle/>
          <a:p>
            <a:pPr defTabSz="914400">
              <a:lnSpc>
                <a:spcPct val="120000"/>
              </a:lnSpc>
            </a:pPr>
            <a:r>
              <a:rPr lang="zh-CN" altLang="en-US" sz="1400" dirty="0">
                <a:solidFill>
                  <a:srgbClr val="00582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点击此处添加文本内容，如关键词、部分简单介绍等。点击此处添加文本内容，如关键词、部分简单介绍等。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A7999CA-3A70-481A-A713-9274A662E449}"/>
              </a:ext>
            </a:extLst>
          </p:cNvPr>
          <p:cNvSpPr/>
          <p:nvPr/>
        </p:nvSpPr>
        <p:spPr>
          <a:xfrm>
            <a:off x="6029452" y="2702017"/>
            <a:ext cx="1837484" cy="7997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914400">
              <a:lnSpc>
                <a:spcPct val="120000"/>
              </a:lnSpc>
            </a:pPr>
            <a:r>
              <a:rPr lang="zh-CN" altLang="en-US" sz="2000" b="1" kern="0" dirty="0">
                <a:solidFill>
                  <a:srgbClr val="F8F8F8"/>
                </a:solidFill>
                <a:latin typeface="微软雅黑" panose="020B0503020204020204" pitchFamily="34" charset="-122"/>
              </a:rPr>
              <a:t>输入</a:t>
            </a:r>
            <a:endParaRPr lang="en-US" altLang="zh-CN" sz="2000" b="1" kern="0" dirty="0">
              <a:solidFill>
                <a:srgbClr val="F8F8F8"/>
              </a:solidFill>
              <a:latin typeface="微软雅黑" panose="020B0503020204020204" pitchFamily="34" charset="-122"/>
            </a:endParaRPr>
          </a:p>
          <a:p>
            <a:pPr lvl="0" algn="ctr" defTabSz="914400">
              <a:lnSpc>
                <a:spcPct val="120000"/>
              </a:lnSpc>
            </a:pPr>
            <a:r>
              <a:rPr lang="zh-CN" altLang="en-US" sz="2000" b="1" kern="0" dirty="0">
                <a:solidFill>
                  <a:srgbClr val="F8F8F8"/>
                </a:solidFill>
                <a:latin typeface="微软雅黑" panose="020B0503020204020204" pitchFamily="34" charset="-122"/>
              </a:rPr>
              <a:t>标题文字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微软雅黑" panose="020B0503020204020204" pitchFamily="34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3DE1FC8-5179-4C82-AE6C-B65EB9B95296}"/>
              </a:ext>
            </a:extLst>
          </p:cNvPr>
          <p:cNvSpPr/>
          <p:nvPr/>
        </p:nvSpPr>
        <p:spPr>
          <a:xfrm>
            <a:off x="3966520" y="2702017"/>
            <a:ext cx="1837484" cy="7997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914400">
              <a:lnSpc>
                <a:spcPct val="120000"/>
              </a:lnSpc>
            </a:pPr>
            <a:r>
              <a:rPr lang="zh-CN" altLang="en-US" sz="2000" b="1" kern="0" dirty="0">
                <a:solidFill>
                  <a:srgbClr val="F8F8F8"/>
                </a:solidFill>
                <a:latin typeface="微软雅黑" panose="020B0503020204020204" pitchFamily="34" charset="-122"/>
              </a:rPr>
              <a:t>输入</a:t>
            </a:r>
            <a:endParaRPr lang="en-US" altLang="zh-CN" sz="2000" b="1" kern="0" dirty="0">
              <a:solidFill>
                <a:srgbClr val="F8F8F8"/>
              </a:solidFill>
              <a:latin typeface="微软雅黑" panose="020B0503020204020204" pitchFamily="34" charset="-122"/>
            </a:endParaRPr>
          </a:p>
          <a:p>
            <a:pPr lvl="0" algn="ctr" defTabSz="914400">
              <a:lnSpc>
                <a:spcPct val="120000"/>
              </a:lnSpc>
            </a:pPr>
            <a:r>
              <a:rPr lang="zh-CN" altLang="en-US" sz="2000" b="1" kern="0" dirty="0">
                <a:solidFill>
                  <a:srgbClr val="F8F8F8"/>
                </a:solidFill>
                <a:latin typeface="微软雅黑" panose="020B0503020204020204" pitchFamily="34" charset="-122"/>
              </a:rPr>
              <a:t>标题文字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569408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11" grpId="0"/>
      <p:bldP spid="12" grpId="0"/>
      <p:bldP spid="14" grpId="0" animBg="1"/>
      <p:bldP spid="15" grpId="0" animBg="1"/>
      <p:bldP spid="16" grpId="0" animBg="1"/>
      <p:bldP spid="17" grpId="0"/>
      <p:bldP spid="20" grpId="0"/>
      <p:bldP spid="22" grpId="0"/>
      <p:bldP spid="2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图片 63">
            <a:extLst>
              <a:ext uri="{FF2B5EF4-FFF2-40B4-BE49-F238E27FC236}">
                <a16:creationId xmlns:a16="http://schemas.microsoft.com/office/drawing/2014/main" id="{3B67F843-08A8-4E3B-80F9-AF5591D28CAB}"/>
              </a:ext>
            </a:extLst>
          </p:cNvPr>
          <p:cNvPicPr>
            <a:picLocks noChangeAspect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3" b="78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5" name="矩形 64">
            <a:extLst>
              <a:ext uri="{FF2B5EF4-FFF2-40B4-BE49-F238E27FC236}">
                <a16:creationId xmlns:a16="http://schemas.microsoft.com/office/drawing/2014/main" id="{7D6B3F08-FEEB-43A5-BDE7-EC95A07E8EF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D0D41A9-C451-4D36-9614-D42257C7A753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5570" y="179061"/>
            <a:ext cx="2162258" cy="5455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3E36ADF9-64AB-4450-A972-DC03712A0BE9}"/>
              </a:ext>
            </a:extLst>
          </p:cNvPr>
          <p:cNvGrpSpPr/>
          <p:nvPr/>
        </p:nvGrpSpPr>
        <p:grpSpPr>
          <a:xfrm>
            <a:off x="229435" y="144004"/>
            <a:ext cx="3658643" cy="646331"/>
            <a:chOff x="368331" y="209716"/>
            <a:chExt cx="3658643" cy="646331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B81BBF6F-960C-4894-9188-B0BC95D25783}"/>
                </a:ext>
              </a:extLst>
            </p:cNvPr>
            <p:cNvGrpSpPr/>
            <p:nvPr/>
          </p:nvGrpSpPr>
          <p:grpSpPr>
            <a:xfrm>
              <a:off x="368331" y="209716"/>
              <a:ext cx="575110" cy="646331"/>
              <a:chOff x="368331" y="348215"/>
              <a:chExt cx="936000" cy="1051912"/>
            </a:xfrm>
          </p:grpSpPr>
          <p:sp>
            <p:nvSpPr>
              <p:cNvPr id="59" name="椭圆 58">
                <a:extLst>
                  <a:ext uri="{FF2B5EF4-FFF2-40B4-BE49-F238E27FC236}">
                    <a16:creationId xmlns:a16="http://schemas.microsoft.com/office/drawing/2014/main" id="{A5D48676-B157-4558-951B-BFB4E5889968}"/>
                  </a:ext>
                </a:extLst>
              </p:cNvPr>
              <p:cNvSpPr/>
              <p:nvPr/>
            </p:nvSpPr>
            <p:spPr>
              <a:xfrm>
                <a:off x="368331" y="388046"/>
                <a:ext cx="936000" cy="936000"/>
              </a:xfrm>
              <a:prstGeom prst="ellipse">
                <a:avLst/>
              </a:prstGeom>
              <a:solidFill>
                <a:srgbClr val="005825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50" b="1">
                  <a:cs typeface="+mn-ea"/>
                  <a:sym typeface="+mn-lt"/>
                </a:endParaRPr>
              </a:p>
            </p:txBody>
          </p:sp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6DD61D0D-8498-432F-932D-ADF5FD30970C}"/>
                  </a:ext>
                </a:extLst>
              </p:cNvPr>
              <p:cNvSpPr txBox="1"/>
              <p:nvPr/>
            </p:nvSpPr>
            <p:spPr>
              <a:xfrm>
                <a:off x="416209" y="348215"/>
                <a:ext cx="840245" cy="10519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3600" b="1" dirty="0">
                    <a:solidFill>
                      <a:srgbClr val="FCFCFC"/>
                    </a:solidFill>
                    <a:cs typeface="+mn-ea"/>
                    <a:sym typeface="+mn-lt"/>
                  </a:rPr>
                  <a:t>1</a:t>
                </a:r>
                <a:endParaRPr lang="zh-CN" altLang="en-US" sz="3600" b="1" dirty="0">
                  <a:solidFill>
                    <a:srgbClr val="FCFCFC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45036A13-C542-4D43-B32E-26EA4801BB61}"/>
                </a:ext>
              </a:extLst>
            </p:cNvPr>
            <p:cNvSpPr txBox="1"/>
            <p:nvPr/>
          </p:nvSpPr>
          <p:spPr>
            <a:xfrm>
              <a:off x="1182495" y="302049"/>
              <a:ext cx="28444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5825"/>
                  </a:solidFill>
                  <a:cs typeface="+mn-ea"/>
                  <a:sym typeface="+mn-lt"/>
                </a:rPr>
                <a:t>课题背景及内容</a:t>
              </a:r>
            </a:p>
          </p:txBody>
        </p:sp>
      </p:grp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155567E-A2CB-45C2-8E11-E9373EFAA595}"/>
              </a:ext>
            </a:extLst>
          </p:cNvPr>
          <p:cNvCxnSpPr/>
          <p:nvPr/>
        </p:nvCxnSpPr>
        <p:spPr>
          <a:xfrm>
            <a:off x="0" y="856047"/>
            <a:ext cx="12192000" cy="0"/>
          </a:xfrm>
          <a:prstGeom prst="line">
            <a:avLst/>
          </a:prstGeom>
          <a:ln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A_椭圆 1">
            <a:extLst>
              <a:ext uri="{FF2B5EF4-FFF2-40B4-BE49-F238E27FC236}">
                <a16:creationId xmlns:a16="http://schemas.microsoft.com/office/drawing/2014/main" id="{E2D5CA4D-FA4D-4C12-902B-8E172B35A84A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595304" y="5183481"/>
            <a:ext cx="9001392" cy="1674519"/>
          </a:xfrm>
          <a:custGeom>
            <a:avLst/>
            <a:gdLst/>
            <a:ahLst/>
            <a:cxnLst/>
            <a:rect l="l" t="t" r="r" b="b"/>
            <a:pathLst>
              <a:path w="1548318" h="288032">
                <a:moveTo>
                  <a:pt x="774159" y="0"/>
                </a:moveTo>
                <a:cubicBezTo>
                  <a:pt x="1070174" y="0"/>
                  <a:pt x="1340905" y="108253"/>
                  <a:pt x="1548318" y="288032"/>
                </a:cubicBezTo>
                <a:lnTo>
                  <a:pt x="0" y="288032"/>
                </a:lnTo>
                <a:cubicBezTo>
                  <a:pt x="207414" y="108253"/>
                  <a:pt x="478145" y="0"/>
                  <a:pt x="774159" y="0"/>
                </a:cubicBezTo>
                <a:close/>
              </a:path>
            </a:pathLst>
          </a:custGeom>
          <a:solidFill>
            <a:srgbClr val="005825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2" name="PA_组合 11">
            <a:extLst>
              <a:ext uri="{FF2B5EF4-FFF2-40B4-BE49-F238E27FC236}">
                <a16:creationId xmlns:a16="http://schemas.microsoft.com/office/drawing/2014/main" id="{60DDD118-1967-4779-9F66-6FC274EA733D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2078993" y="3962748"/>
            <a:ext cx="1614874" cy="1614873"/>
            <a:chOff x="1473627" y="2760024"/>
            <a:chExt cx="1245575" cy="1245574"/>
          </a:xfrm>
          <a:solidFill>
            <a:srgbClr val="348534"/>
          </a:solidFill>
        </p:grpSpPr>
        <p:sp>
          <p:nvSpPr>
            <p:cNvPr id="13" name="PA_泪滴形 12">
              <a:extLst>
                <a:ext uri="{FF2B5EF4-FFF2-40B4-BE49-F238E27FC236}">
                  <a16:creationId xmlns:a16="http://schemas.microsoft.com/office/drawing/2014/main" id="{103AF9AB-93C4-49F6-A290-ECADDA600291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 rot="8100000">
              <a:off x="1473627" y="2760024"/>
              <a:ext cx="1245575" cy="1245574"/>
            </a:xfrm>
            <a:prstGeom prst="teardrop">
              <a:avLst/>
            </a:prstGeom>
            <a:grp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" name="PA_矩形 13">
              <a:extLst>
                <a:ext uri="{FF2B5EF4-FFF2-40B4-BE49-F238E27FC236}">
                  <a16:creationId xmlns:a16="http://schemas.microsoft.com/office/drawing/2014/main" id="{7DFEE01C-CD96-4648-93FE-50B7AF344DEE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1574356" y="3090423"/>
              <a:ext cx="1044116" cy="546002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lvl="0" algn="ctr" defTabSz="914400"/>
              <a:r>
                <a:rPr lang="zh-CN" altLang="en-US" sz="2000" b="1" kern="0" dirty="0">
                  <a:solidFill>
                    <a:prstClr val="white"/>
                  </a:solidFill>
                  <a:latin typeface="微软雅黑" pitchFamily="34" charset="-122"/>
                </a:rPr>
                <a:t>输入标题文字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</a:endParaRPr>
            </a:p>
          </p:txBody>
        </p:sp>
      </p:grpSp>
      <p:sp>
        <p:nvSpPr>
          <p:cNvPr id="16" name="PA_泪滴形 15">
            <a:extLst>
              <a:ext uri="{FF2B5EF4-FFF2-40B4-BE49-F238E27FC236}">
                <a16:creationId xmlns:a16="http://schemas.microsoft.com/office/drawing/2014/main" id="{3C63E706-4064-4656-908D-BE4EDAEF518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 rot="8100000">
            <a:off x="5030681" y="2576164"/>
            <a:ext cx="2130639" cy="2130639"/>
          </a:xfrm>
          <a:prstGeom prst="teardrop">
            <a:avLst/>
          </a:prstGeom>
          <a:solidFill>
            <a:srgbClr val="348534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PA_矩形 16">
            <a:extLst>
              <a:ext uri="{FF2B5EF4-FFF2-40B4-BE49-F238E27FC236}">
                <a16:creationId xmlns:a16="http://schemas.microsoft.com/office/drawing/2014/main" id="{B79F53BD-2680-4C4D-836B-964D3953E77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419157" y="3262405"/>
            <a:ext cx="1353685" cy="707886"/>
          </a:xfrm>
          <a:prstGeom prst="rect">
            <a:avLst/>
          </a:prstGeom>
          <a:solidFill>
            <a:srgbClr val="348534"/>
          </a:solidFill>
        </p:spPr>
        <p:txBody>
          <a:bodyPr wrap="square">
            <a:spAutoFit/>
          </a:bodyPr>
          <a:lstStyle/>
          <a:p>
            <a:pPr lvl="0" algn="ctr" defTabSz="914400"/>
            <a:r>
              <a:rPr lang="zh-CN" altLang="en-US" sz="2000" b="1" kern="0" dirty="0">
                <a:solidFill>
                  <a:prstClr val="white"/>
                </a:solidFill>
                <a:latin typeface="微软雅黑" pitchFamily="34" charset="-122"/>
              </a:rPr>
              <a:t>输入标题文字</a:t>
            </a:r>
          </a:p>
        </p:txBody>
      </p:sp>
      <p:grpSp>
        <p:nvGrpSpPr>
          <p:cNvPr id="18" name="PA_组合 17">
            <a:extLst>
              <a:ext uri="{FF2B5EF4-FFF2-40B4-BE49-F238E27FC236}">
                <a16:creationId xmlns:a16="http://schemas.microsoft.com/office/drawing/2014/main" id="{15027351-69A2-4CA1-A8EC-19C98BAEA477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8498133" y="3962748"/>
            <a:ext cx="1614874" cy="1614873"/>
            <a:chOff x="6424798" y="2760024"/>
            <a:chExt cx="1245575" cy="1245574"/>
          </a:xfrm>
          <a:solidFill>
            <a:srgbClr val="348534"/>
          </a:solidFill>
        </p:grpSpPr>
        <p:sp>
          <p:nvSpPr>
            <p:cNvPr id="19" name="PA_泪滴形 18">
              <a:extLst>
                <a:ext uri="{FF2B5EF4-FFF2-40B4-BE49-F238E27FC236}">
                  <a16:creationId xmlns:a16="http://schemas.microsoft.com/office/drawing/2014/main" id="{C7756434-A6CA-41F0-A7F0-3667A3E5FFC6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 rot="8100000">
              <a:off x="6424798" y="2760024"/>
              <a:ext cx="1245575" cy="1245574"/>
            </a:xfrm>
            <a:prstGeom prst="teardrop">
              <a:avLst/>
            </a:prstGeom>
            <a:grp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PA_矩形 19">
              <a:extLst>
                <a:ext uri="{FF2B5EF4-FFF2-40B4-BE49-F238E27FC236}">
                  <a16:creationId xmlns:a16="http://schemas.microsoft.com/office/drawing/2014/main" id="{EA7917E6-83BF-4E39-847E-93DD87DC5FC6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6525527" y="3089507"/>
              <a:ext cx="1044116" cy="546002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lvl="0" algn="ctr" defTabSz="914400"/>
              <a:r>
                <a:rPr lang="zh-CN" altLang="en-US" sz="2000" b="1" kern="0" dirty="0">
                  <a:solidFill>
                    <a:prstClr val="white"/>
                  </a:solidFill>
                  <a:latin typeface="微软雅黑" pitchFamily="34" charset="-122"/>
                </a:rPr>
                <a:t>输入标题文字</a:t>
              </a:r>
            </a:p>
          </p:txBody>
        </p:sp>
      </p:grpSp>
      <p:sp>
        <p:nvSpPr>
          <p:cNvPr id="21" name="PA_文本框 7">
            <a:extLst>
              <a:ext uri="{FF2B5EF4-FFF2-40B4-BE49-F238E27FC236}">
                <a16:creationId xmlns:a16="http://schemas.microsoft.com/office/drawing/2014/main" id="{C78CE918-D903-469A-A4E0-1F815876F70E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3427325" y="5894945"/>
            <a:ext cx="5337350" cy="889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1pPr>
            <a:lvl2pPr>
              <a:defRPr sz="2800"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2pPr>
            <a:lvl3pPr>
              <a:defRPr sz="2400"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3pPr>
            <a:lvl4pPr>
              <a:defRPr sz="2000"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4pPr>
            <a:lvl5pPr>
              <a:defRPr sz="2000"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9pPr>
          </a:lstStyle>
          <a:p>
            <a:pPr algn="ctr" defTabSz="914400">
              <a:lnSpc>
                <a:spcPct val="150000"/>
              </a:lnSpc>
              <a:spcBef>
                <a:spcPts val="300"/>
              </a:spcBef>
            </a:pPr>
            <a:r>
              <a:rPr lang="zh-CN" altLang="en-US" sz="1200" dirty="0">
                <a:solidFill>
                  <a:prstClr val="white"/>
                </a:solidFill>
                <a:latin typeface="微软雅黑" pitchFamily="34" charset="-122"/>
              </a:rPr>
              <a:t>点击此处添加文本内容，如关键词、部分简单介绍等。点击此处添加文本内容，如关键词、部分简单介绍等。</a:t>
            </a:r>
          </a:p>
        </p:txBody>
      </p:sp>
      <p:sp>
        <p:nvSpPr>
          <p:cNvPr id="22" name="PA_文本框 7">
            <a:extLst>
              <a:ext uri="{FF2B5EF4-FFF2-40B4-BE49-F238E27FC236}">
                <a16:creationId xmlns:a16="http://schemas.microsoft.com/office/drawing/2014/main" id="{1E03328D-941F-4D93-AF5A-F3D0072B7D90}"/>
              </a:ext>
            </a:extLst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418821" y="2598362"/>
            <a:ext cx="2819078" cy="1171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1pPr>
            <a:lvl2pPr>
              <a:defRPr sz="2800"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2pPr>
            <a:lvl3pPr>
              <a:defRPr sz="2400"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3pPr>
            <a:lvl4pPr>
              <a:defRPr sz="2000"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4pPr>
            <a:lvl5pPr>
              <a:defRPr sz="2000"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9pPr>
          </a:lstStyle>
          <a:p>
            <a:pPr algn="ctr" defTabSz="914400">
              <a:lnSpc>
                <a:spcPct val="120000"/>
              </a:lnSpc>
            </a:pP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itchFamily="34" charset="-122"/>
              </a:rPr>
              <a:t>点击此处添加文本内容，如关键词、部分简单介绍等。点击此处添加文本内容，如关键词、部分简单介绍等。</a:t>
            </a:r>
            <a:endParaRPr lang="zh-CN" altLang="en-US" sz="1200" dirty="0">
              <a:solidFill>
                <a:prstClr val="black">
                  <a:lumMod val="75000"/>
                  <a:lumOff val="25000"/>
                </a:prstClr>
              </a:solidFill>
              <a:latin typeface="微软雅黑" pitchFamily="34" charset="-122"/>
            </a:endParaRPr>
          </a:p>
        </p:txBody>
      </p:sp>
      <p:sp>
        <p:nvSpPr>
          <p:cNvPr id="23" name="PA_文本框 7">
            <a:extLst>
              <a:ext uri="{FF2B5EF4-FFF2-40B4-BE49-F238E27FC236}">
                <a16:creationId xmlns:a16="http://schemas.microsoft.com/office/drawing/2014/main" id="{19EDC1A7-0483-4BD0-BD57-C62598013CB2}"/>
              </a:ext>
            </a:extLst>
          </p:cNvPr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4686461" y="1384713"/>
            <a:ext cx="2819078" cy="1171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1pPr>
            <a:lvl2pPr>
              <a:defRPr sz="2800"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2pPr>
            <a:lvl3pPr>
              <a:defRPr sz="2400"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3pPr>
            <a:lvl4pPr>
              <a:defRPr sz="2000"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4pPr>
            <a:lvl5pPr>
              <a:defRPr sz="2000"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9pPr>
          </a:lstStyle>
          <a:p>
            <a:pPr algn="ctr" defTabSz="914400">
              <a:lnSpc>
                <a:spcPct val="120000"/>
              </a:lnSpc>
            </a:pP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itchFamily="34" charset="-122"/>
              </a:rPr>
              <a:t>点击此处添加文本内容，如关键词、部分简单介绍等。点击此处添加文本内容，如关键词、部分简单介绍等。</a:t>
            </a:r>
            <a:endParaRPr lang="zh-CN" altLang="en-US" sz="1200" dirty="0">
              <a:solidFill>
                <a:prstClr val="black">
                  <a:lumMod val="75000"/>
                  <a:lumOff val="25000"/>
                </a:prstClr>
              </a:solidFill>
              <a:latin typeface="微软雅黑" pitchFamily="34" charset="-122"/>
            </a:endParaRPr>
          </a:p>
        </p:txBody>
      </p:sp>
      <p:sp>
        <p:nvSpPr>
          <p:cNvPr id="24" name="PA_文本框 7">
            <a:extLst>
              <a:ext uri="{FF2B5EF4-FFF2-40B4-BE49-F238E27FC236}">
                <a16:creationId xmlns:a16="http://schemas.microsoft.com/office/drawing/2014/main" id="{FC3C5A11-ABFE-4E85-B262-B6930D7FDB5A}"/>
              </a:ext>
            </a:extLst>
          </p:cNvPr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7950523" y="2691719"/>
            <a:ext cx="2819078" cy="1171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1pPr>
            <a:lvl2pPr>
              <a:defRPr sz="2800"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2pPr>
            <a:lvl3pPr>
              <a:defRPr sz="2400"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3pPr>
            <a:lvl4pPr>
              <a:defRPr sz="2000"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4pPr>
            <a:lvl5pPr>
              <a:defRPr sz="2000"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9pPr>
          </a:lstStyle>
          <a:p>
            <a:pPr algn="ctr" defTabSz="914400">
              <a:lnSpc>
                <a:spcPct val="120000"/>
              </a:lnSpc>
            </a:pP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itchFamily="34" charset="-122"/>
              </a:rPr>
              <a:t>点击此处添加文本内容，如关键词、部分简单介绍等。点击此处添加文本内容，如关键词、部分简单介绍等。</a:t>
            </a:r>
            <a:endParaRPr lang="zh-CN" altLang="en-US" sz="1200" dirty="0">
              <a:solidFill>
                <a:prstClr val="black">
                  <a:lumMod val="75000"/>
                  <a:lumOff val="25000"/>
                </a:prstClr>
              </a:solidFill>
              <a:latin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685387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11" grpId="0" animBg="1"/>
      <p:bldP spid="16" grpId="0" animBg="1"/>
      <p:bldP spid="17" grpId="0" animBg="1"/>
      <p:bldP spid="21" grpId="0"/>
      <p:bldP spid="22" grpId="0"/>
      <p:bldP spid="23" grpId="0"/>
      <p:bldP spid="2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图片 63">
            <a:extLst>
              <a:ext uri="{FF2B5EF4-FFF2-40B4-BE49-F238E27FC236}">
                <a16:creationId xmlns:a16="http://schemas.microsoft.com/office/drawing/2014/main" id="{3B67F843-08A8-4E3B-80F9-AF5591D28CA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3" b="78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5" name="矩形 64">
            <a:extLst>
              <a:ext uri="{FF2B5EF4-FFF2-40B4-BE49-F238E27FC236}">
                <a16:creationId xmlns:a16="http://schemas.microsoft.com/office/drawing/2014/main" id="{7D6B3F08-FEEB-43A5-BDE7-EC95A07E8EF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D0D41A9-C451-4D36-9614-D42257C7A75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5570" y="179061"/>
            <a:ext cx="2162258" cy="5455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3E36ADF9-64AB-4450-A972-DC03712A0BE9}"/>
              </a:ext>
            </a:extLst>
          </p:cNvPr>
          <p:cNvGrpSpPr/>
          <p:nvPr/>
        </p:nvGrpSpPr>
        <p:grpSpPr>
          <a:xfrm>
            <a:off x="229435" y="144004"/>
            <a:ext cx="3658643" cy="646331"/>
            <a:chOff x="368331" y="209716"/>
            <a:chExt cx="3658643" cy="646331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B81BBF6F-960C-4894-9188-B0BC95D25783}"/>
                </a:ext>
              </a:extLst>
            </p:cNvPr>
            <p:cNvGrpSpPr/>
            <p:nvPr/>
          </p:nvGrpSpPr>
          <p:grpSpPr>
            <a:xfrm>
              <a:off x="368331" y="209716"/>
              <a:ext cx="575110" cy="646331"/>
              <a:chOff x="368331" y="348215"/>
              <a:chExt cx="936000" cy="1051912"/>
            </a:xfrm>
          </p:grpSpPr>
          <p:sp>
            <p:nvSpPr>
              <p:cNvPr id="59" name="椭圆 58">
                <a:extLst>
                  <a:ext uri="{FF2B5EF4-FFF2-40B4-BE49-F238E27FC236}">
                    <a16:creationId xmlns:a16="http://schemas.microsoft.com/office/drawing/2014/main" id="{A5D48676-B157-4558-951B-BFB4E5889968}"/>
                  </a:ext>
                </a:extLst>
              </p:cNvPr>
              <p:cNvSpPr/>
              <p:nvPr/>
            </p:nvSpPr>
            <p:spPr>
              <a:xfrm>
                <a:off x="368331" y="388046"/>
                <a:ext cx="936000" cy="936000"/>
              </a:xfrm>
              <a:prstGeom prst="ellipse">
                <a:avLst/>
              </a:prstGeom>
              <a:solidFill>
                <a:srgbClr val="005825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50" b="1">
                  <a:cs typeface="+mn-ea"/>
                  <a:sym typeface="+mn-lt"/>
                </a:endParaRPr>
              </a:p>
            </p:txBody>
          </p:sp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6DD61D0D-8498-432F-932D-ADF5FD30970C}"/>
                  </a:ext>
                </a:extLst>
              </p:cNvPr>
              <p:cNvSpPr txBox="1"/>
              <p:nvPr/>
            </p:nvSpPr>
            <p:spPr>
              <a:xfrm>
                <a:off x="416209" y="348215"/>
                <a:ext cx="840245" cy="10519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3600" b="1" dirty="0">
                    <a:solidFill>
                      <a:srgbClr val="FCFCFC"/>
                    </a:solidFill>
                    <a:cs typeface="+mn-ea"/>
                    <a:sym typeface="+mn-lt"/>
                  </a:rPr>
                  <a:t>1</a:t>
                </a:r>
                <a:endParaRPr lang="zh-CN" altLang="en-US" sz="3600" b="1" dirty="0">
                  <a:solidFill>
                    <a:srgbClr val="FCFCFC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45036A13-C542-4D43-B32E-26EA4801BB61}"/>
                </a:ext>
              </a:extLst>
            </p:cNvPr>
            <p:cNvSpPr txBox="1"/>
            <p:nvPr/>
          </p:nvSpPr>
          <p:spPr>
            <a:xfrm>
              <a:off x="1182495" y="302049"/>
              <a:ext cx="28444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5825"/>
                  </a:solidFill>
                  <a:cs typeface="+mn-ea"/>
                  <a:sym typeface="+mn-lt"/>
                </a:rPr>
                <a:t>课题背景及内容</a:t>
              </a:r>
            </a:p>
          </p:txBody>
        </p:sp>
      </p:grp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155567E-A2CB-45C2-8E11-E9373EFAA595}"/>
              </a:ext>
            </a:extLst>
          </p:cNvPr>
          <p:cNvCxnSpPr/>
          <p:nvPr/>
        </p:nvCxnSpPr>
        <p:spPr>
          <a:xfrm>
            <a:off x="0" y="856047"/>
            <a:ext cx="12192000" cy="0"/>
          </a:xfrm>
          <a:prstGeom prst="line">
            <a:avLst/>
          </a:prstGeom>
          <a:ln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B28D65E0-0A27-40CB-BF35-3CD3B39C1B07}"/>
              </a:ext>
            </a:extLst>
          </p:cNvPr>
          <p:cNvGrpSpPr/>
          <p:nvPr/>
        </p:nvGrpSpPr>
        <p:grpSpPr>
          <a:xfrm>
            <a:off x="775128" y="1886622"/>
            <a:ext cx="10860679" cy="3875549"/>
            <a:chOff x="775128" y="1886622"/>
            <a:chExt cx="10860679" cy="3875549"/>
          </a:xfrm>
        </p:grpSpPr>
        <p:sp>
          <p:nvSpPr>
            <p:cNvPr id="32" name="淘宝店chenying0907出品 6">
              <a:extLst>
                <a:ext uri="{FF2B5EF4-FFF2-40B4-BE49-F238E27FC236}">
                  <a16:creationId xmlns:a16="http://schemas.microsoft.com/office/drawing/2014/main" id="{989E0CCB-2E42-49EA-BFBA-6734552AF48B}"/>
                </a:ext>
              </a:extLst>
            </p:cNvPr>
            <p:cNvSpPr/>
            <p:nvPr/>
          </p:nvSpPr>
          <p:spPr>
            <a:xfrm flipH="1" flipV="1">
              <a:off x="6187869" y="3568735"/>
              <a:ext cx="1904441" cy="2193436"/>
            </a:xfrm>
            <a:custGeom>
              <a:avLst/>
              <a:gdLst/>
              <a:ahLst/>
              <a:cxnLst/>
              <a:rect l="l" t="t" r="r" b="b"/>
              <a:pathLst>
                <a:path w="1352978" h="1558290">
                  <a:moveTo>
                    <a:pt x="779145" y="0"/>
                  </a:moveTo>
                  <a:cubicBezTo>
                    <a:pt x="1007226" y="0"/>
                    <a:pt x="1212417" y="98002"/>
                    <a:pt x="1352978" y="255954"/>
                  </a:cubicBezTo>
                  <a:cubicBezTo>
                    <a:pt x="1230457" y="395537"/>
                    <a:pt x="1158327" y="578918"/>
                    <a:pt x="1158327" y="779145"/>
                  </a:cubicBezTo>
                  <a:cubicBezTo>
                    <a:pt x="1158327" y="979373"/>
                    <a:pt x="1230457" y="1162753"/>
                    <a:pt x="1352978" y="1302337"/>
                  </a:cubicBezTo>
                  <a:cubicBezTo>
                    <a:pt x="1212417" y="1460288"/>
                    <a:pt x="1007226" y="1558290"/>
                    <a:pt x="779145" y="1558290"/>
                  </a:cubicBezTo>
                  <a:cubicBezTo>
                    <a:pt x="348835" y="1558290"/>
                    <a:pt x="0" y="1209455"/>
                    <a:pt x="0" y="779145"/>
                  </a:cubicBezTo>
                  <a:cubicBezTo>
                    <a:pt x="0" y="611543"/>
                    <a:pt x="52919" y="456302"/>
                    <a:pt x="144162" y="330069"/>
                  </a:cubicBezTo>
                  <a:lnTo>
                    <a:pt x="109784" y="108908"/>
                  </a:lnTo>
                  <a:lnTo>
                    <a:pt x="331101" y="143310"/>
                  </a:lnTo>
                  <a:cubicBezTo>
                    <a:pt x="457190" y="52617"/>
                    <a:pt x="612023" y="0"/>
                    <a:pt x="779145" y="0"/>
                  </a:cubicBezTo>
                  <a:close/>
                </a:path>
              </a:pathLst>
            </a:custGeom>
            <a:solidFill>
              <a:srgbClr val="00582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33" name="淘宝店chenying0907出品 61">
              <a:extLst>
                <a:ext uri="{FF2B5EF4-FFF2-40B4-BE49-F238E27FC236}">
                  <a16:creationId xmlns:a16="http://schemas.microsoft.com/office/drawing/2014/main" id="{2FA16E04-703C-44BE-BD6B-E3CC430BB272}"/>
                </a:ext>
              </a:extLst>
            </p:cNvPr>
            <p:cNvSpPr/>
            <p:nvPr/>
          </p:nvSpPr>
          <p:spPr>
            <a:xfrm flipH="1" flipV="1">
              <a:off x="4217394" y="3857469"/>
              <a:ext cx="2193436" cy="1904701"/>
            </a:xfrm>
            <a:custGeom>
              <a:avLst/>
              <a:gdLst/>
              <a:ahLst/>
              <a:cxnLst/>
              <a:rect l="l" t="t" r="r" b="b"/>
              <a:pathLst>
                <a:path w="1558290" h="1353163">
                  <a:moveTo>
                    <a:pt x="779145" y="0"/>
                  </a:moveTo>
                  <a:cubicBezTo>
                    <a:pt x="946584" y="0"/>
                    <a:pt x="1101686" y="52816"/>
                    <a:pt x="1227870" y="143872"/>
                  </a:cubicBezTo>
                  <a:lnTo>
                    <a:pt x="1452805" y="108907"/>
                  </a:lnTo>
                  <a:lnTo>
                    <a:pt x="1417746" y="334454"/>
                  </a:lnTo>
                  <a:cubicBezTo>
                    <a:pt x="1506649" y="460075"/>
                    <a:pt x="1558290" y="613579"/>
                    <a:pt x="1558290" y="779145"/>
                  </a:cubicBezTo>
                  <a:cubicBezTo>
                    <a:pt x="1558290" y="1007122"/>
                    <a:pt x="1460378" y="1212230"/>
                    <a:pt x="1302560" y="1352794"/>
                  </a:cubicBezTo>
                  <a:cubicBezTo>
                    <a:pt x="1163008" y="1230383"/>
                    <a:pt x="979715" y="1158329"/>
                    <a:pt x="779593" y="1158329"/>
                  </a:cubicBezTo>
                  <a:cubicBezTo>
                    <a:pt x="579261" y="1158329"/>
                    <a:pt x="395794" y="1230534"/>
                    <a:pt x="256179" y="1353163"/>
                  </a:cubicBezTo>
                  <a:cubicBezTo>
                    <a:pt x="98093" y="1212607"/>
                    <a:pt x="0" y="1007331"/>
                    <a:pt x="0" y="779145"/>
                  </a:cubicBezTo>
                  <a:cubicBezTo>
                    <a:pt x="0" y="348835"/>
                    <a:pt x="348835" y="0"/>
                    <a:pt x="779145" y="0"/>
                  </a:cubicBezTo>
                  <a:close/>
                </a:path>
              </a:pathLst>
            </a:custGeom>
            <a:solidFill>
              <a:srgbClr val="00582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34" name="淘宝店chenying0907出品 6">
              <a:extLst>
                <a:ext uri="{FF2B5EF4-FFF2-40B4-BE49-F238E27FC236}">
                  <a16:creationId xmlns:a16="http://schemas.microsoft.com/office/drawing/2014/main" id="{32094433-278C-45A5-A04D-7E7D5C8A5DF6}"/>
                </a:ext>
              </a:extLst>
            </p:cNvPr>
            <p:cNvSpPr/>
            <p:nvPr/>
          </p:nvSpPr>
          <p:spPr>
            <a:xfrm>
              <a:off x="4217394" y="1886622"/>
              <a:ext cx="1904441" cy="2193436"/>
            </a:xfrm>
            <a:custGeom>
              <a:avLst/>
              <a:gdLst/>
              <a:ahLst/>
              <a:cxnLst/>
              <a:rect l="l" t="t" r="r" b="b"/>
              <a:pathLst>
                <a:path w="1352978" h="1558290">
                  <a:moveTo>
                    <a:pt x="779145" y="0"/>
                  </a:moveTo>
                  <a:cubicBezTo>
                    <a:pt x="1007226" y="0"/>
                    <a:pt x="1212417" y="98002"/>
                    <a:pt x="1352978" y="255954"/>
                  </a:cubicBezTo>
                  <a:cubicBezTo>
                    <a:pt x="1230457" y="395537"/>
                    <a:pt x="1158327" y="578918"/>
                    <a:pt x="1158327" y="779145"/>
                  </a:cubicBezTo>
                  <a:cubicBezTo>
                    <a:pt x="1158327" y="979373"/>
                    <a:pt x="1230457" y="1162753"/>
                    <a:pt x="1352978" y="1302337"/>
                  </a:cubicBezTo>
                  <a:cubicBezTo>
                    <a:pt x="1212417" y="1460288"/>
                    <a:pt x="1007226" y="1558290"/>
                    <a:pt x="779145" y="1558290"/>
                  </a:cubicBezTo>
                  <a:cubicBezTo>
                    <a:pt x="348835" y="1558290"/>
                    <a:pt x="0" y="1209455"/>
                    <a:pt x="0" y="779145"/>
                  </a:cubicBezTo>
                  <a:cubicBezTo>
                    <a:pt x="0" y="611543"/>
                    <a:pt x="52919" y="456302"/>
                    <a:pt x="144162" y="330069"/>
                  </a:cubicBezTo>
                  <a:lnTo>
                    <a:pt x="109784" y="108908"/>
                  </a:lnTo>
                  <a:lnTo>
                    <a:pt x="331101" y="143310"/>
                  </a:lnTo>
                  <a:cubicBezTo>
                    <a:pt x="457190" y="52617"/>
                    <a:pt x="612023" y="0"/>
                    <a:pt x="779145" y="0"/>
                  </a:cubicBezTo>
                  <a:close/>
                </a:path>
              </a:pathLst>
            </a:custGeom>
            <a:solidFill>
              <a:srgbClr val="00582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35" name="淘宝店chenying0907出品 61">
              <a:extLst>
                <a:ext uri="{FF2B5EF4-FFF2-40B4-BE49-F238E27FC236}">
                  <a16:creationId xmlns:a16="http://schemas.microsoft.com/office/drawing/2014/main" id="{07BA0697-85EC-437F-BD9A-1DF406637F50}"/>
                </a:ext>
              </a:extLst>
            </p:cNvPr>
            <p:cNvSpPr/>
            <p:nvPr/>
          </p:nvSpPr>
          <p:spPr>
            <a:xfrm>
              <a:off x="5898874" y="1886623"/>
              <a:ext cx="2193436" cy="1904701"/>
            </a:xfrm>
            <a:custGeom>
              <a:avLst/>
              <a:gdLst/>
              <a:ahLst/>
              <a:cxnLst/>
              <a:rect l="l" t="t" r="r" b="b"/>
              <a:pathLst>
                <a:path w="1558290" h="1353163">
                  <a:moveTo>
                    <a:pt x="779145" y="0"/>
                  </a:moveTo>
                  <a:cubicBezTo>
                    <a:pt x="946584" y="0"/>
                    <a:pt x="1101686" y="52816"/>
                    <a:pt x="1227870" y="143872"/>
                  </a:cubicBezTo>
                  <a:lnTo>
                    <a:pt x="1452805" y="108907"/>
                  </a:lnTo>
                  <a:lnTo>
                    <a:pt x="1417746" y="334454"/>
                  </a:lnTo>
                  <a:cubicBezTo>
                    <a:pt x="1506649" y="460075"/>
                    <a:pt x="1558290" y="613579"/>
                    <a:pt x="1558290" y="779145"/>
                  </a:cubicBezTo>
                  <a:cubicBezTo>
                    <a:pt x="1558290" y="1007122"/>
                    <a:pt x="1460378" y="1212230"/>
                    <a:pt x="1302560" y="1352794"/>
                  </a:cubicBezTo>
                  <a:cubicBezTo>
                    <a:pt x="1163008" y="1230383"/>
                    <a:pt x="979715" y="1158329"/>
                    <a:pt x="779593" y="1158329"/>
                  </a:cubicBezTo>
                  <a:cubicBezTo>
                    <a:pt x="579261" y="1158329"/>
                    <a:pt x="395794" y="1230534"/>
                    <a:pt x="256179" y="1353163"/>
                  </a:cubicBezTo>
                  <a:cubicBezTo>
                    <a:pt x="98093" y="1212607"/>
                    <a:pt x="0" y="1007331"/>
                    <a:pt x="0" y="779145"/>
                  </a:cubicBezTo>
                  <a:cubicBezTo>
                    <a:pt x="0" y="348835"/>
                    <a:pt x="348835" y="0"/>
                    <a:pt x="779145" y="0"/>
                  </a:cubicBezTo>
                  <a:close/>
                </a:path>
              </a:pathLst>
            </a:custGeom>
            <a:solidFill>
              <a:srgbClr val="00582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36" name="淘宝店chenying0907出品 13">
              <a:extLst>
                <a:ext uri="{FF2B5EF4-FFF2-40B4-BE49-F238E27FC236}">
                  <a16:creationId xmlns:a16="http://schemas.microsoft.com/office/drawing/2014/main" id="{6E62C0C5-D7EE-4DEF-B247-2413792C604B}"/>
                </a:ext>
              </a:extLst>
            </p:cNvPr>
            <p:cNvSpPr/>
            <p:nvPr/>
          </p:nvSpPr>
          <p:spPr>
            <a:xfrm>
              <a:off x="5696066" y="3402327"/>
              <a:ext cx="917570" cy="917570"/>
            </a:xfrm>
            <a:prstGeom prst="ellipse">
              <a:avLst/>
            </a:prstGeom>
            <a:solidFill>
              <a:srgbClr val="F5F5F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38" name="TextBox 35">
              <a:extLst>
                <a:ext uri="{FF2B5EF4-FFF2-40B4-BE49-F238E27FC236}">
                  <a16:creationId xmlns:a16="http://schemas.microsoft.com/office/drawing/2014/main" id="{13AEB781-B5D5-476C-90CC-EF0FDE00F0E3}"/>
                </a:ext>
              </a:extLst>
            </p:cNvPr>
            <p:cNvSpPr txBox="1"/>
            <p:nvPr/>
          </p:nvSpPr>
          <p:spPr>
            <a:xfrm>
              <a:off x="4602877" y="2634469"/>
              <a:ext cx="1244969" cy="61555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 algn="ctr" defTabSz="914400"/>
              <a:r>
                <a:rPr lang="zh-CN" altLang="en-US" sz="2000" b="1" kern="0" dirty="0">
                  <a:solidFill>
                    <a:srgbClr val="FFFFFF"/>
                  </a:solidFill>
                  <a:latin typeface="微软雅黑" pitchFamily="34" charset="-122"/>
                </a:rPr>
                <a:t>输入</a:t>
              </a:r>
            </a:p>
            <a:p>
              <a:pPr lvl="0" algn="ctr" defTabSz="914400"/>
              <a:r>
                <a:rPr lang="zh-CN" altLang="en-US" sz="2000" b="1" kern="0" dirty="0">
                  <a:solidFill>
                    <a:srgbClr val="FFFFFF"/>
                  </a:solidFill>
                  <a:latin typeface="微软雅黑" pitchFamily="34" charset="-122"/>
                </a:rPr>
                <a:t>标题</a:t>
              </a:r>
            </a:p>
          </p:txBody>
        </p:sp>
        <p:sp>
          <p:nvSpPr>
            <p:cNvPr id="39" name="TextBox 36">
              <a:extLst>
                <a:ext uri="{FF2B5EF4-FFF2-40B4-BE49-F238E27FC236}">
                  <a16:creationId xmlns:a16="http://schemas.microsoft.com/office/drawing/2014/main" id="{B77521F1-19E3-40E1-94CF-F23598AD3B1F}"/>
                </a:ext>
              </a:extLst>
            </p:cNvPr>
            <p:cNvSpPr txBox="1"/>
            <p:nvPr/>
          </p:nvSpPr>
          <p:spPr>
            <a:xfrm>
              <a:off x="6421990" y="2634469"/>
              <a:ext cx="1147206" cy="61555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 algn="ctr" defTabSz="914400"/>
              <a:r>
                <a:rPr lang="zh-CN" altLang="en-US" sz="2000" b="1" kern="0" dirty="0">
                  <a:solidFill>
                    <a:srgbClr val="FFFFFF"/>
                  </a:solidFill>
                  <a:latin typeface="微软雅黑" pitchFamily="34" charset="-122"/>
                </a:rPr>
                <a:t>输入</a:t>
              </a:r>
            </a:p>
            <a:p>
              <a:pPr lvl="0" algn="ctr" defTabSz="914400"/>
              <a:r>
                <a:rPr lang="zh-CN" altLang="en-US" sz="2000" b="1" kern="0" dirty="0">
                  <a:solidFill>
                    <a:srgbClr val="FFFFFF"/>
                  </a:solidFill>
                  <a:latin typeface="微软雅黑" pitchFamily="34" charset="-122"/>
                </a:rPr>
                <a:t>标题</a:t>
              </a:r>
            </a:p>
          </p:txBody>
        </p:sp>
        <p:sp>
          <p:nvSpPr>
            <p:cNvPr id="40" name="TextBox 37">
              <a:extLst>
                <a:ext uri="{FF2B5EF4-FFF2-40B4-BE49-F238E27FC236}">
                  <a16:creationId xmlns:a16="http://schemas.microsoft.com/office/drawing/2014/main" id="{DEA45833-CB2C-4538-8F9E-C10FF7944AEB}"/>
                </a:ext>
              </a:extLst>
            </p:cNvPr>
            <p:cNvSpPr txBox="1"/>
            <p:nvPr/>
          </p:nvSpPr>
          <p:spPr>
            <a:xfrm>
              <a:off x="4742308" y="4378197"/>
              <a:ext cx="1143611" cy="61555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 algn="ctr" defTabSz="914400"/>
              <a:r>
                <a:rPr lang="zh-CN" altLang="en-US" sz="2000" b="1" kern="0" dirty="0">
                  <a:solidFill>
                    <a:srgbClr val="FFFFFF"/>
                  </a:solidFill>
                  <a:latin typeface="微软雅黑" pitchFamily="34" charset="-122"/>
                </a:rPr>
                <a:t>输入</a:t>
              </a:r>
            </a:p>
            <a:p>
              <a:pPr lvl="0" algn="ctr" defTabSz="914400"/>
              <a:r>
                <a:rPr lang="zh-CN" altLang="en-US" sz="2000" b="1" kern="0" dirty="0">
                  <a:solidFill>
                    <a:srgbClr val="FFFFFF"/>
                  </a:solidFill>
                  <a:latin typeface="微软雅黑" pitchFamily="34" charset="-122"/>
                </a:rPr>
                <a:t>标题</a:t>
              </a:r>
            </a:p>
          </p:txBody>
        </p:sp>
        <p:sp>
          <p:nvSpPr>
            <p:cNvPr id="41" name="TextBox 38">
              <a:extLst>
                <a:ext uri="{FF2B5EF4-FFF2-40B4-BE49-F238E27FC236}">
                  <a16:creationId xmlns:a16="http://schemas.microsoft.com/office/drawing/2014/main" id="{75AFDE14-82C3-4006-A541-D18A2D8633D3}"/>
                </a:ext>
              </a:extLst>
            </p:cNvPr>
            <p:cNvSpPr txBox="1"/>
            <p:nvPr/>
          </p:nvSpPr>
          <p:spPr>
            <a:xfrm>
              <a:off x="6559093" y="4378197"/>
              <a:ext cx="1084520" cy="61555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 algn="ctr" defTabSz="914400"/>
              <a:r>
                <a:rPr lang="zh-CN" altLang="en-US" sz="2000" b="1" kern="0" dirty="0">
                  <a:solidFill>
                    <a:srgbClr val="FFFFFF"/>
                  </a:solidFill>
                  <a:latin typeface="微软雅黑" pitchFamily="34" charset="-122"/>
                </a:rPr>
                <a:t>输入</a:t>
              </a:r>
            </a:p>
            <a:p>
              <a:pPr lvl="0" algn="ctr" defTabSz="914400"/>
              <a:r>
                <a:rPr lang="zh-CN" altLang="en-US" sz="2000" b="1" kern="0" dirty="0">
                  <a:solidFill>
                    <a:srgbClr val="FFFFFF"/>
                  </a:solidFill>
                  <a:latin typeface="微软雅黑" pitchFamily="34" charset="-122"/>
                </a:rPr>
                <a:t>标题</a:t>
              </a:r>
            </a:p>
          </p:txBody>
        </p:sp>
        <p:sp>
          <p:nvSpPr>
            <p:cNvPr id="42" name="淘宝店chenying0907出品 19">
              <a:extLst>
                <a:ext uri="{FF2B5EF4-FFF2-40B4-BE49-F238E27FC236}">
                  <a16:creationId xmlns:a16="http://schemas.microsoft.com/office/drawing/2014/main" id="{071D739E-3CF5-4779-9835-D1FC035A1DF0}"/>
                </a:ext>
              </a:extLst>
            </p:cNvPr>
            <p:cNvSpPr/>
            <p:nvPr/>
          </p:nvSpPr>
          <p:spPr>
            <a:xfrm>
              <a:off x="5748485" y="3454745"/>
              <a:ext cx="812732" cy="812732"/>
            </a:xfrm>
            <a:prstGeom prst="ellipse">
              <a:avLst/>
            </a:prstGeom>
            <a:noFill/>
            <a:ln w="25400" cap="flat" cmpd="sng" algn="ctr">
              <a:solidFill>
                <a:srgbClr val="DDDDDD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43" name="TextBox 11">
              <a:extLst>
                <a:ext uri="{FF2B5EF4-FFF2-40B4-BE49-F238E27FC236}">
                  <a16:creationId xmlns:a16="http://schemas.microsoft.com/office/drawing/2014/main" id="{6B0B00CE-E4F0-4524-8A16-5A963E396D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775128" y="2429268"/>
              <a:ext cx="3297420" cy="867930"/>
            </a:xfrm>
            <a:prstGeom prst="rect">
              <a:avLst/>
            </a:prstGeom>
            <a:noFill/>
            <a:ln>
              <a:noFill/>
            </a:ln>
            <a:effectLst/>
            <a:extLst/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r" defTabSz="914400" eaLnBrk="1" hangingPunct="1">
                <a:lnSpc>
                  <a:spcPct val="120000"/>
                </a:lnSpc>
                <a:defRPr/>
              </a:pPr>
              <a:r>
                <a:rPr lang="zh-CN" altLang="en-US" sz="1400" dirty="0">
                  <a:solidFill>
                    <a:srgbClr val="348534"/>
                  </a:solidFill>
                  <a:latin typeface="Arial"/>
                  <a:ea typeface="微软雅黑"/>
                  <a:cs typeface="+mn-ea"/>
                  <a:sym typeface="+mn-lt"/>
                </a:rPr>
                <a:t>点击此处添加文本内容，如关键词、部分简单介绍等。点击此处添加文本内容，如关键词、部分简单介绍等。</a:t>
              </a:r>
              <a:endParaRPr lang="en-US" altLang="zh-CN" sz="1100" dirty="0">
                <a:solidFill>
                  <a:srgbClr val="348534"/>
                </a:solidFill>
                <a:latin typeface="Arial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44" name="TextBox 11">
              <a:extLst>
                <a:ext uri="{FF2B5EF4-FFF2-40B4-BE49-F238E27FC236}">
                  <a16:creationId xmlns:a16="http://schemas.microsoft.com/office/drawing/2014/main" id="{EFA412AF-9883-4187-8C3C-EF22CB8F77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1779898" y="2014382"/>
              <a:ext cx="2292650" cy="400110"/>
            </a:xfrm>
            <a:prstGeom prst="rect">
              <a:avLst/>
            </a:prstGeom>
            <a:noFill/>
            <a:ln>
              <a:noFill/>
            </a:ln>
            <a:effectLst/>
            <a:extLst/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r" defTabSz="914400" eaLnBrk="1" hangingPunct="1">
                <a:defRPr/>
              </a:pPr>
              <a:r>
                <a:rPr lang="zh-CN" altLang="en-US" sz="2000" b="1" kern="0" dirty="0">
                  <a:solidFill>
                    <a:srgbClr val="005825"/>
                  </a:solidFill>
                  <a:latin typeface="Arial"/>
                  <a:ea typeface="微软雅黑"/>
                  <a:cs typeface="+mn-ea"/>
                  <a:sym typeface="+mn-lt"/>
                </a:rPr>
                <a:t>输入标题文字    </a:t>
              </a:r>
              <a:endParaRPr lang="en-US" altLang="zh-CN" sz="2000" b="1" kern="0" dirty="0">
                <a:solidFill>
                  <a:srgbClr val="005825"/>
                </a:solidFill>
                <a:latin typeface="Arial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45" name="TextBox 11">
              <a:extLst>
                <a:ext uri="{FF2B5EF4-FFF2-40B4-BE49-F238E27FC236}">
                  <a16:creationId xmlns:a16="http://schemas.microsoft.com/office/drawing/2014/main" id="{39AE5776-71C4-4480-AAC9-4843283CBF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775128" y="4603791"/>
              <a:ext cx="3297420" cy="867930"/>
            </a:xfrm>
            <a:prstGeom prst="rect">
              <a:avLst/>
            </a:prstGeom>
            <a:noFill/>
            <a:ln>
              <a:noFill/>
            </a:ln>
            <a:effectLst/>
            <a:extLst/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r" defTabSz="914400" eaLnBrk="1" hangingPunct="1">
                <a:lnSpc>
                  <a:spcPct val="120000"/>
                </a:lnSpc>
                <a:defRPr/>
              </a:pPr>
              <a:r>
                <a:rPr lang="zh-CN" altLang="en-US" sz="1400" dirty="0">
                  <a:solidFill>
                    <a:srgbClr val="348534"/>
                  </a:solidFill>
                  <a:latin typeface="Arial"/>
                  <a:ea typeface="微软雅黑"/>
                  <a:cs typeface="+mn-ea"/>
                  <a:sym typeface="+mn-lt"/>
                </a:rPr>
                <a:t>点击此处添加文本内容，如关键词、部分简单介绍等。点击此处添加文本内容，如关键词、部分简单介绍等。</a:t>
              </a:r>
              <a:endParaRPr lang="en-US" altLang="zh-CN" sz="1100" dirty="0">
                <a:solidFill>
                  <a:srgbClr val="348534"/>
                </a:solidFill>
                <a:latin typeface="Arial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46" name="TextBox 11">
              <a:extLst>
                <a:ext uri="{FF2B5EF4-FFF2-40B4-BE49-F238E27FC236}">
                  <a16:creationId xmlns:a16="http://schemas.microsoft.com/office/drawing/2014/main" id="{4C158302-22AB-468F-8EA9-6CFC99DB83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1779898" y="4188906"/>
              <a:ext cx="2292650" cy="400110"/>
            </a:xfrm>
            <a:prstGeom prst="rect">
              <a:avLst/>
            </a:prstGeom>
            <a:noFill/>
            <a:ln>
              <a:noFill/>
            </a:ln>
            <a:effectLst/>
            <a:extLst/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r" defTabSz="914400" eaLnBrk="1" hangingPunct="1">
                <a:defRPr/>
              </a:pPr>
              <a:r>
                <a:rPr lang="zh-CN" altLang="en-US" sz="2000" b="1" kern="0" dirty="0">
                  <a:solidFill>
                    <a:srgbClr val="005825"/>
                  </a:solidFill>
                  <a:latin typeface="Arial"/>
                  <a:ea typeface="微软雅黑"/>
                  <a:cs typeface="+mn-ea"/>
                  <a:sym typeface="+mn-lt"/>
                </a:rPr>
                <a:t>输入标题文字    </a:t>
              </a:r>
              <a:endParaRPr lang="en-US" altLang="zh-CN" sz="2000" b="1" kern="0" dirty="0">
                <a:solidFill>
                  <a:srgbClr val="005825"/>
                </a:solidFill>
                <a:latin typeface="Arial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47" name="TextBox 11">
              <a:extLst>
                <a:ext uri="{FF2B5EF4-FFF2-40B4-BE49-F238E27FC236}">
                  <a16:creationId xmlns:a16="http://schemas.microsoft.com/office/drawing/2014/main" id="{18A5AB90-FDCD-4016-B6E7-F0C36738E7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8338387" y="2429268"/>
              <a:ext cx="3297420" cy="867930"/>
            </a:xfrm>
            <a:prstGeom prst="rect">
              <a:avLst/>
            </a:prstGeom>
            <a:noFill/>
            <a:ln>
              <a:noFill/>
            </a:ln>
            <a:effectLst/>
            <a:extLst/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defTabSz="914400" eaLnBrk="1" hangingPunct="1">
                <a:lnSpc>
                  <a:spcPct val="120000"/>
                </a:lnSpc>
                <a:defRPr/>
              </a:pPr>
              <a:r>
                <a:rPr lang="zh-CN" altLang="en-US" sz="1400" dirty="0">
                  <a:solidFill>
                    <a:srgbClr val="348534"/>
                  </a:solidFill>
                  <a:latin typeface="Arial"/>
                  <a:ea typeface="微软雅黑"/>
                  <a:cs typeface="+mn-ea"/>
                  <a:sym typeface="+mn-lt"/>
                </a:rPr>
                <a:t>点击此处添加文本内容，如关键词、部分简单介绍等。点击此处添加文本内容，如关键词、部分简单介绍等。</a:t>
              </a:r>
              <a:endParaRPr lang="en-US" altLang="zh-CN" sz="1100" dirty="0">
                <a:solidFill>
                  <a:srgbClr val="348534"/>
                </a:solidFill>
                <a:latin typeface="Arial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48" name="TextBox 11">
              <a:extLst>
                <a:ext uri="{FF2B5EF4-FFF2-40B4-BE49-F238E27FC236}">
                  <a16:creationId xmlns:a16="http://schemas.microsoft.com/office/drawing/2014/main" id="{9C32F5CD-5E06-488E-BEB9-ACE8BCCF3B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8338387" y="2014382"/>
              <a:ext cx="2292650" cy="400110"/>
            </a:xfrm>
            <a:prstGeom prst="rect">
              <a:avLst/>
            </a:prstGeom>
            <a:noFill/>
            <a:ln>
              <a:noFill/>
            </a:ln>
            <a:effectLst/>
            <a:extLst/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defTabSz="914400" eaLnBrk="1" hangingPunct="1">
                <a:defRPr/>
              </a:pPr>
              <a:r>
                <a:rPr lang="zh-CN" altLang="en-US" sz="2000" b="1" kern="0" dirty="0">
                  <a:solidFill>
                    <a:srgbClr val="005825"/>
                  </a:solidFill>
                  <a:latin typeface="Arial"/>
                  <a:ea typeface="微软雅黑"/>
                  <a:cs typeface="+mn-ea"/>
                  <a:sym typeface="+mn-lt"/>
                </a:rPr>
                <a:t>输入标题文字    </a:t>
              </a:r>
              <a:endParaRPr lang="en-US" altLang="zh-CN" sz="2000" b="1" kern="0" dirty="0">
                <a:solidFill>
                  <a:srgbClr val="005825"/>
                </a:solidFill>
                <a:latin typeface="Arial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49" name="TextBox 11">
              <a:extLst>
                <a:ext uri="{FF2B5EF4-FFF2-40B4-BE49-F238E27FC236}">
                  <a16:creationId xmlns:a16="http://schemas.microsoft.com/office/drawing/2014/main" id="{50322FEA-325A-442E-AB6E-170D251AB1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8338387" y="4603791"/>
              <a:ext cx="3297420" cy="867930"/>
            </a:xfrm>
            <a:prstGeom prst="rect">
              <a:avLst/>
            </a:prstGeom>
            <a:noFill/>
            <a:ln>
              <a:noFill/>
            </a:ln>
            <a:effectLst/>
            <a:extLst/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defTabSz="914400" eaLnBrk="1" hangingPunct="1">
                <a:lnSpc>
                  <a:spcPct val="120000"/>
                </a:lnSpc>
                <a:defRPr/>
              </a:pPr>
              <a:r>
                <a:rPr lang="zh-CN" altLang="en-US" sz="1400" dirty="0">
                  <a:solidFill>
                    <a:srgbClr val="348534"/>
                  </a:solidFill>
                  <a:latin typeface="Arial"/>
                  <a:ea typeface="微软雅黑"/>
                  <a:cs typeface="+mn-ea"/>
                  <a:sym typeface="+mn-lt"/>
                </a:rPr>
                <a:t>点击此处添加文本内容，如关键词、部分简单介绍等。点击此处添加文本内容，如关键词、部分简单介绍等。</a:t>
              </a:r>
              <a:endParaRPr lang="en-US" altLang="zh-CN" sz="1100" dirty="0">
                <a:solidFill>
                  <a:srgbClr val="348534"/>
                </a:solidFill>
                <a:latin typeface="Arial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50" name="TextBox 11">
              <a:extLst>
                <a:ext uri="{FF2B5EF4-FFF2-40B4-BE49-F238E27FC236}">
                  <a16:creationId xmlns:a16="http://schemas.microsoft.com/office/drawing/2014/main" id="{8CF836CB-AAD3-4EF3-B55F-E727DD1654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8338387" y="4188906"/>
              <a:ext cx="2292650" cy="400110"/>
            </a:xfrm>
            <a:prstGeom prst="rect">
              <a:avLst/>
            </a:prstGeom>
            <a:noFill/>
            <a:ln>
              <a:noFill/>
            </a:ln>
            <a:effectLst/>
            <a:extLst/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defTabSz="914400" eaLnBrk="1" hangingPunct="1">
                <a:defRPr/>
              </a:pPr>
              <a:r>
                <a:rPr lang="zh-CN" altLang="en-US" sz="2000" b="1" kern="0" dirty="0">
                  <a:solidFill>
                    <a:srgbClr val="005825"/>
                  </a:solidFill>
                  <a:latin typeface="Arial"/>
                  <a:ea typeface="微软雅黑"/>
                  <a:cs typeface="+mn-ea"/>
                  <a:sym typeface="+mn-lt"/>
                </a:rPr>
                <a:t>输入标题文字    </a:t>
              </a:r>
              <a:endParaRPr lang="en-US" altLang="zh-CN" sz="2000" b="1" kern="0" dirty="0">
                <a:solidFill>
                  <a:srgbClr val="005825"/>
                </a:solidFill>
                <a:latin typeface="Arial"/>
                <a:ea typeface="微软雅黑"/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897574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图片 63">
            <a:extLst>
              <a:ext uri="{FF2B5EF4-FFF2-40B4-BE49-F238E27FC236}">
                <a16:creationId xmlns:a16="http://schemas.microsoft.com/office/drawing/2014/main" id="{3B67F843-08A8-4E3B-80F9-AF5591D28CA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3" b="78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5" name="矩形 64">
            <a:extLst>
              <a:ext uri="{FF2B5EF4-FFF2-40B4-BE49-F238E27FC236}">
                <a16:creationId xmlns:a16="http://schemas.microsoft.com/office/drawing/2014/main" id="{7D6B3F08-FEEB-43A5-BDE7-EC95A07E8EF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D0D41A9-C451-4D36-9614-D42257C7A75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5570" y="179061"/>
            <a:ext cx="2162258" cy="5455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B81BBF6F-960C-4894-9188-B0BC95D25783}"/>
              </a:ext>
            </a:extLst>
          </p:cNvPr>
          <p:cNvGrpSpPr/>
          <p:nvPr/>
        </p:nvGrpSpPr>
        <p:grpSpPr>
          <a:xfrm>
            <a:off x="229435" y="144004"/>
            <a:ext cx="575110" cy="646331"/>
            <a:chOff x="368331" y="348215"/>
            <a:chExt cx="936000" cy="1051912"/>
          </a:xfrm>
        </p:grpSpPr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A5D48676-B157-4558-951B-BFB4E5889968}"/>
                </a:ext>
              </a:extLst>
            </p:cNvPr>
            <p:cNvSpPr/>
            <p:nvPr/>
          </p:nvSpPr>
          <p:spPr>
            <a:xfrm>
              <a:off x="368331" y="388046"/>
              <a:ext cx="936000" cy="936000"/>
            </a:xfrm>
            <a:prstGeom prst="ellipse">
              <a:avLst/>
            </a:prstGeom>
            <a:solidFill>
              <a:srgbClr val="00582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 b="1">
                <a:cs typeface="+mn-ea"/>
                <a:sym typeface="+mn-lt"/>
              </a:endParaRPr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6DD61D0D-8498-432F-932D-ADF5FD30970C}"/>
                </a:ext>
              </a:extLst>
            </p:cNvPr>
            <p:cNvSpPr txBox="1"/>
            <p:nvPr/>
          </p:nvSpPr>
          <p:spPr>
            <a:xfrm>
              <a:off x="416209" y="348215"/>
              <a:ext cx="840245" cy="10519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600" b="1" dirty="0">
                  <a:solidFill>
                    <a:srgbClr val="FCFCFC"/>
                  </a:solidFill>
                  <a:cs typeface="+mn-ea"/>
                  <a:sym typeface="+mn-lt"/>
                </a:rPr>
                <a:t>1</a:t>
              </a:r>
              <a:endParaRPr lang="zh-CN" altLang="en-US" sz="3600" b="1" dirty="0">
                <a:solidFill>
                  <a:srgbClr val="FCFCFC"/>
                </a:solidFill>
                <a:cs typeface="+mn-ea"/>
                <a:sym typeface="+mn-lt"/>
              </a:endParaRPr>
            </a:p>
          </p:txBody>
        </p:sp>
      </p:grpSp>
      <p:sp>
        <p:nvSpPr>
          <p:cNvPr id="63" name="文本框 62">
            <a:extLst>
              <a:ext uri="{FF2B5EF4-FFF2-40B4-BE49-F238E27FC236}">
                <a16:creationId xmlns:a16="http://schemas.microsoft.com/office/drawing/2014/main" id="{45036A13-C542-4D43-B32E-26EA4801BB61}"/>
              </a:ext>
            </a:extLst>
          </p:cNvPr>
          <p:cNvSpPr txBox="1"/>
          <p:nvPr/>
        </p:nvSpPr>
        <p:spPr>
          <a:xfrm>
            <a:off x="1043599" y="236337"/>
            <a:ext cx="28444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5825"/>
                </a:solidFill>
                <a:cs typeface="+mn-ea"/>
                <a:sym typeface="+mn-lt"/>
              </a:rPr>
              <a:t>课题背景及内容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155567E-A2CB-45C2-8E11-E9373EFAA595}"/>
              </a:ext>
            </a:extLst>
          </p:cNvPr>
          <p:cNvCxnSpPr/>
          <p:nvPr/>
        </p:nvCxnSpPr>
        <p:spPr>
          <a:xfrm>
            <a:off x="0" y="856047"/>
            <a:ext cx="12192000" cy="0"/>
          </a:xfrm>
          <a:prstGeom prst="line">
            <a:avLst/>
          </a:prstGeom>
          <a:ln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椭圆 25">
            <a:extLst>
              <a:ext uri="{FF2B5EF4-FFF2-40B4-BE49-F238E27FC236}">
                <a16:creationId xmlns:a16="http://schemas.microsoft.com/office/drawing/2014/main" id="{92FBF4ED-5CF3-425C-B6EB-C732C628C0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3599" y="1836502"/>
            <a:ext cx="2016990" cy="2015521"/>
          </a:xfrm>
          <a:prstGeom prst="ellipse">
            <a:avLst/>
          </a:prstGeom>
          <a:solidFill>
            <a:srgbClr val="005825"/>
          </a:solidFill>
          <a:ln>
            <a:noFill/>
          </a:ln>
          <a:extLst/>
        </p:spPr>
        <p:txBody>
          <a:bodyPr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</a:endParaRPr>
          </a:p>
        </p:txBody>
      </p:sp>
      <p:sp>
        <p:nvSpPr>
          <p:cNvPr id="39" name="Freeform 16">
            <a:extLst>
              <a:ext uri="{FF2B5EF4-FFF2-40B4-BE49-F238E27FC236}">
                <a16:creationId xmlns:a16="http://schemas.microsoft.com/office/drawing/2014/main" id="{2415FC74-8063-4AC7-BF97-B54D7C216B38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780257" y="2499425"/>
            <a:ext cx="543676" cy="689676"/>
          </a:xfrm>
          <a:custGeom>
            <a:avLst/>
            <a:gdLst>
              <a:gd name="T0" fmla="*/ 84 w 138"/>
              <a:gd name="T1" fmla="*/ 71 h 176"/>
              <a:gd name="T2" fmla="*/ 69 w 138"/>
              <a:gd name="T3" fmla="*/ 69 h 176"/>
              <a:gd name="T4" fmla="*/ 54 w 138"/>
              <a:gd name="T5" fmla="*/ 71 h 176"/>
              <a:gd name="T6" fmla="*/ 54 w 138"/>
              <a:gd name="T7" fmla="*/ 26 h 176"/>
              <a:gd name="T8" fmla="*/ 15 w 138"/>
              <a:gd name="T9" fmla="*/ 26 h 176"/>
              <a:gd name="T10" fmla="*/ 15 w 138"/>
              <a:gd name="T11" fmla="*/ 48 h 176"/>
              <a:gd name="T12" fmla="*/ 34 w 138"/>
              <a:gd name="T13" fmla="*/ 82 h 176"/>
              <a:gd name="T14" fmla="*/ 16 w 138"/>
              <a:gd name="T15" fmla="*/ 122 h 176"/>
              <a:gd name="T16" fmla="*/ 69 w 138"/>
              <a:gd name="T17" fmla="*/ 176 h 176"/>
              <a:gd name="T18" fmla="*/ 122 w 138"/>
              <a:gd name="T19" fmla="*/ 122 h 176"/>
              <a:gd name="T20" fmla="*/ 101 w 138"/>
              <a:gd name="T21" fmla="*/ 80 h 176"/>
              <a:gd name="T22" fmla="*/ 123 w 138"/>
              <a:gd name="T23" fmla="*/ 49 h 176"/>
              <a:gd name="T24" fmla="*/ 123 w 138"/>
              <a:gd name="T25" fmla="*/ 26 h 176"/>
              <a:gd name="T26" fmla="*/ 84 w 138"/>
              <a:gd name="T27" fmla="*/ 26 h 176"/>
              <a:gd name="T28" fmla="*/ 84 w 138"/>
              <a:gd name="T29" fmla="*/ 71 h 176"/>
              <a:gd name="T30" fmla="*/ 103 w 138"/>
              <a:gd name="T31" fmla="*/ 122 h 176"/>
              <a:gd name="T32" fmla="*/ 69 w 138"/>
              <a:gd name="T33" fmla="*/ 157 h 176"/>
              <a:gd name="T34" fmla="*/ 35 w 138"/>
              <a:gd name="T35" fmla="*/ 122 h 176"/>
              <a:gd name="T36" fmla="*/ 69 w 138"/>
              <a:gd name="T37" fmla="*/ 88 h 176"/>
              <a:gd name="T38" fmla="*/ 103 w 138"/>
              <a:gd name="T39" fmla="*/ 122 h 176"/>
              <a:gd name="T40" fmla="*/ 0 w 138"/>
              <a:gd name="T41" fmla="*/ 0 h 176"/>
              <a:gd name="T42" fmla="*/ 0 w 138"/>
              <a:gd name="T43" fmla="*/ 16 h 176"/>
              <a:gd name="T44" fmla="*/ 138 w 138"/>
              <a:gd name="T45" fmla="*/ 16 h 176"/>
              <a:gd name="T46" fmla="*/ 138 w 138"/>
              <a:gd name="T47" fmla="*/ 0 h 176"/>
              <a:gd name="T48" fmla="*/ 0 w 138"/>
              <a:gd name="T49" fmla="*/ 0 h 176"/>
              <a:gd name="T50" fmla="*/ 68 w 138"/>
              <a:gd name="T51" fmla="*/ 91 h 176"/>
              <a:gd name="T52" fmla="*/ 61 w 138"/>
              <a:gd name="T53" fmla="*/ 111 h 176"/>
              <a:gd name="T54" fmla="*/ 39 w 138"/>
              <a:gd name="T55" fmla="*/ 111 h 176"/>
              <a:gd name="T56" fmla="*/ 38 w 138"/>
              <a:gd name="T57" fmla="*/ 112 h 176"/>
              <a:gd name="T58" fmla="*/ 38 w 138"/>
              <a:gd name="T59" fmla="*/ 114 h 176"/>
              <a:gd name="T60" fmla="*/ 56 w 138"/>
              <a:gd name="T61" fmla="*/ 127 h 176"/>
              <a:gd name="T62" fmla="*/ 49 w 138"/>
              <a:gd name="T63" fmla="*/ 148 h 176"/>
              <a:gd name="T64" fmla="*/ 50 w 138"/>
              <a:gd name="T65" fmla="*/ 149 h 176"/>
              <a:gd name="T66" fmla="*/ 51 w 138"/>
              <a:gd name="T67" fmla="*/ 149 h 176"/>
              <a:gd name="T68" fmla="*/ 69 w 138"/>
              <a:gd name="T69" fmla="*/ 136 h 176"/>
              <a:gd name="T70" fmla="*/ 87 w 138"/>
              <a:gd name="T71" fmla="*/ 149 h 176"/>
              <a:gd name="T72" fmla="*/ 88 w 138"/>
              <a:gd name="T73" fmla="*/ 149 h 176"/>
              <a:gd name="T74" fmla="*/ 88 w 138"/>
              <a:gd name="T75" fmla="*/ 149 h 176"/>
              <a:gd name="T76" fmla="*/ 89 w 138"/>
              <a:gd name="T77" fmla="*/ 148 h 176"/>
              <a:gd name="T78" fmla="*/ 82 w 138"/>
              <a:gd name="T79" fmla="*/ 127 h 176"/>
              <a:gd name="T80" fmla="*/ 100 w 138"/>
              <a:gd name="T81" fmla="*/ 114 h 176"/>
              <a:gd name="T82" fmla="*/ 100 w 138"/>
              <a:gd name="T83" fmla="*/ 112 h 176"/>
              <a:gd name="T84" fmla="*/ 99 w 138"/>
              <a:gd name="T85" fmla="*/ 111 h 176"/>
              <a:gd name="T86" fmla="*/ 77 w 138"/>
              <a:gd name="T87" fmla="*/ 111 h 176"/>
              <a:gd name="T88" fmla="*/ 70 w 138"/>
              <a:gd name="T89" fmla="*/ 91 h 176"/>
              <a:gd name="T90" fmla="*/ 69 w 138"/>
              <a:gd name="T91" fmla="*/ 90 h 176"/>
              <a:gd name="T92" fmla="*/ 68 w 138"/>
              <a:gd name="T93" fmla="*/ 91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38" h="176">
                <a:moveTo>
                  <a:pt x="84" y="71"/>
                </a:moveTo>
                <a:cubicBezTo>
                  <a:pt x="79" y="70"/>
                  <a:pt x="74" y="69"/>
                  <a:pt x="69" y="69"/>
                </a:cubicBezTo>
                <a:cubicBezTo>
                  <a:pt x="64" y="69"/>
                  <a:pt x="59" y="70"/>
                  <a:pt x="54" y="71"/>
                </a:cubicBezTo>
                <a:cubicBezTo>
                  <a:pt x="54" y="26"/>
                  <a:pt x="54" y="26"/>
                  <a:pt x="54" y="26"/>
                </a:cubicBezTo>
                <a:cubicBezTo>
                  <a:pt x="15" y="26"/>
                  <a:pt x="15" y="26"/>
                  <a:pt x="15" y="26"/>
                </a:cubicBezTo>
                <a:cubicBezTo>
                  <a:pt x="15" y="48"/>
                  <a:pt x="15" y="48"/>
                  <a:pt x="15" y="48"/>
                </a:cubicBezTo>
                <a:cubicBezTo>
                  <a:pt x="34" y="82"/>
                  <a:pt x="34" y="82"/>
                  <a:pt x="34" y="82"/>
                </a:cubicBezTo>
                <a:cubicBezTo>
                  <a:pt x="23" y="92"/>
                  <a:pt x="16" y="106"/>
                  <a:pt x="16" y="122"/>
                </a:cubicBezTo>
                <a:cubicBezTo>
                  <a:pt x="16" y="152"/>
                  <a:pt x="40" y="176"/>
                  <a:pt x="69" y="176"/>
                </a:cubicBezTo>
                <a:cubicBezTo>
                  <a:pt x="98" y="176"/>
                  <a:pt x="122" y="152"/>
                  <a:pt x="122" y="122"/>
                </a:cubicBezTo>
                <a:cubicBezTo>
                  <a:pt x="122" y="105"/>
                  <a:pt x="114" y="90"/>
                  <a:pt x="101" y="80"/>
                </a:cubicBezTo>
                <a:cubicBezTo>
                  <a:pt x="123" y="49"/>
                  <a:pt x="123" y="49"/>
                  <a:pt x="123" y="49"/>
                </a:cubicBezTo>
                <a:cubicBezTo>
                  <a:pt x="123" y="26"/>
                  <a:pt x="123" y="26"/>
                  <a:pt x="123" y="26"/>
                </a:cubicBezTo>
                <a:cubicBezTo>
                  <a:pt x="84" y="26"/>
                  <a:pt x="84" y="26"/>
                  <a:pt x="84" y="26"/>
                </a:cubicBezTo>
                <a:lnTo>
                  <a:pt x="84" y="71"/>
                </a:lnTo>
                <a:close/>
                <a:moveTo>
                  <a:pt x="103" y="122"/>
                </a:moveTo>
                <a:cubicBezTo>
                  <a:pt x="103" y="141"/>
                  <a:pt x="88" y="157"/>
                  <a:pt x="69" y="157"/>
                </a:cubicBezTo>
                <a:cubicBezTo>
                  <a:pt x="50" y="157"/>
                  <a:pt x="35" y="141"/>
                  <a:pt x="35" y="122"/>
                </a:cubicBezTo>
                <a:cubicBezTo>
                  <a:pt x="35" y="104"/>
                  <a:pt x="50" y="88"/>
                  <a:pt x="69" y="88"/>
                </a:cubicBezTo>
                <a:cubicBezTo>
                  <a:pt x="88" y="88"/>
                  <a:pt x="103" y="104"/>
                  <a:pt x="103" y="122"/>
                </a:cubicBezTo>
                <a:close/>
                <a:moveTo>
                  <a:pt x="0" y="0"/>
                </a:moveTo>
                <a:cubicBezTo>
                  <a:pt x="0" y="16"/>
                  <a:pt x="0" y="16"/>
                  <a:pt x="0" y="16"/>
                </a:cubicBezTo>
                <a:cubicBezTo>
                  <a:pt x="138" y="16"/>
                  <a:pt x="138" y="16"/>
                  <a:pt x="138" y="16"/>
                </a:cubicBezTo>
                <a:cubicBezTo>
                  <a:pt x="138" y="0"/>
                  <a:pt x="138" y="0"/>
                  <a:pt x="138" y="0"/>
                </a:cubicBezTo>
                <a:lnTo>
                  <a:pt x="0" y="0"/>
                </a:lnTo>
                <a:close/>
                <a:moveTo>
                  <a:pt x="68" y="91"/>
                </a:moveTo>
                <a:cubicBezTo>
                  <a:pt x="61" y="111"/>
                  <a:pt x="61" y="111"/>
                  <a:pt x="61" y="111"/>
                </a:cubicBezTo>
                <a:cubicBezTo>
                  <a:pt x="39" y="111"/>
                  <a:pt x="39" y="111"/>
                  <a:pt x="39" y="111"/>
                </a:cubicBezTo>
                <a:cubicBezTo>
                  <a:pt x="39" y="111"/>
                  <a:pt x="38" y="112"/>
                  <a:pt x="38" y="112"/>
                </a:cubicBezTo>
                <a:cubicBezTo>
                  <a:pt x="38" y="113"/>
                  <a:pt x="38" y="113"/>
                  <a:pt x="38" y="114"/>
                </a:cubicBezTo>
                <a:cubicBezTo>
                  <a:pt x="56" y="127"/>
                  <a:pt x="56" y="127"/>
                  <a:pt x="56" y="127"/>
                </a:cubicBezTo>
                <a:cubicBezTo>
                  <a:pt x="49" y="148"/>
                  <a:pt x="49" y="148"/>
                  <a:pt x="49" y="148"/>
                </a:cubicBezTo>
                <a:cubicBezTo>
                  <a:pt x="49" y="148"/>
                  <a:pt x="49" y="149"/>
                  <a:pt x="50" y="149"/>
                </a:cubicBezTo>
                <a:cubicBezTo>
                  <a:pt x="50" y="149"/>
                  <a:pt x="51" y="149"/>
                  <a:pt x="51" y="149"/>
                </a:cubicBezTo>
                <a:cubicBezTo>
                  <a:pt x="69" y="136"/>
                  <a:pt x="69" y="136"/>
                  <a:pt x="69" y="136"/>
                </a:cubicBezTo>
                <a:cubicBezTo>
                  <a:pt x="87" y="149"/>
                  <a:pt x="87" y="149"/>
                  <a:pt x="87" y="149"/>
                </a:cubicBezTo>
                <a:cubicBezTo>
                  <a:pt x="87" y="149"/>
                  <a:pt x="87" y="149"/>
                  <a:pt x="88" y="149"/>
                </a:cubicBezTo>
                <a:cubicBezTo>
                  <a:pt x="88" y="149"/>
                  <a:pt x="88" y="149"/>
                  <a:pt x="88" y="149"/>
                </a:cubicBezTo>
                <a:cubicBezTo>
                  <a:pt x="89" y="149"/>
                  <a:pt x="89" y="148"/>
                  <a:pt x="89" y="148"/>
                </a:cubicBezTo>
                <a:cubicBezTo>
                  <a:pt x="82" y="127"/>
                  <a:pt x="82" y="127"/>
                  <a:pt x="82" y="127"/>
                </a:cubicBezTo>
                <a:cubicBezTo>
                  <a:pt x="100" y="114"/>
                  <a:pt x="100" y="114"/>
                  <a:pt x="100" y="114"/>
                </a:cubicBezTo>
                <a:cubicBezTo>
                  <a:pt x="100" y="113"/>
                  <a:pt x="100" y="113"/>
                  <a:pt x="100" y="112"/>
                </a:cubicBezTo>
                <a:cubicBezTo>
                  <a:pt x="100" y="112"/>
                  <a:pt x="99" y="111"/>
                  <a:pt x="99" y="111"/>
                </a:cubicBezTo>
                <a:cubicBezTo>
                  <a:pt x="77" y="111"/>
                  <a:pt x="77" y="111"/>
                  <a:pt x="77" y="111"/>
                </a:cubicBezTo>
                <a:cubicBezTo>
                  <a:pt x="70" y="91"/>
                  <a:pt x="70" y="91"/>
                  <a:pt x="70" y="91"/>
                </a:cubicBezTo>
                <a:cubicBezTo>
                  <a:pt x="70" y="90"/>
                  <a:pt x="70" y="90"/>
                  <a:pt x="69" y="90"/>
                </a:cubicBezTo>
                <a:cubicBezTo>
                  <a:pt x="68" y="90"/>
                  <a:pt x="68" y="90"/>
                  <a:pt x="68" y="91"/>
                </a:cubicBezTo>
                <a:close/>
              </a:path>
            </a:pathLst>
          </a:custGeom>
          <a:solidFill>
            <a:sysClr val="window" lastClr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3FC9503B-6791-4DA7-B64E-00F1782C39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2308" y="4389692"/>
            <a:ext cx="179957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3485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输入标题文字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2A53AB94-00CE-4C3C-A757-C10907F6C0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7901" y="4972954"/>
            <a:ext cx="1808386" cy="810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defTabSz="91440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rgbClr val="19751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点击此处添加文本内容</a:t>
            </a:r>
            <a:r>
              <a:rPr lang="zh-CN" altLang="en-US" sz="1400" dirty="0">
                <a:solidFill>
                  <a:srgbClr val="19751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，如关键词、部分简单介绍等。</a:t>
            </a:r>
          </a:p>
        </p:txBody>
      </p:sp>
      <p:sp>
        <p:nvSpPr>
          <p:cNvPr id="44" name="椭圆 26">
            <a:extLst>
              <a:ext uri="{FF2B5EF4-FFF2-40B4-BE49-F238E27FC236}">
                <a16:creationId xmlns:a16="http://schemas.microsoft.com/office/drawing/2014/main" id="{333DF39B-CF40-4928-A342-37593B3738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0818" y="1669032"/>
            <a:ext cx="2348993" cy="2350462"/>
          </a:xfrm>
          <a:prstGeom prst="ellipse">
            <a:avLst/>
          </a:prstGeom>
          <a:solidFill>
            <a:srgbClr val="005825"/>
          </a:solidFill>
          <a:ln>
            <a:noFill/>
          </a:ln>
          <a:extLst/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</a:endParaRPr>
          </a:p>
        </p:txBody>
      </p:sp>
      <p:sp>
        <p:nvSpPr>
          <p:cNvPr id="45" name="Freeform 5">
            <a:extLst>
              <a:ext uri="{FF2B5EF4-FFF2-40B4-BE49-F238E27FC236}">
                <a16:creationId xmlns:a16="http://schemas.microsoft.com/office/drawing/2014/main" id="{96D95085-20B7-4656-A4C5-489E794197A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3467749" y="2411216"/>
            <a:ext cx="1015130" cy="866093"/>
          </a:xfrm>
          <a:custGeom>
            <a:avLst/>
            <a:gdLst>
              <a:gd name="T0" fmla="*/ 20 w 86"/>
              <a:gd name="T1" fmla="*/ 2 h 70"/>
              <a:gd name="T2" fmla="*/ 60 w 86"/>
              <a:gd name="T3" fmla="*/ 2 h 70"/>
              <a:gd name="T4" fmla="*/ 80 w 86"/>
              <a:gd name="T5" fmla="*/ 6 h 70"/>
              <a:gd name="T6" fmla="*/ 74 w 86"/>
              <a:gd name="T7" fmla="*/ 26 h 70"/>
              <a:gd name="T8" fmla="*/ 59 w 86"/>
              <a:gd name="T9" fmla="*/ 8 h 70"/>
              <a:gd name="T10" fmla="*/ 43 w 86"/>
              <a:gd name="T11" fmla="*/ 54 h 70"/>
              <a:gd name="T12" fmla="*/ 49 w 86"/>
              <a:gd name="T13" fmla="*/ 58 h 70"/>
              <a:gd name="T14" fmla="*/ 50 w 86"/>
              <a:gd name="T15" fmla="*/ 59 h 70"/>
              <a:gd name="T16" fmla="*/ 40 w 86"/>
              <a:gd name="T17" fmla="*/ 60 h 70"/>
              <a:gd name="T18" fmla="*/ 22 w 86"/>
              <a:gd name="T19" fmla="*/ 60 h 70"/>
              <a:gd name="T20" fmla="*/ 0 w 86"/>
              <a:gd name="T21" fmla="*/ 58 h 70"/>
              <a:gd name="T22" fmla="*/ 3 w 86"/>
              <a:gd name="T23" fmla="*/ 3 h 70"/>
              <a:gd name="T24" fmla="*/ 59 w 86"/>
              <a:gd name="T25" fmla="*/ 37 h 70"/>
              <a:gd name="T26" fmla="*/ 57 w 86"/>
              <a:gd name="T27" fmla="*/ 51 h 70"/>
              <a:gd name="T28" fmla="*/ 72 w 86"/>
              <a:gd name="T29" fmla="*/ 53 h 70"/>
              <a:gd name="T30" fmla="*/ 74 w 86"/>
              <a:gd name="T31" fmla="*/ 39 h 70"/>
              <a:gd name="T32" fmla="*/ 56 w 86"/>
              <a:gd name="T33" fmla="*/ 33 h 70"/>
              <a:gd name="T34" fmla="*/ 53 w 86"/>
              <a:gd name="T35" fmla="*/ 55 h 70"/>
              <a:gd name="T36" fmla="*/ 73 w 86"/>
              <a:gd name="T37" fmla="*/ 59 h 70"/>
              <a:gd name="T38" fmla="*/ 79 w 86"/>
              <a:gd name="T39" fmla="*/ 68 h 70"/>
              <a:gd name="T40" fmla="*/ 84 w 86"/>
              <a:gd name="T41" fmla="*/ 69 h 70"/>
              <a:gd name="T42" fmla="*/ 80 w 86"/>
              <a:gd name="T43" fmla="*/ 57 h 70"/>
              <a:gd name="T44" fmla="*/ 81 w 86"/>
              <a:gd name="T45" fmla="*/ 47 h 70"/>
              <a:gd name="T46" fmla="*/ 67 w 86"/>
              <a:gd name="T47" fmla="*/ 29 h 70"/>
              <a:gd name="T48" fmla="*/ 58 w 86"/>
              <a:gd name="T49" fmla="*/ 46 h 70"/>
              <a:gd name="T50" fmla="*/ 58 w 86"/>
              <a:gd name="T51" fmla="*/ 46 h 70"/>
              <a:gd name="T52" fmla="*/ 47 w 86"/>
              <a:gd name="T53" fmla="*/ 19 h 70"/>
              <a:gd name="T54" fmla="*/ 71 w 86"/>
              <a:gd name="T55" fmla="*/ 24 h 70"/>
              <a:gd name="T56" fmla="*/ 71 w 86"/>
              <a:gd name="T57" fmla="*/ 15 h 70"/>
              <a:gd name="T58" fmla="*/ 47 w 86"/>
              <a:gd name="T59" fmla="*/ 14 h 70"/>
              <a:gd name="T60" fmla="*/ 71 w 86"/>
              <a:gd name="T61" fmla="*/ 15 h 70"/>
              <a:gd name="T62" fmla="*/ 10 w 86"/>
              <a:gd name="T63" fmla="*/ 51 h 70"/>
              <a:gd name="T64" fmla="*/ 34 w 86"/>
              <a:gd name="T65" fmla="*/ 46 h 70"/>
              <a:gd name="T66" fmla="*/ 10 w 86"/>
              <a:gd name="T67" fmla="*/ 41 h 70"/>
              <a:gd name="T68" fmla="*/ 34 w 86"/>
              <a:gd name="T69" fmla="*/ 41 h 70"/>
              <a:gd name="T70" fmla="*/ 10 w 86"/>
              <a:gd name="T71" fmla="*/ 41 h 70"/>
              <a:gd name="T72" fmla="*/ 10 w 86"/>
              <a:gd name="T73" fmla="*/ 37 h 70"/>
              <a:gd name="T74" fmla="*/ 34 w 86"/>
              <a:gd name="T75" fmla="*/ 32 h 70"/>
              <a:gd name="T76" fmla="*/ 22 w 86"/>
              <a:gd name="T77" fmla="*/ 25 h 70"/>
              <a:gd name="T78" fmla="*/ 34 w 86"/>
              <a:gd name="T79" fmla="*/ 27 h 70"/>
              <a:gd name="T80" fmla="*/ 22 w 86"/>
              <a:gd name="T81" fmla="*/ 25 h 70"/>
              <a:gd name="T82" fmla="*/ 22 w 86"/>
              <a:gd name="T83" fmla="*/ 21 h 70"/>
              <a:gd name="T84" fmla="*/ 34 w 86"/>
              <a:gd name="T85" fmla="*/ 18 h 70"/>
              <a:gd name="T86" fmla="*/ 22 w 86"/>
              <a:gd name="T87" fmla="*/ 14 h 70"/>
              <a:gd name="T88" fmla="*/ 34 w 86"/>
              <a:gd name="T89" fmla="*/ 15 h 70"/>
              <a:gd name="T90" fmla="*/ 22 w 86"/>
              <a:gd name="T91" fmla="*/ 14 h 70"/>
              <a:gd name="T92" fmla="*/ 9 w 86"/>
              <a:gd name="T93" fmla="*/ 31 h 70"/>
              <a:gd name="T94" fmla="*/ 19 w 86"/>
              <a:gd name="T95" fmla="*/ 13 h 70"/>
              <a:gd name="T96" fmla="*/ 21 w 86"/>
              <a:gd name="T97" fmla="*/ 8 h 70"/>
              <a:gd name="T98" fmla="*/ 5 w 86"/>
              <a:gd name="T99" fmla="*/ 56 h 70"/>
              <a:gd name="T100" fmla="*/ 37 w 86"/>
              <a:gd name="T101" fmla="*/ 54 h 70"/>
              <a:gd name="T102" fmla="*/ 21 w 86"/>
              <a:gd name="T103" fmla="*/ 8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86" h="70">
                <a:moveTo>
                  <a:pt x="3" y="3"/>
                </a:moveTo>
                <a:cubicBezTo>
                  <a:pt x="8" y="4"/>
                  <a:pt x="14" y="3"/>
                  <a:pt x="20" y="2"/>
                </a:cubicBezTo>
                <a:cubicBezTo>
                  <a:pt x="28" y="1"/>
                  <a:pt x="35" y="0"/>
                  <a:pt x="40" y="3"/>
                </a:cubicBezTo>
                <a:cubicBezTo>
                  <a:pt x="45" y="0"/>
                  <a:pt x="52" y="1"/>
                  <a:pt x="60" y="2"/>
                </a:cubicBezTo>
                <a:cubicBezTo>
                  <a:pt x="65" y="3"/>
                  <a:pt x="72" y="4"/>
                  <a:pt x="77" y="3"/>
                </a:cubicBezTo>
                <a:cubicBezTo>
                  <a:pt x="80" y="6"/>
                  <a:pt x="80" y="6"/>
                  <a:pt x="80" y="6"/>
                </a:cubicBezTo>
                <a:cubicBezTo>
                  <a:pt x="80" y="30"/>
                  <a:pt x="80" y="30"/>
                  <a:pt x="80" y="30"/>
                </a:cubicBezTo>
                <a:cubicBezTo>
                  <a:pt x="78" y="28"/>
                  <a:pt x="76" y="27"/>
                  <a:pt x="74" y="26"/>
                </a:cubicBezTo>
                <a:cubicBezTo>
                  <a:pt x="74" y="9"/>
                  <a:pt x="74" y="9"/>
                  <a:pt x="74" y="9"/>
                </a:cubicBezTo>
                <a:cubicBezTo>
                  <a:pt x="69" y="9"/>
                  <a:pt x="64" y="8"/>
                  <a:pt x="59" y="8"/>
                </a:cubicBezTo>
                <a:cubicBezTo>
                  <a:pt x="52" y="7"/>
                  <a:pt x="46" y="6"/>
                  <a:pt x="43" y="8"/>
                </a:cubicBezTo>
                <a:cubicBezTo>
                  <a:pt x="43" y="54"/>
                  <a:pt x="43" y="54"/>
                  <a:pt x="43" y="54"/>
                </a:cubicBezTo>
                <a:cubicBezTo>
                  <a:pt x="44" y="54"/>
                  <a:pt x="45" y="54"/>
                  <a:pt x="47" y="54"/>
                </a:cubicBezTo>
                <a:cubicBezTo>
                  <a:pt x="47" y="55"/>
                  <a:pt x="48" y="56"/>
                  <a:pt x="49" y="58"/>
                </a:cubicBezTo>
                <a:cubicBezTo>
                  <a:pt x="50" y="58"/>
                  <a:pt x="50" y="59"/>
                  <a:pt x="51" y="59"/>
                </a:cubicBezTo>
                <a:cubicBezTo>
                  <a:pt x="50" y="59"/>
                  <a:pt x="50" y="59"/>
                  <a:pt x="50" y="59"/>
                </a:cubicBezTo>
                <a:cubicBezTo>
                  <a:pt x="46" y="59"/>
                  <a:pt x="43" y="59"/>
                  <a:pt x="41" y="60"/>
                </a:cubicBezTo>
                <a:cubicBezTo>
                  <a:pt x="40" y="60"/>
                  <a:pt x="40" y="60"/>
                  <a:pt x="40" y="60"/>
                </a:cubicBezTo>
                <a:cubicBezTo>
                  <a:pt x="38" y="60"/>
                  <a:pt x="38" y="60"/>
                  <a:pt x="38" y="60"/>
                </a:cubicBezTo>
                <a:cubicBezTo>
                  <a:pt x="36" y="59"/>
                  <a:pt x="29" y="59"/>
                  <a:pt x="22" y="60"/>
                </a:cubicBezTo>
                <a:cubicBezTo>
                  <a:pt x="15" y="61"/>
                  <a:pt x="8" y="62"/>
                  <a:pt x="2" y="61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6"/>
                  <a:pt x="0" y="6"/>
                  <a:pt x="0" y="6"/>
                </a:cubicBezTo>
                <a:cubicBezTo>
                  <a:pt x="3" y="3"/>
                  <a:pt x="3" y="3"/>
                  <a:pt x="3" y="3"/>
                </a:cubicBezTo>
                <a:close/>
                <a:moveTo>
                  <a:pt x="67" y="35"/>
                </a:moveTo>
                <a:cubicBezTo>
                  <a:pt x="64" y="34"/>
                  <a:pt x="61" y="35"/>
                  <a:pt x="59" y="37"/>
                </a:cubicBezTo>
                <a:cubicBezTo>
                  <a:pt x="57" y="39"/>
                  <a:pt x="56" y="41"/>
                  <a:pt x="55" y="44"/>
                </a:cubicBezTo>
                <a:cubicBezTo>
                  <a:pt x="55" y="46"/>
                  <a:pt x="56" y="49"/>
                  <a:pt x="57" y="51"/>
                </a:cubicBezTo>
                <a:cubicBezTo>
                  <a:pt x="59" y="54"/>
                  <a:pt x="62" y="55"/>
                  <a:pt x="64" y="55"/>
                </a:cubicBezTo>
                <a:cubicBezTo>
                  <a:pt x="67" y="56"/>
                  <a:pt x="70" y="55"/>
                  <a:pt x="72" y="53"/>
                </a:cubicBezTo>
                <a:cubicBezTo>
                  <a:pt x="74" y="51"/>
                  <a:pt x="76" y="49"/>
                  <a:pt x="76" y="46"/>
                </a:cubicBezTo>
                <a:cubicBezTo>
                  <a:pt x="76" y="44"/>
                  <a:pt x="75" y="41"/>
                  <a:pt x="74" y="39"/>
                </a:cubicBezTo>
                <a:cubicBezTo>
                  <a:pt x="72" y="36"/>
                  <a:pt x="69" y="35"/>
                  <a:pt x="67" y="35"/>
                </a:cubicBezTo>
                <a:close/>
                <a:moveTo>
                  <a:pt x="56" y="33"/>
                </a:moveTo>
                <a:cubicBezTo>
                  <a:pt x="52" y="35"/>
                  <a:pt x="50" y="39"/>
                  <a:pt x="50" y="43"/>
                </a:cubicBezTo>
                <a:cubicBezTo>
                  <a:pt x="50" y="47"/>
                  <a:pt x="51" y="51"/>
                  <a:pt x="53" y="55"/>
                </a:cubicBezTo>
                <a:cubicBezTo>
                  <a:pt x="56" y="58"/>
                  <a:pt x="60" y="60"/>
                  <a:pt x="64" y="60"/>
                </a:cubicBezTo>
                <a:cubicBezTo>
                  <a:pt x="67" y="61"/>
                  <a:pt x="70" y="60"/>
                  <a:pt x="73" y="59"/>
                </a:cubicBezTo>
                <a:cubicBezTo>
                  <a:pt x="73" y="60"/>
                  <a:pt x="73" y="61"/>
                  <a:pt x="74" y="61"/>
                </a:cubicBezTo>
                <a:cubicBezTo>
                  <a:pt x="79" y="68"/>
                  <a:pt x="79" y="68"/>
                  <a:pt x="79" y="68"/>
                </a:cubicBezTo>
                <a:cubicBezTo>
                  <a:pt x="80" y="70"/>
                  <a:pt x="83" y="70"/>
                  <a:pt x="84" y="69"/>
                </a:cubicBezTo>
                <a:cubicBezTo>
                  <a:pt x="84" y="69"/>
                  <a:pt x="84" y="69"/>
                  <a:pt x="84" y="69"/>
                </a:cubicBezTo>
                <a:cubicBezTo>
                  <a:pt x="86" y="67"/>
                  <a:pt x="86" y="65"/>
                  <a:pt x="85" y="63"/>
                </a:cubicBezTo>
                <a:cubicBezTo>
                  <a:pt x="80" y="57"/>
                  <a:pt x="80" y="57"/>
                  <a:pt x="80" y="57"/>
                </a:cubicBezTo>
                <a:cubicBezTo>
                  <a:pt x="79" y="56"/>
                  <a:pt x="78" y="55"/>
                  <a:pt x="77" y="55"/>
                </a:cubicBezTo>
                <a:cubicBezTo>
                  <a:pt x="79" y="53"/>
                  <a:pt x="81" y="50"/>
                  <a:pt x="81" y="47"/>
                </a:cubicBezTo>
                <a:cubicBezTo>
                  <a:pt x="82" y="43"/>
                  <a:pt x="81" y="39"/>
                  <a:pt x="78" y="35"/>
                </a:cubicBezTo>
                <a:cubicBezTo>
                  <a:pt x="75" y="32"/>
                  <a:pt x="71" y="30"/>
                  <a:pt x="67" y="29"/>
                </a:cubicBezTo>
                <a:cubicBezTo>
                  <a:pt x="63" y="29"/>
                  <a:pt x="59" y="30"/>
                  <a:pt x="56" y="33"/>
                </a:cubicBezTo>
                <a:close/>
                <a:moveTo>
                  <a:pt x="58" y="46"/>
                </a:moveTo>
                <a:cubicBezTo>
                  <a:pt x="60" y="41"/>
                  <a:pt x="64" y="39"/>
                  <a:pt x="70" y="38"/>
                </a:cubicBezTo>
                <a:cubicBezTo>
                  <a:pt x="64" y="34"/>
                  <a:pt x="57" y="40"/>
                  <a:pt x="58" y="46"/>
                </a:cubicBezTo>
                <a:close/>
                <a:moveTo>
                  <a:pt x="71" y="21"/>
                </a:moveTo>
                <a:cubicBezTo>
                  <a:pt x="65" y="21"/>
                  <a:pt x="51" y="19"/>
                  <a:pt x="47" y="19"/>
                </a:cubicBezTo>
                <a:cubicBezTo>
                  <a:pt x="47" y="20"/>
                  <a:pt x="47" y="21"/>
                  <a:pt x="47" y="21"/>
                </a:cubicBezTo>
                <a:cubicBezTo>
                  <a:pt x="51" y="21"/>
                  <a:pt x="67" y="24"/>
                  <a:pt x="71" y="24"/>
                </a:cubicBezTo>
                <a:cubicBezTo>
                  <a:pt x="71" y="23"/>
                  <a:pt x="71" y="22"/>
                  <a:pt x="71" y="21"/>
                </a:cubicBezTo>
                <a:close/>
                <a:moveTo>
                  <a:pt x="71" y="15"/>
                </a:moveTo>
                <a:cubicBezTo>
                  <a:pt x="65" y="15"/>
                  <a:pt x="51" y="12"/>
                  <a:pt x="47" y="12"/>
                </a:cubicBezTo>
                <a:cubicBezTo>
                  <a:pt x="47" y="13"/>
                  <a:pt x="47" y="14"/>
                  <a:pt x="47" y="14"/>
                </a:cubicBezTo>
                <a:cubicBezTo>
                  <a:pt x="51" y="14"/>
                  <a:pt x="67" y="17"/>
                  <a:pt x="71" y="17"/>
                </a:cubicBezTo>
                <a:cubicBezTo>
                  <a:pt x="71" y="16"/>
                  <a:pt x="71" y="15"/>
                  <a:pt x="71" y="15"/>
                </a:cubicBezTo>
                <a:close/>
                <a:moveTo>
                  <a:pt x="10" y="49"/>
                </a:moveTo>
                <a:cubicBezTo>
                  <a:pt x="10" y="49"/>
                  <a:pt x="10" y="50"/>
                  <a:pt x="10" y="51"/>
                </a:cubicBezTo>
                <a:cubicBezTo>
                  <a:pt x="14" y="51"/>
                  <a:pt x="29" y="48"/>
                  <a:pt x="34" y="48"/>
                </a:cubicBezTo>
                <a:cubicBezTo>
                  <a:pt x="34" y="48"/>
                  <a:pt x="34" y="47"/>
                  <a:pt x="34" y="46"/>
                </a:cubicBezTo>
                <a:cubicBezTo>
                  <a:pt x="30" y="46"/>
                  <a:pt x="15" y="49"/>
                  <a:pt x="10" y="49"/>
                </a:cubicBezTo>
                <a:close/>
                <a:moveTo>
                  <a:pt x="10" y="41"/>
                </a:moveTo>
                <a:cubicBezTo>
                  <a:pt x="10" y="42"/>
                  <a:pt x="10" y="43"/>
                  <a:pt x="10" y="43"/>
                </a:cubicBezTo>
                <a:cubicBezTo>
                  <a:pt x="14" y="44"/>
                  <a:pt x="29" y="41"/>
                  <a:pt x="34" y="41"/>
                </a:cubicBezTo>
                <a:cubicBezTo>
                  <a:pt x="34" y="40"/>
                  <a:pt x="34" y="40"/>
                  <a:pt x="34" y="39"/>
                </a:cubicBezTo>
                <a:cubicBezTo>
                  <a:pt x="30" y="39"/>
                  <a:pt x="15" y="41"/>
                  <a:pt x="10" y="41"/>
                </a:cubicBezTo>
                <a:close/>
                <a:moveTo>
                  <a:pt x="10" y="34"/>
                </a:moveTo>
                <a:cubicBezTo>
                  <a:pt x="10" y="35"/>
                  <a:pt x="10" y="36"/>
                  <a:pt x="10" y="37"/>
                </a:cubicBezTo>
                <a:cubicBezTo>
                  <a:pt x="14" y="37"/>
                  <a:pt x="29" y="34"/>
                  <a:pt x="34" y="34"/>
                </a:cubicBezTo>
                <a:cubicBezTo>
                  <a:pt x="34" y="33"/>
                  <a:pt x="34" y="33"/>
                  <a:pt x="34" y="32"/>
                </a:cubicBezTo>
                <a:cubicBezTo>
                  <a:pt x="30" y="32"/>
                  <a:pt x="15" y="34"/>
                  <a:pt x="10" y="34"/>
                </a:cubicBezTo>
                <a:close/>
                <a:moveTo>
                  <a:pt x="22" y="25"/>
                </a:moveTo>
                <a:cubicBezTo>
                  <a:pt x="22" y="26"/>
                  <a:pt x="22" y="27"/>
                  <a:pt x="22" y="28"/>
                </a:cubicBezTo>
                <a:cubicBezTo>
                  <a:pt x="25" y="28"/>
                  <a:pt x="29" y="26"/>
                  <a:pt x="34" y="27"/>
                </a:cubicBezTo>
                <a:cubicBezTo>
                  <a:pt x="34" y="26"/>
                  <a:pt x="34" y="25"/>
                  <a:pt x="34" y="24"/>
                </a:cubicBezTo>
                <a:cubicBezTo>
                  <a:pt x="30" y="24"/>
                  <a:pt x="26" y="25"/>
                  <a:pt x="22" y="25"/>
                </a:cubicBezTo>
                <a:close/>
                <a:moveTo>
                  <a:pt x="22" y="19"/>
                </a:moveTo>
                <a:cubicBezTo>
                  <a:pt x="22" y="20"/>
                  <a:pt x="22" y="21"/>
                  <a:pt x="22" y="21"/>
                </a:cubicBezTo>
                <a:cubicBezTo>
                  <a:pt x="25" y="21"/>
                  <a:pt x="29" y="20"/>
                  <a:pt x="34" y="20"/>
                </a:cubicBezTo>
                <a:cubicBezTo>
                  <a:pt x="34" y="20"/>
                  <a:pt x="34" y="19"/>
                  <a:pt x="34" y="18"/>
                </a:cubicBezTo>
                <a:cubicBezTo>
                  <a:pt x="30" y="18"/>
                  <a:pt x="26" y="19"/>
                  <a:pt x="22" y="19"/>
                </a:cubicBezTo>
                <a:close/>
                <a:moveTo>
                  <a:pt x="22" y="14"/>
                </a:moveTo>
                <a:cubicBezTo>
                  <a:pt x="22" y="15"/>
                  <a:pt x="22" y="15"/>
                  <a:pt x="22" y="16"/>
                </a:cubicBezTo>
                <a:cubicBezTo>
                  <a:pt x="25" y="16"/>
                  <a:pt x="29" y="15"/>
                  <a:pt x="34" y="15"/>
                </a:cubicBezTo>
                <a:cubicBezTo>
                  <a:pt x="34" y="14"/>
                  <a:pt x="34" y="14"/>
                  <a:pt x="34" y="13"/>
                </a:cubicBezTo>
                <a:cubicBezTo>
                  <a:pt x="30" y="13"/>
                  <a:pt x="26" y="13"/>
                  <a:pt x="22" y="14"/>
                </a:cubicBezTo>
                <a:close/>
                <a:moveTo>
                  <a:pt x="9" y="14"/>
                </a:moveTo>
                <a:cubicBezTo>
                  <a:pt x="9" y="31"/>
                  <a:pt x="9" y="31"/>
                  <a:pt x="9" y="31"/>
                </a:cubicBezTo>
                <a:cubicBezTo>
                  <a:pt x="19" y="30"/>
                  <a:pt x="19" y="30"/>
                  <a:pt x="19" y="30"/>
                </a:cubicBezTo>
                <a:cubicBezTo>
                  <a:pt x="19" y="13"/>
                  <a:pt x="19" y="13"/>
                  <a:pt x="19" y="13"/>
                </a:cubicBezTo>
                <a:cubicBezTo>
                  <a:pt x="9" y="14"/>
                  <a:pt x="9" y="14"/>
                  <a:pt x="9" y="14"/>
                </a:cubicBezTo>
                <a:close/>
                <a:moveTo>
                  <a:pt x="21" y="8"/>
                </a:moveTo>
                <a:cubicBezTo>
                  <a:pt x="16" y="8"/>
                  <a:pt x="10" y="9"/>
                  <a:pt x="5" y="9"/>
                </a:cubicBezTo>
                <a:cubicBezTo>
                  <a:pt x="5" y="56"/>
                  <a:pt x="5" y="56"/>
                  <a:pt x="5" y="56"/>
                </a:cubicBezTo>
                <a:cubicBezTo>
                  <a:pt x="10" y="56"/>
                  <a:pt x="16" y="55"/>
                  <a:pt x="21" y="55"/>
                </a:cubicBezTo>
                <a:cubicBezTo>
                  <a:pt x="27" y="54"/>
                  <a:pt x="33" y="53"/>
                  <a:pt x="37" y="54"/>
                </a:cubicBezTo>
                <a:cubicBezTo>
                  <a:pt x="37" y="8"/>
                  <a:pt x="37" y="8"/>
                  <a:pt x="37" y="8"/>
                </a:cubicBezTo>
                <a:cubicBezTo>
                  <a:pt x="34" y="6"/>
                  <a:pt x="27" y="7"/>
                  <a:pt x="21" y="8"/>
                </a:cubicBezTo>
                <a:close/>
              </a:path>
            </a:pathLst>
          </a:custGeom>
          <a:solidFill>
            <a:sysClr val="window" lastClr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B77092AF-3B47-4F8A-B8F3-C719C231E9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5529" y="4389692"/>
            <a:ext cx="179957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3485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输入标题文字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2CC5B876-ADCC-48A4-B5B6-5712B8369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1121" y="4972954"/>
            <a:ext cx="1808387" cy="810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defTabSz="91440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rgbClr val="19751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点击此处添加文本内容</a:t>
            </a:r>
            <a:r>
              <a:rPr lang="zh-CN" altLang="en-US" sz="1400" dirty="0">
                <a:solidFill>
                  <a:srgbClr val="19751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，如关键词、部分简单介绍等。</a:t>
            </a:r>
          </a:p>
        </p:txBody>
      </p:sp>
      <p:sp>
        <p:nvSpPr>
          <p:cNvPr id="35" name="椭圆 27">
            <a:extLst>
              <a:ext uri="{FF2B5EF4-FFF2-40B4-BE49-F238E27FC236}">
                <a16:creationId xmlns:a16="http://schemas.microsoft.com/office/drawing/2014/main" id="{8C20742E-249E-4F42-99FE-197FD00823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0768" y="1511845"/>
            <a:ext cx="2663366" cy="2664836"/>
          </a:xfrm>
          <a:prstGeom prst="ellipse">
            <a:avLst/>
          </a:prstGeom>
          <a:solidFill>
            <a:srgbClr val="005825"/>
          </a:solidFill>
          <a:ln>
            <a:noFill/>
          </a:ln>
          <a:extLst/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</a:endParaRPr>
          </a:p>
        </p:txBody>
      </p:sp>
      <p:sp>
        <p:nvSpPr>
          <p:cNvPr id="36" name="Freeform 12">
            <a:extLst>
              <a:ext uri="{FF2B5EF4-FFF2-40B4-BE49-F238E27FC236}">
                <a16:creationId xmlns:a16="http://schemas.microsoft.com/office/drawing/2014/main" id="{75DA03E5-37DF-43D2-BC1B-2B5A0F98F2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3132" y="2265397"/>
            <a:ext cx="1218637" cy="1157732"/>
          </a:xfrm>
          <a:custGeom>
            <a:avLst/>
            <a:gdLst>
              <a:gd name="T0" fmla="*/ 164 w 165"/>
              <a:gd name="T1" fmla="*/ 131 h 156"/>
              <a:gd name="T2" fmla="*/ 145 w 165"/>
              <a:gd name="T3" fmla="*/ 119 h 156"/>
              <a:gd name="T4" fmla="*/ 119 w 165"/>
              <a:gd name="T5" fmla="*/ 108 h 156"/>
              <a:gd name="T6" fmla="*/ 112 w 165"/>
              <a:gd name="T7" fmla="*/ 106 h 156"/>
              <a:gd name="T8" fmla="*/ 105 w 165"/>
              <a:gd name="T9" fmla="*/ 94 h 156"/>
              <a:gd name="T10" fmla="*/ 101 w 165"/>
              <a:gd name="T11" fmla="*/ 94 h 156"/>
              <a:gd name="T12" fmla="*/ 105 w 165"/>
              <a:gd name="T13" fmla="*/ 85 h 156"/>
              <a:gd name="T14" fmla="*/ 107 w 165"/>
              <a:gd name="T15" fmla="*/ 74 h 156"/>
              <a:gd name="T16" fmla="*/ 112 w 165"/>
              <a:gd name="T17" fmla="*/ 70 h 156"/>
              <a:gd name="T18" fmla="*/ 114 w 165"/>
              <a:gd name="T19" fmla="*/ 63 h 156"/>
              <a:gd name="T20" fmla="*/ 114 w 165"/>
              <a:gd name="T21" fmla="*/ 51 h 156"/>
              <a:gd name="T22" fmla="*/ 112 w 165"/>
              <a:gd name="T23" fmla="*/ 46 h 156"/>
              <a:gd name="T24" fmla="*/ 113 w 165"/>
              <a:gd name="T25" fmla="*/ 30 h 156"/>
              <a:gd name="T26" fmla="*/ 111 w 165"/>
              <a:gd name="T27" fmla="*/ 19 h 156"/>
              <a:gd name="T28" fmla="*/ 107 w 165"/>
              <a:gd name="T29" fmla="*/ 12 h 156"/>
              <a:gd name="T30" fmla="*/ 102 w 165"/>
              <a:gd name="T31" fmla="*/ 11 h 156"/>
              <a:gd name="T32" fmla="*/ 99 w 165"/>
              <a:gd name="T33" fmla="*/ 8 h 156"/>
              <a:gd name="T34" fmla="*/ 64 w 165"/>
              <a:gd name="T35" fmla="*/ 9 h 156"/>
              <a:gd name="T36" fmla="*/ 51 w 165"/>
              <a:gd name="T37" fmla="*/ 46 h 156"/>
              <a:gd name="T38" fmla="*/ 49 w 165"/>
              <a:gd name="T39" fmla="*/ 53 h 156"/>
              <a:gd name="T40" fmla="*/ 54 w 165"/>
              <a:gd name="T41" fmla="*/ 72 h 156"/>
              <a:gd name="T42" fmla="*/ 58 w 165"/>
              <a:gd name="T43" fmla="*/ 73 h 156"/>
              <a:gd name="T44" fmla="*/ 59 w 165"/>
              <a:gd name="T45" fmla="*/ 86 h 156"/>
              <a:gd name="T46" fmla="*/ 63 w 165"/>
              <a:gd name="T47" fmla="*/ 94 h 156"/>
              <a:gd name="T48" fmla="*/ 60 w 165"/>
              <a:gd name="T49" fmla="*/ 94 h 156"/>
              <a:gd name="T50" fmla="*/ 53 w 165"/>
              <a:gd name="T51" fmla="*/ 106 h 156"/>
              <a:gd name="T52" fmla="*/ 46 w 165"/>
              <a:gd name="T53" fmla="*/ 108 h 156"/>
              <a:gd name="T54" fmla="*/ 20 w 165"/>
              <a:gd name="T55" fmla="*/ 119 h 156"/>
              <a:gd name="T56" fmla="*/ 1 w 165"/>
              <a:gd name="T57" fmla="*/ 131 h 156"/>
              <a:gd name="T58" fmla="*/ 0 w 165"/>
              <a:gd name="T59" fmla="*/ 156 h 156"/>
              <a:gd name="T60" fmla="*/ 72 w 165"/>
              <a:gd name="T61" fmla="*/ 156 h 156"/>
              <a:gd name="T62" fmla="*/ 78 w 165"/>
              <a:gd name="T63" fmla="*/ 120 h 156"/>
              <a:gd name="T64" fmla="*/ 73 w 165"/>
              <a:gd name="T65" fmla="*/ 111 h 156"/>
              <a:gd name="T66" fmla="*/ 83 w 165"/>
              <a:gd name="T67" fmla="*/ 106 h 156"/>
              <a:gd name="T68" fmla="*/ 92 w 165"/>
              <a:gd name="T69" fmla="*/ 111 h 156"/>
              <a:gd name="T70" fmla="*/ 87 w 165"/>
              <a:gd name="T71" fmla="*/ 120 h 156"/>
              <a:gd name="T72" fmla="*/ 96 w 165"/>
              <a:gd name="T73" fmla="*/ 156 h 156"/>
              <a:gd name="T74" fmla="*/ 164 w 165"/>
              <a:gd name="T75" fmla="*/ 156 h 156"/>
              <a:gd name="T76" fmla="*/ 164 w 165"/>
              <a:gd name="T77" fmla="*/ 131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65" h="156">
                <a:moveTo>
                  <a:pt x="164" y="131"/>
                </a:moveTo>
                <a:cubicBezTo>
                  <a:pt x="161" y="123"/>
                  <a:pt x="152" y="122"/>
                  <a:pt x="145" y="119"/>
                </a:cubicBezTo>
                <a:cubicBezTo>
                  <a:pt x="137" y="115"/>
                  <a:pt x="127" y="111"/>
                  <a:pt x="119" y="108"/>
                </a:cubicBezTo>
                <a:cubicBezTo>
                  <a:pt x="117" y="107"/>
                  <a:pt x="114" y="107"/>
                  <a:pt x="112" y="106"/>
                </a:cubicBezTo>
                <a:cubicBezTo>
                  <a:pt x="109" y="104"/>
                  <a:pt x="107" y="98"/>
                  <a:pt x="105" y="94"/>
                </a:cubicBezTo>
                <a:cubicBezTo>
                  <a:pt x="104" y="94"/>
                  <a:pt x="102" y="94"/>
                  <a:pt x="101" y="94"/>
                </a:cubicBezTo>
                <a:cubicBezTo>
                  <a:pt x="101" y="89"/>
                  <a:pt x="104" y="89"/>
                  <a:pt x="105" y="85"/>
                </a:cubicBezTo>
                <a:cubicBezTo>
                  <a:pt x="106" y="81"/>
                  <a:pt x="105" y="77"/>
                  <a:pt x="107" y="74"/>
                </a:cubicBezTo>
                <a:cubicBezTo>
                  <a:pt x="108" y="72"/>
                  <a:pt x="111" y="72"/>
                  <a:pt x="112" y="70"/>
                </a:cubicBezTo>
                <a:cubicBezTo>
                  <a:pt x="113" y="68"/>
                  <a:pt x="114" y="65"/>
                  <a:pt x="114" y="63"/>
                </a:cubicBezTo>
                <a:cubicBezTo>
                  <a:pt x="115" y="60"/>
                  <a:pt x="116" y="55"/>
                  <a:pt x="114" y="51"/>
                </a:cubicBezTo>
                <a:cubicBezTo>
                  <a:pt x="113" y="49"/>
                  <a:pt x="112" y="49"/>
                  <a:pt x="112" y="46"/>
                </a:cubicBezTo>
                <a:cubicBezTo>
                  <a:pt x="111" y="43"/>
                  <a:pt x="113" y="33"/>
                  <a:pt x="113" y="30"/>
                </a:cubicBezTo>
                <a:cubicBezTo>
                  <a:pt x="113" y="25"/>
                  <a:pt x="113" y="24"/>
                  <a:pt x="111" y="19"/>
                </a:cubicBezTo>
                <a:cubicBezTo>
                  <a:pt x="111" y="19"/>
                  <a:pt x="110" y="14"/>
                  <a:pt x="107" y="12"/>
                </a:cubicBezTo>
                <a:cubicBezTo>
                  <a:pt x="102" y="11"/>
                  <a:pt x="102" y="11"/>
                  <a:pt x="102" y="11"/>
                </a:cubicBezTo>
                <a:cubicBezTo>
                  <a:pt x="99" y="8"/>
                  <a:pt x="99" y="8"/>
                  <a:pt x="99" y="8"/>
                </a:cubicBezTo>
                <a:cubicBezTo>
                  <a:pt x="86" y="0"/>
                  <a:pt x="71" y="6"/>
                  <a:pt x="64" y="9"/>
                </a:cubicBezTo>
                <a:cubicBezTo>
                  <a:pt x="53" y="12"/>
                  <a:pt x="46" y="23"/>
                  <a:pt x="51" y="46"/>
                </a:cubicBezTo>
                <a:cubicBezTo>
                  <a:pt x="52" y="49"/>
                  <a:pt x="49" y="51"/>
                  <a:pt x="49" y="53"/>
                </a:cubicBezTo>
                <a:cubicBezTo>
                  <a:pt x="50" y="58"/>
                  <a:pt x="50" y="69"/>
                  <a:pt x="54" y="72"/>
                </a:cubicBezTo>
                <a:cubicBezTo>
                  <a:pt x="54" y="72"/>
                  <a:pt x="58" y="73"/>
                  <a:pt x="58" y="73"/>
                </a:cubicBezTo>
                <a:cubicBezTo>
                  <a:pt x="58" y="77"/>
                  <a:pt x="58" y="82"/>
                  <a:pt x="59" y="86"/>
                </a:cubicBezTo>
                <a:cubicBezTo>
                  <a:pt x="60" y="89"/>
                  <a:pt x="63" y="89"/>
                  <a:pt x="63" y="94"/>
                </a:cubicBezTo>
                <a:cubicBezTo>
                  <a:pt x="60" y="94"/>
                  <a:pt x="60" y="94"/>
                  <a:pt x="60" y="94"/>
                </a:cubicBezTo>
                <a:cubicBezTo>
                  <a:pt x="58" y="98"/>
                  <a:pt x="56" y="104"/>
                  <a:pt x="53" y="106"/>
                </a:cubicBezTo>
                <a:cubicBezTo>
                  <a:pt x="51" y="107"/>
                  <a:pt x="48" y="107"/>
                  <a:pt x="46" y="108"/>
                </a:cubicBezTo>
                <a:cubicBezTo>
                  <a:pt x="38" y="111"/>
                  <a:pt x="28" y="115"/>
                  <a:pt x="20" y="119"/>
                </a:cubicBezTo>
                <a:cubicBezTo>
                  <a:pt x="13" y="122"/>
                  <a:pt x="4" y="123"/>
                  <a:pt x="1" y="131"/>
                </a:cubicBezTo>
                <a:cubicBezTo>
                  <a:pt x="1" y="136"/>
                  <a:pt x="0" y="149"/>
                  <a:pt x="0" y="156"/>
                </a:cubicBezTo>
                <a:cubicBezTo>
                  <a:pt x="72" y="156"/>
                  <a:pt x="72" y="156"/>
                  <a:pt x="72" y="156"/>
                </a:cubicBezTo>
                <a:cubicBezTo>
                  <a:pt x="78" y="120"/>
                  <a:pt x="78" y="120"/>
                  <a:pt x="78" y="120"/>
                </a:cubicBezTo>
                <a:cubicBezTo>
                  <a:pt x="73" y="111"/>
                  <a:pt x="73" y="111"/>
                  <a:pt x="73" y="111"/>
                </a:cubicBezTo>
                <a:cubicBezTo>
                  <a:pt x="83" y="106"/>
                  <a:pt x="83" y="106"/>
                  <a:pt x="83" y="106"/>
                </a:cubicBezTo>
                <a:cubicBezTo>
                  <a:pt x="92" y="111"/>
                  <a:pt x="92" y="111"/>
                  <a:pt x="92" y="111"/>
                </a:cubicBezTo>
                <a:cubicBezTo>
                  <a:pt x="87" y="120"/>
                  <a:pt x="87" y="120"/>
                  <a:pt x="87" y="120"/>
                </a:cubicBezTo>
                <a:cubicBezTo>
                  <a:pt x="96" y="156"/>
                  <a:pt x="96" y="156"/>
                  <a:pt x="96" y="156"/>
                </a:cubicBezTo>
                <a:cubicBezTo>
                  <a:pt x="164" y="156"/>
                  <a:pt x="164" y="156"/>
                  <a:pt x="164" y="156"/>
                </a:cubicBezTo>
                <a:cubicBezTo>
                  <a:pt x="165" y="149"/>
                  <a:pt x="164" y="136"/>
                  <a:pt x="164" y="131"/>
                </a:cubicBezTo>
                <a:close/>
              </a:path>
            </a:pathLst>
          </a:custGeom>
          <a:solidFill>
            <a:sysClr val="window" lastClr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7BC58075-D162-4D04-83DB-2B011DE935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2665" y="4389692"/>
            <a:ext cx="179957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3485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输入标题文字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1C8FB675-D2FF-4B23-B980-F118CBD78B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8258" y="4972954"/>
            <a:ext cx="1808387" cy="810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defTabSz="91440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rgbClr val="19751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点击此处添加文本内容</a:t>
            </a:r>
            <a:r>
              <a:rPr lang="zh-CN" altLang="en-US" sz="1400" dirty="0">
                <a:solidFill>
                  <a:srgbClr val="19751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，如关键词、部分简单介绍等。</a:t>
            </a:r>
          </a:p>
        </p:txBody>
      </p:sp>
      <p:sp>
        <p:nvSpPr>
          <p:cNvPr id="47" name="椭圆 23">
            <a:extLst>
              <a:ext uri="{FF2B5EF4-FFF2-40B4-BE49-F238E27FC236}">
                <a16:creationId xmlns:a16="http://schemas.microsoft.com/office/drawing/2014/main" id="{DC9FAED0-3AAB-4DDB-BAD9-F9EAA002DD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5091" y="1669032"/>
            <a:ext cx="2348993" cy="2350462"/>
          </a:xfrm>
          <a:prstGeom prst="ellipse">
            <a:avLst/>
          </a:prstGeom>
          <a:solidFill>
            <a:srgbClr val="005825"/>
          </a:solidFill>
          <a:ln>
            <a:noFill/>
          </a:ln>
          <a:extLst/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</a:endParaRPr>
          </a:p>
        </p:txBody>
      </p:sp>
      <p:sp>
        <p:nvSpPr>
          <p:cNvPr id="48" name="Freeform 9">
            <a:extLst>
              <a:ext uri="{FF2B5EF4-FFF2-40B4-BE49-F238E27FC236}">
                <a16:creationId xmlns:a16="http://schemas.microsoft.com/office/drawing/2014/main" id="{0CF0D072-3A09-4C01-8948-323CCE1B0617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746262" y="2504296"/>
            <a:ext cx="806651" cy="679933"/>
          </a:xfrm>
          <a:custGeom>
            <a:avLst/>
            <a:gdLst>
              <a:gd name="T0" fmla="*/ 22 w 67"/>
              <a:gd name="T1" fmla="*/ 52 h 52"/>
              <a:gd name="T2" fmla="*/ 30 w 67"/>
              <a:gd name="T3" fmla="*/ 52 h 52"/>
              <a:gd name="T4" fmla="*/ 32 w 67"/>
              <a:gd name="T5" fmla="*/ 51 h 52"/>
              <a:gd name="T6" fmla="*/ 32 w 67"/>
              <a:gd name="T7" fmla="*/ 34 h 52"/>
              <a:gd name="T8" fmla="*/ 27 w 67"/>
              <a:gd name="T9" fmla="*/ 31 h 52"/>
              <a:gd name="T10" fmla="*/ 20 w 67"/>
              <a:gd name="T11" fmla="*/ 35 h 52"/>
              <a:gd name="T12" fmla="*/ 20 w 67"/>
              <a:gd name="T13" fmla="*/ 51 h 52"/>
              <a:gd name="T14" fmla="*/ 22 w 67"/>
              <a:gd name="T15" fmla="*/ 52 h 52"/>
              <a:gd name="T16" fmla="*/ 0 w 67"/>
              <a:gd name="T17" fmla="*/ 34 h 52"/>
              <a:gd name="T18" fmla="*/ 25 w 67"/>
              <a:gd name="T19" fmla="*/ 19 h 52"/>
              <a:gd name="T20" fmla="*/ 27 w 67"/>
              <a:gd name="T21" fmla="*/ 18 h 52"/>
              <a:gd name="T22" fmla="*/ 28 w 67"/>
              <a:gd name="T23" fmla="*/ 19 h 52"/>
              <a:gd name="T24" fmla="*/ 36 w 67"/>
              <a:gd name="T25" fmla="*/ 23 h 52"/>
              <a:gd name="T26" fmla="*/ 56 w 67"/>
              <a:gd name="T27" fmla="*/ 6 h 52"/>
              <a:gd name="T28" fmla="*/ 53 w 67"/>
              <a:gd name="T29" fmla="*/ 3 h 52"/>
              <a:gd name="T30" fmla="*/ 60 w 67"/>
              <a:gd name="T31" fmla="*/ 1 h 52"/>
              <a:gd name="T32" fmla="*/ 67 w 67"/>
              <a:gd name="T33" fmla="*/ 0 h 52"/>
              <a:gd name="T34" fmla="*/ 65 w 67"/>
              <a:gd name="T35" fmla="*/ 7 h 52"/>
              <a:gd name="T36" fmla="*/ 63 w 67"/>
              <a:gd name="T37" fmla="*/ 14 h 52"/>
              <a:gd name="T38" fmla="*/ 60 w 67"/>
              <a:gd name="T39" fmla="*/ 10 h 52"/>
              <a:gd name="T40" fmla="*/ 38 w 67"/>
              <a:gd name="T41" fmla="*/ 29 h 52"/>
              <a:gd name="T42" fmla="*/ 36 w 67"/>
              <a:gd name="T43" fmla="*/ 31 h 52"/>
              <a:gd name="T44" fmla="*/ 35 w 67"/>
              <a:gd name="T45" fmla="*/ 30 h 52"/>
              <a:gd name="T46" fmla="*/ 27 w 67"/>
              <a:gd name="T47" fmla="*/ 25 h 52"/>
              <a:gd name="T48" fmla="*/ 3 w 67"/>
              <a:gd name="T49" fmla="*/ 39 h 52"/>
              <a:gd name="T50" fmla="*/ 0 w 67"/>
              <a:gd name="T51" fmla="*/ 34 h 52"/>
              <a:gd name="T52" fmla="*/ 6 w 67"/>
              <a:gd name="T53" fmla="*/ 52 h 52"/>
              <a:gd name="T54" fmla="*/ 14 w 67"/>
              <a:gd name="T55" fmla="*/ 52 h 52"/>
              <a:gd name="T56" fmla="*/ 16 w 67"/>
              <a:gd name="T57" fmla="*/ 51 h 52"/>
              <a:gd name="T58" fmla="*/ 16 w 67"/>
              <a:gd name="T59" fmla="*/ 38 h 52"/>
              <a:gd name="T60" fmla="*/ 4 w 67"/>
              <a:gd name="T61" fmla="*/ 44 h 52"/>
              <a:gd name="T62" fmla="*/ 4 w 67"/>
              <a:gd name="T63" fmla="*/ 51 h 52"/>
              <a:gd name="T64" fmla="*/ 6 w 67"/>
              <a:gd name="T65" fmla="*/ 52 h 52"/>
              <a:gd name="T66" fmla="*/ 38 w 67"/>
              <a:gd name="T67" fmla="*/ 52 h 52"/>
              <a:gd name="T68" fmla="*/ 46 w 67"/>
              <a:gd name="T69" fmla="*/ 52 h 52"/>
              <a:gd name="T70" fmla="*/ 48 w 67"/>
              <a:gd name="T71" fmla="*/ 51 h 52"/>
              <a:gd name="T72" fmla="*/ 48 w 67"/>
              <a:gd name="T73" fmla="*/ 27 h 52"/>
              <a:gd name="T74" fmla="*/ 48 w 67"/>
              <a:gd name="T75" fmla="*/ 27 h 52"/>
              <a:gd name="T76" fmla="*/ 37 w 67"/>
              <a:gd name="T77" fmla="*/ 37 h 52"/>
              <a:gd name="T78" fmla="*/ 37 w 67"/>
              <a:gd name="T79" fmla="*/ 36 h 52"/>
              <a:gd name="T80" fmla="*/ 37 w 67"/>
              <a:gd name="T81" fmla="*/ 51 h 52"/>
              <a:gd name="T82" fmla="*/ 38 w 67"/>
              <a:gd name="T83" fmla="*/ 52 h 52"/>
              <a:gd name="T84" fmla="*/ 55 w 67"/>
              <a:gd name="T85" fmla="*/ 52 h 52"/>
              <a:gd name="T86" fmla="*/ 62 w 67"/>
              <a:gd name="T87" fmla="*/ 52 h 52"/>
              <a:gd name="T88" fmla="*/ 64 w 67"/>
              <a:gd name="T89" fmla="*/ 51 h 52"/>
              <a:gd name="T90" fmla="*/ 64 w 67"/>
              <a:gd name="T91" fmla="*/ 22 h 52"/>
              <a:gd name="T92" fmla="*/ 60 w 67"/>
              <a:gd name="T93" fmla="*/ 17 h 52"/>
              <a:gd name="T94" fmla="*/ 53 w 67"/>
              <a:gd name="T95" fmla="*/ 23 h 52"/>
              <a:gd name="T96" fmla="*/ 53 w 67"/>
              <a:gd name="T97" fmla="*/ 51 h 52"/>
              <a:gd name="T98" fmla="*/ 55 w 67"/>
              <a:gd name="T99" fmla="*/ 52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67" h="52">
                <a:moveTo>
                  <a:pt x="22" y="52"/>
                </a:moveTo>
                <a:cubicBezTo>
                  <a:pt x="25" y="52"/>
                  <a:pt x="28" y="52"/>
                  <a:pt x="30" y="52"/>
                </a:cubicBezTo>
                <a:cubicBezTo>
                  <a:pt x="31" y="52"/>
                  <a:pt x="32" y="52"/>
                  <a:pt x="32" y="51"/>
                </a:cubicBezTo>
                <a:cubicBezTo>
                  <a:pt x="32" y="34"/>
                  <a:pt x="32" y="34"/>
                  <a:pt x="32" y="34"/>
                </a:cubicBezTo>
                <a:cubicBezTo>
                  <a:pt x="27" y="31"/>
                  <a:pt x="27" y="31"/>
                  <a:pt x="27" y="31"/>
                </a:cubicBezTo>
                <a:cubicBezTo>
                  <a:pt x="20" y="35"/>
                  <a:pt x="20" y="35"/>
                  <a:pt x="20" y="35"/>
                </a:cubicBezTo>
                <a:cubicBezTo>
                  <a:pt x="20" y="51"/>
                  <a:pt x="20" y="51"/>
                  <a:pt x="20" y="51"/>
                </a:cubicBezTo>
                <a:cubicBezTo>
                  <a:pt x="20" y="52"/>
                  <a:pt x="21" y="52"/>
                  <a:pt x="22" y="52"/>
                </a:cubicBezTo>
                <a:close/>
                <a:moveTo>
                  <a:pt x="0" y="34"/>
                </a:moveTo>
                <a:cubicBezTo>
                  <a:pt x="25" y="19"/>
                  <a:pt x="25" y="19"/>
                  <a:pt x="25" y="19"/>
                </a:cubicBezTo>
                <a:cubicBezTo>
                  <a:pt x="27" y="18"/>
                  <a:pt x="27" y="18"/>
                  <a:pt x="27" y="18"/>
                </a:cubicBezTo>
                <a:cubicBezTo>
                  <a:pt x="28" y="19"/>
                  <a:pt x="28" y="19"/>
                  <a:pt x="28" y="19"/>
                </a:cubicBezTo>
                <a:cubicBezTo>
                  <a:pt x="36" y="23"/>
                  <a:pt x="36" y="23"/>
                  <a:pt x="36" y="23"/>
                </a:cubicBezTo>
                <a:cubicBezTo>
                  <a:pt x="56" y="6"/>
                  <a:pt x="56" y="6"/>
                  <a:pt x="56" y="6"/>
                </a:cubicBezTo>
                <a:cubicBezTo>
                  <a:pt x="53" y="3"/>
                  <a:pt x="53" y="3"/>
                  <a:pt x="53" y="3"/>
                </a:cubicBezTo>
                <a:cubicBezTo>
                  <a:pt x="60" y="1"/>
                  <a:pt x="60" y="1"/>
                  <a:pt x="60" y="1"/>
                </a:cubicBezTo>
                <a:cubicBezTo>
                  <a:pt x="67" y="0"/>
                  <a:pt x="67" y="0"/>
                  <a:pt x="67" y="0"/>
                </a:cubicBezTo>
                <a:cubicBezTo>
                  <a:pt x="65" y="7"/>
                  <a:pt x="65" y="7"/>
                  <a:pt x="65" y="7"/>
                </a:cubicBezTo>
                <a:cubicBezTo>
                  <a:pt x="63" y="14"/>
                  <a:pt x="63" y="14"/>
                  <a:pt x="63" y="14"/>
                </a:cubicBezTo>
                <a:cubicBezTo>
                  <a:pt x="60" y="10"/>
                  <a:pt x="60" y="10"/>
                  <a:pt x="60" y="10"/>
                </a:cubicBezTo>
                <a:cubicBezTo>
                  <a:pt x="38" y="29"/>
                  <a:pt x="38" y="29"/>
                  <a:pt x="38" y="29"/>
                </a:cubicBezTo>
                <a:cubicBezTo>
                  <a:pt x="36" y="31"/>
                  <a:pt x="36" y="31"/>
                  <a:pt x="36" y="31"/>
                </a:cubicBezTo>
                <a:cubicBezTo>
                  <a:pt x="35" y="30"/>
                  <a:pt x="35" y="30"/>
                  <a:pt x="35" y="30"/>
                </a:cubicBezTo>
                <a:cubicBezTo>
                  <a:pt x="27" y="25"/>
                  <a:pt x="27" y="25"/>
                  <a:pt x="27" y="25"/>
                </a:cubicBezTo>
                <a:cubicBezTo>
                  <a:pt x="3" y="39"/>
                  <a:pt x="3" y="39"/>
                  <a:pt x="3" y="39"/>
                </a:cubicBezTo>
                <a:cubicBezTo>
                  <a:pt x="0" y="34"/>
                  <a:pt x="0" y="34"/>
                  <a:pt x="0" y="34"/>
                </a:cubicBezTo>
                <a:close/>
                <a:moveTo>
                  <a:pt x="6" y="52"/>
                </a:moveTo>
                <a:cubicBezTo>
                  <a:pt x="14" y="52"/>
                  <a:pt x="14" y="52"/>
                  <a:pt x="14" y="52"/>
                </a:cubicBezTo>
                <a:cubicBezTo>
                  <a:pt x="15" y="52"/>
                  <a:pt x="16" y="52"/>
                  <a:pt x="16" y="51"/>
                </a:cubicBezTo>
                <a:cubicBezTo>
                  <a:pt x="16" y="38"/>
                  <a:pt x="16" y="38"/>
                  <a:pt x="16" y="38"/>
                </a:cubicBezTo>
                <a:cubicBezTo>
                  <a:pt x="4" y="44"/>
                  <a:pt x="4" y="44"/>
                  <a:pt x="4" y="44"/>
                </a:cubicBezTo>
                <a:cubicBezTo>
                  <a:pt x="4" y="51"/>
                  <a:pt x="4" y="51"/>
                  <a:pt x="4" y="51"/>
                </a:cubicBezTo>
                <a:cubicBezTo>
                  <a:pt x="4" y="52"/>
                  <a:pt x="5" y="52"/>
                  <a:pt x="6" y="52"/>
                </a:cubicBezTo>
                <a:close/>
                <a:moveTo>
                  <a:pt x="38" y="52"/>
                </a:moveTo>
                <a:cubicBezTo>
                  <a:pt x="41" y="52"/>
                  <a:pt x="44" y="52"/>
                  <a:pt x="46" y="52"/>
                </a:cubicBezTo>
                <a:cubicBezTo>
                  <a:pt x="47" y="52"/>
                  <a:pt x="48" y="52"/>
                  <a:pt x="48" y="51"/>
                </a:cubicBezTo>
                <a:cubicBezTo>
                  <a:pt x="48" y="43"/>
                  <a:pt x="48" y="35"/>
                  <a:pt x="48" y="27"/>
                </a:cubicBezTo>
                <a:cubicBezTo>
                  <a:pt x="48" y="27"/>
                  <a:pt x="48" y="27"/>
                  <a:pt x="48" y="27"/>
                </a:cubicBezTo>
                <a:cubicBezTo>
                  <a:pt x="37" y="37"/>
                  <a:pt x="37" y="37"/>
                  <a:pt x="37" y="37"/>
                </a:cubicBezTo>
                <a:cubicBezTo>
                  <a:pt x="37" y="36"/>
                  <a:pt x="37" y="36"/>
                  <a:pt x="37" y="36"/>
                </a:cubicBezTo>
                <a:cubicBezTo>
                  <a:pt x="37" y="51"/>
                  <a:pt x="37" y="51"/>
                  <a:pt x="37" y="51"/>
                </a:cubicBezTo>
                <a:cubicBezTo>
                  <a:pt x="37" y="52"/>
                  <a:pt x="37" y="52"/>
                  <a:pt x="38" y="52"/>
                </a:cubicBezTo>
                <a:close/>
                <a:moveTo>
                  <a:pt x="55" y="52"/>
                </a:moveTo>
                <a:cubicBezTo>
                  <a:pt x="62" y="52"/>
                  <a:pt x="62" y="52"/>
                  <a:pt x="62" y="52"/>
                </a:cubicBezTo>
                <a:cubicBezTo>
                  <a:pt x="63" y="52"/>
                  <a:pt x="64" y="52"/>
                  <a:pt x="64" y="51"/>
                </a:cubicBezTo>
                <a:cubicBezTo>
                  <a:pt x="64" y="22"/>
                  <a:pt x="64" y="22"/>
                  <a:pt x="64" y="22"/>
                </a:cubicBezTo>
                <a:cubicBezTo>
                  <a:pt x="60" y="17"/>
                  <a:pt x="60" y="17"/>
                  <a:pt x="60" y="17"/>
                </a:cubicBezTo>
                <a:cubicBezTo>
                  <a:pt x="53" y="23"/>
                  <a:pt x="53" y="23"/>
                  <a:pt x="53" y="23"/>
                </a:cubicBezTo>
                <a:cubicBezTo>
                  <a:pt x="53" y="51"/>
                  <a:pt x="53" y="51"/>
                  <a:pt x="53" y="51"/>
                </a:cubicBezTo>
                <a:cubicBezTo>
                  <a:pt x="53" y="52"/>
                  <a:pt x="54" y="52"/>
                  <a:pt x="55" y="52"/>
                </a:cubicBezTo>
                <a:close/>
              </a:path>
            </a:pathLst>
          </a:custGeom>
          <a:solidFill>
            <a:sysClr val="window" lastClr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4B5549B7-C969-4B00-BFFE-DFBDEECA05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9802" y="4389692"/>
            <a:ext cx="179957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3485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输入标题文字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8BE3CE48-1D56-47AD-AD8D-67B16798F9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5394" y="4972954"/>
            <a:ext cx="1808387" cy="810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defTabSz="91440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rgbClr val="19751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点击此处添加文本内容</a:t>
            </a:r>
            <a:r>
              <a:rPr lang="zh-CN" altLang="en-US" sz="1400" dirty="0">
                <a:solidFill>
                  <a:srgbClr val="19751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，如关键词、部分简单介绍等。</a:t>
            </a:r>
          </a:p>
        </p:txBody>
      </p:sp>
      <p:sp>
        <p:nvSpPr>
          <p:cNvPr id="41" name="椭圆 22">
            <a:extLst>
              <a:ext uri="{FF2B5EF4-FFF2-40B4-BE49-F238E27FC236}">
                <a16:creationId xmlns:a16="http://schemas.microsoft.com/office/drawing/2014/main" id="{77A35E63-3340-4321-8C8E-BC9F9A24C8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1672" y="1836502"/>
            <a:ext cx="2016989" cy="2015521"/>
          </a:xfrm>
          <a:prstGeom prst="ellipse">
            <a:avLst/>
          </a:prstGeom>
          <a:solidFill>
            <a:srgbClr val="005825"/>
          </a:solidFill>
          <a:ln>
            <a:noFill/>
          </a:ln>
          <a:extLst/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</a:endParaRPr>
          </a:p>
        </p:txBody>
      </p:sp>
      <p:sp>
        <p:nvSpPr>
          <p:cNvPr id="42" name="Freeform 20">
            <a:extLst>
              <a:ext uri="{FF2B5EF4-FFF2-40B4-BE49-F238E27FC236}">
                <a16:creationId xmlns:a16="http://schemas.microsoft.com/office/drawing/2014/main" id="{0F03E860-C0EC-4BE0-AC87-D53F40DFF665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723562" y="2506533"/>
            <a:ext cx="693208" cy="675460"/>
          </a:xfrm>
          <a:custGeom>
            <a:avLst/>
            <a:gdLst>
              <a:gd name="T0" fmla="*/ 132 w 201"/>
              <a:gd name="T1" fmla="*/ 17 h 196"/>
              <a:gd name="T2" fmla="*/ 49 w 201"/>
              <a:gd name="T3" fmla="*/ 29 h 196"/>
              <a:gd name="T4" fmla="*/ 55 w 201"/>
              <a:gd name="T5" fmla="*/ 32 h 196"/>
              <a:gd name="T6" fmla="*/ 77 w 201"/>
              <a:gd name="T7" fmla="*/ 32 h 196"/>
              <a:gd name="T8" fmla="*/ 81 w 201"/>
              <a:gd name="T9" fmla="*/ 42 h 196"/>
              <a:gd name="T10" fmla="*/ 82 w 201"/>
              <a:gd name="T11" fmla="*/ 63 h 196"/>
              <a:gd name="T12" fmla="*/ 86 w 201"/>
              <a:gd name="T13" fmla="*/ 78 h 196"/>
              <a:gd name="T14" fmla="*/ 87 w 201"/>
              <a:gd name="T15" fmla="*/ 67 h 196"/>
              <a:gd name="T16" fmla="*/ 91 w 201"/>
              <a:gd name="T17" fmla="*/ 84 h 196"/>
              <a:gd name="T18" fmla="*/ 109 w 201"/>
              <a:gd name="T19" fmla="*/ 101 h 196"/>
              <a:gd name="T20" fmla="*/ 115 w 201"/>
              <a:gd name="T21" fmla="*/ 117 h 196"/>
              <a:gd name="T22" fmla="*/ 114 w 201"/>
              <a:gd name="T23" fmla="*/ 144 h 196"/>
              <a:gd name="T24" fmla="*/ 99 w 201"/>
              <a:gd name="T25" fmla="*/ 174 h 196"/>
              <a:gd name="T26" fmla="*/ 97 w 201"/>
              <a:gd name="T27" fmla="*/ 184 h 196"/>
              <a:gd name="T28" fmla="*/ 119 w 201"/>
              <a:gd name="T29" fmla="*/ 54 h 196"/>
              <a:gd name="T30" fmla="*/ 102 w 201"/>
              <a:gd name="T31" fmla="*/ 179 h 196"/>
              <a:gd name="T32" fmla="*/ 124 w 201"/>
              <a:gd name="T33" fmla="*/ 164 h 196"/>
              <a:gd name="T34" fmla="*/ 157 w 201"/>
              <a:gd name="T35" fmla="*/ 136 h 196"/>
              <a:gd name="T36" fmla="*/ 137 w 201"/>
              <a:gd name="T37" fmla="*/ 112 h 196"/>
              <a:gd name="T38" fmla="*/ 114 w 201"/>
              <a:gd name="T39" fmla="*/ 97 h 196"/>
              <a:gd name="T40" fmla="*/ 113 w 201"/>
              <a:gd name="T41" fmla="*/ 77 h 196"/>
              <a:gd name="T42" fmla="*/ 140 w 201"/>
              <a:gd name="T43" fmla="*/ 66 h 196"/>
              <a:gd name="T44" fmla="*/ 145 w 201"/>
              <a:gd name="T45" fmla="*/ 62 h 196"/>
              <a:gd name="T46" fmla="*/ 147 w 201"/>
              <a:gd name="T47" fmla="*/ 48 h 196"/>
              <a:gd name="T48" fmla="*/ 133 w 201"/>
              <a:gd name="T49" fmla="*/ 50 h 196"/>
              <a:gd name="T50" fmla="*/ 129 w 201"/>
              <a:gd name="T51" fmla="*/ 33 h 196"/>
              <a:gd name="T52" fmla="*/ 133 w 201"/>
              <a:gd name="T53" fmla="*/ 31 h 196"/>
              <a:gd name="T54" fmla="*/ 137 w 201"/>
              <a:gd name="T55" fmla="*/ 38 h 196"/>
              <a:gd name="T56" fmla="*/ 149 w 201"/>
              <a:gd name="T57" fmla="*/ 44 h 196"/>
              <a:gd name="T58" fmla="*/ 148 w 201"/>
              <a:gd name="T59" fmla="*/ 37 h 196"/>
              <a:gd name="T60" fmla="*/ 136 w 201"/>
              <a:gd name="T61" fmla="*/ 28 h 196"/>
              <a:gd name="T62" fmla="*/ 129 w 201"/>
              <a:gd name="T63" fmla="*/ 31 h 196"/>
              <a:gd name="T64" fmla="*/ 121 w 201"/>
              <a:gd name="T65" fmla="*/ 21 h 196"/>
              <a:gd name="T66" fmla="*/ 112 w 201"/>
              <a:gd name="T67" fmla="*/ 25 h 196"/>
              <a:gd name="T68" fmla="*/ 87 w 201"/>
              <a:gd name="T69" fmla="*/ 20 h 196"/>
              <a:gd name="T70" fmla="*/ 124 w 201"/>
              <a:gd name="T71" fmla="*/ 15 h 196"/>
              <a:gd name="T72" fmla="*/ 129 w 201"/>
              <a:gd name="T73" fmla="*/ 20 h 196"/>
              <a:gd name="T74" fmla="*/ 129 w 201"/>
              <a:gd name="T75" fmla="*/ 22 h 196"/>
              <a:gd name="T76" fmla="*/ 138 w 201"/>
              <a:gd name="T77" fmla="*/ 25 h 196"/>
              <a:gd name="T78" fmla="*/ 147 w 201"/>
              <a:gd name="T79" fmla="*/ 27 h 196"/>
              <a:gd name="T80" fmla="*/ 159 w 201"/>
              <a:gd name="T81" fmla="*/ 43 h 196"/>
              <a:gd name="T82" fmla="*/ 165 w 201"/>
              <a:gd name="T83" fmla="*/ 57 h 196"/>
              <a:gd name="T84" fmla="*/ 180 w 201"/>
              <a:gd name="T85" fmla="*/ 60 h 196"/>
              <a:gd name="T86" fmla="*/ 182 w 201"/>
              <a:gd name="T87" fmla="*/ 66 h 196"/>
              <a:gd name="T88" fmla="*/ 125 w 201"/>
              <a:gd name="T89" fmla="*/ 64 h 196"/>
              <a:gd name="T90" fmla="*/ 111 w 201"/>
              <a:gd name="T91" fmla="*/ 14 h 196"/>
              <a:gd name="T92" fmla="*/ 109 w 201"/>
              <a:gd name="T93" fmla="*/ 16 h 196"/>
              <a:gd name="T94" fmla="*/ 106 w 201"/>
              <a:gd name="T95" fmla="*/ 17 h 196"/>
              <a:gd name="T96" fmla="*/ 101 w 201"/>
              <a:gd name="T97" fmla="*/ 15 h 196"/>
              <a:gd name="T98" fmla="*/ 43 w 201"/>
              <a:gd name="T99" fmla="*/ 35 h 196"/>
              <a:gd name="T100" fmla="*/ 122 w 201"/>
              <a:gd name="T101" fmla="*/ 15 h 196"/>
              <a:gd name="T102" fmla="*/ 116 w 201"/>
              <a:gd name="T103" fmla="*/ 14 h 196"/>
              <a:gd name="T104" fmla="*/ 145 w 201"/>
              <a:gd name="T105" fmla="*/ 46 h 196"/>
              <a:gd name="T106" fmla="*/ 157 w 201"/>
              <a:gd name="T107" fmla="*/ 66 h 196"/>
              <a:gd name="T108" fmla="*/ 128 w 201"/>
              <a:gd name="T109" fmla="*/ 96 h 196"/>
              <a:gd name="T110" fmla="*/ 124 w 201"/>
              <a:gd name="T111" fmla="*/ 93 h 196"/>
              <a:gd name="T112" fmla="*/ 116 w 201"/>
              <a:gd name="T113" fmla="*/ 17 h 196"/>
              <a:gd name="T114" fmla="*/ 125 w 201"/>
              <a:gd name="T115" fmla="*/ 21 h 196"/>
              <a:gd name="T116" fmla="*/ 114 w 201"/>
              <a:gd name="T117" fmla="*/ 19 h 196"/>
              <a:gd name="T118" fmla="*/ 104 w 201"/>
              <a:gd name="T119" fmla="*/ 18 h 196"/>
              <a:gd name="T120" fmla="*/ 101 w 201"/>
              <a:gd name="T121" fmla="*/ 18 h 196"/>
              <a:gd name="T122" fmla="*/ 116 w 201"/>
              <a:gd name="T123" fmla="*/ 25 h 196"/>
              <a:gd name="T124" fmla="*/ 116 w 201"/>
              <a:gd name="T125" fmla="*/ 25 h 1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01" h="196">
                <a:moveTo>
                  <a:pt x="190" y="124"/>
                </a:moveTo>
                <a:cubicBezTo>
                  <a:pt x="201" y="86"/>
                  <a:pt x="187" y="47"/>
                  <a:pt x="156" y="25"/>
                </a:cubicBezTo>
                <a:cubicBezTo>
                  <a:pt x="148" y="19"/>
                  <a:pt x="138" y="14"/>
                  <a:pt x="127" y="11"/>
                </a:cubicBezTo>
                <a:cubicBezTo>
                  <a:pt x="89" y="0"/>
                  <a:pt x="49" y="14"/>
                  <a:pt x="26" y="44"/>
                </a:cubicBezTo>
                <a:cubicBezTo>
                  <a:pt x="20" y="52"/>
                  <a:pt x="15" y="62"/>
                  <a:pt x="12" y="72"/>
                </a:cubicBezTo>
                <a:cubicBezTo>
                  <a:pt x="0" y="110"/>
                  <a:pt x="15" y="149"/>
                  <a:pt x="46" y="171"/>
                </a:cubicBezTo>
                <a:cubicBezTo>
                  <a:pt x="54" y="177"/>
                  <a:pt x="64" y="182"/>
                  <a:pt x="75" y="185"/>
                </a:cubicBezTo>
                <a:cubicBezTo>
                  <a:pt x="113" y="196"/>
                  <a:pt x="153" y="182"/>
                  <a:pt x="176" y="152"/>
                </a:cubicBezTo>
                <a:cubicBezTo>
                  <a:pt x="182" y="144"/>
                  <a:pt x="187" y="134"/>
                  <a:pt x="190" y="124"/>
                </a:cubicBezTo>
                <a:close/>
                <a:moveTo>
                  <a:pt x="177" y="56"/>
                </a:moveTo>
                <a:cubicBezTo>
                  <a:pt x="177" y="57"/>
                  <a:pt x="178" y="57"/>
                  <a:pt x="178" y="57"/>
                </a:cubicBezTo>
                <a:cubicBezTo>
                  <a:pt x="178" y="57"/>
                  <a:pt x="178" y="57"/>
                  <a:pt x="178" y="57"/>
                </a:cubicBezTo>
                <a:cubicBezTo>
                  <a:pt x="178" y="57"/>
                  <a:pt x="178" y="57"/>
                  <a:pt x="178" y="57"/>
                </a:cubicBezTo>
                <a:cubicBezTo>
                  <a:pt x="179" y="58"/>
                  <a:pt x="179" y="58"/>
                  <a:pt x="179" y="58"/>
                </a:cubicBezTo>
                <a:cubicBezTo>
                  <a:pt x="179" y="59"/>
                  <a:pt x="179" y="59"/>
                  <a:pt x="179" y="59"/>
                </a:cubicBezTo>
                <a:cubicBezTo>
                  <a:pt x="179" y="59"/>
                  <a:pt x="180" y="59"/>
                  <a:pt x="180" y="59"/>
                </a:cubicBezTo>
                <a:cubicBezTo>
                  <a:pt x="179" y="59"/>
                  <a:pt x="179" y="59"/>
                  <a:pt x="179" y="59"/>
                </a:cubicBezTo>
                <a:cubicBezTo>
                  <a:pt x="179" y="58"/>
                  <a:pt x="179" y="58"/>
                  <a:pt x="178" y="58"/>
                </a:cubicBezTo>
                <a:cubicBezTo>
                  <a:pt x="178" y="57"/>
                  <a:pt x="178" y="57"/>
                  <a:pt x="177" y="57"/>
                </a:cubicBezTo>
                <a:cubicBezTo>
                  <a:pt x="177" y="57"/>
                  <a:pt x="177" y="57"/>
                  <a:pt x="177" y="56"/>
                </a:cubicBezTo>
                <a:cubicBezTo>
                  <a:pt x="177" y="56"/>
                  <a:pt x="177" y="56"/>
                  <a:pt x="177" y="56"/>
                </a:cubicBezTo>
                <a:close/>
                <a:moveTo>
                  <a:pt x="132" y="17"/>
                </a:moveTo>
                <a:cubicBezTo>
                  <a:pt x="132" y="17"/>
                  <a:pt x="132" y="18"/>
                  <a:pt x="132" y="18"/>
                </a:cubicBezTo>
                <a:cubicBezTo>
                  <a:pt x="132" y="17"/>
                  <a:pt x="132" y="17"/>
                  <a:pt x="132" y="17"/>
                </a:cubicBezTo>
                <a:cubicBezTo>
                  <a:pt x="132" y="17"/>
                  <a:pt x="132" y="17"/>
                  <a:pt x="132" y="17"/>
                </a:cubicBezTo>
                <a:close/>
                <a:moveTo>
                  <a:pt x="55" y="24"/>
                </a:moveTo>
                <a:cubicBezTo>
                  <a:pt x="55" y="24"/>
                  <a:pt x="55" y="24"/>
                  <a:pt x="55" y="24"/>
                </a:cubicBezTo>
                <a:cubicBezTo>
                  <a:pt x="55" y="24"/>
                  <a:pt x="57" y="24"/>
                  <a:pt x="57" y="25"/>
                </a:cubicBezTo>
                <a:cubicBezTo>
                  <a:pt x="56" y="25"/>
                  <a:pt x="56" y="25"/>
                  <a:pt x="56" y="25"/>
                </a:cubicBezTo>
                <a:cubicBezTo>
                  <a:pt x="55" y="25"/>
                  <a:pt x="55" y="25"/>
                  <a:pt x="55" y="25"/>
                </a:cubicBezTo>
                <a:cubicBezTo>
                  <a:pt x="55" y="25"/>
                  <a:pt x="55" y="25"/>
                  <a:pt x="55" y="25"/>
                </a:cubicBezTo>
                <a:cubicBezTo>
                  <a:pt x="55" y="25"/>
                  <a:pt x="55" y="25"/>
                  <a:pt x="54" y="25"/>
                </a:cubicBezTo>
                <a:cubicBezTo>
                  <a:pt x="55" y="25"/>
                  <a:pt x="55" y="25"/>
                  <a:pt x="55" y="24"/>
                </a:cubicBezTo>
                <a:close/>
                <a:moveTo>
                  <a:pt x="76" y="181"/>
                </a:moveTo>
                <a:cubicBezTo>
                  <a:pt x="66" y="178"/>
                  <a:pt x="57" y="173"/>
                  <a:pt x="49" y="167"/>
                </a:cubicBezTo>
                <a:cubicBezTo>
                  <a:pt x="20" y="146"/>
                  <a:pt x="6" y="109"/>
                  <a:pt x="16" y="74"/>
                </a:cubicBezTo>
                <a:cubicBezTo>
                  <a:pt x="19" y="64"/>
                  <a:pt x="24" y="55"/>
                  <a:pt x="30" y="47"/>
                </a:cubicBezTo>
                <a:cubicBezTo>
                  <a:pt x="36" y="39"/>
                  <a:pt x="43" y="32"/>
                  <a:pt x="51" y="27"/>
                </a:cubicBezTo>
                <a:cubicBezTo>
                  <a:pt x="51" y="27"/>
                  <a:pt x="51" y="27"/>
                  <a:pt x="51" y="27"/>
                </a:cubicBezTo>
                <a:cubicBezTo>
                  <a:pt x="52" y="27"/>
                  <a:pt x="54" y="26"/>
                  <a:pt x="54" y="26"/>
                </a:cubicBezTo>
                <a:cubicBezTo>
                  <a:pt x="54" y="27"/>
                  <a:pt x="56" y="26"/>
                  <a:pt x="56" y="26"/>
                </a:cubicBezTo>
                <a:cubicBezTo>
                  <a:pt x="56" y="27"/>
                  <a:pt x="55" y="27"/>
                  <a:pt x="55" y="27"/>
                </a:cubicBezTo>
                <a:cubicBezTo>
                  <a:pt x="55" y="27"/>
                  <a:pt x="55" y="27"/>
                  <a:pt x="54" y="27"/>
                </a:cubicBezTo>
                <a:cubicBezTo>
                  <a:pt x="54" y="27"/>
                  <a:pt x="53" y="27"/>
                  <a:pt x="53" y="27"/>
                </a:cubicBezTo>
                <a:cubicBezTo>
                  <a:pt x="53" y="27"/>
                  <a:pt x="52" y="27"/>
                  <a:pt x="52" y="27"/>
                </a:cubicBezTo>
                <a:cubicBezTo>
                  <a:pt x="52" y="27"/>
                  <a:pt x="52" y="27"/>
                  <a:pt x="52" y="28"/>
                </a:cubicBezTo>
                <a:cubicBezTo>
                  <a:pt x="51" y="28"/>
                  <a:pt x="51" y="28"/>
                  <a:pt x="51" y="28"/>
                </a:cubicBezTo>
                <a:cubicBezTo>
                  <a:pt x="50" y="28"/>
                  <a:pt x="50" y="28"/>
                  <a:pt x="50" y="28"/>
                </a:cubicBezTo>
                <a:cubicBezTo>
                  <a:pt x="50" y="29"/>
                  <a:pt x="50" y="29"/>
                  <a:pt x="50" y="29"/>
                </a:cubicBezTo>
                <a:cubicBezTo>
                  <a:pt x="50" y="29"/>
                  <a:pt x="50" y="29"/>
                  <a:pt x="49" y="29"/>
                </a:cubicBezTo>
                <a:cubicBezTo>
                  <a:pt x="49" y="29"/>
                  <a:pt x="50" y="29"/>
                  <a:pt x="50" y="30"/>
                </a:cubicBezTo>
                <a:cubicBezTo>
                  <a:pt x="49" y="30"/>
                  <a:pt x="50" y="30"/>
                  <a:pt x="50" y="30"/>
                </a:cubicBezTo>
                <a:cubicBezTo>
                  <a:pt x="50" y="30"/>
                  <a:pt x="50" y="31"/>
                  <a:pt x="51" y="30"/>
                </a:cubicBezTo>
                <a:cubicBezTo>
                  <a:pt x="51" y="30"/>
                  <a:pt x="51" y="31"/>
                  <a:pt x="51" y="31"/>
                </a:cubicBezTo>
                <a:cubicBezTo>
                  <a:pt x="51" y="31"/>
                  <a:pt x="52" y="31"/>
                  <a:pt x="53" y="31"/>
                </a:cubicBezTo>
                <a:cubicBezTo>
                  <a:pt x="53" y="31"/>
                  <a:pt x="53" y="31"/>
                  <a:pt x="53" y="31"/>
                </a:cubicBezTo>
                <a:cubicBezTo>
                  <a:pt x="53" y="31"/>
                  <a:pt x="53" y="31"/>
                  <a:pt x="54" y="31"/>
                </a:cubicBezTo>
                <a:cubicBezTo>
                  <a:pt x="54" y="31"/>
                  <a:pt x="54" y="31"/>
                  <a:pt x="55" y="31"/>
                </a:cubicBezTo>
                <a:cubicBezTo>
                  <a:pt x="55" y="31"/>
                  <a:pt x="55" y="31"/>
                  <a:pt x="54" y="32"/>
                </a:cubicBezTo>
                <a:cubicBezTo>
                  <a:pt x="53" y="32"/>
                  <a:pt x="52" y="33"/>
                  <a:pt x="52" y="33"/>
                </a:cubicBezTo>
                <a:cubicBezTo>
                  <a:pt x="52" y="33"/>
                  <a:pt x="51" y="33"/>
                  <a:pt x="51" y="33"/>
                </a:cubicBezTo>
                <a:cubicBezTo>
                  <a:pt x="50" y="33"/>
                  <a:pt x="50" y="33"/>
                  <a:pt x="50" y="33"/>
                </a:cubicBezTo>
                <a:cubicBezTo>
                  <a:pt x="49" y="33"/>
                  <a:pt x="49" y="33"/>
                  <a:pt x="49" y="33"/>
                </a:cubicBezTo>
                <a:cubicBezTo>
                  <a:pt x="49" y="33"/>
                  <a:pt x="48" y="34"/>
                  <a:pt x="47" y="34"/>
                </a:cubicBezTo>
                <a:cubicBezTo>
                  <a:pt x="47" y="34"/>
                  <a:pt x="46" y="35"/>
                  <a:pt x="46" y="35"/>
                </a:cubicBezTo>
                <a:cubicBezTo>
                  <a:pt x="46" y="35"/>
                  <a:pt x="46" y="35"/>
                  <a:pt x="46" y="35"/>
                </a:cubicBezTo>
                <a:cubicBezTo>
                  <a:pt x="46" y="35"/>
                  <a:pt x="47" y="35"/>
                  <a:pt x="47" y="35"/>
                </a:cubicBezTo>
                <a:cubicBezTo>
                  <a:pt x="47" y="35"/>
                  <a:pt x="47" y="35"/>
                  <a:pt x="48" y="34"/>
                </a:cubicBezTo>
                <a:cubicBezTo>
                  <a:pt x="48" y="34"/>
                  <a:pt x="49" y="34"/>
                  <a:pt x="49" y="34"/>
                </a:cubicBezTo>
                <a:cubicBezTo>
                  <a:pt x="49" y="34"/>
                  <a:pt x="49" y="34"/>
                  <a:pt x="50" y="34"/>
                </a:cubicBezTo>
                <a:cubicBezTo>
                  <a:pt x="50" y="34"/>
                  <a:pt x="51" y="34"/>
                  <a:pt x="51" y="34"/>
                </a:cubicBezTo>
                <a:cubicBezTo>
                  <a:pt x="51" y="34"/>
                  <a:pt x="51" y="34"/>
                  <a:pt x="51" y="34"/>
                </a:cubicBezTo>
                <a:cubicBezTo>
                  <a:pt x="51" y="34"/>
                  <a:pt x="51" y="34"/>
                  <a:pt x="51" y="33"/>
                </a:cubicBezTo>
                <a:cubicBezTo>
                  <a:pt x="51" y="33"/>
                  <a:pt x="52" y="33"/>
                  <a:pt x="53" y="33"/>
                </a:cubicBezTo>
                <a:cubicBezTo>
                  <a:pt x="54" y="32"/>
                  <a:pt x="55" y="33"/>
                  <a:pt x="55" y="32"/>
                </a:cubicBezTo>
                <a:cubicBezTo>
                  <a:pt x="56" y="32"/>
                  <a:pt x="56" y="32"/>
                  <a:pt x="57" y="32"/>
                </a:cubicBezTo>
                <a:cubicBezTo>
                  <a:pt x="58" y="31"/>
                  <a:pt x="58" y="31"/>
                  <a:pt x="58" y="31"/>
                </a:cubicBezTo>
                <a:cubicBezTo>
                  <a:pt x="58" y="31"/>
                  <a:pt x="58" y="31"/>
                  <a:pt x="59" y="31"/>
                </a:cubicBezTo>
                <a:cubicBezTo>
                  <a:pt x="60" y="31"/>
                  <a:pt x="59" y="30"/>
                  <a:pt x="59" y="30"/>
                </a:cubicBezTo>
                <a:cubicBezTo>
                  <a:pt x="59" y="30"/>
                  <a:pt x="59" y="30"/>
                  <a:pt x="60" y="30"/>
                </a:cubicBezTo>
                <a:cubicBezTo>
                  <a:pt x="60" y="29"/>
                  <a:pt x="60" y="30"/>
                  <a:pt x="61" y="29"/>
                </a:cubicBezTo>
                <a:cubicBezTo>
                  <a:pt x="62" y="28"/>
                  <a:pt x="62" y="30"/>
                  <a:pt x="61" y="30"/>
                </a:cubicBezTo>
                <a:cubicBezTo>
                  <a:pt x="61" y="30"/>
                  <a:pt x="62" y="30"/>
                  <a:pt x="62" y="30"/>
                </a:cubicBezTo>
                <a:cubicBezTo>
                  <a:pt x="62" y="30"/>
                  <a:pt x="63" y="30"/>
                  <a:pt x="63" y="30"/>
                </a:cubicBezTo>
                <a:cubicBezTo>
                  <a:pt x="64" y="29"/>
                  <a:pt x="65" y="29"/>
                  <a:pt x="65" y="29"/>
                </a:cubicBezTo>
                <a:cubicBezTo>
                  <a:pt x="65" y="29"/>
                  <a:pt x="65" y="29"/>
                  <a:pt x="65" y="29"/>
                </a:cubicBezTo>
                <a:cubicBezTo>
                  <a:pt x="66" y="28"/>
                  <a:pt x="66" y="28"/>
                  <a:pt x="67" y="28"/>
                </a:cubicBezTo>
                <a:cubicBezTo>
                  <a:pt x="67" y="28"/>
                  <a:pt x="67" y="29"/>
                  <a:pt x="67" y="29"/>
                </a:cubicBezTo>
                <a:cubicBezTo>
                  <a:pt x="67" y="29"/>
                  <a:pt x="66" y="29"/>
                  <a:pt x="66" y="29"/>
                </a:cubicBezTo>
                <a:cubicBezTo>
                  <a:pt x="66" y="29"/>
                  <a:pt x="67" y="29"/>
                  <a:pt x="68" y="29"/>
                </a:cubicBezTo>
                <a:cubicBezTo>
                  <a:pt x="69" y="30"/>
                  <a:pt x="70" y="29"/>
                  <a:pt x="70" y="29"/>
                </a:cubicBezTo>
                <a:cubicBezTo>
                  <a:pt x="70" y="29"/>
                  <a:pt x="70" y="29"/>
                  <a:pt x="70" y="29"/>
                </a:cubicBezTo>
                <a:cubicBezTo>
                  <a:pt x="71" y="30"/>
                  <a:pt x="71" y="30"/>
                  <a:pt x="71" y="30"/>
                </a:cubicBezTo>
                <a:cubicBezTo>
                  <a:pt x="71" y="30"/>
                  <a:pt x="73" y="30"/>
                  <a:pt x="73" y="30"/>
                </a:cubicBezTo>
                <a:cubicBezTo>
                  <a:pt x="73" y="31"/>
                  <a:pt x="74" y="31"/>
                  <a:pt x="74" y="31"/>
                </a:cubicBezTo>
                <a:cubicBezTo>
                  <a:pt x="74" y="31"/>
                  <a:pt x="75" y="32"/>
                  <a:pt x="75" y="32"/>
                </a:cubicBezTo>
                <a:cubicBezTo>
                  <a:pt x="75" y="33"/>
                  <a:pt x="75" y="33"/>
                  <a:pt x="75" y="33"/>
                </a:cubicBezTo>
                <a:cubicBezTo>
                  <a:pt x="76" y="33"/>
                  <a:pt x="76" y="33"/>
                  <a:pt x="76" y="34"/>
                </a:cubicBezTo>
                <a:cubicBezTo>
                  <a:pt x="76" y="33"/>
                  <a:pt x="76" y="33"/>
                  <a:pt x="77" y="33"/>
                </a:cubicBezTo>
                <a:cubicBezTo>
                  <a:pt x="77" y="33"/>
                  <a:pt x="76" y="33"/>
                  <a:pt x="77" y="32"/>
                </a:cubicBezTo>
                <a:cubicBezTo>
                  <a:pt x="77" y="31"/>
                  <a:pt x="77" y="31"/>
                  <a:pt x="77" y="31"/>
                </a:cubicBezTo>
                <a:cubicBezTo>
                  <a:pt x="77" y="31"/>
                  <a:pt x="77" y="32"/>
                  <a:pt x="77" y="32"/>
                </a:cubicBezTo>
                <a:cubicBezTo>
                  <a:pt x="77" y="33"/>
                  <a:pt x="77" y="33"/>
                  <a:pt x="77" y="33"/>
                </a:cubicBezTo>
                <a:cubicBezTo>
                  <a:pt x="78" y="33"/>
                  <a:pt x="78" y="32"/>
                  <a:pt x="78" y="32"/>
                </a:cubicBezTo>
                <a:cubicBezTo>
                  <a:pt x="78" y="32"/>
                  <a:pt x="78" y="33"/>
                  <a:pt x="78" y="33"/>
                </a:cubicBezTo>
                <a:cubicBezTo>
                  <a:pt x="78" y="33"/>
                  <a:pt x="77" y="33"/>
                  <a:pt x="77" y="33"/>
                </a:cubicBezTo>
                <a:cubicBezTo>
                  <a:pt x="77" y="33"/>
                  <a:pt x="76" y="34"/>
                  <a:pt x="77" y="34"/>
                </a:cubicBezTo>
                <a:cubicBezTo>
                  <a:pt x="77" y="34"/>
                  <a:pt x="77" y="34"/>
                  <a:pt x="77" y="35"/>
                </a:cubicBezTo>
                <a:cubicBezTo>
                  <a:pt x="76" y="35"/>
                  <a:pt x="77" y="35"/>
                  <a:pt x="77" y="35"/>
                </a:cubicBezTo>
                <a:cubicBezTo>
                  <a:pt x="77" y="35"/>
                  <a:pt x="78" y="35"/>
                  <a:pt x="78" y="36"/>
                </a:cubicBezTo>
                <a:cubicBezTo>
                  <a:pt x="78" y="36"/>
                  <a:pt x="78" y="35"/>
                  <a:pt x="78" y="35"/>
                </a:cubicBezTo>
                <a:cubicBezTo>
                  <a:pt x="78" y="35"/>
                  <a:pt x="79" y="35"/>
                  <a:pt x="78" y="35"/>
                </a:cubicBezTo>
                <a:cubicBezTo>
                  <a:pt x="78" y="36"/>
                  <a:pt x="79" y="36"/>
                  <a:pt x="79" y="36"/>
                </a:cubicBezTo>
                <a:cubicBezTo>
                  <a:pt x="79" y="36"/>
                  <a:pt x="79" y="36"/>
                  <a:pt x="79" y="37"/>
                </a:cubicBezTo>
                <a:cubicBezTo>
                  <a:pt x="79" y="37"/>
                  <a:pt x="79" y="37"/>
                  <a:pt x="79" y="38"/>
                </a:cubicBezTo>
                <a:cubicBezTo>
                  <a:pt x="79" y="38"/>
                  <a:pt x="79" y="38"/>
                  <a:pt x="80" y="38"/>
                </a:cubicBezTo>
                <a:cubicBezTo>
                  <a:pt x="80" y="38"/>
                  <a:pt x="80" y="38"/>
                  <a:pt x="80" y="38"/>
                </a:cubicBezTo>
                <a:cubicBezTo>
                  <a:pt x="80" y="38"/>
                  <a:pt x="80" y="38"/>
                  <a:pt x="80" y="38"/>
                </a:cubicBezTo>
                <a:cubicBezTo>
                  <a:pt x="80" y="38"/>
                  <a:pt x="80" y="39"/>
                  <a:pt x="80" y="39"/>
                </a:cubicBezTo>
                <a:cubicBezTo>
                  <a:pt x="80" y="39"/>
                  <a:pt x="80" y="40"/>
                  <a:pt x="81" y="40"/>
                </a:cubicBezTo>
                <a:cubicBezTo>
                  <a:pt x="81" y="40"/>
                  <a:pt x="80" y="40"/>
                  <a:pt x="81" y="41"/>
                </a:cubicBezTo>
                <a:cubicBezTo>
                  <a:pt x="81" y="41"/>
                  <a:pt x="81" y="41"/>
                  <a:pt x="80" y="40"/>
                </a:cubicBezTo>
                <a:cubicBezTo>
                  <a:pt x="80" y="40"/>
                  <a:pt x="80" y="40"/>
                  <a:pt x="79" y="41"/>
                </a:cubicBezTo>
                <a:cubicBezTo>
                  <a:pt x="79" y="41"/>
                  <a:pt x="80" y="42"/>
                  <a:pt x="81" y="42"/>
                </a:cubicBezTo>
                <a:cubicBezTo>
                  <a:pt x="81" y="42"/>
                  <a:pt x="81" y="42"/>
                  <a:pt x="81" y="42"/>
                </a:cubicBezTo>
                <a:cubicBezTo>
                  <a:pt x="81" y="42"/>
                  <a:pt x="81" y="43"/>
                  <a:pt x="82" y="43"/>
                </a:cubicBezTo>
                <a:cubicBezTo>
                  <a:pt x="82" y="43"/>
                  <a:pt x="82" y="43"/>
                  <a:pt x="82" y="43"/>
                </a:cubicBezTo>
                <a:cubicBezTo>
                  <a:pt x="82" y="43"/>
                  <a:pt x="82" y="43"/>
                  <a:pt x="82" y="43"/>
                </a:cubicBezTo>
                <a:cubicBezTo>
                  <a:pt x="82" y="43"/>
                  <a:pt x="82" y="43"/>
                  <a:pt x="82" y="44"/>
                </a:cubicBezTo>
                <a:cubicBezTo>
                  <a:pt x="82" y="44"/>
                  <a:pt x="83" y="44"/>
                  <a:pt x="83" y="44"/>
                </a:cubicBezTo>
                <a:cubicBezTo>
                  <a:pt x="83" y="44"/>
                  <a:pt x="83" y="44"/>
                  <a:pt x="82" y="44"/>
                </a:cubicBezTo>
                <a:cubicBezTo>
                  <a:pt x="82" y="44"/>
                  <a:pt x="82" y="45"/>
                  <a:pt x="82" y="45"/>
                </a:cubicBezTo>
                <a:cubicBezTo>
                  <a:pt x="82" y="45"/>
                  <a:pt x="82" y="45"/>
                  <a:pt x="82" y="46"/>
                </a:cubicBezTo>
                <a:cubicBezTo>
                  <a:pt x="82" y="46"/>
                  <a:pt x="81" y="48"/>
                  <a:pt x="81" y="49"/>
                </a:cubicBezTo>
                <a:cubicBezTo>
                  <a:pt x="81" y="49"/>
                  <a:pt x="80" y="50"/>
                  <a:pt x="80" y="50"/>
                </a:cubicBezTo>
                <a:cubicBezTo>
                  <a:pt x="80" y="51"/>
                  <a:pt x="80" y="51"/>
                  <a:pt x="80" y="51"/>
                </a:cubicBezTo>
                <a:cubicBezTo>
                  <a:pt x="80" y="51"/>
                  <a:pt x="80" y="52"/>
                  <a:pt x="79" y="53"/>
                </a:cubicBezTo>
                <a:cubicBezTo>
                  <a:pt x="78" y="53"/>
                  <a:pt x="78" y="54"/>
                  <a:pt x="79" y="54"/>
                </a:cubicBezTo>
                <a:cubicBezTo>
                  <a:pt x="79" y="54"/>
                  <a:pt x="79" y="54"/>
                  <a:pt x="79" y="54"/>
                </a:cubicBezTo>
                <a:cubicBezTo>
                  <a:pt x="79" y="55"/>
                  <a:pt x="79" y="55"/>
                  <a:pt x="79" y="55"/>
                </a:cubicBezTo>
                <a:cubicBezTo>
                  <a:pt x="79" y="56"/>
                  <a:pt x="79" y="56"/>
                  <a:pt x="79" y="56"/>
                </a:cubicBezTo>
                <a:cubicBezTo>
                  <a:pt x="79" y="57"/>
                  <a:pt x="79" y="57"/>
                  <a:pt x="79" y="58"/>
                </a:cubicBezTo>
                <a:cubicBezTo>
                  <a:pt x="79" y="58"/>
                  <a:pt x="79" y="58"/>
                  <a:pt x="80" y="58"/>
                </a:cubicBezTo>
                <a:cubicBezTo>
                  <a:pt x="80" y="58"/>
                  <a:pt x="80" y="59"/>
                  <a:pt x="79" y="59"/>
                </a:cubicBezTo>
                <a:cubicBezTo>
                  <a:pt x="79" y="59"/>
                  <a:pt x="80" y="59"/>
                  <a:pt x="80" y="59"/>
                </a:cubicBezTo>
                <a:cubicBezTo>
                  <a:pt x="80" y="59"/>
                  <a:pt x="80" y="60"/>
                  <a:pt x="80" y="61"/>
                </a:cubicBezTo>
                <a:cubicBezTo>
                  <a:pt x="81" y="61"/>
                  <a:pt x="81" y="61"/>
                  <a:pt x="81" y="62"/>
                </a:cubicBezTo>
                <a:cubicBezTo>
                  <a:pt x="81" y="62"/>
                  <a:pt x="81" y="62"/>
                  <a:pt x="81" y="62"/>
                </a:cubicBezTo>
                <a:cubicBezTo>
                  <a:pt x="82" y="62"/>
                  <a:pt x="82" y="62"/>
                  <a:pt x="82" y="62"/>
                </a:cubicBezTo>
                <a:cubicBezTo>
                  <a:pt x="82" y="63"/>
                  <a:pt x="82" y="63"/>
                  <a:pt x="82" y="63"/>
                </a:cubicBezTo>
                <a:cubicBezTo>
                  <a:pt x="82" y="63"/>
                  <a:pt x="83" y="63"/>
                  <a:pt x="83" y="63"/>
                </a:cubicBezTo>
                <a:cubicBezTo>
                  <a:pt x="83" y="63"/>
                  <a:pt x="83" y="63"/>
                  <a:pt x="83" y="63"/>
                </a:cubicBezTo>
                <a:cubicBezTo>
                  <a:pt x="83" y="63"/>
                  <a:pt x="83" y="63"/>
                  <a:pt x="83" y="63"/>
                </a:cubicBezTo>
                <a:cubicBezTo>
                  <a:pt x="83" y="64"/>
                  <a:pt x="83" y="64"/>
                  <a:pt x="83" y="65"/>
                </a:cubicBezTo>
                <a:cubicBezTo>
                  <a:pt x="83" y="65"/>
                  <a:pt x="83" y="65"/>
                  <a:pt x="83" y="65"/>
                </a:cubicBezTo>
                <a:cubicBezTo>
                  <a:pt x="83" y="65"/>
                  <a:pt x="83" y="65"/>
                  <a:pt x="83" y="65"/>
                </a:cubicBezTo>
                <a:cubicBezTo>
                  <a:pt x="83" y="65"/>
                  <a:pt x="83" y="66"/>
                  <a:pt x="83" y="66"/>
                </a:cubicBezTo>
                <a:cubicBezTo>
                  <a:pt x="83" y="66"/>
                  <a:pt x="83" y="67"/>
                  <a:pt x="83" y="67"/>
                </a:cubicBezTo>
                <a:cubicBezTo>
                  <a:pt x="83" y="67"/>
                  <a:pt x="83" y="68"/>
                  <a:pt x="83" y="68"/>
                </a:cubicBezTo>
                <a:cubicBezTo>
                  <a:pt x="83" y="68"/>
                  <a:pt x="84" y="68"/>
                  <a:pt x="84" y="69"/>
                </a:cubicBezTo>
                <a:cubicBezTo>
                  <a:pt x="84" y="69"/>
                  <a:pt x="83" y="69"/>
                  <a:pt x="84" y="69"/>
                </a:cubicBezTo>
                <a:cubicBezTo>
                  <a:pt x="84" y="69"/>
                  <a:pt x="84" y="70"/>
                  <a:pt x="84" y="70"/>
                </a:cubicBezTo>
                <a:cubicBezTo>
                  <a:pt x="84" y="71"/>
                  <a:pt x="85" y="71"/>
                  <a:pt x="85" y="71"/>
                </a:cubicBezTo>
                <a:cubicBezTo>
                  <a:pt x="85" y="71"/>
                  <a:pt x="84" y="71"/>
                  <a:pt x="84" y="71"/>
                </a:cubicBezTo>
                <a:cubicBezTo>
                  <a:pt x="84" y="71"/>
                  <a:pt x="83" y="70"/>
                  <a:pt x="84" y="70"/>
                </a:cubicBezTo>
                <a:cubicBezTo>
                  <a:pt x="84" y="70"/>
                  <a:pt x="83" y="71"/>
                  <a:pt x="83" y="72"/>
                </a:cubicBezTo>
                <a:cubicBezTo>
                  <a:pt x="84" y="72"/>
                  <a:pt x="84" y="73"/>
                  <a:pt x="84" y="73"/>
                </a:cubicBezTo>
                <a:cubicBezTo>
                  <a:pt x="85" y="73"/>
                  <a:pt x="85" y="73"/>
                  <a:pt x="85" y="73"/>
                </a:cubicBezTo>
                <a:cubicBezTo>
                  <a:pt x="85" y="73"/>
                  <a:pt x="85" y="73"/>
                  <a:pt x="85" y="74"/>
                </a:cubicBezTo>
                <a:cubicBezTo>
                  <a:pt x="85" y="74"/>
                  <a:pt x="86" y="74"/>
                  <a:pt x="86" y="74"/>
                </a:cubicBezTo>
                <a:cubicBezTo>
                  <a:pt x="86" y="74"/>
                  <a:pt x="86" y="75"/>
                  <a:pt x="86" y="75"/>
                </a:cubicBezTo>
                <a:cubicBezTo>
                  <a:pt x="86" y="76"/>
                  <a:pt x="85" y="76"/>
                  <a:pt x="85" y="76"/>
                </a:cubicBezTo>
                <a:cubicBezTo>
                  <a:pt x="85" y="76"/>
                  <a:pt x="85" y="76"/>
                  <a:pt x="86" y="76"/>
                </a:cubicBezTo>
                <a:cubicBezTo>
                  <a:pt x="86" y="76"/>
                  <a:pt x="85" y="77"/>
                  <a:pt x="86" y="77"/>
                </a:cubicBezTo>
                <a:cubicBezTo>
                  <a:pt x="86" y="77"/>
                  <a:pt x="86" y="77"/>
                  <a:pt x="86" y="78"/>
                </a:cubicBezTo>
                <a:cubicBezTo>
                  <a:pt x="86" y="78"/>
                  <a:pt x="86" y="78"/>
                  <a:pt x="87" y="78"/>
                </a:cubicBezTo>
                <a:cubicBezTo>
                  <a:pt x="87" y="78"/>
                  <a:pt x="87" y="79"/>
                  <a:pt x="87" y="79"/>
                </a:cubicBezTo>
                <a:cubicBezTo>
                  <a:pt x="87" y="79"/>
                  <a:pt x="87" y="80"/>
                  <a:pt x="88" y="79"/>
                </a:cubicBezTo>
                <a:cubicBezTo>
                  <a:pt x="88" y="79"/>
                  <a:pt x="88" y="79"/>
                  <a:pt x="88" y="79"/>
                </a:cubicBezTo>
                <a:cubicBezTo>
                  <a:pt x="88" y="78"/>
                  <a:pt x="88" y="78"/>
                  <a:pt x="88" y="78"/>
                </a:cubicBezTo>
                <a:cubicBezTo>
                  <a:pt x="88" y="77"/>
                  <a:pt x="87" y="77"/>
                  <a:pt x="87" y="77"/>
                </a:cubicBezTo>
                <a:cubicBezTo>
                  <a:pt x="87" y="76"/>
                  <a:pt x="87" y="76"/>
                  <a:pt x="87" y="76"/>
                </a:cubicBezTo>
                <a:cubicBezTo>
                  <a:pt x="87" y="76"/>
                  <a:pt x="87" y="75"/>
                  <a:pt x="87" y="75"/>
                </a:cubicBezTo>
                <a:cubicBezTo>
                  <a:pt x="87" y="75"/>
                  <a:pt x="87" y="75"/>
                  <a:pt x="87" y="74"/>
                </a:cubicBezTo>
                <a:cubicBezTo>
                  <a:pt x="87" y="74"/>
                  <a:pt x="87" y="74"/>
                  <a:pt x="87" y="74"/>
                </a:cubicBezTo>
                <a:cubicBezTo>
                  <a:pt x="87" y="73"/>
                  <a:pt x="87" y="73"/>
                  <a:pt x="87" y="73"/>
                </a:cubicBezTo>
                <a:cubicBezTo>
                  <a:pt x="87" y="73"/>
                  <a:pt x="87" y="73"/>
                  <a:pt x="87" y="73"/>
                </a:cubicBezTo>
                <a:cubicBezTo>
                  <a:pt x="87" y="73"/>
                  <a:pt x="86" y="73"/>
                  <a:pt x="86" y="72"/>
                </a:cubicBezTo>
                <a:cubicBezTo>
                  <a:pt x="86" y="72"/>
                  <a:pt x="86" y="72"/>
                  <a:pt x="86" y="72"/>
                </a:cubicBezTo>
                <a:cubicBezTo>
                  <a:pt x="86" y="72"/>
                  <a:pt x="86" y="71"/>
                  <a:pt x="86" y="71"/>
                </a:cubicBezTo>
                <a:cubicBezTo>
                  <a:pt x="86" y="71"/>
                  <a:pt x="86" y="70"/>
                  <a:pt x="86" y="70"/>
                </a:cubicBezTo>
                <a:cubicBezTo>
                  <a:pt x="86" y="70"/>
                  <a:pt x="86" y="70"/>
                  <a:pt x="86" y="69"/>
                </a:cubicBezTo>
                <a:cubicBezTo>
                  <a:pt x="86" y="69"/>
                  <a:pt x="86" y="69"/>
                  <a:pt x="86" y="69"/>
                </a:cubicBezTo>
                <a:cubicBezTo>
                  <a:pt x="85" y="69"/>
                  <a:pt x="85" y="69"/>
                  <a:pt x="85" y="69"/>
                </a:cubicBezTo>
                <a:cubicBezTo>
                  <a:pt x="85" y="69"/>
                  <a:pt x="85" y="69"/>
                  <a:pt x="85" y="68"/>
                </a:cubicBezTo>
                <a:cubicBezTo>
                  <a:pt x="85" y="68"/>
                  <a:pt x="85" y="68"/>
                  <a:pt x="85" y="68"/>
                </a:cubicBezTo>
                <a:cubicBezTo>
                  <a:pt x="85" y="67"/>
                  <a:pt x="85" y="67"/>
                  <a:pt x="85" y="67"/>
                </a:cubicBezTo>
                <a:cubicBezTo>
                  <a:pt x="85" y="67"/>
                  <a:pt x="85" y="67"/>
                  <a:pt x="85" y="66"/>
                </a:cubicBezTo>
                <a:cubicBezTo>
                  <a:pt x="86" y="67"/>
                  <a:pt x="86" y="67"/>
                  <a:pt x="86" y="67"/>
                </a:cubicBezTo>
                <a:cubicBezTo>
                  <a:pt x="86" y="67"/>
                  <a:pt x="86" y="67"/>
                  <a:pt x="87" y="67"/>
                </a:cubicBezTo>
                <a:cubicBezTo>
                  <a:pt x="87" y="68"/>
                  <a:pt x="87" y="68"/>
                  <a:pt x="87" y="68"/>
                </a:cubicBezTo>
                <a:cubicBezTo>
                  <a:pt x="87" y="68"/>
                  <a:pt x="87" y="68"/>
                  <a:pt x="87" y="68"/>
                </a:cubicBezTo>
                <a:cubicBezTo>
                  <a:pt x="87" y="69"/>
                  <a:pt x="87" y="69"/>
                  <a:pt x="87" y="69"/>
                </a:cubicBezTo>
                <a:cubicBezTo>
                  <a:pt x="87" y="70"/>
                  <a:pt x="87" y="70"/>
                  <a:pt x="87" y="70"/>
                </a:cubicBezTo>
                <a:cubicBezTo>
                  <a:pt x="87" y="70"/>
                  <a:pt x="87" y="70"/>
                  <a:pt x="87" y="70"/>
                </a:cubicBezTo>
                <a:cubicBezTo>
                  <a:pt x="87" y="71"/>
                  <a:pt x="87" y="71"/>
                  <a:pt x="87" y="71"/>
                </a:cubicBezTo>
                <a:cubicBezTo>
                  <a:pt x="87" y="71"/>
                  <a:pt x="87" y="71"/>
                  <a:pt x="87" y="71"/>
                </a:cubicBezTo>
                <a:cubicBezTo>
                  <a:pt x="87" y="71"/>
                  <a:pt x="87" y="71"/>
                  <a:pt x="87" y="72"/>
                </a:cubicBezTo>
                <a:cubicBezTo>
                  <a:pt x="88" y="72"/>
                  <a:pt x="88" y="72"/>
                  <a:pt x="88" y="72"/>
                </a:cubicBezTo>
                <a:cubicBezTo>
                  <a:pt x="88" y="73"/>
                  <a:pt x="88" y="73"/>
                  <a:pt x="88" y="73"/>
                </a:cubicBezTo>
                <a:cubicBezTo>
                  <a:pt x="88" y="73"/>
                  <a:pt x="88" y="73"/>
                  <a:pt x="88" y="73"/>
                </a:cubicBezTo>
                <a:cubicBezTo>
                  <a:pt x="88" y="73"/>
                  <a:pt x="89" y="73"/>
                  <a:pt x="89" y="74"/>
                </a:cubicBezTo>
                <a:cubicBezTo>
                  <a:pt x="89" y="74"/>
                  <a:pt x="89" y="74"/>
                  <a:pt x="89" y="74"/>
                </a:cubicBezTo>
                <a:cubicBezTo>
                  <a:pt x="89" y="74"/>
                  <a:pt x="89" y="74"/>
                  <a:pt x="89" y="75"/>
                </a:cubicBezTo>
                <a:cubicBezTo>
                  <a:pt x="89" y="75"/>
                  <a:pt x="89" y="75"/>
                  <a:pt x="89" y="75"/>
                </a:cubicBezTo>
                <a:cubicBezTo>
                  <a:pt x="89" y="75"/>
                  <a:pt x="89" y="75"/>
                  <a:pt x="89" y="75"/>
                </a:cubicBezTo>
                <a:cubicBezTo>
                  <a:pt x="89" y="76"/>
                  <a:pt x="89" y="76"/>
                  <a:pt x="89" y="76"/>
                </a:cubicBezTo>
                <a:cubicBezTo>
                  <a:pt x="89" y="76"/>
                  <a:pt x="89" y="76"/>
                  <a:pt x="90" y="76"/>
                </a:cubicBezTo>
                <a:cubicBezTo>
                  <a:pt x="90" y="77"/>
                  <a:pt x="90" y="77"/>
                  <a:pt x="90" y="78"/>
                </a:cubicBezTo>
                <a:cubicBezTo>
                  <a:pt x="90" y="78"/>
                  <a:pt x="91" y="78"/>
                  <a:pt x="91" y="79"/>
                </a:cubicBezTo>
                <a:cubicBezTo>
                  <a:pt x="91" y="79"/>
                  <a:pt x="91" y="79"/>
                  <a:pt x="91" y="80"/>
                </a:cubicBezTo>
                <a:cubicBezTo>
                  <a:pt x="92" y="81"/>
                  <a:pt x="92" y="81"/>
                  <a:pt x="92" y="82"/>
                </a:cubicBezTo>
                <a:cubicBezTo>
                  <a:pt x="92" y="82"/>
                  <a:pt x="92" y="82"/>
                  <a:pt x="92" y="82"/>
                </a:cubicBezTo>
                <a:cubicBezTo>
                  <a:pt x="92" y="82"/>
                  <a:pt x="92" y="83"/>
                  <a:pt x="92" y="83"/>
                </a:cubicBezTo>
                <a:cubicBezTo>
                  <a:pt x="92" y="83"/>
                  <a:pt x="91" y="83"/>
                  <a:pt x="91" y="84"/>
                </a:cubicBezTo>
                <a:cubicBezTo>
                  <a:pt x="91" y="84"/>
                  <a:pt x="91" y="84"/>
                  <a:pt x="91" y="84"/>
                </a:cubicBezTo>
                <a:cubicBezTo>
                  <a:pt x="91" y="84"/>
                  <a:pt x="91" y="84"/>
                  <a:pt x="91" y="84"/>
                </a:cubicBezTo>
                <a:cubicBezTo>
                  <a:pt x="91" y="85"/>
                  <a:pt x="91" y="85"/>
                  <a:pt x="92" y="86"/>
                </a:cubicBezTo>
                <a:cubicBezTo>
                  <a:pt x="92" y="86"/>
                  <a:pt x="92" y="86"/>
                  <a:pt x="93" y="87"/>
                </a:cubicBezTo>
                <a:cubicBezTo>
                  <a:pt x="93" y="88"/>
                  <a:pt x="94" y="88"/>
                  <a:pt x="94" y="88"/>
                </a:cubicBezTo>
                <a:cubicBezTo>
                  <a:pt x="95" y="89"/>
                  <a:pt x="95" y="89"/>
                  <a:pt x="95" y="90"/>
                </a:cubicBezTo>
                <a:cubicBezTo>
                  <a:pt x="95" y="90"/>
                  <a:pt x="95" y="90"/>
                  <a:pt x="96" y="90"/>
                </a:cubicBezTo>
                <a:cubicBezTo>
                  <a:pt x="96" y="90"/>
                  <a:pt x="97" y="92"/>
                  <a:pt x="98" y="92"/>
                </a:cubicBezTo>
                <a:cubicBezTo>
                  <a:pt x="98" y="92"/>
                  <a:pt x="99" y="93"/>
                  <a:pt x="99" y="93"/>
                </a:cubicBezTo>
                <a:cubicBezTo>
                  <a:pt x="99" y="93"/>
                  <a:pt x="100" y="93"/>
                  <a:pt x="100" y="93"/>
                </a:cubicBezTo>
                <a:cubicBezTo>
                  <a:pt x="100" y="93"/>
                  <a:pt x="101" y="94"/>
                  <a:pt x="101" y="93"/>
                </a:cubicBezTo>
                <a:cubicBezTo>
                  <a:pt x="102" y="92"/>
                  <a:pt x="103" y="93"/>
                  <a:pt x="103" y="93"/>
                </a:cubicBezTo>
                <a:cubicBezTo>
                  <a:pt x="103" y="94"/>
                  <a:pt x="104" y="94"/>
                  <a:pt x="104" y="94"/>
                </a:cubicBezTo>
                <a:cubicBezTo>
                  <a:pt x="104" y="95"/>
                  <a:pt x="104" y="95"/>
                  <a:pt x="104" y="95"/>
                </a:cubicBezTo>
                <a:cubicBezTo>
                  <a:pt x="104" y="95"/>
                  <a:pt x="104" y="96"/>
                  <a:pt x="104" y="96"/>
                </a:cubicBezTo>
                <a:cubicBezTo>
                  <a:pt x="104" y="96"/>
                  <a:pt x="104" y="97"/>
                  <a:pt x="105" y="97"/>
                </a:cubicBezTo>
                <a:cubicBezTo>
                  <a:pt x="105" y="97"/>
                  <a:pt x="105" y="97"/>
                  <a:pt x="105" y="97"/>
                </a:cubicBezTo>
                <a:cubicBezTo>
                  <a:pt x="106" y="98"/>
                  <a:pt x="106" y="98"/>
                  <a:pt x="106" y="98"/>
                </a:cubicBezTo>
                <a:cubicBezTo>
                  <a:pt x="107" y="98"/>
                  <a:pt x="107" y="98"/>
                  <a:pt x="107" y="99"/>
                </a:cubicBezTo>
                <a:cubicBezTo>
                  <a:pt x="107" y="99"/>
                  <a:pt x="107" y="99"/>
                  <a:pt x="107" y="99"/>
                </a:cubicBezTo>
                <a:cubicBezTo>
                  <a:pt x="107" y="99"/>
                  <a:pt x="107" y="99"/>
                  <a:pt x="108" y="99"/>
                </a:cubicBezTo>
                <a:cubicBezTo>
                  <a:pt x="108" y="99"/>
                  <a:pt x="108" y="99"/>
                  <a:pt x="109" y="100"/>
                </a:cubicBezTo>
                <a:cubicBezTo>
                  <a:pt x="109" y="100"/>
                  <a:pt x="109" y="100"/>
                  <a:pt x="109" y="100"/>
                </a:cubicBezTo>
                <a:cubicBezTo>
                  <a:pt x="109" y="100"/>
                  <a:pt x="109" y="100"/>
                  <a:pt x="109" y="100"/>
                </a:cubicBezTo>
                <a:cubicBezTo>
                  <a:pt x="109" y="101"/>
                  <a:pt x="109" y="101"/>
                  <a:pt x="109" y="101"/>
                </a:cubicBezTo>
                <a:cubicBezTo>
                  <a:pt x="110" y="102"/>
                  <a:pt x="110" y="102"/>
                  <a:pt x="110" y="102"/>
                </a:cubicBezTo>
                <a:cubicBezTo>
                  <a:pt x="110" y="103"/>
                  <a:pt x="110" y="103"/>
                  <a:pt x="111" y="103"/>
                </a:cubicBezTo>
                <a:cubicBezTo>
                  <a:pt x="110" y="103"/>
                  <a:pt x="110" y="103"/>
                  <a:pt x="110" y="104"/>
                </a:cubicBezTo>
                <a:cubicBezTo>
                  <a:pt x="110" y="104"/>
                  <a:pt x="110" y="104"/>
                  <a:pt x="110" y="105"/>
                </a:cubicBezTo>
                <a:cubicBezTo>
                  <a:pt x="110" y="105"/>
                  <a:pt x="111" y="105"/>
                  <a:pt x="111" y="105"/>
                </a:cubicBezTo>
                <a:cubicBezTo>
                  <a:pt x="111" y="105"/>
                  <a:pt x="111" y="105"/>
                  <a:pt x="111" y="105"/>
                </a:cubicBezTo>
                <a:cubicBezTo>
                  <a:pt x="112" y="106"/>
                  <a:pt x="112" y="106"/>
                  <a:pt x="112" y="107"/>
                </a:cubicBezTo>
                <a:cubicBezTo>
                  <a:pt x="112" y="107"/>
                  <a:pt x="112" y="107"/>
                  <a:pt x="112" y="107"/>
                </a:cubicBezTo>
                <a:cubicBezTo>
                  <a:pt x="112" y="107"/>
                  <a:pt x="112" y="107"/>
                  <a:pt x="113" y="108"/>
                </a:cubicBezTo>
                <a:cubicBezTo>
                  <a:pt x="113" y="108"/>
                  <a:pt x="114" y="108"/>
                  <a:pt x="114" y="108"/>
                </a:cubicBezTo>
                <a:cubicBezTo>
                  <a:pt x="114" y="109"/>
                  <a:pt x="114" y="109"/>
                  <a:pt x="114" y="109"/>
                </a:cubicBezTo>
                <a:cubicBezTo>
                  <a:pt x="114" y="109"/>
                  <a:pt x="114" y="109"/>
                  <a:pt x="114" y="109"/>
                </a:cubicBezTo>
                <a:cubicBezTo>
                  <a:pt x="114" y="109"/>
                  <a:pt x="114" y="109"/>
                  <a:pt x="114" y="110"/>
                </a:cubicBezTo>
                <a:cubicBezTo>
                  <a:pt x="114" y="110"/>
                  <a:pt x="115" y="110"/>
                  <a:pt x="116" y="110"/>
                </a:cubicBezTo>
                <a:cubicBezTo>
                  <a:pt x="116" y="109"/>
                  <a:pt x="115" y="109"/>
                  <a:pt x="115" y="109"/>
                </a:cubicBezTo>
                <a:cubicBezTo>
                  <a:pt x="115" y="109"/>
                  <a:pt x="116" y="109"/>
                  <a:pt x="117" y="108"/>
                </a:cubicBezTo>
                <a:cubicBezTo>
                  <a:pt x="117" y="108"/>
                  <a:pt x="118" y="108"/>
                  <a:pt x="118" y="109"/>
                </a:cubicBezTo>
                <a:cubicBezTo>
                  <a:pt x="118" y="109"/>
                  <a:pt x="118" y="110"/>
                  <a:pt x="118" y="110"/>
                </a:cubicBezTo>
                <a:cubicBezTo>
                  <a:pt x="118" y="110"/>
                  <a:pt x="118" y="110"/>
                  <a:pt x="118" y="111"/>
                </a:cubicBezTo>
                <a:cubicBezTo>
                  <a:pt x="118" y="111"/>
                  <a:pt x="118" y="111"/>
                  <a:pt x="118" y="111"/>
                </a:cubicBezTo>
                <a:cubicBezTo>
                  <a:pt x="118" y="112"/>
                  <a:pt x="118" y="112"/>
                  <a:pt x="118" y="112"/>
                </a:cubicBezTo>
                <a:cubicBezTo>
                  <a:pt x="118" y="113"/>
                  <a:pt x="118" y="113"/>
                  <a:pt x="118" y="113"/>
                </a:cubicBezTo>
                <a:cubicBezTo>
                  <a:pt x="117" y="114"/>
                  <a:pt x="117" y="114"/>
                  <a:pt x="117" y="115"/>
                </a:cubicBezTo>
                <a:cubicBezTo>
                  <a:pt x="117" y="115"/>
                  <a:pt x="117" y="116"/>
                  <a:pt x="116" y="116"/>
                </a:cubicBezTo>
                <a:cubicBezTo>
                  <a:pt x="115" y="117"/>
                  <a:pt x="116" y="117"/>
                  <a:pt x="115" y="117"/>
                </a:cubicBezTo>
                <a:cubicBezTo>
                  <a:pt x="114" y="118"/>
                  <a:pt x="114" y="118"/>
                  <a:pt x="114" y="118"/>
                </a:cubicBezTo>
                <a:cubicBezTo>
                  <a:pt x="113" y="118"/>
                  <a:pt x="113" y="118"/>
                  <a:pt x="113" y="119"/>
                </a:cubicBezTo>
                <a:cubicBezTo>
                  <a:pt x="113" y="119"/>
                  <a:pt x="112" y="119"/>
                  <a:pt x="112" y="119"/>
                </a:cubicBezTo>
                <a:cubicBezTo>
                  <a:pt x="112" y="120"/>
                  <a:pt x="112" y="120"/>
                  <a:pt x="112" y="120"/>
                </a:cubicBezTo>
                <a:cubicBezTo>
                  <a:pt x="112" y="120"/>
                  <a:pt x="111" y="120"/>
                  <a:pt x="111" y="121"/>
                </a:cubicBezTo>
                <a:cubicBezTo>
                  <a:pt x="111" y="122"/>
                  <a:pt x="110" y="122"/>
                  <a:pt x="110" y="123"/>
                </a:cubicBezTo>
                <a:cubicBezTo>
                  <a:pt x="111" y="123"/>
                  <a:pt x="111" y="123"/>
                  <a:pt x="111" y="123"/>
                </a:cubicBezTo>
                <a:cubicBezTo>
                  <a:pt x="111" y="123"/>
                  <a:pt x="111" y="123"/>
                  <a:pt x="111" y="124"/>
                </a:cubicBezTo>
                <a:cubicBezTo>
                  <a:pt x="111" y="124"/>
                  <a:pt x="111" y="124"/>
                  <a:pt x="111" y="124"/>
                </a:cubicBezTo>
                <a:cubicBezTo>
                  <a:pt x="111" y="124"/>
                  <a:pt x="110" y="124"/>
                  <a:pt x="110" y="124"/>
                </a:cubicBezTo>
                <a:cubicBezTo>
                  <a:pt x="109" y="125"/>
                  <a:pt x="109" y="125"/>
                  <a:pt x="109" y="125"/>
                </a:cubicBezTo>
                <a:cubicBezTo>
                  <a:pt x="109" y="126"/>
                  <a:pt x="109" y="126"/>
                  <a:pt x="109" y="127"/>
                </a:cubicBezTo>
                <a:cubicBezTo>
                  <a:pt x="109" y="127"/>
                  <a:pt x="108" y="126"/>
                  <a:pt x="109" y="127"/>
                </a:cubicBezTo>
                <a:cubicBezTo>
                  <a:pt x="109" y="128"/>
                  <a:pt x="110" y="128"/>
                  <a:pt x="110" y="128"/>
                </a:cubicBezTo>
                <a:cubicBezTo>
                  <a:pt x="110" y="129"/>
                  <a:pt x="110" y="129"/>
                  <a:pt x="110" y="130"/>
                </a:cubicBezTo>
                <a:cubicBezTo>
                  <a:pt x="110" y="130"/>
                  <a:pt x="110" y="130"/>
                  <a:pt x="110" y="130"/>
                </a:cubicBezTo>
                <a:cubicBezTo>
                  <a:pt x="110" y="132"/>
                  <a:pt x="110" y="132"/>
                  <a:pt x="110" y="133"/>
                </a:cubicBezTo>
                <a:cubicBezTo>
                  <a:pt x="110" y="134"/>
                  <a:pt x="110" y="135"/>
                  <a:pt x="111" y="136"/>
                </a:cubicBezTo>
                <a:cubicBezTo>
                  <a:pt x="111" y="137"/>
                  <a:pt x="111" y="137"/>
                  <a:pt x="111" y="138"/>
                </a:cubicBezTo>
                <a:cubicBezTo>
                  <a:pt x="111" y="138"/>
                  <a:pt x="111" y="138"/>
                  <a:pt x="110" y="138"/>
                </a:cubicBezTo>
                <a:cubicBezTo>
                  <a:pt x="110" y="138"/>
                  <a:pt x="111" y="139"/>
                  <a:pt x="111" y="139"/>
                </a:cubicBezTo>
                <a:cubicBezTo>
                  <a:pt x="111" y="139"/>
                  <a:pt x="111" y="140"/>
                  <a:pt x="111" y="140"/>
                </a:cubicBezTo>
                <a:cubicBezTo>
                  <a:pt x="112" y="141"/>
                  <a:pt x="112" y="141"/>
                  <a:pt x="112" y="141"/>
                </a:cubicBezTo>
                <a:cubicBezTo>
                  <a:pt x="113" y="142"/>
                  <a:pt x="113" y="142"/>
                  <a:pt x="113" y="143"/>
                </a:cubicBezTo>
                <a:cubicBezTo>
                  <a:pt x="114" y="143"/>
                  <a:pt x="114" y="143"/>
                  <a:pt x="114" y="144"/>
                </a:cubicBezTo>
                <a:cubicBezTo>
                  <a:pt x="114" y="144"/>
                  <a:pt x="114" y="144"/>
                  <a:pt x="114" y="144"/>
                </a:cubicBezTo>
                <a:cubicBezTo>
                  <a:pt x="114" y="144"/>
                  <a:pt x="115" y="145"/>
                  <a:pt x="115" y="145"/>
                </a:cubicBezTo>
                <a:cubicBezTo>
                  <a:pt x="114" y="146"/>
                  <a:pt x="114" y="147"/>
                  <a:pt x="114" y="148"/>
                </a:cubicBezTo>
                <a:cubicBezTo>
                  <a:pt x="114" y="148"/>
                  <a:pt x="114" y="149"/>
                  <a:pt x="113" y="150"/>
                </a:cubicBezTo>
                <a:cubicBezTo>
                  <a:pt x="112" y="151"/>
                  <a:pt x="112" y="153"/>
                  <a:pt x="111" y="153"/>
                </a:cubicBezTo>
                <a:cubicBezTo>
                  <a:pt x="111" y="153"/>
                  <a:pt x="110" y="155"/>
                  <a:pt x="110" y="155"/>
                </a:cubicBezTo>
                <a:cubicBezTo>
                  <a:pt x="110" y="155"/>
                  <a:pt x="110" y="154"/>
                  <a:pt x="110" y="155"/>
                </a:cubicBezTo>
                <a:cubicBezTo>
                  <a:pt x="109" y="157"/>
                  <a:pt x="108" y="157"/>
                  <a:pt x="109" y="157"/>
                </a:cubicBezTo>
                <a:cubicBezTo>
                  <a:pt x="109" y="158"/>
                  <a:pt x="108" y="158"/>
                  <a:pt x="108" y="158"/>
                </a:cubicBezTo>
                <a:cubicBezTo>
                  <a:pt x="108" y="158"/>
                  <a:pt x="107" y="159"/>
                  <a:pt x="107" y="160"/>
                </a:cubicBezTo>
                <a:cubicBezTo>
                  <a:pt x="107" y="160"/>
                  <a:pt x="106" y="162"/>
                  <a:pt x="106" y="162"/>
                </a:cubicBezTo>
                <a:cubicBezTo>
                  <a:pt x="106" y="162"/>
                  <a:pt x="106" y="163"/>
                  <a:pt x="105" y="163"/>
                </a:cubicBezTo>
                <a:cubicBezTo>
                  <a:pt x="104" y="164"/>
                  <a:pt x="104" y="165"/>
                  <a:pt x="104" y="165"/>
                </a:cubicBezTo>
                <a:cubicBezTo>
                  <a:pt x="103" y="165"/>
                  <a:pt x="103" y="165"/>
                  <a:pt x="102" y="166"/>
                </a:cubicBezTo>
                <a:cubicBezTo>
                  <a:pt x="102" y="166"/>
                  <a:pt x="103" y="166"/>
                  <a:pt x="103" y="166"/>
                </a:cubicBezTo>
                <a:cubicBezTo>
                  <a:pt x="102" y="167"/>
                  <a:pt x="102" y="167"/>
                  <a:pt x="102" y="167"/>
                </a:cubicBezTo>
                <a:cubicBezTo>
                  <a:pt x="102" y="168"/>
                  <a:pt x="102" y="168"/>
                  <a:pt x="102" y="168"/>
                </a:cubicBezTo>
                <a:cubicBezTo>
                  <a:pt x="101" y="169"/>
                  <a:pt x="101" y="170"/>
                  <a:pt x="101" y="170"/>
                </a:cubicBezTo>
                <a:cubicBezTo>
                  <a:pt x="100" y="170"/>
                  <a:pt x="100" y="171"/>
                  <a:pt x="99" y="171"/>
                </a:cubicBezTo>
                <a:cubicBezTo>
                  <a:pt x="99" y="172"/>
                  <a:pt x="99" y="172"/>
                  <a:pt x="99" y="172"/>
                </a:cubicBezTo>
                <a:cubicBezTo>
                  <a:pt x="100" y="172"/>
                  <a:pt x="101" y="171"/>
                  <a:pt x="101" y="171"/>
                </a:cubicBezTo>
                <a:cubicBezTo>
                  <a:pt x="101" y="171"/>
                  <a:pt x="101" y="170"/>
                  <a:pt x="101" y="171"/>
                </a:cubicBezTo>
                <a:cubicBezTo>
                  <a:pt x="102" y="171"/>
                  <a:pt x="101" y="171"/>
                  <a:pt x="101" y="171"/>
                </a:cubicBezTo>
                <a:cubicBezTo>
                  <a:pt x="101" y="171"/>
                  <a:pt x="101" y="172"/>
                  <a:pt x="100" y="172"/>
                </a:cubicBezTo>
                <a:cubicBezTo>
                  <a:pt x="100" y="173"/>
                  <a:pt x="99" y="174"/>
                  <a:pt x="99" y="174"/>
                </a:cubicBezTo>
                <a:cubicBezTo>
                  <a:pt x="99" y="174"/>
                  <a:pt x="100" y="173"/>
                  <a:pt x="99" y="173"/>
                </a:cubicBezTo>
                <a:cubicBezTo>
                  <a:pt x="99" y="173"/>
                  <a:pt x="99" y="173"/>
                  <a:pt x="98" y="173"/>
                </a:cubicBezTo>
                <a:cubicBezTo>
                  <a:pt x="98" y="174"/>
                  <a:pt x="98" y="174"/>
                  <a:pt x="98" y="174"/>
                </a:cubicBezTo>
                <a:cubicBezTo>
                  <a:pt x="97" y="174"/>
                  <a:pt x="97" y="175"/>
                  <a:pt x="97" y="175"/>
                </a:cubicBezTo>
                <a:cubicBezTo>
                  <a:pt x="97" y="175"/>
                  <a:pt x="97" y="175"/>
                  <a:pt x="96" y="175"/>
                </a:cubicBezTo>
                <a:cubicBezTo>
                  <a:pt x="97" y="175"/>
                  <a:pt x="97" y="175"/>
                  <a:pt x="98" y="176"/>
                </a:cubicBezTo>
                <a:cubicBezTo>
                  <a:pt x="97" y="176"/>
                  <a:pt x="97" y="177"/>
                  <a:pt x="97" y="177"/>
                </a:cubicBezTo>
                <a:cubicBezTo>
                  <a:pt x="95" y="177"/>
                  <a:pt x="95" y="178"/>
                  <a:pt x="95" y="178"/>
                </a:cubicBezTo>
                <a:cubicBezTo>
                  <a:pt x="95" y="178"/>
                  <a:pt x="95" y="179"/>
                  <a:pt x="95" y="179"/>
                </a:cubicBezTo>
                <a:cubicBezTo>
                  <a:pt x="94" y="180"/>
                  <a:pt x="95" y="179"/>
                  <a:pt x="95" y="179"/>
                </a:cubicBezTo>
                <a:cubicBezTo>
                  <a:pt x="95" y="180"/>
                  <a:pt x="95" y="180"/>
                  <a:pt x="94" y="180"/>
                </a:cubicBezTo>
                <a:cubicBezTo>
                  <a:pt x="94" y="180"/>
                  <a:pt x="94" y="180"/>
                  <a:pt x="95" y="180"/>
                </a:cubicBezTo>
                <a:cubicBezTo>
                  <a:pt x="94" y="180"/>
                  <a:pt x="94" y="180"/>
                  <a:pt x="94" y="181"/>
                </a:cubicBezTo>
                <a:cubicBezTo>
                  <a:pt x="94" y="181"/>
                  <a:pt x="95" y="181"/>
                  <a:pt x="94" y="181"/>
                </a:cubicBezTo>
                <a:cubicBezTo>
                  <a:pt x="94" y="182"/>
                  <a:pt x="95" y="182"/>
                  <a:pt x="95" y="182"/>
                </a:cubicBezTo>
                <a:cubicBezTo>
                  <a:pt x="95" y="182"/>
                  <a:pt x="95" y="182"/>
                  <a:pt x="94" y="182"/>
                </a:cubicBezTo>
                <a:cubicBezTo>
                  <a:pt x="95" y="182"/>
                  <a:pt x="95" y="182"/>
                  <a:pt x="95" y="182"/>
                </a:cubicBezTo>
                <a:cubicBezTo>
                  <a:pt x="95" y="182"/>
                  <a:pt x="95" y="183"/>
                  <a:pt x="95" y="183"/>
                </a:cubicBezTo>
                <a:cubicBezTo>
                  <a:pt x="95" y="183"/>
                  <a:pt x="95" y="183"/>
                  <a:pt x="95" y="183"/>
                </a:cubicBezTo>
                <a:cubicBezTo>
                  <a:pt x="96" y="183"/>
                  <a:pt x="96" y="183"/>
                  <a:pt x="96" y="183"/>
                </a:cubicBezTo>
                <a:cubicBezTo>
                  <a:pt x="96" y="183"/>
                  <a:pt x="96" y="183"/>
                  <a:pt x="96" y="183"/>
                </a:cubicBezTo>
                <a:cubicBezTo>
                  <a:pt x="96" y="183"/>
                  <a:pt x="96" y="183"/>
                  <a:pt x="96" y="183"/>
                </a:cubicBezTo>
                <a:cubicBezTo>
                  <a:pt x="96" y="184"/>
                  <a:pt x="97" y="184"/>
                  <a:pt x="97" y="184"/>
                </a:cubicBezTo>
                <a:cubicBezTo>
                  <a:pt x="97" y="184"/>
                  <a:pt x="97" y="184"/>
                  <a:pt x="97" y="184"/>
                </a:cubicBezTo>
                <a:cubicBezTo>
                  <a:pt x="97" y="184"/>
                  <a:pt x="97" y="184"/>
                  <a:pt x="97" y="184"/>
                </a:cubicBezTo>
                <a:cubicBezTo>
                  <a:pt x="97" y="184"/>
                  <a:pt x="97" y="184"/>
                  <a:pt x="97" y="184"/>
                </a:cubicBezTo>
                <a:cubicBezTo>
                  <a:pt x="90" y="184"/>
                  <a:pt x="83" y="183"/>
                  <a:pt x="76" y="181"/>
                </a:cubicBezTo>
                <a:close/>
                <a:moveTo>
                  <a:pt x="122" y="60"/>
                </a:moveTo>
                <a:cubicBezTo>
                  <a:pt x="122" y="62"/>
                  <a:pt x="121" y="62"/>
                  <a:pt x="121" y="62"/>
                </a:cubicBezTo>
                <a:cubicBezTo>
                  <a:pt x="121" y="62"/>
                  <a:pt x="120" y="62"/>
                  <a:pt x="120" y="62"/>
                </a:cubicBezTo>
                <a:cubicBezTo>
                  <a:pt x="120" y="61"/>
                  <a:pt x="120" y="61"/>
                  <a:pt x="120" y="61"/>
                </a:cubicBezTo>
                <a:cubicBezTo>
                  <a:pt x="121" y="60"/>
                  <a:pt x="121" y="60"/>
                  <a:pt x="121" y="59"/>
                </a:cubicBezTo>
                <a:cubicBezTo>
                  <a:pt x="121" y="59"/>
                  <a:pt x="121" y="58"/>
                  <a:pt x="122" y="58"/>
                </a:cubicBezTo>
                <a:cubicBezTo>
                  <a:pt x="121" y="58"/>
                  <a:pt x="121" y="58"/>
                  <a:pt x="121" y="58"/>
                </a:cubicBezTo>
                <a:cubicBezTo>
                  <a:pt x="121" y="58"/>
                  <a:pt x="121" y="57"/>
                  <a:pt x="122" y="57"/>
                </a:cubicBezTo>
                <a:cubicBezTo>
                  <a:pt x="122" y="57"/>
                  <a:pt x="122" y="57"/>
                  <a:pt x="123" y="57"/>
                </a:cubicBezTo>
                <a:cubicBezTo>
                  <a:pt x="123" y="57"/>
                  <a:pt x="124" y="57"/>
                  <a:pt x="124" y="57"/>
                </a:cubicBezTo>
                <a:cubicBezTo>
                  <a:pt x="124" y="58"/>
                  <a:pt x="124" y="58"/>
                  <a:pt x="123" y="58"/>
                </a:cubicBezTo>
                <a:cubicBezTo>
                  <a:pt x="123" y="58"/>
                  <a:pt x="122" y="59"/>
                  <a:pt x="122" y="60"/>
                </a:cubicBezTo>
                <a:close/>
                <a:moveTo>
                  <a:pt x="125" y="56"/>
                </a:moveTo>
                <a:cubicBezTo>
                  <a:pt x="124" y="56"/>
                  <a:pt x="124" y="56"/>
                  <a:pt x="124" y="56"/>
                </a:cubicBezTo>
                <a:cubicBezTo>
                  <a:pt x="123" y="56"/>
                  <a:pt x="123" y="56"/>
                  <a:pt x="123" y="56"/>
                </a:cubicBezTo>
                <a:cubicBezTo>
                  <a:pt x="122" y="56"/>
                  <a:pt x="122" y="56"/>
                  <a:pt x="122" y="56"/>
                </a:cubicBezTo>
                <a:cubicBezTo>
                  <a:pt x="122" y="56"/>
                  <a:pt x="122" y="55"/>
                  <a:pt x="122" y="55"/>
                </a:cubicBezTo>
                <a:cubicBezTo>
                  <a:pt x="122" y="55"/>
                  <a:pt x="122" y="55"/>
                  <a:pt x="121" y="55"/>
                </a:cubicBezTo>
                <a:cubicBezTo>
                  <a:pt x="121" y="55"/>
                  <a:pt x="122" y="55"/>
                  <a:pt x="122" y="55"/>
                </a:cubicBezTo>
                <a:cubicBezTo>
                  <a:pt x="121" y="55"/>
                  <a:pt x="121" y="54"/>
                  <a:pt x="121" y="54"/>
                </a:cubicBezTo>
                <a:cubicBezTo>
                  <a:pt x="120" y="55"/>
                  <a:pt x="120" y="55"/>
                  <a:pt x="120" y="55"/>
                </a:cubicBezTo>
                <a:cubicBezTo>
                  <a:pt x="119" y="55"/>
                  <a:pt x="119" y="55"/>
                  <a:pt x="118" y="55"/>
                </a:cubicBezTo>
                <a:cubicBezTo>
                  <a:pt x="119" y="55"/>
                  <a:pt x="119" y="55"/>
                  <a:pt x="119" y="54"/>
                </a:cubicBezTo>
                <a:cubicBezTo>
                  <a:pt x="118" y="54"/>
                  <a:pt x="118" y="54"/>
                  <a:pt x="117" y="54"/>
                </a:cubicBezTo>
                <a:cubicBezTo>
                  <a:pt x="118" y="54"/>
                  <a:pt x="118" y="54"/>
                  <a:pt x="119" y="53"/>
                </a:cubicBezTo>
                <a:cubicBezTo>
                  <a:pt x="119" y="53"/>
                  <a:pt x="120" y="53"/>
                  <a:pt x="120" y="53"/>
                </a:cubicBezTo>
                <a:cubicBezTo>
                  <a:pt x="121" y="53"/>
                  <a:pt x="121" y="53"/>
                  <a:pt x="121" y="53"/>
                </a:cubicBezTo>
                <a:cubicBezTo>
                  <a:pt x="122" y="53"/>
                  <a:pt x="122" y="53"/>
                  <a:pt x="123" y="53"/>
                </a:cubicBezTo>
                <a:cubicBezTo>
                  <a:pt x="123" y="53"/>
                  <a:pt x="123" y="53"/>
                  <a:pt x="124" y="54"/>
                </a:cubicBezTo>
                <a:cubicBezTo>
                  <a:pt x="124" y="54"/>
                  <a:pt x="124" y="54"/>
                  <a:pt x="124" y="55"/>
                </a:cubicBezTo>
                <a:cubicBezTo>
                  <a:pt x="124" y="55"/>
                  <a:pt x="124" y="55"/>
                  <a:pt x="125" y="55"/>
                </a:cubicBezTo>
                <a:cubicBezTo>
                  <a:pt x="125" y="56"/>
                  <a:pt x="125" y="56"/>
                  <a:pt x="125" y="56"/>
                </a:cubicBezTo>
                <a:cubicBezTo>
                  <a:pt x="125" y="57"/>
                  <a:pt x="125" y="57"/>
                  <a:pt x="125" y="57"/>
                </a:cubicBezTo>
                <a:cubicBezTo>
                  <a:pt x="125" y="57"/>
                  <a:pt x="125" y="57"/>
                  <a:pt x="125" y="56"/>
                </a:cubicBezTo>
                <a:close/>
                <a:moveTo>
                  <a:pt x="99" y="184"/>
                </a:moveTo>
                <a:cubicBezTo>
                  <a:pt x="100" y="184"/>
                  <a:pt x="100" y="184"/>
                  <a:pt x="100" y="184"/>
                </a:cubicBezTo>
                <a:cubicBezTo>
                  <a:pt x="101" y="184"/>
                  <a:pt x="102" y="184"/>
                  <a:pt x="102" y="184"/>
                </a:cubicBezTo>
                <a:cubicBezTo>
                  <a:pt x="101" y="184"/>
                  <a:pt x="101" y="183"/>
                  <a:pt x="101" y="183"/>
                </a:cubicBezTo>
                <a:cubicBezTo>
                  <a:pt x="100" y="183"/>
                  <a:pt x="100" y="183"/>
                  <a:pt x="100" y="183"/>
                </a:cubicBezTo>
                <a:cubicBezTo>
                  <a:pt x="100" y="182"/>
                  <a:pt x="100" y="182"/>
                  <a:pt x="100" y="182"/>
                </a:cubicBezTo>
                <a:cubicBezTo>
                  <a:pt x="100" y="182"/>
                  <a:pt x="100" y="182"/>
                  <a:pt x="100" y="182"/>
                </a:cubicBezTo>
                <a:cubicBezTo>
                  <a:pt x="100" y="181"/>
                  <a:pt x="100" y="181"/>
                  <a:pt x="100" y="181"/>
                </a:cubicBezTo>
                <a:cubicBezTo>
                  <a:pt x="100" y="181"/>
                  <a:pt x="100" y="181"/>
                  <a:pt x="100" y="181"/>
                </a:cubicBezTo>
                <a:cubicBezTo>
                  <a:pt x="100" y="181"/>
                  <a:pt x="100" y="181"/>
                  <a:pt x="101" y="180"/>
                </a:cubicBezTo>
                <a:cubicBezTo>
                  <a:pt x="100" y="180"/>
                  <a:pt x="100" y="180"/>
                  <a:pt x="100" y="180"/>
                </a:cubicBezTo>
                <a:cubicBezTo>
                  <a:pt x="100" y="180"/>
                  <a:pt x="101" y="180"/>
                  <a:pt x="101" y="180"/>
                </a:cubicBezTo>
                <a:cubicBezTo>
                  <a:pt x="101" y="180"/>
                  <a:pt x="101" y="180"/>
                  <a:pt x="101" y="180"/>
                </a:cubicBezTo>
                <a:cubicBezTo>
                  <a:pt x="102" y="179"/>
                  <a:pt x="102" y="179"/>
                  <a:pt x="102" y="179"/>
                </a:cubicBezTo>
                <a:cubicBezTo>
                  <a:pt x="102" y="179"/>
                  <a:pt x="102" y="179"/>
                  <a:pt x="103" y="178"/>
                </a:cubicBezTo>
                <a:cubicBezTo>
                  <a:pt x="103" y="178"/>
                  <a:pt x="103" y="178"/>
                  <a:pt x="103" y="178"/>
                </a:cubicBezTo>
                <a:cubicBezTo>
                  <a:pt x="104" y="178"/>
                  <a:pt x="104" y="178"/>
                  <a:pt x="104" y="178"/>
                </a:cubicBezTo>
                <a:cubicBezTo>
                  <a:pt x="105" y="177"/>
                  <a:pt x="105" y="177"/>
                  <a:pt x="105" y="177"/>
                </a:cubicBezTo>
                <a:cubicBezTo>
                  <a:pt x="105" y="177"/>
                  <a:pt x="105" y="177"/>
                  <a:pt x="105" y="176"/>
                </a:cubicBezTo>
                <a:cubicBezTo>
                  <a:pt x="105" y="176"/>
                  <a:pt x="105" y="176"/>
                  <a:pt x="104" y="176"/>
                </a:cubicBezTo>
                <a:cubicBezTo>
                  <a:pt x="104" y="176"/>
                  <a:pt x="104" y="176"/>
                  <a:pt x="104" y="175"/>
                </a:cubicBezTo>
                <a:cubicBezTo>
                  <a:pt x="105" y="175"/>
                  <a:pt x="105" y="175"/>
                  <a:pt x="105" y="175"/>
                </a:cubicBezTo>
                <a:cubicBezTo>
                  <a:pt x="105" y="175"/>
                  <a:pt x="106" y="174"/>
                  <a:pt x="106" y="174"/>
                </a:cubicBezTo>
                <a:cubicBezTo>
                  <a:pt x="106" y="174"/>
                  <a:pt x="107" y="174"/>
                  <a:pt x="108" y="173"/>
                </a:cubicBezTo>
                <a:cubicBezTo>
                  <a:pt x="108" y="173"/>
                  <a:pt x="109" y="172"/>
                  <a:pt x="109" y="172"/>
                </a:cubicBezTo>
                <a:cubicBezTo>
                  <a:pt x="110" y="172"/>
                  <a:pt x="110" y="172"/>
                  <a:pt x="110" y="172"/>
                </a:cubicBezTo>
                <a:cubicBezTo>
                  <a:pt x="110" y="172"/>
                  <a:pt x="110" y="172"/>
                  <a:pt x="110" y="172"/>
                </a:cubicBezTo>
                <a:cubicBezTo>
                  <a:pt x="110" y="172"/>
                  <a:pt x="109" y="172"/>
                  <a:pt x="109" y="172"/>
                </a:cubicBezTo>
                <a:cubicBezTo>
                  <a:pt x="109" y="172"/>
                  <a:pt x="109" y="172"/>
                  <a:pt x="109" y="172"/>
                </a:cubicBezTo>
                <a:cubicBezTo>
                  <a:pt x="109" y="171"/>
                  <a:pt x="109" y="171"/>
                  <a:pt x="109" y="170"/>
                </a:cubicBezTo>
                <a:cubicBezTo>
                  <a:pt x="109" y="170"/>
                  <a:pt x="111" y="171"/>
                  <a:pt x="112" y="171"/>
                </a:cubicBezTo>
                <a:cubicBezTo>
                  <a:pt x="113" y="170"/>
                  <a:pt x="113" y="169"/>
                  <a:pt x="113" y="169"/>
                </a:cubicBezTo>
                <a:cubicBezTo>
                  <a:pt x="114" y="169"/>
                  <a:pt x="114" y="169"/>
                  <a:pt x="114" y="169"/>
                </a:cubicBezTo>
                <a:cubicBezTo>
                  <a:pt x="115" y="169"/>
                  <a:pt x="116" y="168"/>
                  <a:pt x="116" y="168"/>
                </a:cubicBezTo>
                <a:cubicBezTo>
                  <a:pt x="116" y="168"/>
                  <a:pt x="117" y="169"/>
                  <a:pt x="118" y="168"/>
                </a:cubicBezTo>
                <a:cubicBezTo>
                  <a:pt x="119" y="167"/>
                  <a:pt x="120" y="167"/>
                  <a:pt x="120" y="167"/>
                </a:cubicBezTo>
                <a:cubicBezTo>
                  <a:pt x="120" y="166"/>
                  <a:pt x="120" y="166"/>
                  <a:pt x="120" y="166"/>
                </a:cubicBezTo>
                <a:cubicBezTo>
                  <a:pt x="120" y="166"/>
                  <a:pt x="121" y="165"/>
                  <a:pt x="122" y="165"/>
                </a:cubicBezTo>
                <a:cubicBezTo>
                  <a:pt x="123" y="165"/>
                  <a:pt x="123" y="165"/>
                  <a:pt x="124" y="164"/>
                </a:cubicBezTo>
                <a:cubicBezTo>
                  <a:pt x="124" y="164"/>
                  <a:pt x="125" y="164"/>
                  <a:pt x="125" y="164"/>
                </a:cubicBezTo>
                <a:cubicBezTo>
                  <a:pt x="125" y="164"/>
                  <a:pt x="126" y="162"/>
                  <a:pt x="126" y="162"/>
                </a:cubicBezTo>
                <a:cubicBezTo>
                  <a:pt x="127" y="162"/>
                  <a:pt x="128" y="162"/>
                  <a:pt x="128" y="162"/>
                </a:cubicBezTo>
                <a:cubicBezTo>
                  <a:pt x="128" y="162"/>
                  <a:pt x="129" y="161"/>
                  <a:pt x="130" y="161"/>
                </a:cubicBezTo>
                <a:cubicBezTo>
                  <a:pt x="130" y="160"/>
                  <a:pt x="131" y="159"/>
                  <a:pt x="131" y="159"/>
                </a:cubicBezTo>
                <a:cubicBezTo>
                  <a:pt x="131" y="159"/>
                  <a:pt x="133" y="158"/>
                  <a:pt x="133" y="158"/>
                </a:cubicBezTo>
                <a:cubicBezTo>
                  <a:pt x="133" y="157"/>
                  <a:pt x="134" y="156"/>
                  <a:pt x="134" y="156"/>
                </a:cubicBezTo>
                <a:cubicBezTo>
                  <a:pt x="134" y="156"/>
                  <a:pt x="135" y="156"/>
                  <a:pt x="136" y="155"/>
                </a:cubicBezTo>
                <a:cubicBezTo>
                  <a:pt x="136" y="155"/>
                  <a:pt x="138" y="154"/>
                  <a:pt x="138" y="154"/>
                </a:cubicBezTo>
                <a:cubicBezTo>
                  <a:pt x="139" y="154"/>
                  <a:pt x="139" y="154"/>
                  <a:pt x="139" y="154"/>
                </a:cubicBezTo>
                <a:cubicBezTo>
                  <a:pt x="140" y="154"/>
                  <a:pt x="141" y="154"/>
                  <a:pt x="142" y="154"/>
                </a:cubicBezTo>
                <a:cubicBezTo>
                  <a:pt x="142" y="154"/>
                  <a:pt x="142" y="154"/>
                  <a:pt x="142" y="153"/>
                </a:cubicBezTo>
                <a:cubicBezTo>
                  <a:pt x="143" y="153"/>
                  <a:pt x="143" y="154"/>
                  <a:pt x="143" y="153"/>
                </a:cubicBezTo>
                <a:cubicBezTo>
                  <a:pt x="144" y="153"/>
                  <a:pt x="144" y="152"/>
                  <a:pt x="145" y="152"/>
                </a:cubicBezTo>
                <a:cubicBezTo>
                  <a:pt x="145" y="151"/>
                  <a:pt x="146" y="150"/>
                  <a:pt x="146" y="150"/>
                </a:cubicBezTo>
                <a:cubicBezTo>
                  <a:pt x="146" y="150"/>
                  <a:pt x="147" y="149"/>
                  <a:pt x="148" y="149"/>
                </a:cubicBezTo>
                <a:cubicBezTo>
                  <a:pt x="149" y="149"/>
                  <a:pt x="148" y="148"/>
                  <a:pt x="148" y="148"/>
                </a:cubicBezTo>
                <a:cubicBezTo>
                  <a:pt x="148" y="148"/>
                  <a:pt x="149" y="147"/>
                  <a:pt x="149" y="146"/>
                </a:cubicBezTo>
                <a:cubicBezTo>
                  <a:pt x="149" y="146"/>
                  <a:pt x="151" y="144"/>
                  <a:pt x="151" y="144"/>
                </a:cubicBezTo>
                <a:cubicBezTo>
                  <a:pt x="152" y="144"/>
                  <a:pt x="154" y="142"/>
                  <a:pt x="154" y="142"/>
                </a:cubicBezTo>
                <a:cubicBezTo>
                  <a:pt x="154" y="142"/>
                  <a:pt x="154" y="141"/>
                  <a:pt x="155" y="141"/>
                </a:cubicBezTo>
                <a:cubicBezTo>
                  <a:pt x="157" y="141"/>
                  <a:pt x="157" y="139"/>
                  <a:pt x="157" y="139"/>
                </a:cubicBezTo>
                <a:cubicBezTo>
                  <a:pt x="158" y="138"/>
                  <a:pt x="157" y="138"/>
                  <a:pt x="158" y="137"/>
                </a:cubicBezTo>
                <a:cubicBezTo>
                  <a:pt x="158" y="136"/>
                  <a:pt x="158" y="136"/>
                  <a:pt x="158" y="136"/>
                </a:cubicBezTo>
                <a:cubicBezTo>
                  <a:pt x="158" y="136"/>
                  <a:pt x="157" y="136"/>
                  <a:pt x="157" y="136"/>
                </a:cubicBezTo>
                <a:cubicBezTo>
                  <a:pt x="156" y="136"/>
                  <a:pt x="155" y="134"/>
                  <a:pt x="155" y="134"/>
                </a:cubicBezTo>
                <a:cubicBezTo>
                  <a:pt x="155" y="134"/>
                  <a:pt x="155" y="133"/>
                  <a:pt x="155" y="133"/>
                </a:cubicBezTo>
                <a:cubicBezTo>
                  <a:pt x="155" y="133"/>
                  <a:pt x="155" y="133"/>
                  <a:pt x="155" y="132"/>
                </a:cubicBezTo>
                <a:cubicBezTo>
                  <a:pt x="154" y="132"/>
                  <a:pt x="153" y="132"/>
                  <a:pt x="152" y="132"/>
                </a:cubicBezTo>
                <a:cubicBezTo>
                  <a:pt x="152" y="132"/>
                  <a:pt x="152" y="132"/>
                  <a:pt x="151" y="132"/>
                </a:cubicBezTo>
                <a:cubicBezTo>
                  <a:pt x="151" y="131"/>
                  <a:pt x="151" y="132"/>
                  <a:pt x="151" y="132"/>
                </a:cubicBezTo>
                <a:cubicBezTo>
                  <a:pt x="151" y="132"/>
                  <a:pt x="150" y="131"/>
                  <a:pt x="150" y="130"/>
                </a:cubicBezTo>
                <a:cubicBezTo>
                  <a:pt x="150" y="129"/>
                  <a:pt x="148" y="128"/>
                  <a:pt x="148" y="128"/>
                </a:cubicBezTo>
                <a:cubicBezTo>
                  <a:pt x="147" y="128"/>
                  <a:pt x="147" y="125"/>
                  <a:pt x="147" y="125"/>
                </a:cubicBezTo>
                <a:cubicBezTo>
                  <a:pt x="147" y="125"/>
                  <a:pt x="146" y="125"/>
                  <a:pt x="146" y="124"/>
                </a:cubicBezTo>
                <a:cubicBezTo>
                  <a:pt x="146" y="124"/>
                  <a:pt x="146" y="122"/>
                  <a:pt x="146" y="122"/>
                </a:cubicBezTo>
                <a:cubicBezTo>
                  <a:pt x="146" y="122"/>
                  <a:pt x="145" y="122"/>
                  <a:pt x="145" y="121"/>
                </a:cubicBezTo>
                <a:cubicBezTo>
                  <a:pt x="145" y="120"/>
                  <a:pt x="144" y="119"/>
                  <a:pt x="144" y="119"/>
                </a:cubicBezTo>
                <a:cubicBezTo>
                  <a:pt x="144" y="119"/>
                  <a:pt x="144" y="119"/>
                  <a:pt x="143" y="119"/>
                </a:cubicBezTo>
                <a:cubicBezTo>
                  <a:pt x="142" y="118"/>
                  <a:pt x="141" y="119"/>
                  <a:pt x="141" y="119"/>
                </a:cubicBezTo>
                <a:cubicBezTo>
                  <a:pt x="141" y="119"/>
                  <a:pt x="140" y="118"/>
                  <a:pt x="140" y="117"/>
                </a:cubicBezTo>
                <a:cubicBezTo>
                  <a:pt x="140" y="117"/>
                  <a:pt x="140" y="116"/>
                  <a:pt x="140" y="116"/>
                </a:cubicBezTo>
                <a:cubicBezTo>
                  <a:pt x="139" y="116"/>
                  <a:pt x="139" y="115"/>
                  <a:pt x="139" y="115"/>
                </a:cubicBezTo>
                <a:cubicBezTo>
                  <a:pt x="139" y="114"/>
                  <a:pt x="138" y="114"/>
                  <a:pt x="138" y="113"/>
                </a:cubicBezTo>
                <a:cubicBezTo>
                  <a:pt x="138" y="113"/>
                  <a:pt x="138" y="113"/>
                  <a:pt x="137" y="112"/>
                </a:cubicBezTo>
                <a:cubicBezTo>
                  <a:pt x="138" y="112"/>
                  <a:pt x="138" y="112"/>
                  <a:pt x="138" y="112"/>
                </a:cubicBezTo>
                <a:cubicBezTo>
                  <a:pt x="138" y="111"/>
                  <a:pt x="138" y="111"/>
                  <a:pt x="138" y="111"/>
                </a:cubicBezTo>
                <a:cubicBezTo>
                  <a:pt x="138" y="111"/>
                  <a:pt x="138" y="111"/>
                  <a:pt x="137" y="111"/>
                </a:cubicBezTo>
                <a:cubicBezTo>
                  <a:pt x="137" y="111"/>
                  <a:pt x="137" y="112"/>
                  <a:pt x="137" y="112"/>
                </a:cubicBezTo>
                <a:cubicBezTo>
                  <a:pt x="137" y="112"/>
                  <a:pt x="137" y="112"/>
                  <a:pt x="137" y="112"/>
                </a:cubicBezTo>
                <a:cubicBezTo>
                  <a:pt x="137" y="111"/>
                  <a:pt x="137" y="111"/>
                  <a:pt x="137" y="111"/>
                </a:cubicBezTo>
                <a:cubicBezTo>
                  <a:pt x="136" y="111"/>
                  <a:pt x="136" y="111"/>
                  <a:pt x="135" y="110"/>
                </a:cubicBezTo>
                <a:cubicBezTo>
                  <a:pt x="135" y="110"/>
                  <a:pt x="135" y="110"/>
                  <a:pt x="135" y="110"/>
                </a:cubicBezTo>
                <a:cubicBezTo>
                  <a:pt x="135" y="110"/>
                  <a:pt x="134" y="111"/>
                  <a:pt x="133" y="111"/>
                </a:cubicBezTo>
                <a:cubicBezTo>
                  <a:pt x="132" y="111"/>
                  <a:pt x="133" y="109"/>
                  <a:pt x="132" y="110"/>
                </a:cubicBezTo>
                <a:cubicBezTo>
                  <a:pt x="132" y="110"/>
                  <a:pt x="130" y="109"/>
                  <a:pt x="130" y="109"/>
                </a:cubicBezTo>
                <a:cubicBezTo>
                  <a:pt x="131" y="108"/>
                  <a:pt x="129" y="108"/>
                  <a:pt x="129" y="108"/>
                </a:cubicBezTo>
                <a:cubicBezTo>
                  <a:pt x="129" y="107"/>
                  <a:pt x="129" y="107"/>
                  <a:pt x="129" y="107"/>
                </a:cubicBezTo>
                <a:cubicBezTo>
                  <a:pt x="128" y="107"/>
                  <a:pt x="128" y="107"/>
                  <a:pt x="128" y="108"/>
                </a:cubicBezTo>
                <a:cubicBezTo>
                  <a:pt x="127" y="108"/>
                  <a:pt x="127" y="108"/>
                  <a:pt x="127" y="108"/>
                </a:cubicBezTo>
                <a:cubicBezTo>
                  <a:pt x="127" y="108"/>
                  <a:pt x="127" y="107"/>
                  <a:pt x="128" y="106"/>
                </a:cubicBezTo>
                <a:cubicBezTo>
                  <a:pt x="128" y="106"/>
                  <a:pt x="127" y="105"/>
                  <a:pt x="126" y="106"/>
                </a:cubicBezTo>
                <a:cubicBezTo>
                  <a:pt x="124" y="108"/>
                  <a:pt x="124" y="106"/>
                  <a:pt x="123" y="107"/>
                </a:cubicBezTo>
                <a:cubicBezTo>
                  <a:pt x="121" y="107"/>
                  <a:pt x="121" y="109"/>
                  <a:pt x="121" y="109"/>
                </a:cubicBezTo>
                <a:cubicBezTo>
                  <a:pt x="120" y="108"/>
                  <a:pt x="119" y="109"/>
                  <a:pt x="119" y="109"/>
                </a:cubicBezTo>
                <a:cubicBezTo>
                  <a:pt x="119" y="109"/>
                  <a:pt x="118" y="107"/>
                  <a:pt x="117" y="107"/>
                </a:cubicBezTo>
                <a:cubicBezTo>
                  <a:pt x="116" y="107"/>
                  <a:pt x="116" y="108"/>
                  <a:pt x="114" y="107"/>
                </a:cubicBezTo>
                <a:cubicBezTo>
                  <a:pt x="113" y="107"/>
                  <a:pt x="113" y="104"/>
                  <a:pt x="113" y="104"/>
                </a:cubicBezTo>
                <a:cubicBezTo>
                  <a:pt x="113" y="103"/>
                  <a:pt x="113" y="103"/>
                  <a:pt x="113" y="103"/>
                </a:cubicBezTo>
                <a:cubicBezTo>
                  <a:pt x="114" y="102"/>
                  <a:pt x="114" y="102"/>
                  <a:pt x="114" y="102"/>
                </a:cubicBezTo>
                <a:cubicBezTo>
                  <a:pt x="114" y="101"/>
                  <a:pt x="114" y="101"/>
                  <a:pt x="114" y="100"/>
                </a:cubicBezTo>
                <a:cubicBezTo>
                  <a:pt x="114" y="100"/>
                  <a:pt x="115" y="100"/>
                  <a:pt x="115" y="100"/>
                </a:cubicBezTo>
                <a:cubicBezTo>
                  <a:pt x="115" y="99"/>
                  <a:pt x="115" y="99"/>
                  <a:pt x="115" y="98"/>
                </a:cubicBezTo>
                <a:cubicBezTo>
                  <a:pt x="115" y="98"/>
                  <a:pt x="115" y="98"/>
                  <a:pt x="114" y="98"/>
                </a:cubicBezTo>
                <a:cubicBezTo>
                  <a:pt x="114" y="97"/>
                  <a:pt x="114" y="97"/>
                  <a:pt x="114" y="97"/>
                </a:cubicBezTo>
                <a:cubicBezTo>
                  <a:pt x="113" y="97"/>
                  <a:pt x="113" y="97"/>
                  <a:pt x="112" y="96"/>
                </a:cubicBezTo>
                <a:cubicBezTo>
                  <a:pt x="112" y="96"/>
                  <a:pt x="110" y="96"/>
                  <a:pt x="109" y="96"/>
                </a:cubicBezTo>
                <a:cubicBezTo>
                  <a:pt x="109" y="96"/>
                  <a:pt x="109" y="95"/>
                  <a:pt x="110" y="95"/>
                </a:cubicBezTo>
                <a:cubicBezTo>
                  <a:pt x="111" y="95"/>
                  <a:pt x="111" y="93"/>
                  <a:pt x="111" y="93"/>
                </a:cubicBezTo>
                <a:cubicBezTo>
                  <a:pt x="111" y="92"/>
                  <a:pt x="111" y="92"/>
                  <a:pt x="112" y="92"/>
                </a:cubicBezTo>
                <a:cubicBezTo>
                  <a:pt x="112" y="92"/>
                  <a:pt x="112" y="90"/>
                  <a:pt x="112" y="90"/>
                </a:cubicBezTo>
                <a:cubicBezTo>
                  <a:pt x="113" y="90"/>
                  <a:pt x="113" y="89"/>
                  <a:pt x="113" y="89"/>
                </a:cubicBezTo>
                <a:cubicBezTo>
                  <a:pt x="113" y="89"/>
                  <a:pt x="113" y="89"/>
                  <a:pt x="113" y="88"/>
                </a:cubicBezTo>
                <a:cubicBezTo>
                  <a:pt x="112" y="88"/>
                  <a:pt x="112" y="88"/>
                  <a:pt x="111" y="88"/>
                </a:cubicBezTo>
                <a:cubicBezTo>
                  <a:pt x="111" y="88"/>
                  <a:pt x="110" y="88"/>
                  <a:pt x="110" y="88"/>
                </a:cubicBezTo>
                <a:cubicBezTo>
                  <a:pt x="110" y="88"/>
                  <a:pt x="110" y="88"/>
                  <a:pt x="109" y="88"/>
                </a:cubicBezTo>
                <a:cubicBezTo>
                  <a:pt x="109" y="88"/>
                  <a:pt x="109" y="88"/>
                  <a:pt x="109" y="88"/>
                </a:cubicBezTo>
                <a:cubicBezTo>
                  <a:pt x="108" y="88"/>
                  <a:pt x="108" y="89"/>
                  <a:pt x="108" y="89"/>
                </a:cubicBezTo>
                <a:cubicBezTo>
                  <a:pt x="108" y="89"/>
                  <a:pt x="108" y="90"/>
                  <a:pt x="107" y="90"/>
                </a:cubicBezTo>
                <a:cubicBezTo>
                  <a:pt x="106" y="90"/>
                  <a:pt x="105" y="91"/>
                  <a:pt x="105" y="91"/>
                </a:cubicBezTo>
                <a:cubicBezTo>
                  <a:pt x="105" y="91"/>
                  <a:pt x="104" y="90"/>
                  <a:pt x="104" y="90"/>
                </a:cubicBezTo>
                <a:cubicBezTo>
                  <a:pt x="104" y="90"/>
                  <a:pt x="103" y="89"/>
                  <a:pt x="102" y="89"/>
                </a:cubicBezTo>
                <a:cubicBezTo>
                  <a:pt x="102" y="89"/>
                  <a:pt x="102" y="87"/>
                  <a:pt x="102" y="87"/>
                </a:cubicBezTo>
                <a:cubicBezTo>
                  <a:pt x="101" y="86"/>
                  <a:pt x="101" y="85"/>
                  <a:pt x="101" y="85"/>
                </a:cubicBezTo>
                <a:cubicBezTo>
                  <a:pt x="101" y="85"/>
                  <a:pt x="100" y="84"/>
                  <a:pt x="102" y="83"/>
                </a:cubicBezTo>
                <a:cubicBezTo>
                  <a:pt x="103" y="81"/>
                  <a:pt x="102" y="81"/>
                  <a:pt x="103" y="80"/>
                </a:cubicBezTo>
                <a:cubicBezTo>
                  <a:pt x="104" y="79"/>
                  <a:pt x="102" y="77"/>
                  <a:pt x="104" y="77"/>
                </a:cubicBezTo>
                <a:cubicBezTo>
                  <a:pt x="106" y="76"/>
                  <a:pt x="108" y="75"/>
                  <a:pt x="108" y="75"/>
                </a:cubicBezTo>
                <a:cubicBezTo>
                  <a:pt x="108" y="75"/>
                  <a:pt x="109" y="75"/>
                  <a:pt x="110" y="76"/>
                </a:cubicBezTo>
                <a:cubicBezTo>
                  <a:pt x="111" y="77"/>
                  <a:pt x="113" y="78"/>
                  <a:pt x="113" y="77"/>
                </a:cubicBezTo>
                <a:cubicBezTo>
                  <a:pt x="113" y="77"/>
                  <a:pt x="113" y="78"/>
                  <a:pt x="114" y="78"/>
                </a:cubicBezTo>
                <a:cubicBezTo>
                  <a:pt x="114" y="78"/>
                  <a:pt x="114" y="76"/>
                  <a:pt x="114" y="76"/>
                </a:cubicBezTo>
                <a:cubicBezTo>
                  <a:pt x="114" y="76"/>
                  <a:pt x="115" y="77"/>
                  <a:pt x="117" y="77"/>
                </a:cubicBezTo>
                <a:cubicBezTo>
                  <a:pt x="118" y="77"/>
                  <a:pt x="118" y="78"/>
                  <a:pt x="118" y="78"/>
                </a:cubicBezTo>
                <a:cubicBezTo>
                  <a:pt x="118" y="78"/>
                  <a:pt x="119" y="79"/>
                  <a:pt x="120" y="79"/>
                </a:cubicBezTo>
                <a:cubicBezTo>
                  <a:pt x="120" y="78"/>
                  <a:pt x="121" y="80"/>
                  <a:pt x="120" y="81"/>
                </a:cubicBezTo>
                <a:cubicBezTo>
                  <a:pt x="120" y="82"/>
                  <a:pt x="121" y="82"/>
                  <a:pt x="121" y="83"/>
                </a:cubicBezTo>
                <a:cubicBezTo>
                  <a:pt x="121" y="84"/>
                  <a:pt x="121" y="84"/>
                  <a:pt x="121" y="85"/>
                </a:cubicBezTo>
                <a:cubicBezTo>
                  <a:pt x="121" y="87"/>
                  <a:pt x="122" y="87"/>
                  <a:pt x="123" y="85"/>
                </a:cubicBezTo>
                <a:cubicBezTo>
                  <a:pt x="123" y="83"/>
                  <a:pt x="124" y="83"/>
                  <a:pt x="123" y="82"/>
                </a:cubicBezTo>
                <a:cubicBezTo>
                  <a:pt x="123" y="82"/>
                  <a:pt x="124" y="81"/>
                  <a:pt x="123" y="80"/>
                </a:cubicBezTo>
                <a:cubicBezTo>
                  <a:pt x="123" y="79"/>
                  <a:pt x="123" y="77"/>
                  <a:pt x="124" y="77"/>
                </a:cubicBezTo>
                <a:cubicBezTo>
                  <a:pt x="125" y="77"/>
                  <a:pt x="126" y="76"/>
                  <a:pt x="127" y="76"/>
                </a:cubicBezTo>
                <a:cubicBezTo>
                  <a:pt x="127" y="76"/>
                  <a:pt x="127" y="75"/>
                  <a:pt x="129" y="75"/>
                </a:cubicBezTo>
                <a:cubicBezTo>
                  <a:pt x="130" y="75"/>
                  <a:pt x="132" y="74"/>
                  <a:pt x="131" y="73"/>
                </a:cubicBezTo>
                <a:cubicBezTo>
                  <a:pt x="131" y="72"/>
                  <a:pt x="132" y="71"/>
                  <a:pt x="132" y="71"/>
                </a:cubicBezTo>
                <a:cubicBezTo>
                  <a:pt x="132" y="71"/>
                  <a:pt x="133" y="71"/>
                  <a:pt x="133" y="70"/>
                </a:cubicBezTo>
                <a:cubicBezTo>
                  <a:pt x="133" y="70"/>
                  <a:pt x="134" y="70"/>
                  <a:pt x="134" y="68"/>
                </a:cubicBezTo>
                <a:cubicBezTo>
                  <a:pt x="134" y="68"/>
                  <a:pt x="136" y="69"/>
                  <a:pt x="137" y="68"/>
                </a:cubicBezTo>
                <a:cubicBezTo>
                  <a:pt x="137" y="68"/>
                  <a:pt x="138" y="68"/>
                  <a:pt x="138" y="69"/>
                </a:cubicBezTo>
                <a:cubicBezTo>
                  <a:pt x="138" y="69"/>
                  <a:pt x="139" y="69"/>
                  <a:pt x="139" y="68"/>
                </a:cubicBezTo>
                <a:cubicBezTo>
                  <a:pt x="139" y="68"/>
                  <a:pt x="139" y="68"/>
                  <a:pt x="138" y="68"/>
                </a:cubicBezTo>
                <a:cubicBezTo>
                  <a:pt x="138" y="68"/>
                  <a:pt x="138" y="68"/>
                  <a:pt x="138" y="67"/>
                </a:cubicBezTo>
                <a:cubicBezTo>
                  <a:pt x="138" y="67"/>
                  <a:pt x="138" y="67"/>
                  <a:pt x="139" y="66"/>
                </a:cubicBezTo>
                <a:cubicBezTo>
                  <a:pt x="139" y="66"/>
                  <a:pt x="140" y="66"/>
                  <a:pt x="140" y="66"/>
                </a:cubicBezTo>
                <a:cubicBezTo>
                  <a:pt x="140" y="66"/>
                  <a:pt x="141" y="66"/>
                  <a:pt x="141" y="66"/>
                </a:cubicBezTo>
                <a:cubicBezTo>
                  <a:pt x="141" y="66"/>
                  <a:pt x="142" y="66"/>
                  <a:pt x="142" y="66"/>
                </a:cubicBezTo>
                <a:cubicBezTo>
                  <a:pt x="143" y="66"/>
                  <a:pt x="143" y="65"/>
                  <a:pt x="143" y="65"/>
                </a:cubicBezTo>
                <a:cubicBezTo>
                  <a:pt x="144" y="66"/>
                  <a:pt x="144" y="65"/>
                  <a:pt x="145" y="66"/>
                </a:cubicBezTo>
                <a:cubicBezTo>
                  <a:pt x="145" y="66"/>
                  <a:pt x="144" y="66"/>
                  <a:pt x="144" y="66"/>
                </a:cubicBezTo>
                <a:cubicBezTo>
                  <a:pt x="143" y="67"/>
                  <a:pt x="143" y="67"/>
                  <a:pt x="144" y="68"/>
                </a:cubicBezTo>
                <a:cubicBezTo>
                  <a:pt x="144" y="68"/>
                  <a:pt x="145" y="68"/>
                  <a:pt x="145" y="67"/>
                </a:cubicBezTo>
                <a:cubicBezTo>
                  <a:pt x="146" y="67"/>
                  <a:pt x="146" y="68"/>
                  <a:pt x="147" y="67"/>
                </a:cubicBezTo>
                <a:cubicBezTo>
                  <a:pt x="147" y="67"/>
                  <a:pt x="148" y="68"/>
                  <a:pt x="148" y="67"/>
                </a:cubicBezTo>
                <a:cubicBezTo>
                  <a:pt x="148" y="67"/>
                  <a:pt x="149" y="68"/>
                  <a:pt x="149" y="67"/>
                </a:cubicBezTo>
                <a:cubicBezTo>
                  <a:pt x="149" y="67"/>
                  <a:pt x="150" y="68"/>
                  <a:pt x="150" y="67"/>
                </a:cubicBezTo>
                <a:cubicBezTo>
                  <a:pt x="150" y="67"/>
                  <a:pt x="150" y="66"/>
                  <a:pt x="150" y="66"/>
                </a:cubicBezTo>
                <a:cubicBezTo>
                  <a:pt x="150" y="66"/>
                  <a:pt x="150" y="66"/>
                  <a:pt x="150" y="66"/>
                </a:cubicBezTo>
                <a:cubicBezTo>
                  <a:pt x="149" y="65"/>
                  <a:pt x="149" y="66"/>
                  <a:pt x="149" y="66"/>
                </a:cubicBezTo>
                <a:cubicBezTo>
                  <a:pt x="149" y="66"/>
                  <a:pt x="148" y="66"/>
                  <a:pt x="148" y="67"/>
                </a:cubicBezTo>
                <a:cubicBezTo>
                  <a:pt x="148" y="67"/>
                  <a:pt x="148" y="66"/>
                  <a:pt x="147" y="66"/>
                </a:cubicBezTo>
                <a:cubicBezTo>
                  <a:pt x="147" y="66"/>
                  <a:pt x="148" y="66"/>
                  <a:pt x="148" y="66"/>
                </a:cubicBezTo>
                <a:cubicBezTo>
                  <a:pt x="148" y="65"/>
                  <a:pt x="147" y="65"/>
                  <a:pt x="147" y="65"/>
                </a:cubicBezTo>
                <a:cubicBezTo>
                  <a:pt x="147" y="65"/>
                  <a:pt x="147" y="65"/>
                  <a:pt x="146" y="65"/>
                </a:cubicBezTo>
                <a:cubicBezTo>
                  <a:pt x="146" y="64"/>
                  <a:pt x="146" y="64"/>
                  <a:pt x="146" y="64"/>
                </a:cubicBezTo>
                <a:cubicBezTo>
                  <a:pt x="146" y="64"/>
                  <a:pt x="146" y="64"/>
                  <a:pt x="146" y="64"/>
                </a:cubicBezTo>
                <a:cubicBezTo>
                  <a:pt x="146" y="64"/>
                  <a:pt x="146" y="64"/>
                  <a:pt x="146" y="65"/>
                </a:cubicBezTo>
                <a:cubicBezTo>
                  <a:pt x="146" y="64"/>
                  <a:pt x="146" y="64"/>
                  <a:pt x="146" y="64"/>
                </a:cubicBezTo>
                <a:cubicBezTo>
                  <a:pt x="146" y="64"/>
                  <a:pt x="145" y="63"/>
                  <a:pt x="146" y="63"/>
                </a:cubicBezTo>
                <a:cubicBezTo>
                  <a:pt x="146" y="63"/>
                  <a:pt x="145" y="63"/>
                  <a:pt x="145" y="62"/>
                </a:cubicBezTo>
                <a:cubicBezTo>
                  <a:pt x="145" y="62"/>
                  <a:pt x="145" y="63"/>
                  <a:pt x="146" y="62"/>
                </a:cubicBezTo>
                <a:cubicBezTo>
                  <a:pt x="146" y="62"/>
                  <a:pt x="146" y="63"/>
                  <a:pt x="146" y="62"/>
                </a:cubicBezTo>
                <a:cubicBezTo>
                  <a:pt x="147" y="61"/>
                  <a:pt x="145" y="61"/>
                  <a:pt x="145" y="61"/>
                </a:cubicBezTo>
                <a:cubicBezTo>
                  <a:pt x="145" y="61"/>
                  <a:pt x="145" y="61"/>
                  <a:pt x="144" y="60"/>
                </a:cubicBezTo>
                <a:cubicBezTo>
                  <a:pt x="144" y="60"/>
                  <a:pt x="142" y="60"/>
                  <a:pt x="141" y="61"/>
                </a:cubicBezTo>
                <a:cubicBezTo>
                  <a:pt x="141" y="61"/>
                  <a:pt x="142" y="59"/>
                  <a:pt x="143" y="60"/>
                </a:cubicBezTo>
                <a:cubicBezTo>
                  <a:pt x="143" y="60"/>
                  <a:pt x="144" y="59"/>
                  <a:pt x="145" y="59"/>
                </a:cubicBezTo>
                <a:cubicBezTo>
                  <a:pt x="145" y="59"/>
                  <a:pt x="148" y="60"/>
                  <a:pt x="149" y="61"/>
                </a:cubicBezTo>
                <a:cubicBezTo>
                  <a:pt x="150" y="62"/>
                  <a:pt x="151" y="62"/>
                  <a:pt x="151" y="62"/>
                </a:cubicBezTo>
                <a:cubicBezTo>
                  <a:pt x="151" y="62"/>
                  <a:pt x="153" y="61"/>
                  <a:pt x="154" y="62"/>
                </a:cubicBezTo>
                <a:cubicBezTo>
                  <a:pt x="154" y="62"/>
                  <a:pt x="155" y="61"/>
                  <a:pt x="155" y="61"/>
                </a:cubicBezTo>
                <a:cubicBezTo>
                  <a:pt x="155" y="61"/>
                  <a:pt x="155" y="60"/>
                  <a:pt x="155" y="60"/>
                </a:cubicBezTo>
                <a:cubicBezTo>
                  <a:pt x="155" y="59"/>
                  <a:pt x="155" y="59"/>
                  <a:pt x="154" y="59"/>
                </a:cubicBezTo>
                <a:cubicBezTo>
                  <a:pt x="154" y="59"/>
                  <a:pt x="154" y="58"/>
                  <a:pt x="154" y="58"/>
                </a:cubicBezTo>
                <a:cubicBezTo>
                  <a:pt x="154" y="58"/>
                  <a:pt x="154" y="58"/>
                  <a:pt x="154" y="58"/>
                </a:cubicBezTo>
                <a:cubicBezTo>
                  <a:pt x="153" y="57"/>
                  <a:pt x="153" y="57"/>
                  <a:pt x="153" y="57"/>
                </a:cubicBezTo>
                <a:cubicBezTo>
                  <a:pt x="153" y="57"/>
                  <a:pt x="153" y="57"/>
                  <a:pt x="153" y="56"/>
                </a:cubicBezTo>
                <a:cubicBezTo>
                  <a:pt x="152" y="56"/>
                  <a:pt x="152" y="56"/>
                  <a:pt x="152" y="56"/>
                </a:cubicBezTo>
                <a:cubicBezTo>
                  <a:pt x="151" y="55"/>
                  <a:pt x="151" y="55"/>
                  <a:pt x="151" y="55"/>
                </a:cubicBezTo>
                <a:cubicBezTo>
                  <a:pt x="151" y="55"/>
                  <a:pt x="151" y="55"/>
                  <a:pt x="151" y="55"/>
                </a:cubicBezTo>
                <a:cubicBezTo>
                  <a:pt x="151" y="55"/>
                  <a:pt x="151" y="54"/>
                  <a:pt x="151" y="53"/>
                </a:cubicBezTo>
                <a:cubicBezTo>
                  <a:pt x="151" y="52"/>
                  <a:pt x="150" y="52"/>
                  <a:pt x="150" y="52"/>
                </a:cubicBezTo>
                <a:cubicBezTo>
                  <a:pt x="150" y="52"/>
                  <a:pt x="150" y="50"/>
                  <a:pt x="149" y="50"/>
                </a:cubicBezTo>
                <a:cubicBezTo>
                  <a:pt x="149" y="49"/>
                  <a:pt x="148" y="47"/>
                  <a:pt x="148" y="47"/>
                </a:cubicBezTo>
                <a:cubicBezTo>
                  <a:pt x="148" y="47"/>
                  <a:pt x="148" y="48"/>
                  <a:pt x="147" y="48"/>
                </a:cubicBezTo>
                <a:cubicBezTo>
                  <a:pt x="147" y="48"/>
                  <a:pt x="147" y="48"/>
                  <a:pt x="147" y="49"/>
                </a:cubicBezTo>
                <a:cubicBezTo>
                  <a:pt x="147" y="49"/>
                  <a:pt x="146" y="49"/>
                  <a:pt x="146" y="49"/>
                </a:cubicBezTo>
                <a:cubicBezTo>
                  <a:pt x="145" y="49"/>
                  <a:pt x="145" y="48"/>
                  <a:pt x="144" y="48"/>
                </a:cubicBezTo>
                <a:cubicBezTo>
                  <a:pt x="144" y="48"/>
                  <a:pt x="143" y="47"/>
                  <a:pt x="144" y="46"/>
                </a:cubicBezTo>
                <a:cubicBezTo>
                  <a:pt x="144" y="46"/>
                  <a:pt x="144" y="46"/>
                  <a:pt x="144" y="45"/>
                </a:cubicBezTo>
                <a:cubicBezTo>
                  <a:pt x="144" y="45"/>
                  <a:pt x="143" y="45"/>
                  <a:pt x="143" y="45"/>
                </a:cubicBezTo>
                <a:cubicBezTo>
                  <a:pt x="143" y="45"/>
                  <a:pt x="143" y="45"/>
                  <a:pt x="142" y="44"/>
                </a:cubicBezTo>
                <a:cubicBezTo>
                  <a:pt x="142" y="44"/>
                  <a:pt x="142" y="44"/>
                  <a:pt x="142" y="43"/>
                </a:cubicBezTo>
                <a:cubicBezTo>
                  <a:pt x="141" y="43"/>
                  <a:pt x="141" y="42"/>
                  <a:pt x="141" y="42"/>
                </a:cubicBezTo>
                <a:cubicBezTo>
                  <a:pt x="141" y="42"/>
                  <a:pt x="140" y="41"/>
                  <a:pt x="140" y="41"/>
                </a:cubicBezTo>
                <a:cubicBezTo>
                  <a:pt x="139" y="41"/>
                  <a:pt x="139" y="41"/>
                  <a:pt x="138" y="41"/>
                </a:cubicBezTo>
                <a:cubicBezTo>
                  <a:pt x="138" y="41"/>
                  <a:pt x="138" y="40"/>
                  <a:pt x="137" y="40"/>
                </a:cubicBezTo>
                <a:cubicBezTo>
                  <a:pt x="136" y="40"/>
                  <a:pt x="135" y="39"/>
                  <a:pt x="136" y="41"/>
                </a:cubicBezTo>
                <a:cubicBezTo>
                  <a:pt x="136" y="42"/>
                  <a:pt x="135" y="42"/>
                  <a:pt x="135" y="42"/>
                </a:cubicBezTo>
                <a:cubicBezTo>
                  <a:pt x="135" y="42"/>
                  <a:pt x="136" y="42"/>
                  <a:pt x="136" y="43"/>
                </a:cubicBezTo>
                <a:cubicBezTo>
                  <a:pt x="136" y="43"/>
                  <a:pt x="136" y="43"/>
                  <a:pt x="135" y="43"/>
                </a:cubicBezTo>
                <a:cubicBezTo>
                  <a:pt x="135" y="44"/>
                  <a:pt x="135" y="44"/>
                  <a:pt x="135" y="44"/>
                </a:cubicBezTo>
                <a:cubicBezTo>
                  <a:pt x="135" y="44"/>
                  <a:pt x="135" y="44"/>
                  <a:pt x="135" y="44"/>
                </a:cubicBezTo>
                <a:cubicBezTo>
                  <a:pt x="135" y="44"/>
                  <a:pt x="135" y="44"/>
                  <a:pt x="134" y="44"/>
                </a:cubicBezTo>
                <a:cubicBezTo>
                  <a:pt x="135" y="45"/>
                  <a:pt x="135" y="45"/>
                  <a:pt x="136" y="45"/>
                </a:cubicBezTo>
                <a:cubicBezTo>
                  <a:pt x="136" y="45"/>
                  <a:pt x="136" y="46"/>
                  <a:pt x="136" y="47"/>
                </a:cubicBezTo>
                <a:cubicBezTo>
                  <a:pt x="136" y="48"/>
                  <a:pt x="134" y="49"/>
                  <a:pt x="134" y="49"/>
                </a:cubicBezTo>
                <a:cubicBezTo>
                  <a:pt x="134" y="48"/>
                  <a:pt x="133" y="48"/>
                  <a:pt x="132" y="48"/>
                </a:cubicBezTo>
                <a:cubicBezTo>
                  <a:pt x="132" y="49"/>
                  <a:pt x="132" y="49"/>
                  <a:pt x="132" y="49"/>
                </a:cubicBezTo>
                <a:cubicBezTo>
                  <a:pt x="133" y="49"/>
                  <a:pt x="133" y="50"/>
                  <a:pt x="133" y="50"/>
                </a:cubicBezTo>
                <a:cubicBezTo>
                  <a:pt x="133" y="50"/>
                  <a:pt x="133" y="51"/>
                  <a:pt x="133" y="51"/>
                </a:cubicBezTo>
                <a:cubicBezTo>
                  <a:pt x="133" y="51"/>
                  <a:pt x="133" y="52"/>
                  <a:pt x="132" y="52"/>
                </a:cubicBezTo>
                <a:cubicBezTo>
                  <a:pt x="132" y="52"/>
                  <a:pt x="132" y="52"/>
                  <a:pt x="132" y="52"/>
                </a:cubicBezTo>
                <a:cubicBezTo>
                  <a:pt x="132" y="52"/>
                  <a:pt x="131" y="52"/>
                  <a:pt x="131" y="52"/>
                </a:cubicBezTo>
                <a:cubicBezTo>
                  <a:pt x="131" y="52"/>
                  <a:pt x="131" y="52"/>
                  <a:pt x="131" y="52"/>
                </a:cubicBezTo>
                <a:cubicBezTo>
                  <a:pt x="131" y="51"/>
                  <a:pt x="130" y="51"/>
                  <a:pt x="130" y="51"/>
                </a:cubicBezTo>
                <a:cubicBezTo>
                  <a:pt x="131" y="51"/>
                  <a:pt x="131" y="51"/>
                  <a:pt x="131" y="51"/>
                </a:cubicBezTo>
                <a:cubicBezTo>
                  <a:pt x="131" y="51"/>
                  <a:pt x="131" y="50"/>
                  <a:pt x="131" y="50"/>
                </a:cubicBezTo>
                <a:cubicBezTo>
                  <a:pt x="131" y="50"/>
                  <a:pt x="130" y="50"/>
                  <a:pt x="130" y="49"/>
                </a:cubicBezTo>
                <a:cubicBezTo>
                  <a:pt x="130" y="49"/>
                  <a:pt x="130" y="49"/>
                  <a:pt x="130" y="49"/>
                </a:cubicBezTo>
                <a:cubicBezTo>
                  <a:pt x="130" y="49"/>
                  <a:pt x="130" y="48"/>
                  <a:pt x="130" y="48"/>
                </a:cubicBezTo>
                <a:cubicBezTo>
                  <a:pt x="131" y="47"/>
                  <a:pt x="129" y="46"/>
                  <a:pt x="129" y="46"/>
                </a:cubicBezTo>
                <a:cubicBezTo>
                  <a:pt x="129" y="46"/>
                  <a:pt x="127" y="46"/>
                  <a:pt x="127" y="45"/>
                </a:cubicBezTo>
                <a:cubicBezTo>
                  <a:pt x="126" y="45"/>
                  <a:pt x="125" y="45"/>
                  <a:pt x="124" y="43"/>
                </a:cubicBezTo>
                <a:cubicBezTo>
                  <a:pt x="124" y="42"/>
                  <a:pt x="123" y="42"/>
                  <a:pt x="123" y="42"/>
                </a:cubicBezTo>
                <a:cubicBezTo>
                  <a:pt x="123" y="42"/>
                  <a:pt x="122" y="42"/>
                  <a:pt x="121" y="41"/>
                </a:cubicBezTo>
                <a:cubicBezTo>
                  <a:pt x="120" y="41"/>
                  <a:pt x="120" y="39"/>
                  <a:pt x="120" y="39"/>
                </a:cubicBezTo>
                <a:cubicBezTo>
                  <a:pt x="119" y="39"/>
                  <a:pt x="119" y="39"/>
                  <a:pt x="118" y="39"/>
                </a:cubicBezTo>
                <a:cubicBezTo>
                  <a:pt x="118" y="39"/>
                  <a:pt x="118" y="37"/>
                  <a:pt x="120" y="36"/>
                </a:cubicBezTo>
                <a:cubicBezTo>
                  <a:pt x="121" y="36"/>
                  <a:pt x="123" y="35"/>
                  <a:pt x="124" y="35"/>
                </a:cubicBezTo>
                <a:cubicBezTo>
                  <a:pt x="124" y="35"/>
                  <a:pt x="124" y="35"/>
                  <a:pt x="124" y="34"/>
                </a:cubicBezTo>
                <a:cubicBezTo>
                  <a:pt x="124" y="34"/>
                  <a:pt x="125" y="35"/>
                  <a:pt x="125" y="34"/>
                </a:cubicBezTo>
                <a:cubicBezTo>
                  <a:pt x="125" y="34"/>
                  <a:pt x="126" y="35"/>
                  <a:pt x="127" y="34"/>
                </a:cubicBezTo>
                <a:cubicBezTo>
                  <a:pt x="127" y="34"/>
                  <a:pt x="128" y="34"/>
                  <a:pt x="128" y="33"/>
                </a:cubicBezTo>
                <a:cubicBezTo>
                  <a:pt x="128" y="33"/>
                  <a:pt x="129" y="33"/>
                  <a:pt x="129" y="33"/>
                </a:cubicBezTo>
                <a:cubicBezTo>
                  <a:pt x="130" y="32"/>
                  <a:pt x="129" y="32"/>
                  <a:pt x="129" y="32"/>
                </a:cubicBezTo>
                <a:cubicBezTo>
                  <a:pt x="129" y="32"/>
                  <a:pt x="130" y="32"/>
                  <a:pt x="130" y="33"/>
                </a:cubicBezTo>
                <a:cubicBezTo>
                  <a:pt x="130" y="33"/>
                  <a:pt x="130" y="33"/>
                  <a:pt x="130" y="33"/>
                </a:cubicBezTo>
                <a:cubicBezTo>
                  <a:pt x="130" y="34"/>
                  <a:pt x="130" y="33"/>
                  <a:pt x="129" y="33"/>
                </a:cubicBezTo>
                <a:cubicBezTo>
                  <a:pt x="129" y="34"/>
                  <a:pt x="128" y="35"/>
                  <a:pt x="128" y="35"/>
                </a:cubicBezTo>
                <a:cubicBezTo>
                  <a:pt x="128" y="35"/>
                  <a:pt x="128" y="35"/>
                  <a:pt x="127" y="35"/>
                </a:cubicBezTo>
                <a:cubicBezTo>
                  <a:pt x="127" y="35"/>
                  <a:pt x="128" y="36"/>
                  <a:pt x="129" y="36"/>
                </a:cubicBezTo>
                <a:cubicBezTo>
                  <a:pt x="129" y="36"/>
                  <a:pt x="129" y="36"/>
                  <a:pt x="129" y="37"/>
                </a:cubicBezTo>
                <a:cubicBezTo>
                  <a:pt x="129" y="37"/>
                  <a:pt x="130" y="36"/>
                  <a:pt x="130" y="36"/>
                </a:cubicBezTo>
                <a:cubicBezTo>
                  <a:pt x="130" y="36"/>
                  <a:pt x="131" y="37"/>
                  <a:pt x="131" y="36"/>
                </a:cubicBezTo>
                <a:cubicBezTo>
                  <a:pt x="131" y="36"/>
                  <a:pt x="131" y="36"/>
                  <a:pt x="132" y="37"/>
                </a:cubicBezTo>
                <a:cubicBezTo>
                  <a:pt x="132" y="37"/>
                  <a:pt x="133" y="37"/>
                  <a:pt x="133" y="37"/>
                </a:cubicBezTo>
                <a:cubicBezTo>
                  <a:pt x="133" y="37"/>
                  <a:pt x="133" y="38"/>
                  <a:pt x="134" y="38"/>
                </a:cubicBezTo>
                <a:cubicBezTo>
                  <a:pt x="134" y="38"/>
                  <a:pt x="135" y="38"/>
                  <a:pt x="135" y="38"/>
                </a:cubicBezTo>
                <a:cubicBezTo>
                  <a:pt x="135" y="38"/>
                  <a:pt x="134" y="37"/>
                  <a:pt x="133" y="37"/>
                </a:cubicBezTo>
                <a:cubicBezTo>
                  <a:pt x="133" y="37"/>
                  <a:pt x="133" y="36"/>
                  <a:pt x="132" y="35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32" y="35"/>
                  <a:pt x="131" y="35"/>
                  <a:pt x="131" y="34"/>
                </a:cubicBezTo>
                <a:cubicBezTo>
                  <a:pt x="131" y="34"/>
                  <a:pt x="131" y="35"/>
                  <a:pt x="132" y="35"/>
                </a:cubicBezTo>
                <a:cubicBezTo>
                  <a:pt x="132" y="35"/>
                  <a:pt x="132" y="33"/>
                  <a:pt x="131" y="33"/>
                </a:cubicBezTo>
                <a:cubicBezTo>
                  <a:pt x="131" y="33"/>
                  <a:pt x="132" y="33"/>
                  <a:pt x="132" y="34"/>
                </a:cubicBezTo>
                <a:cubicBezTo>
                  <a:pt x="132" y="34"/>
                  <a:pt x="132" y="34"/>
                  <a:pt x="132" y="33"/>
                </a:cubicBezTo>
                <a:cubicBezTo>
                  <a:pt x="132" y="33"/>
                  <a:pt x="133" y="34"/>
                  <a:pt x="134" y="34"/>
                </a:cubicBezTo>
                <a:cubicBezTo>
                  <a:pt x="134" y="34"/>
                  <a:pt x="135" y="33"/>
                  <a:pt x="134" y="33"/>
                </a:cubicBezTo>
                <a:cubicBezTo>
                  <a:pt x="133" y="32"/>
                  <a:pt x="133" y="31"/>
                  <a:pt x="133" y="31"/>
                </a:cubicBezTo>
                <a:cubicBezTo>
                  <a:pt x="133" y="31"/>
                  <a:pt x="134" y="32"/>
                  <a:pt x="135" y="32"/>
                </a:cubicBezTo>
                <a:cubicBezTo>
                  <a:pt x="135" y="32"/>
                  <a:pt x="135" y="31"/>
                  <a:pt x="134" y="31"/>
                </a:cubicBezTo>
                <a:cubicBezTo>
                  <a:pt x="134" y="31"/>
                  <a:pt x="134" y="30"/>
                  <a:pt x="134" y="30"/>
                </a:cubicBezTo>
                <a:cubicBezTo>
                  <a:pt x="134" y="30"/>
                  <a:pt x="134" y="30"/>
                  <a:pt x="135" y="30"/>
                </a:cubicBezTo>
                <a:cubicBezTo>
                  <a:pt x="135" y="30"/>
                  <a:pt x="135" y="31"/>
                  <a:pt x="135" y="31"/>
                </a:cubicBezTo>
                <a:cubicBezTo>
                  <a:pt x="136" y="31"/>
                  <a:pt x="136" y="31"/>
                  <a:pt x="136" y="31"/>
                </a:cubicBezTo>
                <a:cubicBezTo>
                  <a:pt x="136" y="31"/>
                  <a:pt x="136" y="31"/>
                  <a:pt x="137" y="31"/>
                </a:cubicBezTo>
                <a:cubicBezTo>
                  <a:pt x="137" y="31"/>
                  <a:pt x="137" y="31"/>
                  <a:pt x="137" y="31"/>
                </a:cubicBezTo>
                <a:cubicBezTo>
                  <a:pt x="138" y="31"/>
                  <a:pt x="138" y="31"/>
                  <a:pt x="138" y="31"/>
                </a:cubicBezTo>
                <a:cubicBezTo>
                  <a:pt x="138" y="32"/>
                  <a:pt x="138" y="32"/>
                  <a:pt x="139" y="32"/>
                </a:cubicBezTo>
                <a:cubicBezTo>
                  <a:pt x="139" y="33"/>
                  <a:pt x="139" y="33"/>
                  <a:pt x="140" y="33"/>
                </a:cubicBezTo>
                <a:cubicBezTo>
                  <a:pt x="140" y="33"/>
                  <a:pt x="140" y="34"/>
                  <a:pt x="140" y="34"/>
                </a:cubicBezTo>
                <a:cubicBezTo>
                  <a:pt x="140" y="34"/>
                  <a:pt x="140" y="34"/>
                  <a:pt x="141" y="34"/>
                </a:cubicBezTo>
                <a:cubicBezTo>
                  <a:pt x="141" y="35"/>
                  <a:pt x="141" y="35"/>
                  <a:pt x="141" y="36"/>
                </a:cubicBezTo>
                <a:cubicBezTo>
                  <a:pt x="141" y="35"/>
                  <a:pt x="141" y="35"/>
                  <a:pt x="142" y="35"/>
                </a:cubicBezTo>
                <a:cubicBezTo>
                  <a:pt x="142" y="36"/>
                  <a:pt x="142" y="36"/>
                  <a:pt x="142" y="36"/>
                </a:cubicBezTo>
                <a:cubicBezTo>
                  <a:pt x="142" y="36"/>
                  <a:pt x="142" y="36"/>
                  <a:pt x="142" y="37"/>
                </a:cubicBezTo>
                <a:cubicBezTo>
                  <a:pt x="142" y="37"/>
                  <a:pt x="141" y="37"/>
                  <a:pt x="141" y="37"/>
                </a:cubicBezTo>
                <a:cubicBezTo>
                  <a:pt x="141" y="37"/>
                  <a:pt x="140" y="37"/>
                  <a:pt x="140" y="37"/>
                </a:cubicBezTo>
                <a:cubicBezTo>
                  <a:pt x="140" y="38"/>
                  <a:pt x="140" y="38"/>
                  <a:pt x="140" y="38"/>
                </a:cubicBezTo>
                <a:cubicBezTo>
                  <a:pt x="140" y="38"/>
                  <a:pt x="139" y="38"/>
                  <a:pt x="139" y="37"/>
                </a:cubicBezTo>
                <a:cubicBezTo>
                  <a:pt x="138" y="37"/>
                  <a:pt x="138" y="37"/>
                  <a:pt x="137" y="37"/>
                </a:cubicBezTo>
                <a:cubicBezTo>
                  <a:pt x="137" y="37"/>
                  <a:pt x="137" y="37"/>
                  <a:pt x="137" y="37"/>
                </a:cubicBezTo>
                <a:cubicBezTo>
                  <a:pt x="136" y="37"/>
                  <a:pt x="136" y="37"/>
                  <a:pt x="136" y="38"/>
                </a:cubicBezTo>
                <a:cubicBezTo>
                  <a:pt x="137" y="38"/>
                  <a:pt x="137" y="38"/>
                  <a:pt x="137" y="38"/>
                </a:cubicBezTo>
                <a:cubicBezTo>
                  <a:pt x="138" y="38"/>
                  <a:pt x="138" y="39"/>
                  <a:pt x="138" y="39"/>
                </a:cubicBezTo>
                <a:cubicBezTo>
                  <a:pt x="138" y="39"/>
                  <a:pt x="138" y="39"/>
                  <a:pt x="139" y="39"/>
                </a:cubicBezTo>
                <a:cubicBezTo>
                  <a:pt x="139" y="39"/>
                  <a:pt x="140" y="39"/>
                  <a:pt x="140" y="39"/>
                </a:cubicBezTo>
                <a:cubicBezTo>
                  <a:pt x="140" y="40"/>
                  <a:pt x="141" y="40"/>
                  <a:pt x="141" y="40"/>
                </a:cubicBezTo>
                <a:cubicBezTo>
                  <a:pt x="141" y="41"/>
                  <a:pt x="142" y="41"/>
                  <a:pt x="142" y="41"/>
                </a:cubicBezTo>
                <a:cubicBezTo>
                  <a:pt x="142" y="41"/>
                  <a:pt x="142" y="42"/>
                  <a:pt x="142" y="42"/>
                </a:cubicBezTo>
                <a:cubicBezTo>
                  <a:pt x="142" y="42"/>
                  <a:pt x="142" y="42"/>
                  <a:pt x="142" y="42"/>
                </a:cubicBezTo>
                <a:cubicBezTo>
                  <a:pt x="143" y="42"/>
                  <a:pt x="143" y="42"/>
                  <a:pt x="143" y="43"/>
                </a:cubicBezTo>
                <a:cubicBezTo>
                  <a:pt x="143" y="43"/>
                  <a:pt x="143" y="43"/>
                  <a:pt x="143" y="43"/>
                </a:cubicBezTo>
                <a:cubicBezTo>
                  <a:pt x="144" y="43"/>
                  <a:pt x="144" y="43"/>
                  <a:pt x="144" y="43"/>
                </a:cubicBezTo>
                <a:cubicBezTo>
                  <a:pt x="144" y="43"/>
                  <a:pt x="144" y="44"/>
                  <a:pt x="145" y="44"/>
                </a:cubicBezTo>
                <a:cubicBezTo>
                  <a:pt x="145" y="44"/>
                  <a:pt x="146" y="45"/>
                  <a:pt x="146" y="45"/>
                </a:cubicBezTo>
                <a:cubicBezTo>
                  <a:pt x="147" y="45"/>
                  <a:pt x="147" y="45"/>
                  <a:pt x="147" y="45"/>
                </a:cubicBezTo>
                <a:cubicBezTo>
                  <a:pt x="147" y="45"/>
                  <a:pt x="147" y="45"/>
                  <a:pt x="147" y="45"/>
                </a:cubicBezTo>
                <a:cubicBezTo>
                  <a:pt x="146" y="44"/>
                  <a:pt x="146" y="44"/>
                  <a:pt x="146" y="44"/>
                </a:cubicBezTo>
                <a:cubicBezTo>
                  <a:pt x="146" y="43"/>
                  <a:pt x="146" y="43"/>
                  <a:pt x="145" y="43"/>
                </a:cubicBezTo>
                <a:cubicBezTo>
                  <a:pt x="146" y="43"/>
                  <a:pt x="146" y="43"/>
                  <a:pt x="146" y="43"/>
                </a:cubicBezTo>
                <a:cubicBezTo>
                  <a:pt x="147" y="44"/>
                  <a:pt x="147" y="44"/>
                  <a:pt x="147" y="44"/>
                </a:cubicBezTo>
                <a:cubicBezTo>
                  <a:pt x="147" y="44"/>
                  <a:pt x="147" y="44"/>
                  <a:pt x="148" y="45"/>
                </a:cubicBezTo>
                <a:cubicBezTo>
                  <a:pt x="148" y="45"/>
                  <a:pt x="148" y="45"/>
                  <a:pt x="148" y="45"/>
                </a:cubicBezTo>
                <a:cubicBezTo>
                  <a:pt x="148" y="45"/>
                  <a:pt x="148" y="46"/>
                  <a:pt x="149" y="46"/>
                </a:cubicBezTo>
                <a:cubicBezTo>
                  <a:pt x="149" y="45"/>
                  <a:pt x="148" y="45"/>
                  <a:pt x="148" y="45"/>
                </a:cubicBezTo>
                <a:cubicBezTo>
                  <a:pt x="148" y="45"/>
                  <a:pt x="148" y="45"/>
                  <a:pt x="148" y="44"/>
                </a:cubicBezTo>
                <a:cubicBezTo>
                  <a:pt x="149" y="44"/>
                  <a:pt x="149" y="44"/>
                  <a:pt x="149" y="44"/>
                </a:cubicBezTo>
                <a:cubicBezTo>
                  <a:pt x="149" y="44"/>
                  <a:pt x="149" y="44"/>
                  <a:pt x="149" y="44"/>
                </a:cubicBezTo>
                <a:cubicBezTo>
                  <a:pt x="149" y="44"/>
                  <a:pt x="149" y="44"/>
                  <a:pt x="149" y="44"/>
                </a:cubicBezTo>
                <a:cubicBezTo>
                  <a:pt x="149" y="43"/>
                  <a:pt x="149" y="43"/>
                  <a:pt x="149" y="43"/>
                </a:cubicBezTo>
                <a:cubicBezTo>
                  <a:pt x="148" y="43"/>
                  <a:pt x="148" y="43"/>
                  <a:pt x="148" y="43"/>
                </a:cubicBezTo>
                <a:cubicBezTo>
                  <a:pt x="148" y="43"/>
                  <a:pt x="148" y="43"/>
                  <a:pt x="148" y="42"/>
                </a:cubicBezTo>
                <a:cubicBezTo>
                  <a:pt x="148" y="42"/>
                  <a:pt x="148" y="42"/>
                  <a:pt x="147" y="42"/>
                </a:cubicBezTo>
                <a:cubicBezTo>
                  <a:pt x="147" y="42"/>
                  <a:pt x="147" y="41"/>
                  <a:pt x="147" y="41"/>
                </a:cubicBezTo>
                <a:cubicBezTo>
                  <a:pt x="147" y="41"/>
                  <a:pt x="147" y="41"/>
                  <a:pt x="147" y="40"/>
                </a:cubicBezTo>
                <a:cubicBezTo>
                  <a:pt x="147" y="40"/>
                  <a:pt x="147" y="40"/>
                  <a:pt x="147" y="40"/>
                </a:cubicBezTo>
                <a:cubicBezTo>
                  <a:pt x="147" y="40"/>
                  <a:pt x="147" y="40"/>
                  <a:pt x="147" y="40"/>
                </a:cubicBezTo>
                <a:cubicBezTo>
                  <a:pt x="148" y="40"/>
                  <a:pt x="148" y="41"/>
                  <a:pt x="148" y="41"/>
                </a:cubicBezTo>
                <a:cubicBezTo>
                  <a:pt x="148" y="41"/>
                  <a:pt x="148" y="41"/>
                  <a:pt x="148" y="41"/>
                </a:cubicBezTo>
                <a:cubicBezTo>
                  <a:pt x="148" y="42"/>
                  <a:pt x="148" y="42"/>
                  <a:pt x="148" y="42"/>
                </a:cubicBezTo>
                <a:cubicBezTo>
                  <a:pt x="149" y="42"/>
                  <a:pt x="149" y="42"/>
                  <a:pt x="149" y="42"/>
                </a:cubicBezTo>
                <a:cubicBezTo>
                  <a:pt x="149" y="43"/>
                  <a:pt x="149" y="43"/>
                  <a:pt x="149" y="43"/>
                </a:cubicBezTo>
                <a:cubicBezTo>
                  <a:pt x="149" y="43"/>
                  <a:pt x="150" y="43"/>
                  <a:pt x="150" y="43"/>
                </a:cubicBezTo>
                <a:cubicBezTo>
                  <a:pt x="150" y="43"/>
                  <a:pt x="150" y="43"/>
                  <a:pt x="150" y="42"/>
                </a:cubicBezTo>
                <a:cubicBezTo>
                  <a:pt x="150" y="43"/>
                  <a:pt x="150" y="43"/>
                  <a:pt x="151" y="43"/>
                </a:cubicBezTo>
                <a:cubicBezTo>
                  <a:pt x="151" y="43"/>
                  <a:pt x="151" y="43"/>
                  <a:pt x="151" y="42"/>
                </a:cubicBezTo>
                <a:cubicBezTo>
                  <a:pt x="151" y="42"/>
                  <a:pt x="152" y="42"/>
                  <a:pt x="152" y="42"/>
                </a:cubicBezTo>
                <a:cubicBezTo>
                  <a:pt x="152" y="42"/>
                  <a:pt x="151" y="41"/>
                  <a:pt x="150" y="41"/>
                </a:cubicBezTo>
                <a:cubicBezTo>
                  <a:pt x="150" y="41"/>
                  <a:pt x="150" y="40"/>
                  <a:pt x="150" y="40"/>
                </a:cubicBezTo>
                <a:cubicBezTo>
                  <a:pt x="150" y="40"/>
                  <a:pt x="150" y="40"/>
                  <a:pt x="149" y="39"/>
                </a:cubicBezTo>
                <a:cubicBezTo>
                  <a:pt x="149" y="39"/>
                  <a:pt x="149" y="39"/>
                  <a:pt x="148" y="38"/>
                </a:cubicBezTo>
                <a:cubicBezTo>
                  <a:pt x="147" y="38"/>
                  <a:pt x="147" y="37"/>
                  <a:pt x="147" y="37"/>
                </a:cubicBezTo>
                <a:cubicBezTo>
                  <a:pt x="147" y="37"/>
                  <a:pt x="147" y="37"/>
                  <a:pt x="148" y="37"/>
                </a:cubicBezTo>
                <a:cubicBezTo>
                  <a:pt x="147" y="37"/>
                  <a:pt x="147" y="37"/>
                  <a:pt x="147" y="36"/>
                </a:cubicBezTo>
                <a:cubicBezTo>
                  <a:pt x="147" y="36"/>
                  <a:pt x="147" y="36"/>
                  <a:pt x="147" y="36"/>
                </a:cubicBezTo>
                <a:cubicBezTo>
                  <a:pt x="147" y="35"/>
                  <a:pt x="147" y="35"/>
                  <a:pt x="146" y="35"/>
                </a:cubicBezTo>
                <a:cubicBezTo>
                  <a:pt x="146" y="35"/>
                  <a:pt x="146" y="35"/>
                  <a:pt x="146" y="34"/>
                </a:cubicBezTo>
                <a:cubicBezTo>
                  <a:pt x="146" y="34"/>
                  <a:pt x="146" y="34"/>
                  <a:pt x="146" y="34"/>
                </a:cubicBezTo>
                <a:cubicBezTo>
                  <a:pt x="145" y="34"/>
                  <a:pt x="145" y="34"/>
                  <a:pt x="145" y="33"/>
                </a:cubicBezTo>
                <a:cubicBezTo>
                  <a:pt x="145" y="33"/>
                  <a:pt x="145" y="33"/>
                  <a:pt x="144" y="33"/>
                </a:cubicBezTo>
                <a:cubicBezTo>
                  <a:pt x="144" y="33"/>
                  <a:pt x="144" y="33"/>
                  <a:pt x="144" y="32"/>
                </a:cubicBezTo>
                <a:cubicBezTo>
                  <a:pt x="144" y="32"/>
                  <a:pt x="142" y="31"/>
                  <a:pt x="142" y="31"/>
                </a:cubicBezTo>
                <a:cubicBezTo>
                  <a:pt x="142" y="31"/>
                  <a:pt x="142" y="31"/>
                  <a:pt x="142" y="31"/>
                </a:cubicBezTo>
                <a:cubicBezTo>
                  <a:pt x="141" y="30"/>
                  <a:pt x="141" y="30"/>
                  <a:pt x="141" y="30"/>
                </a:cubicBezTo>
                <a:cubicBezTo>
                  <a:pt x="141" y="30"/>
                  <a:pt x="141" y="30"/>
                  <a:pt x="141" y="29"/>
                </a:cubicBezTo>
                <a:cubicBezTo>
                  <a:pt x="140" y="29"/>
                  <a:pt x="140" y="29"/>
                  <a:pt x="140" y="29"/>
                </a:cubicBezTo>
                <a:cubicBezTo>
                  <a:pt x="140" y="29"/>
                  <a:pt x="140" y="29"/>
                  <a:pt x="140" y="29"/>
                </a:cubicBezTo>
                <a:cubicBezTo>
                  <a:pt x="140" y="29"/>
                  <a:pt x="140" y="29"/>
                  <a:pt x="140" y="29"/>
                </a:cubicBezTo>
                <a:cubicBezTo>
                  <a:pt x="140" y="28"/>
                  <a:pt x="139" y="28"/>
                  <a:pt x="139" y="28"/>
                </a:cubicBezTo>
                <a:cubicBezTo>
                  <a:pt x="139" y="27"/>
                  <a:pt x="139" y="27"/>
                  <a:pt x="138" y="27"/>
                </a:cubicBezTo>
                <a:cubicBezTo>
                  <a:pt x="138" y="27"/>
                  <a:pt x="138" y="27"/>
                  <a:pt x="137" y="27"/>
                </a:cubicBezTo>
                <a:cubicBezTo>
                  <a:pt x="137" y="26"/>
                  <a:pt x="136" y="26"/>
                  <a:pt x="136" y="26"/>
                </a:cubicBezTo>
                <a:cubicBezTo>
                  <a:pt x="136" y="26"/>
                  <a:pt x="136" y="26"/>
                  <a:pt x="136" y="26"/>
                </a:cubicBezTo>
                <a:cubicBezTo>
                  <a:pt x="136" y="27"/>
                  <a:pt x="136" y="27"/>
                  <a:pt x="137" y="27"/>
                </a:cubicBezTo>
                <a:cubicBezTo>
                  <a:pt x="137" y="27"/>
                  <a:pt x="137" y="28"/>
                  <a:pt x="137" y="28"/>
                </a:cubicBezTo>
                <a:cubicBezTo>
                  <a:pt x="138" y="28"/>
                  <a:pt x="138" y="28"/>
                  <a:pt x="138" y="28"/>
                </a:cubicBezTo>
                <a:cubicBezTo>
                  <a:pt x="138" y="28"/>
                  <a:pt x="138" y="28"/>
                  <a:pt x="137" y="28"/>
                </a:cubicBezTo>
                <a:cubicBezTo>
                  <a:pt x="137" y="28"/>
                  <a:pt x="137" y="28"/>
                  <a:pt x="136" y="28"/>
                </a:cubicBezTo>
                <a:cubicBezTo>
                  <a:pt x="136" y="28"/>
                  <a:pt x="136" y="28"/>
                  <a:pt x="135" y="28"/>
                </a:cubicBezTo>
                <a:cubicBezTo>
                  <a:pt x="135" y="28"/>
                  <a:pt x="136" y="28"/>
                  <a:pt x="136" y="27"/>
                </a:cubicBezTo>
                <a:cubicBezTo>
                  <a:pt x="136" y="27"/>
                  <a:pt x="136" y="26"/>
                  <a:pt x="136" y="26"/>
                </a:cubicBezTo>
                <a:cubicBezTo>
                  <a:pt x="135" y="26"/>
                  <a:pt x="135" y="25"/>
                  <a:pt x="134" y="25"/>
                </a:cubicBezTo>
                <a:cubicBezTo>
                  <a:pt x="134" y="25"/>
                  <a:pt x="134" y="25"/>
                  <a:pt x="133" y="25"/>
                </a:cubicBezTo>
                <a:cubicBezTo>
                  <a:pt x="133" y="25"/>
                  <a:pt x="133" y="25"/>
                  <a:pt x="132" y="25"/>
                </a:cubicBezTo>
                <a:cubicBezTo>
                  <a:pt x="132" y="25"/>
                  <a:pt x="132" y="25"/>
                  <a:pt x="132" y="25"/>
                </a:cubicBezTo>
                <a:cubicBezTo>
                  <a:pt x="131" y="25"/>
                  <a:pt x="131" y="26"/>
                  <a:pt x="131" y="26"/>
                </a:cubicBezTo>
                <a:cubicBezTo>
                  <a:pt x="132" y="26"/>
                  <a:pt x="132" y="26"/>
                  <a:pt x="132" y="26"/>
                </a:cubicBezTo>
                <a:cubicBezTo>
                  <a:pt x="132" y="26"/>
                  <a:pt x="131" y="26"/>
                  <a:pt x="131" y="26"/>
                </a:cubicBezTo>
                <a:cubicBezTo>
                  <a:pt x="131" y="26"/>
                  <a:pt x="131" y="27"/>
                  <a:pt x="132" y="27"/>
                </a:cubicBezTo>
                <a:cubicBezTo>
                  <a:pt x="132" y="27"/>
                  <a:pt x="130" y="27"/>
                  <a:pt x="131" y="26"/>
                </a:cubicBezTo>
                <a:cubicBezTo>
                  <a:pt x="131" y="25"/>
                  <a:pt x="131" y="25"/>
                  <a:pt x="131" y="25"/>
                </a:cubicBezTo>
                <a:cubicBezTo>
                  <a:pt x="131" y="25"/>
                  <a:pt x="132" y="24"/>
                  <a:pt x="132" y="24"/>
                </a:cubicBezTo>
                <a:cubicBezTo>
                  <a:pt x="132" y="24"/>
                  <a:pt x="131" y="24"/>
                  <a:pt x="130" y="24"/>
                </a:cubicBezTo>
                <a:cubicBezTo>
                  <a:pt x="130" y="24"/>
                  <a:pt x="129" y="24"/>
                  <a:pt x="128" y="24"/>
                </a:cubicBezTo>
                <a:cubicBezTo>
                  <a:pt x="127" y="25"/>
                  <a:pt x="127" y="26"/>
                  <a:pt x="127" y="26"/>
                </a:cubicBezTo>
                <a:cubicBezTo>
                  <a:pt x="128" y="26"/>
                  <a:pt x="128" y="26"/>
                  <a:pt x="129" y="26"/>
                </a:cubicBezTo>
                <a:cubicBezTo>
                  <a:pt x="128" y="26"/>
                  <a:pt x="128" y="26"/>
                  <a:pt x="127" y="26"/>
                </a:cubicBezTo>
                <a:cubicBezTo>
                  <a:pt x="127" y="26"/>
                  <a:pt x="128" y="27"/>
                  <a:pt x="129" y="27"/>
                </a:cubicBezTo>
                <a:cubicBezTo>
                  <a:pt x="129" y="27"/>
                  <a:pt x="129" y="28"/>
                  <a:pt x="130" y="28"/>
                </a:cubicBezTo>
                <a:cubicBezTo>
                  <a:pt x="130" y="28"/>
                  <a:pt x="130" y="28"/>
                  <a:pt x="131" y="29"/>
                </a:cubicBezTo>
                <a:cubicBezTo>
                  <a:pt x="131" y="29"/>
                  <a:pt x="130" y="31"/>
                  <a:pt x="130" y="31"/>
                </a:cubicBezTo>
                <a:cubicBezTo>
                  <a:pt x="130" y="31"/>
                  <a:pt x="130" y="30"/>
                  <a:pt x="129" y="30"/>
                </a:cubicBezTo>
                <a:cubicBezTo>
                  <a:pt x="129" y="30"/>
                  <a:pt x="129" y="31"/>
                  <a:pt x="129" y="31"/>
                </a:cubicBezTo>
                <a:cubicBezTo>
                  <a:pt x="129" y="31"/>
                  <a:pt x="128" y="31"/>
                  <a:pt x="128" y="30"/>
                </a:cubicBezTo>
                <a:cubicBezTo>
                  <a:pt x="128" y="29"/>
                  <a:pt x="129" y="30"/>
                  <a:pt x="128" y="29"/>
                </a:cubicBezTo>
                <a:cubicBezTo>
                  <a:pt x="128" y="29"/>
                  <a:pt x="128" y="29"/>
                  <a:pt x="127" y="28"/>
                </a:cubicBezTo>
                <a:cubicBezTo>
                  <a:pt x="127" y="28"/>
                  <a:pt x="126" y="28"/>
                  <a:pt x="126" y="29"/>
                </a:cubicBezTo>
                <a:cubicBezTo>
                  <a:pt x="126" y="29"/>
                  <a:pt x="125" y="29"/>
                  <a:pt x="126" y="28"/>
                </a:cubicBezTo>
                <a:cubicBezTo>
                  <a:pt x="127" y="27"/>
                  <a:pt x="126" y="27"/>
                  <a:pt x="126" y="27"/>
                </a:cubicBezTo>
                <a:cubicBezTo>
                  <a:pt x="125" y="27"/>
                  <a:pt x="125" y="27"/>
                  <a:pt x="125" y="27"/>
                </a:cubicBezTo>
                <a:cubicBezTo>
                  <a:pt x="125" y="27"/>
                  <a:pt x="125" y="27"/>
                  <a:pt x="124" y="27"/>
                </a:cubicBezTo>
                <a:cubicBezTo>
                  <a:pt x="124" y="26"/>
                  <a:pt x="125" y="26"/>
                  <a:pt x="125" y="26"/>
                </a:cubicBezTo>
                <a:cubicBezTo>
                  <a:pt x="125" y="26"/>
                  <a:pt x="125" y="26"/>
                  <a:pt x="124" y="25"/>
                </a:cubicBezTo>
                <a:cubicBezTo>
                  <a:pt x="124" y="25"/>
                  <a:pt x="124" y="25"/>
                  <a:pt x="123" y="24"/>
                </a:cubicBezTo>
                <a:cubicBezTo>
                  <a:pt x="123" y="24"/>
                  <a:pt x="124" y="24"/>
                  <a:pt x="124" y="23"/>
                </a:cubicBezTo>
                <a:cubicBezTo>
                  <a:pt x="124" y="23"/>
                  <a:pt x="125" y="23"/>
                  <a:pt x="125" y="23"/>
                </a:cubicBezTo>
                <a:cubicBezTo>
                  <a:pt x="125" y="23"/>
                  <a:pt x="125" y="23"/>
                  <a:pt x="126" y="23"/>
                </a:cubicBezTo>
                <a:cubicBezTo>
                  <a:pt x="126" y="23"/>
                  <a:pt x="127" y="23"/>
                  <a:pt x="128" y="23"/>
                </a:cubicBezTo>
                <a:cubicBezTo>
                  <a:pt x="128" y="23"/>
                  <a:pt x="128" y="22"/>
                  <a:pt x="127" y="22"/>
                </a:cubicBezTo>
                <a:cubicBezTo>
                  <a:pt x="126" y="23"/>
                  <a:pt x="126" y="22"/>
                  <a:pt x="126" y="22"/>
                </a:cubicBezTo>
                <a:cubicBezTo>
                  <a:pt x="126" y="22"/>
                  <a:pt x="123" y="21"/>
                  <a:pt x="123" y="21"/>
                </a:cubicBezTo>
                <a:cubicBezTo>
                  <a:pt x="122" y="21"/>
                  <a:pt x="122" y="22"/>
                  <a:pt x="122" y="22"/>
                </a:cubicBezTo>
                <a:cubicBezTo>
                  <a:pt x="122" y="22"/>
                  <a:pt x="122" y="22"/>
                  <a:pt x="122" y="23"/>
                </a:cubicBezTo>
                <a:cubicBezTo>
                  <a:pt x="122" y="23"/>
                  <a:pt x="122" y="23"/>
                  <a:pt x="122" y="23"/>
                </a:cubicBezTo>
                <a:cubicBezTo>
                  <a:pt x="122" y="23"/>
                  <a:pt x="122" y="23"/>
                  <a:pt x="121" y="24"/>
                </a:cubicBezTo>
                <a:cubicBezTo>
                  <a:pt x="121" y="23"/>
                  <a:pt x="121" y="23"/>
                  <a:pt x="121" y="23"/>
                </a:cubicBezTo>
                <a:cubicBezTo>
                  <a:pt x="121" y="23"/>
                  <a:pt x="121" y="23"/>
                  <a:pt x="121" y="23"/>
                </a:cubicBezTo>
                <a:cubicBezTo>
                  <a:pt x="121" y="22"/>
                  <a:pt x="121" y="22"/>
                  <a:pt x="121" y="21"/>
                </a:cubicBezTo>
                <a:cubicBezTo>
                  <a:pt x="121" y="21"/>
                  <a:pt x="121" y="21"/>
                  <a:pt x="120" y="21"/>
                </a:cubicBezTo>
                <a:cubicBezTo>
                  <a:pt x="120" y="20"/>
                  <a:pt x="120" y="20"/>
                  <a:pt x="120" y="20"/>
                </a:cubicBezTo>
                <a:cubicBezTo>
                  <a:pt x="120" y="20"/>
                  <a:pt x="119" y="20"/>
                  <a:pt x="119" y="20"/>
                </a:cubicBezTo>
                <a:cubicBezTo>
                  <a:pt x="118" y="20"/>
                  <a:pt x="118" y="20"/>
                  <a:pt x="118" y="20"/>
                </a:cubicBezTo>
                <a:cubicBezTo>
                  <a:pt x="117" y="20"/>
                  <a:pt x="117" y="20"/>
                  <a:pt x="117" y="20"/>
                </a:cubicBezTo>
                <a:cubicBezTo>
                  <a:pt x="117" y="20"/>
                  <a:pt x="117" y="20"/>
                  <a:pt x="117" y="21"/>
                </a:cubicBezTo>
                <a:cubicBezTo>
                  <a:pt x="117" y="21"/>
                  <a:pt x="117" y="21"/>
                  <a:pt x="117" y="21"/>
                </a:cubicBezTo>
                <a:cubicBezTo>
                  <a:pt x="117" y="21"/>
                  <a:pt x="117" y="21"/>
                  <a:pt x="116" y="20"/>
                </a:cubicBezTo>
                <a:cubicBezTo>
                  <a:pt x="116" y="20"/>
                  <a:pt x="116" y="20"/>
                  <a:pt x="116" y="21"/>
                </a:cubicBezTo>
                <a:cubicBezTo>
                  <a:pt x="115" y="21"/>
                  <a:pt x="115" y="21"/>
                  <a:pt x="115" y="21"/>
                </a:cubicBezTo>
                <a:cubicBezTo>
                  <a:pt x="116" y="21"/>
                  <a:pt x="116" y="21"/>
                  <a:pt x="116" y="22"/>
                </a:cubicBezTo>
                <a:cubicBezTo>
                  <a:pt x="117" y="22"/>
                  <a:pt x="117" y="22"/>
                  <a:pt x="117" y="22"/>
                </a:cubicBezTo>
                <a:cubicBezTo>
                  <a:pt x="118" y="22"/>
                  <a:pt x="118" y="23"/>
                  <a:pt x="118" y="23"/>
                </a:cubicBezTo>
                <a:cubicBezTo>
                  <a:pt x="118" y="23"/>
                  <a:pt x="119" y="23"/>
                  <a:pt x="119" y="23"/>
                </a:cubicBezTo>
                <a:cubicBezTo>
                  <a:pt x="119" y="23"/>
                  <a:pt x="120" y="23"/>
                  <a:pt x="120" y="23"/>
                </a:cubicBezTo>
                <a:cubicBezTo>
                  <a:pt x="120" y="24"/>
                  <a:pt x="120" y="24"/>
                  <a:pt x="121" y="24"/>
                </a:cubicBezTo>
                <a:cubicBezTo>
                  <a:pt x="121" y="24"/>
                  <a:pt x="120" y="24"/>
                  <a:pt x="120" y="25"/>
                </a:cubicBezTo>
                <a:cubicBezTo>
                  <a:pt x="120" y="25"/>
                  <a:pt x="121" y="25"/>
                  <a:pt x="120" y="26"/>
                </a:cubicBezTo>
                <a:cubicBezTo>
                  <a:pt x="120" y="26"/>
                  <a:pt x="120" y="25"/>
                  <a:pt x="120" y="25"/>
                </a:cubicBezTo>
                <a:cubicBezTo>
                  <a:pt x="120" y="25"/>
                  <a:pt x="119" y="25"/>
                  <a:pt x="119" y="25"/>
                </a:cubicBezTo>
                <a:cubicBezTo>
                  <a:pt x="118" y="25"/>
                  <a:pt x="118" y="26"/>
                  <a:pt x="118" y="26"/>
                </a:cubicBezTo>
                <a:cubicBezTo>
                  <a:pt x="118" y="26"/>
                  <a:pt x="118" y="26"/>
                  <a:pt x="118" y="26"/>
                </a:cubicBezTo>
                <a:cubicBezTo>
                  <a:pt x="118" y="26"/>
                  <a:pt x="118" y="26"/>
                  <a:pt x="117" y="27"/>
                </a:cubicBezTo>
                <a:cubicBezTo>
                  <a:pt x="117" y="27"/>
                  <a:pt x="116" y="27"/>
                  <a:pt x="115" y="27"/>
                </a:cubicBezTo>
                <a:cubicBezTo>
                  <a:pt x="114" y="26"/>
                  <a:pt x="112" y="25"/>
                  <a:pt x="112" y="25"/>
                </a:cubicBezTo>
                <a:cubicBezTo>
                  <a:pt x="111" y="24"/>
                  <a:pt x="110" y="24"/>
                  <a:pt x="109" y="24"/>
                </a:cubicBezTo>
                <a:cubicBezTo>
                  <a:pt x="109" y="24"/>
                  <a:pt x="108" y="24"/>
                  <a:pt x="108" y="24"/>
                </a:cubicBezTo>
                <a:cubicBezTo>
                  <a:pt x="107" y="25"/>
                  <a:pt x="109" y="25"/>
                  <a:pt x="108" y="27"/>
                </a:cubicBezTo>
                <a:cubicBezTo>
                  <a:pt x="108" y="27"/>
                  <a:pt x="109" y="25"/>
                  <a:pt x="107" y="25"/>
                </a:cubicBezTo>
                <a:cubicBezTo>
                  <a:pt x="107" y="25"/>
                  <a:pt x="107" y="25"/>
                  <a:pt x="106" y="25"/>
                </a:cubicBezTo>
                <a:cubicBezTo>
                  <a:pt x="106" y="25"/>
                  <a:pt x="107" y="24"/>
                  <a:pt x="106" y="24"/>
                </a:cubicBezTo>
                <a:cubicBezTo>
                  <a:pt x="106" y="24"/>
                  <a:pt x="105" y="25"/>
                  <a:pt x="104" y="25"/>
                </a:cubicBezTo>
                <a:cubicBezTo>
                  <a:pt x="102" y="24"/>
                  <a:pt x="101" y="24"/>
                  <a:pt x="101" y="24"/>
                </a:cubicBezTo>
                <a:cubicBezTo>
                  <a:pt x="102" y="24"/>
                  <a:pt x="102" y="24"/>
                  <a:pt x="103" y="23"/>
                </a:cubicBezTo>
                <a:cubicBezTo>
                  <a:pt x="103" y="23"/>
                  <a:pt x="103" y="23"/>
                  <a:pt x="101" y="22"/>
                </a:cubicBezTo>
                <a:cubicBezTo>
                  <a:pt x="100" y="22"/>
                  <a:pt x="99" y="22"/>
                  <a:pt x="99" y="22"/>
                </a:cubicBezTo>
                <a:cubicBezTo>
                  <a:pt x="99" y="22"/>
                  <a:pt x="99" y="22"/>
                  <a:pt x="98" y="22"/>
                </a:cubicBezTo>
                <a:cubicBezTo>
                  <a:pt x="97" y="21"/>
                  <a:pt x="97" y="21"/>
                  <a:pt x="97" y="21"/>
                </a:cubicBezTo>
                <a:cubicBezTo>
                  <a:pt x="96" y="21"/>
                  <a:pt x="96" y="21"/>
                  <a:pt x="96" y="21"/>
                </a:cubicBezTo>
                <a:cubicBezTo>
                  <a:pt x="96" y="21"/>
                  <a:pt x="94" y="20"/>
                  <a:pt x="94" y="21"/>
                </a:cubicBezTo>
                <a:cubicBezTo>
                  <a:pt x="94" y="21"/>
                  <a:pt x="94" y="21"/>
                  <a:pt x="93" y="21"/>
                </a:cubicBezTo>
                <a:cubicBezTo>
                  <a:pt x="93" y="21"/>
                  <a:pt x="94" y="21"/>
                  <a:pt x="94" y="20"/>
                </a:cubicBezTo>
                <a:cubicBezTo>
                  <a:pt x="93" y="20"/>
                  <a:pt x="93" y="20"/>
                  <a:pt x="93" y="20"/>
                </a:cubicBezTo>
                <a:cubicBezTo>
                  <a:pt x="93" y="20"/>
                  <a:pt x="93" y="20"/>
                  <a:pt x="93" y="20"/>
                </a:cubicBezTo>
                <a:cubicBezTo>
                  <a:pt x="93" y="20"/>
                  <a:pt x="92" y="21"/>
                  <a:pt x="92" y="21"/>
                </a:cubicBezTo>
                <a:cubicBezTo>
                  <a:pt x="91" y="21"/>
                  <a:pt x="91" y="20"/>
                  <a:pt x="91" y="20"/>
                </a:cubicBezTo>
                <a:cubicBezTo>
                  <a:pt x="91" y="20"/>
                  <a:pt x="90" y="19"/>
                  <a:pt x="90" y="20"/>
                </a:cubicBezTo>
                <a:cubicBezTo>
                  <a:pt x="89" y="20"/>
                  <a:pt x="89" y="20"/>
                  <a:pt x="89" y="20"/>
                </a:cubicBezTo>
                <a:cubicBezTo>
                  <a:pt x="89" y="20"/>
                  <a:pt x="89" y="20"/>
                  <a:pt x="89" y="20"/>
                </a:cubicBezTo>
                <a:cubicBezTo>
                  <a:pt x="88" y="20"/>
                  <a:pt x="88" y="20"/>
                  <a:pt x="87" y="20"/>
                </a:cubicBezTo>
                <a:cubicBezTo>
                  <a:pt x="87" y="20"/>
                  <a:pt x="87" y="20"/>
                  <a:pt x="87" y="20"/>
                </a:cubicBezTo>
                <a:cubicBezTo>
                  <a:pt x="86" y="20"/>
                  <a:pt x="86" y="20"/>
                  <a:pt x="86" y="20"/>
                </a:cubicBezTo>
                <a:cubicBezTo>
                  <a:pt x="85" y="20"/>
                  <a:pt x="85" y="20"/>
                  <a:pt x="85" y="20"/>
                </a:cubicBezTo>
                <a:cubicBezTo>
                  <a:pt x="85" y="20"/>
                  <a:pt x="84" y="20"/>
                  <a:pt x="84" y="20"/>
                </a:cubicBezTo>
                <a:cubicBezTo>
                  <a:pt x="84" y="20"/>
                  <a:pt x="83" y="20"/>
                  <a:pt x="82" y="20"/>
                </a:cubicBezTo>
                <a:cubicBezTo>
                  <a:pt x="81" y="20"/>
                  <a:pt x="80" y="21"/>
                  <a:pt x="80" y="21"/>
                </a:cubicBezTo>
                <a:cubicBezTo>
                  <a:pt x="80" y="21"/>
                  <a:pt x="80" y="21"/>
                  <a:pt x="80" y="20"/>
                </a:cubicBezTo>
                <a:cubicBezTo>
                  <a:pt x="80" y="20"/>
                  <a:pt x="79" y="20"/>
                  <a:pt x="79" y="20"/>
                </a:cubicBezTo>
                <a:cubicBezTo>
                  <a:pt x="79" y="20"/>
                  <a:pt x="78" y="20"/>
                  <a:pt x="78" y="20"/>
                </a:cubicBezTo>
                <a:cubicBezTo>
                  <a:pt x="78" y="20"/>
                  <a:pt x="77" y="20"/>
                  <a:pt x="77" y="20"/>
                </a:cubicBezTo>
                <a:cubicBezTo>
                  <a:pt x="76" y="20"/>
                  <a:pt x="76" y="20"/>
                  <a:pt x="75" y="20"/>
                </a:cubicBezTo>
                <a:cubicBezTo>
                  <a:pt x="74" y="20"/>
                  <a:pt x="73" y="20"/>
                  <a:pt x="73" y="20"/>
                </a:cubicBezTo>
                <a:cubicBezTo>
                  <a:pt x="73" y="20"/>
                  <a:pt x="73" y="20"/>
                  <a:pt x="72" y="20"/>
                </a:cubicBezTo>
                <a:cubicBezTo>
                  <a:pt x="72" y="20"/>
                  <a:pt x="68" y="20"/>
                  <a:pt x="68" y="20"/>
                </a:cubicBezTo>
                <a:cubicBezTo>
                  <a:pt x="68" y="20"/>
                  <a:pt x="68" y="20"/>
                  <a:pt x="68" y="20"/>
                </a:cubicBezTo>
                <a:cubicBezTo>
                  <a:pt x="67" y="20"/>
                  <a:pt x="67" y="20"/>
                  <a:pt x="66" y="20"/>
                </a:cubicBezTo>
                <a:cubicBezTo>
                  <a:pt x="66" y="20"/>
                  <a:pt x="66" y="20"/>
                  <a:pt x="66" y="20"/>
                </a:cubicBezTo>
                <a:cubicBezTo>
                  <a:pt x="65" y="20"/>
                  <a:pt x="65" y="20"/>
                  <a:pt x="64" y="20"/>
                </a:cubicBezTo>
                <a:cubicBezTo>
                  <a:pt x="64" y="20"/>
                  <a:pt x="64" y="20"/>
                  <a:pt x="64" y="21"/>
                </a:cubicBezTo>
                <a:cubicBezTo>
                  <a:pt x="63" y="21"/>
                  <a:pt x="63" y="21"/>
                  <a:pt x="62" y="21"/>
                </a:cubicBezTo>
                <a:cubicBezTo>
                  <a:pt x="62" y="21"/>
                  <a:pt x="62" y="21"/>
                  <a:pt x="61" y="21"/>
                </a:cubicBezTo>
                <a:cubicBezTo>
                  <a:pt x="61" y="21"/>
                  <a:pt x="61" y="21"/>
                  <a:pt x="60" y="22"/>
                </a:cubicBezTo>
                <a:cubicBezTo>
                  <a:pt x="60" y="22"/>
                  <a:pt x="60" y="22"/>
                  <a:pt x="60" y="22"/>
                </a:cubicBezTo>
                <a:cubicBezTo>
                  <a:pt x="79" y="12"/>
                  <a:pt x="102" y="9"/>
                  <a:pt x="124" y="15"/>
                </a:cubicBezTo>
                <a:cubicBezTo>
                  <a:pt x="124" y="15"/>
                  <a:pt x="124" y="15"/>
                  <a:pt x="124" y="15"/>
                </a:cubicBezTo>
                <a:cubicBezTo>
                  <a:pt x="124" y="15"/>
                  <a:pt x="124" y="15"/>
                  <a:pt x="124" y="15"/>
                </a:cubicBezTo>
                <a:cubicBezTo>
                  <a:pt x="124" y="15"/>
                  <a:pt x="124" y="15"/>
                  <a:pt x="124" y="15"/>
                </a:cubicBezTo>
                <a:cubicBezTo>
                  <a:pt x="125" y="16"/>
                  <a:pt x="125" y="16"/>
                  <a:pt x="125" y="16"/>
                </a:cubicBezTo>
                <a:cubicBezTo>
                  <a:pt x="125" y="16"/>
                  <a:pt x="125" y="16"/>
                  <a:pt x="125" y="16"/>
                </a:cubicBezTo>
                <a:cubicBezTo>
                  <a:pt x="125" y="16"/>
                  <a:pt x="125" y="16"/>
                  <a:pt x="126" y="16"/>
                </a:cubicBezTo>
                <a:cubicBezTo>
                  <a:pt x="126" y="17"/>
                  <a:pt x="126" y="17"/>
                  <a:pt x="126" y="17"/>
                </a:cubicBezTo>
                <a:cubicBezTo>
                  <a:pt x="127" y="17"/>
                  <a:pt x="127" y="18"/>
                  <a:pt x="127" y="18"/>
                </a:cubicBezTo>
                <a:cubicBezTo>
                  <a:pt x="128" y="18"/>
                  <a:pt x="128" y="18"/>
                  <a:pt x="128" y="18"/>
                </a:cubicBezTo>
                <a:cubicBezTo>
                  <a:pt x="129" y="18"/>
                  <a:pt x="129" y="18"/>
                  <a:pt x="129" y="18"/>
                </a:cubicBezTo>
                <a:cubicBezTo>
                  <a:pt x="130" y="18"/>
                  <a:pt x="130" y="19"/>
                  <a:pt x="130" y="19"/>
                </a:cubicBezTo>
                <a:cubicBezTo>
                  <a:pt x="130" y="19"/>
                  <a:pt x="130" y="19"/>
                  <a:pt x="131" y="19"/>
                </a:cubicBezTo>
                <a:cubicBezTo>
                  <a:pt x="131" y="19"/>
                  <a:pt x="131" y="18"/>
                  <a:pt x="132" y="18"/>
                </a:cubicBezTo>
                <a:cubicBezTo>
                  <a:pt x="132" y="18"/>
                  <a:pt x="131" y="18"/>
                  <a:pt x="131" y="19"/>
                </a:cubicBezTo>
                <a:cubicBezTo>
                  <a:pt x="131" y="19"/>
                  <a:pt x="131" y="19"/>
                  <a:pt x="132" y="19"/>
                </a:cubicBezTo>
                <a:cubicBezTo>
                  <a:pt x="132" y="19"/>
                  <a:pt x="132" y="20"/>
                  <a:pt x="133" y="20"/>
                </a:cubicBezTo>
                <a:cubicBezTo>
                  <a:pt x="133" y="20"/>
                  <a:pt x="133" y="20"/>
                  <a:pt x="133" y="21"/>
                </a:cubicBezTo>
                <a:cubicBezTo>
                  <a:pt x="133" y="20"/>
                  <a:pt x="133" y="20"/>
                  <a:pt x="133" y="20"/>
                </a:cubicBezTo>
                <a:cubicBezTo>
                  <a:pt x="132" y="20"/>
                  <a:pt x="132" y="20"/>
                  <a:pt x="132" y="20"/>
                </a:cubicBezTo>
                <a:cubicBezTo>
                  <a:pt x="132" y="19"/>
                  <a:pt x="131" y="19"/>
                  <a:pt x="131" y="19"/>
                </a:cubicBezTo>
                <a:cubicBezTo>
                  <a:pt x="131" y="19"/>
                  <a:pt x="131" y="19"/>
                  <a:pt x="130" y="19"/>
                </a:cubicBezTo>
                <a:cubicBezTo>
                  <a:pt x="131" y="19"/>
                  <a:pt x="131" y="19"/>
                  <a:pt x="131" y="19"/>
                </a:cubicBezTo>
                <a:cubicBezTo>
                  <a:pt x="131" y="20"/>
                  <a:pt x="131" y="20"/>
                  <a:pt x="131" y="20"/>
                </a:cubicBezTo>
                <a:cubicBezTo>
                  <a:pt x="131" y="20"/>
                  <a:pt x="131" y="20"/>
                  <a:pt x="131" y="20"/>
                </a:cubicBezTo>
                <a:cubicBezTo>
                  <a:pt x="131" y="20"/>
                  <a:pt x="130" y="20"/>
                  <a:pt x="130" y="20"/>
                </a:cubicBezTo>
                <a:cubicBezTo>
                  <a:pt x="130" y="20"/>
                  <a:pt x="129" y="20"/>
                  <a:pt x="129" y="20"/>
                </a:cubicBezTo>
                <a:cubicBezTo>
                  <a:pt x="129" y="19"/>
                  <a:pt x="129" y="20"/>
                  <a:pt x="129" y="20"/>
                </a:cubicBezTo>
                <a:cubicBezTo>
                  <a:pt x="129" y="20"/>
                  <a:pt x="128" y="19"/>
                  <a:pt x="128" y="20"/>
                </a:cubicBezTo>
                <a:cubicBezTo>
                  <a:pt x="128" y="20"/>
                  <a:pt x="128" y="20"/>
                  <a:pt x="128" y="20"/>
                </a:cubicBezTo>
                <a:cubicBezTo>
                  <a:pt x="128" y="20"/>
                  <a:pt x="128" y="20"/>
                  <a:pt x="127" y="19"/>
                </a:cubicBezTo>
                <a:cubicBezTo>
                  <a:pt x="127" y="19"/>
                  <a:pt x="127" y="19"/>
                  <a:pt x="127" y="19"/>
                </a:cubicBezTo>
                <a:cubicBezTo>
                  <a:pt x="126" y="19"/>
                  <a:pt x="126" y="19"/>
                  <a:pt x="126" y="19"/>
                </a:cubicBezTo>
                <a:cubicBezTo>
                  <a:pt x="126" y="19"/>
                  <a:pt x="126" y="19"/>
                  <a:pt x="126" y="19"/>
                </a:cubicBezTo>
                <a:cubicBezTo>
                  <a:pt x="126" y="19"/>
                  <a:pt x="126" y="18"/>
                  <a:pt x="125" y="18"/>
                </a:cubicBezTo>
                <a:cubicBezTo>
                  <a:pt x="125" y="18"/>
                  <a:pt x="125" y="18"/>
                  <a:pt x="124" y="18"/>
                </a:cubicBezTo>
                <a:cubicBezTo>
                  <a:pt x="124" y="18"/>
                  <a:pt x="124" y="18"/>
                  <a:pt x="123" y="18"/>
                </a:cubicBezTo>
                <a:cubicBezTo>
                  <a:pt x="123" y="18"/>
                  <a:pt x="123" y="18"/>
                  <a:pt x="122" y="17"/>
                </a:cubicBezTo>
                <a:cubicBezTo>
                  <a:pt x="122" y="17"/>
                  <a:pt x="122" y="17"/>
                  <a:pt x="122" y="17"/>
                </a:cubicBezTo>
                <a:cubicBezTo>
                  <a:pt x="122" y="17"/>
                  <a:pt x="123" y="18"/>
                  <a:pt x="123" y="18"/>
                </a:cubicBezTo>
                <a:cubicBezTo>
                  <a:pt x="123" y="19"/>
                  <a:pt x="124" y="19"/>
                  <a:pt x="124" y="19"/>
                </a:cubicBezTo>
                <a:cubicBezTo>
                  <a:pt x="124" y="19"/>
                  <a:pt x="124" y="19"/>
                  <a:pt x="125" y="19"/>
                </a:cubicBezTo>
                <a:cubicBezTo>
                  <a:pt x="125" y="19"/>
                  <a:pt x="125" y="19"/>
                  <a:pt x="126" y="19"/>
                </a:cubicBezTo>
                <a:cubicBezTo>
                  <a:pt x="126" y="20"/>
                  <a:pt x="126" y="20"/>
                  <a:pt x="126" y="20"/>
                </a:cubicBezTo>
                <a:cubicBezTo>
                  <a:pt x="126" y="20"/>
                  <a:pt x="126" y="20"/>
                  <a:pt x="126" y="20"/>
                </a:cubicBezTo>
                <a:cubicBezTo>
                  <a:pt x="126" y="20"/>
                  <a:pt x="126" y="20"/>
                  <a:pt x="126" y="20"/>
                </a:cubicBezTo>
                <a:cubicBezTo>
                  <a:pt x="126" y="21"/>
                  <a:pt x="126" y="21"/>
                  <a:pt x="126" y="21"/>
                </a:cubicBezTo>
                <a:cubicBezTo>
                  <a:pt x="126" y="21"/>
                  <a:pt x="126" y="21"/>
                  <a:pt x="126" y="21"/>
                </a:cubicBezTo>
                <a:cubicBezTo>
                  <a:pt x="127" y="21"/>
                  <a:pt x="127" y="22"/>
                  <a:pt x="127" y="22"/>
                </a:cubicBezTo>
                <a:cubicBezTo>
                  <a:pt x="127" y="22"/>
                  <a:pt x="127" y="22"/>
                  <a:pt x="128" y="22"/>
                </a:cubicBezTo>
                <a:cubicBezTo>
                  <a:pt x="128" y="22"/>
                  <a:pt x="128" y="22"/>
                  <a:pt x="129" y="22"/>
                </a:cubicBezTo>
                <a:cubicBezTo>
                  <a:pt x="129" y="22"/>
                  <a:pt x="129" y="22"/>
                  <a:pt x="129" y="22"/>
                </a:cubicBezTo>
                <a:cubicBezTo>
                  <a:pt x="130" y="23"/>
                  <a:pt x="130" y="23"/>
                  <a:pt x="131" y="23"/>
                </a:cubicBezTo>
                <a:cubicBezTo>
                  <a:pt x="132" y="24"/>
                  <a:pt x="133" y="24"/>
                  <a:pt x="134" y="24"/>
                </a:cubicBezTo>
                <a:cubicBezTo>
                  <a:pt x="134" y="24"/>
                  <a:pt x="135" y="25"/>
                  <a:pt x="135" y="25"/>
                </a:cubicBezTo>
                <a:cubicBezTo>
                  <a:pt x="135" y="25"/>
                  <a:pt x="135" y="25"/>
                  <a:pt x="136" y="25"/>
                </a:cubicBezTo>
                <a:cubicBezTo>
                  <a:pt x="136" y="25"/>
                  <a:pt x="136" y="25"/>
                  <a:pt x="137" y="25"/>
                </a:cubicBezTo>
                <a:cubicBezTo>
                  <a:pt x="137" y="25"/>
                  <a:pt x="137" y="25"/>
                  <a:pt x="137" y="25"/>
                </a:cubicBezTo>
                <a:cubicBezTo>
                  <a:pt x="137" y="25"/>
                  <a:pt x="137" y="25"/>
                  <a:pt x="137" y="25"/>
                </a:cubicBezTo>
                <a:cubicBezTo>
                  <a:pt x="137" y="24"/>
                  <a:pt x="137" y="24"/>
                  <a:pt x="137" y="24"/>
                </a:cubicBezTo>
                <a:cubicBezTo>
                  <a:pt x="136" y="24"/>
                  <a:pt x="136" y="24"/>
                  <a:pt x="136" y="23"/>
                </a:cubicBezTo>
                <a:cubicBezTo>
                  <a:pt x="135" y="23"/>
                  <a:pt x="135" y="23"/>
                  <a:pt x="134" y="23"/>
                </a:cubicBezTo>
                <a:cubicBezTo>
                  <a:pt x="133" y="23"/>
                  <a:pt x="133" y="23"/>
                  <a:pt x="132" y="22"/>
                </a:cubicBezTo>
                <a:cubicBezTo>
                  <a:pt x="132" y="22"/>
                  <a:pt x="131" y="23"/>
                  <a:pt x="131" y="22"/>
                </a:cubicBezTo>
                <a:cubicBezTo>
                  <a:pt x="130" y="21"/>
                  <a:pt x="129" y="21"/>
                  <a:pt x="129" y="21"/>
                </a:cubicBezTo>
                <a:cubicBezTo>
                  <a:pt x="129" y="21"/>
                  <a:pt x="129" y="21"/>
                  <a:pt x="128" y="20"/>
                </a:cubicBezTo>
                <a:cubicBezTo>
                  <a:pt x="128" y="20"/>
                  <a:pt x="129" y="20"/>
                  <a:pt x="129" y="21"/>
                </a:cubicBezTo>
                <a:cubicBezTo>
                  <a:pt x="129" y="21"/>
                  <a:pt x="129" y="21"/>
                  <a:pt x="130" y="20"/>
                </a:cubicBezTo>
                <a:cubicBezTo>
                  <a:pt x="130" y="21"/>
                  <a:pt x="130" y="21"/>
                  <a:pt x="131" y="21"/>
                </a:cubicBezTo>
                <a:cubicBezTo>
                  <a:pt x="132" y="21"/>
                  <a:pt x="132" y="21"/>
                  <a:pt x="132" y="22"/>
                </a:cubicBezTo>
                <a:cubicBezTo>
                  <a:pt x="133" y="22"/>
                  <a:pt x="133" y="22"/>
                  <a:pt x="133" y="22"/>
                </a:cubicBezTo>
                <a:cubicBezTo>
                  <a:pt x="133" y="22"/>
                  <a:pt x="134" y="22"/>
                  <a:pt x="134" y="22"/>
                </a:cubicBezTo>
                <a:cubicBezTo>
                  <a:pt x="134" y="22"/>
                  <a:pt x="135" y="22"/>
                  <a:pt x="135" y="22"/>
                </a:cubicBezTo>
                <a:cubicBezTo>
                  <a:pt x="136" y="23"/>
                  <a:pt x="136" y="23"/>
                  <a:pt x="136" y="23"/>
                </a:cubicBezTo>
                <a:cubicBezTo>
                  <a:pt x="136" y="23"/>
                  <a:pt x="136" y="23"/>
                  <a:pt x="136" y="23"/>
                </a:cubicBezTo>
                <a:cubicBezTo>
                  <a:pt x="137" y="24"/>
                  <a:pt x="137" y="24"/>
                  <a:pt x="137" y="24"/>
                </a:cubicBezTo>
                <a:cubicBezTo>
                  <a:pt x="137" y="24"/>
                  <a:pt x="138" y="24"/>
                  <a:pt x="138" y="25"/>
                </a:cubicBezTo>
                <a:cubicBezTo>
                  <a:pt x="138" y="24"/>
                  <a:pt x="138" y="24"/>
                  <a:pt x="138" y="24"/>
                </a:cubicBezTo>
                <a:cubicBezTo>
                  <a:pt x="139" y="24"/>
                  <a:pt x="139" y="24"/>
                  <a:pt x="139" y="24"/>
                </a:cubicBezTo>
                <a:cubicBezTo>
                  <a:pt x="139" y="24"/>
                  <a:pt x="139" y="24"/>
                  <a:pt x="139" y="23"/>
                </a:cubicBezTo>
                <a:cubicBezTo>
                  <a:pt x="139" y="23"/>
                  <a:pt x="139" y="23"/>
                  <a:pt x="139" y="23"/>
                </a:cubicBezTo>
                <a:cubicBezTo>
                  <a:pt x="139" y="23"/>
                  <a:pt x="139" y="23"/>
                  <a:pt x="139" y="23"/>
                </a:cubicBezTo>
                <a:cubicBezTo>
                  <a:pt x="140" y="23"/>
                  <a:pt x="140" y="23"/>
                  <a:pt x="141" y="23"/>
                </a:cubicBezTo>
                <a:cubicBezTo>
                  <a:pt x="141" y="23"/>
                  <a:pt x="141" y="23"/>
                  <a:pt x="141" y="23"/>
                </a:cubicBezTo>
                <a:cubicBezTo>
                  <a:pt x="142" y="23"/>
                  <a:pt x="142" y="23"/>
                  <a:pt x="142" y="23"/>
                </a:cubicBezTo>
                <a:cubicBezTo>
                  <a:pt x="142" y="23"/>
                  <a:pt x="142" y="23"/>
                  <a:pt x="143" y="23"/>
                </a:cubicBezTo>
                <a:cubicBezTo>
                  <a:pt x="142" y="23"/>
                  <a:pt x="142" y="23"/>
                  <a:pt x="142" y="22"/>
                </a:cubicBezTo>
                <a:cubicBezTo>
                  <a:pt x="142" y="22"/>
                  <a:pt x="143" y="22"/>
                  <a:pt x="143" y="22"/>
                </a:cubicBezTo>
                <a:cubicBezTo>
                  <a:pt x="143" y="22"/>
                  <a:pt x="143" y="22"/>
                  <a:pt x="143" y="22"/>
                </a:cubicBezTo>
                <a:cubicBezTo>
                  <a:pt x="143" y="22"/>
                  <a:pt x="143" y="23"/>
                  <a:pt x="143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6" y="24"/>
                  <a:pt x="148" y="25"/>
                  <a:pt x="150" y="26"/>
                </a:cubicBezTo>
                <a:cubicBezTo>
                  <a:pt x="150" y="27"/>
                  <a:pt x="150" y="27"/>
                  <a:pt x="150" y="27"/>
                </a:cubicBezTo>
                <a:cubicBezTo>
                  <a:pt x="150" y="26"/>
                  <a:pt x="149" y="26"/>
                  <a:pt x="149" y="26"/>
                </a:cubicBezTo>
                <a:cubicBezTo>
                  <a:pt x="148" y="25"/>
                  <a:pt x="147" y="25"/>
                  <a:pt x="147" y="25"/>
                </a:cubicBezTo>
                <a:cubicBezTo>
                  <a:pt x="146" y="25"/>
                  <a:pt x="146" y="25"/>
                  <a:pt x="146" y="25"/>
                </a:cubicBezTo>
                <a:cubicBezTo>
                  <a:pt x="145" y="24"/>
                  <a:pt x="145" y="24"/>
                  <a:pt x="144" y="24"/>
                </a:cubicBezTo>
                <a:cubicBezTo>
                  <a:pt x="144" y="24"/>
                  <a:pt x="144" y="24"/>
                  <a:pt x="143" y="24"/>
                </a:cubicBezTo>
                <a:cubicBezTo>
                  <a:pt x="144" y="25"/>
                  <a:pt x="144" y="25"/>
                  <a:pt x="145" y="25"/>
                </a:cubicBezTo>
                <a:cubicBezTo>
                  <a:pt x="145" y="26"/>
                  <a:pt x="145" y="26"/>
                  <a:pt x="146" y="26"/>
                </a:cubicBezTo>
                <a:cubicBezTo>
                  <a:pt x="146" y="26"/>
                  <a:pt x="146" y="26"/>
                  <a:pt x="147" y="27"/>
                </a:cubicBezTo>
                <a:cubicBezTo>
                  <a:pt x="146" y="26"/>
                  <a:pt x="146" y="26"/>
                  <a:pt x="145" y="26"/>
                </a:cubicBezTo>
                <a:cubicBezTo>
                  <a:pt x="145" y="26"/>
                  <a:pt x="145" y="26"/>
                  <a:pt x="145" y="26"/>
                </a:cubicBezTo>
                <a:cubicBezTo>
                  <a:pt x="145" y="27"/>
                  <a:pt x="145" y="27"/>
                  <a:pt x="146" y="27"/>
                </a:cubicBezTo>
                <a:cubicBezTo>
                  <a:pt x="146" y="27"/>
                  <a:pt x="146" y="27"/>
                  <a:pt x="146" y="28"/>
                </a:cubicBezTo>
                <a:cubicBezTo>
                  <a:pt x="146" y="28"/>
                  <a:pt x="146" y="28"/>
                  <a:pt x="147" y="28"/>
                </a:cubicBezTo>
                <a:cubicBezTo>
                  <a:pt x="147" y="29"/>
                  <a:pt x="147" y="29"/>
                  <a:pt x="148" y="29"/>
                </a:cubicBezTo>
                <a:cubicBezTo>
                  <a:pt x="148" y="29"/>
                  <a:pt x="149" y="29"/>
                  <a:pt x="149" y="29"/>
                </a:cubicBezTo>
                <a:cubicBezTo>
                  <a:pt x="150" y="30"/>
                  <a:pt x="150" y="30"/>
                  <a:pt x="150" y="30"/>
                </a:cubicBezTo>
                <a:cubicBezTo>
                  <a:pt x="150" y="30"/>
                  <a:pt x="151" y="30"/>
                  <a:pt x="151" y="31"/>
                </a:cubicBezTo>
                <a:cubicBezTo>
                  <a:pt x="152" y="31"/>
                  <a:pt x="152" y="31"/>
                  <a:pt x="153" y="32"/>
                </a:cubicBezTo>
                <a:cubicBezTo>
                  <a:pt x="153" y="32"/>
                  <a:pt x="153" y="32"/>
                  <a:pt x="153" y="33"/>
                </a:cubicBezTo>
                <a:cubicBezTo>
                  <a:pt x="154" y="33"/>
                  <a:pt x="154" y="33"/>
                  <a:pt x="154" y="33"/>
                </a:cubicBezTo>
                <a:cubicBezTo>
                  <a:pt x="155" y="34"/>
                  <a:pt x="155" y="34"/>
                  <a:pt x="155" y="34"/>
                </a:cubicBezTo>
                <a:cubicBezTo>
                  <a:pt x="155" y="35"/>
                  <a:pt x="155" y="35"/>
                  <a:pt x="156" y="36"/>
                </a:cubicBezTo>
                <a:cubicBezTo>
                  <a:pt x="156" y="37"/>
                  <a:pt x="156" y="37"/>
                  <a:pt x="156" y="37"/>
                </a:cubicBezTo>
                <a:cubicBezTo>
                  <a:pt x="156" y="37"/>
                  <a:pt x="156" y="38"/>
                  <a:pt x="157" y="38"/>
                </a:cubicBezTo>
                <a:cubicBezTo>
                  <a:pt x="157" y="38"/>
                  <a:pt x="157" y="38"/>
                  <a:pt x="157" y="38"/>
                </a:cubicBezTo>
                <a:cubicBezTo>
                  <a:pt x="157" y="39"/>
                  <a:pt x="157" y="39"/>
                  <a:pt x="157" y="40"/>
                </a:cubicBezTo>
                <a:cubicBezTo>
                  <a:pt x="157" y="40"/>
                  <a:pt x="157" y="40"/>
                  <a:pt x="158" y="40"/>
                </a:cubicBezTo>
                <a:cubicBezTo>
                  <a:pt x="158" y="41"/>
                  <a:pt x="158" y="41"/>
                  <a:pt x="158" y="41"/>
                </a:cubicBezTo>
                <a:cubicBezTo>
                  <a:pt x="157" y="41"/>
                  <a:pt x="157" y="41"/>
                  <a:pt x="157" y="41"/>
                </a:cubicBezTo>
                <a:cubicBezTo>
                  <a:pt x="157" y="42"/>
                  <a:pt x="157" y="42"/>
                  <a:pt x="157" y="42"/>
                </a:cubicBezTo>
                <a:cubicBezTo>
                  <a:pt x="158" y="42"/>
                  <a:pt x="158" y="42"/>
                  <a:pt x="158" y="42"/>
                </a:cubicBezTo>
                <a:cubicBezTo>
                  <a:pt x="158" y="43"/>
                  <a:pt x="158" y="43"/>
                  <a:pt x="159" y="43"/>
                </a:cubicBezTo>
                <a:cubicBezTo>
                  <a:pt x="159" y="43"/>
                  <a:pt x="159" y="43"/>
                  <a:pt x="159" y="43"/>
                </a:cubicBezTo>
                <a:cubicBezTo>
                  <a:pt x="159" y="43"/>
                  <a:pt x="159" y="43"/>
                  <a:pt x="159" y="43"/>
                </a:cubicBezTo>
                <a:cubicBezTo>
                  <a:pt x="159" y="43"/>
                  <a:pt x="159" y="43"/>
                  <a:pt x="160" y="43"/>
                </a:cubicBezTo>
                <a:cubicBezTo>
                  <a:pt x="160" y="43"/>
                  <a:pt x="160" y="43"/>
                  <a:pt x="160" y="43"/>
                </a:cubicBezTo>
                <a:cubicBezTo>
                  <a:pt x="160" y="44"/>
                  <a:pt x="160" y="44"/>
                  <a:pt x="160" y="45"/>
                </a:cubicBezTo>
                <a:cubicBezTo>
                  <a:pt x="160" y="44"/>
                  <a:pt x="160" y="44"/>
                  <a:pt x="159" y="44"/>
                </a:cubicBezTo>
                <a:cubicBezTo>
                  <a:pt x="159" y="44"/>
                  <a:pt x="159" y="44"/>
                  <a:pt x="158" y="44"/>
                </a:cubicBezTo>
                <a:cubicBezTo>
                  <a:pt x="158" y="44"/>
                  <a:pt x="158" y="44"/>
                  <a:pt x="158" y="45"/>
                </a:cubicBezTo>
                <a:cubicBezTo>
                  <a:pt x="158" y="45"/>
                  <a:pt x="158" y="45"/>
                  <a:pt x="158" y="45"/>
                </a:cubicBezTo>
                <a:cubicBezTo>
                  <a:pt x="158" y="45"/>
                  <a:pt x="158" y="45"/>
                  <a:pt x="158" y="45"/>
                </a:cubicBezTo>
                <a:cubicBezTo>
                  <a:pt x="158" y="46"/>
                  <a:pt x="158" y="46"/>
                  <a:pt x="158" y="46"/>
                </a:cubicBezTo>
                <a:cubicBezTo>
                  <a:pt x="158" y="47"/>
                  <a:pt x="158" y="47"/>
                  <a:pt x="159" y="47"/>
                </a:cubicBezTo>
                <a:cubicBezTo>
                  <a:pt x="159" y="48"/>
                  <a:pt x="159" y="48"/>
                  <a:pt x="159" y="48"/>
                </a:cubicBezTo>
                <a:cubicBezTo>
                  <a:pt x="159" y="49"/>
                  <a:pt x="159" y="49"/>
                  <a:pt x="159" y="49"/>
                </a:cubicBezTo>
                <a:cubicBezTo>
                  <a:pt x="159" y="49"/>
                  <a:pt x="160" y="50"/>
                  <a:pt x="160" y="50"/>
                </a:cubicBezTo>
                <a:cubicBezTo>
                  <a:pt x="160" y="50"/>
                  <a:pt x="160" y="50"/>
                  <a:pt x="160" y="51"/>
                </a:cubicBezTo>
                <a:cubicBezTo>
                  <a:pt x="160" y="51"/>
                  <a:pt x="160" y="51"/>
                  <a:pt x="161" y="51"/>
                </a:cubicBezTo>
                <a:cubicBezTo>
                  <a:pt x="161" y="52"/>
                  <a:pt x="161" y="52"/>
                  <a:pt x="161" y="53"/>
                </a:cubicBezTo>
                <a:cubicBezTo>
                  <a:pt x="161" y="53"/>
                  <a:pt x="161" y="53"/>
                  <a:pt x="162" y="54"/>
                </a:cubicBezTo>
                <a:cubicBezTo>
                  <a:pt x="162" y="54"/>
                  <a:pt x="162" y="54"/>
                  <a:pt x="162" y="54"/>
                </a:cubicBezTo>
                <a:cubicBezTo>
                  <a:pt x="162" y="55"/>
                  <a:pt x="162" y="55"/>
                  <a:pt x="162" y="55"/>
                </a:cubicBezTo>
                <a:cubicBezTo>
                  <a:pt x="162" y="55"/>
                  <a:pt x="163" y="55"/>
                  <a:pt x="163" y="55"/>
                </a:cubicBezTo>
                <a:cubicBezTo>
                  <a:pt x="163" y="56"/>
                  <a:pt x="163" y="56"/>
                  <a:pt x="164" y="56"/>
                </a:cubicBezTo>
                <a:cubicBezTo>
                  <a:pt x="164" y="56"/>
                  <a:pt x="164" y="56"/>
                  <a:pt x="164" y="56"/>
                </a:cubicBezTo>
                <a:cubicBezTo>
                  <a:pt x="164" y="56"/>
                  <a:pt x="164" y="57"/>
                  <a:pt x="165" y="57"/>
                </a:cubicBezTo>
                <a:cubicBezTo>
                  <a:pt x="165" y="57"/>
                  <a:pt x="165" y="57"/>
                  <a:pt x="165" y="57"/>
                </a:cubicBezTo>
                <a:cubicBezTo>
                  <a:pt x="165" y="57"/>
                  <a:pt x="165" y="57"/>
                  <a:pt x="165" y="58"/>
                </a:cubicBezTo>
                <a:cubicBezTo>
                  <a:pt x="165" y="58"/>
                  <a:pt x="165" y="58"/>
                  <a:pt x="166" y="58"/>
                </a:cubicBezTo>
                <a:cubicBezTo>
                  <a:pt x="166" y="58"/>
                  <a:pt x="166" y="58"/>
                  <a:pt x="166" y="58"/>
                </a:cubicBezTo>
                <a:cubicBezTo>
                  <a:pt x="167" y="58"/>
                  <a:pt x="167" y="57"/>
                  <a:pt x="167" y="57"/>
                </a:cubicBezTo>
                <a:cubicBezTo>
                  <a:pt x="167" y="56"/>
                  <a:pt x="167" y="56"/>
                  <a:pt x="167" y="56"/>
                </a:cubicBezTo>
                <a:cubicBezTo>
                  <a:pt x="167" y="56"/>
                  <a:pt x="167" y="56"/>
                  <a:pt x="168" y="56"/>
                </a:cubicBezTo>
                <a:cubicBezTo>
                  <a:pt x="168" y="56"/>
                  <a:pt x="168" y="56"/>
                  <a:pt x="168" y="55"/>
                </a:cubicBezTo>
                <a:cubicBezTo>
                  <a:pt x="168" y="55"/>
                  <a:pt x="168" y="55"/>
                  <a:pt x="168" y="54"/>
                </a:cubicBezTo>
                <a:cubicBezTo>
                  <a:pt x="169" y="54"/>
                  <a:pt x="169" y="54"/>
                  <a:pt x="169" y="54"/>
                </a:cubicBezTo>
                <a:cubicBezTo>
                  <a:pt x="170" y="55"/>
                  <a:pt x="170" y="55"/>
                  <a:pt x="170" y="55"/>
                </a:cubicBezTo>
                <a:cubicBezTo>
                  <a:pt x="170" y="55"/>
                  <a:pt x="170" y="55"/>
                  <a:pt x="170" y="55"/>
                </a:cubicBezTo>
                <a:cubicBezTo>
                  <a:pt x="170" y="55"/>
                  <a:pt x="170" y="55"/>
                  <a:pt x="171" y="55"/>
                </a:cubicBezTo>
                <a:cubicBezTo>
                  <a:pt x="171" y="55"/>
                  <a:pt x="171" y="55"/>
                  <a:pt x="172" y="56"/>
                </a:cubicBezTo>
                <a:cubicBezTo>
                  <a:pt x="172" y="56"/>
                  <a:pt x="172" y="56"/>
                  <a:pt x="172" y="56"/>
                </a:cubicBezTo>
                <a:cubicBezTo>
                  <a:pt x="173" y="56"/>
                  <a:pt x="173" y="56"/>
                  <a:pt x="173" y="56"/>
                </a:cubicBezTo>
                <a:cubicBezTo>
                  <a:pt x="174" y="56"/>
                  <a:pt x="174" y="56"/>
                  <a:pt x="174" y="56"/>
                </a:cubicBezTo>
                <a:cubicBezTo>
                  <a:pt x="174" y="55"/>
                  <a:pt x="174" y="55"/>
                  <a:pt x="173" y="54"/>
                </a:cubicBezTo>
                <a:cubicBezTo>
                  <a:pt x="174" y="55"/>
                  <a:pt x="174" y="55"/>
                  <a:pt x="175" y="56"/>
                </a:cubicBezTo>
                <a:cubicBezTo>
                  <a:pt x="175" y="57"/>
                  <a:pt x="175" y="57"/>
                  <a:pt x="175" y="57"/>
                </a:cubicBezTo>
                <a:cubicBezTo>
                  <a:pt x="176" y="57"/>
                  <a:pt x="176" y="57"/>
                  <a:pt x="176" y="57"/>
                </a:cubicBezTo>
                <a:cubicBezTo>
                  <a:pt x="176" y="58"/>
                  <a:pt x="177" y="58"/>
                  <a:pt x="177" y="58"/>
                </a:cubicBezTo>
                <a:cubicBezTo>
                  <a:pt x="177" y="58"/>
                  <a:pt x="178" y="58"/>
                  <a:pt x="178" y="59"/>
                </a:cubicBezTo>
                <a:cubicBezTo>
                  <a:pt x="178" y="59"/>
                  <a:pt x="178" y="59"/>
                  <a:pt x="178" y="58"/>
                </a:cubicBezTo>
                <a:cubicBezTo>
                  <a:pt x="179" y="59"/>
                  <a:pt x="179" y="59"/>
                  <a:pt x="180" y="60"/>
                </a:cubicBezTo>
                <a:cubicBezTo>
                  <a:pt x="180" y="60"/>
                  <a:pt x="180" y="60"/>
                  <a:pt x="180" y="60"/>
                </a:cubicBezTo>
                <a:cubicBezTo>
                  <a:pt x="181" y="61"/>
                  <a:pt x="181" y="63"/>
                  <a:pt x="182" y="65"/>
                </a:cubicBezTo>
                <a:cubicBezTo>
                  <a:pt x="182" y="65"/>
                  <a:pt x="182" y="65"/>
                  <a:pt x="182" y="65"/>
                </a:cubicBezTo>
                <a:cubicBezTo>
                  <a:pt x="182" y="65"/>
                  <a:pt x="182" y="65"/>
                  <a:pt x="182" y="65"/>
                </a:cubicBezTo>
                <a:cubicBezTo>
                  <a:pt x="182" y="65"/>
                  <a:pt x="182" y="65"/>
                  <a:pt x="182" y="65"/>
                </a:cubicBezTo>
                <a:cubicBezTo>
                  <a:pt x="182" y="65"/>
                  <a:pt x="182" y="65"/>
                  <a:pt x="182" y="65"/>
                </a:cubicBezTo>
                <a:cubicBezTo>
                  <a:pt x="182" y="65"/>
                  <a:pt x="182" y="65"/>
                  <a:pt x="182" y="65"/>
                </a:cubicBezTo>
                <a:cubicBezTo>
                  <a:pt x="182" y="64"/>
                  <a:pt x="182" y="64"/>
                  <a:pt x="181" y="64"/>
                </a:cubicBezTo>
                <a:cubicBezTo>
                  <a:pt x="181" y="64"/>
                  <a:pt x="181" y="64"/>
                  <a:pt x="181" y="64"/>
                </a:cubicBezTo>
                <a:cubicBezTo>
                  <a:pt x="181" y="63"/>
                  <a:pt x="181" y="63"/>
                  <a:pt x="181" y="63"/>
                </a:cubicBezTo>
                <a:cubicBezTo>
                  <a:pt x="180" y="63"/>
                  <a:pt x="180" y="62"/>
                  <a:pt x="180" y="62"/>
                </a:cubicBezTo>
                <a:cubicBezTo>
                  <a:pt x="180" y="62"/>
                  <a:pt x="180" y="62"/>
                  <a:pt x="180" y="62"/>
                </a:cubicBezTo>
                <a:cubicBezTo>
                  <a:pt x="180" y="63"/>
                  <a:pt x="180" y="63"/>
                  <a:pt x="179" y="63"/>
                </a:cubicBezTo>
                <a:cubicBezTo>
                  <a:pt x="180" y="63"/>
                  <a:pt x="180" y="63"/>
                  <a:pt x="180" y="63"/>
                </a:cubicBezTo>
                <a:cubicBezTo>
                  <a:pt x="180" y="64"/>
                  <a:pt x="181" y="64"/>
                  <a:pt x="181" y="64"/>
                </a:cubicBezTo>
                <a:cubicBezTo>
                  <a:pt x="181" y="64"/>
                  <a:pt x="181" y="64"/>
                  <a:pt x="181" y="64"/>
                </a:cubicBezTo>
                <a:cubicBezTo>
                  <a:pt x="181" y="64"/>
                  <a:pt x="181" y="64"/>
                  <a:pt x="180" y="64"/>
                </a:cubicBezTo>
                <a:cubicBezTo>
                  <a:pt x="180" y="64"/>
                  <a:pt x="180" y="64"/>
                  <a:pt x="180" y="64"/>
                </a:cubicBezTo>
                <a:cubicBezTo>
                  <a:pt x="180" y="64"/>
                  <a:pt x="180" y="64"/>
                  <a:pt x="180" y="64"/>
                </a:cubicBezTo>
                <a:cubicBezTo>
                  <a:pt x="181" y="64"/>
                  <a:pt x="181" y="64"/>
                  <a:pt x="181" y="65"/>
                </a:cubicBezTo>
                <a:cubicBezTo>
                  <a:pt x="181" y="65"/>
                  <a:pt x="181" y="65"/>
                  <a:pt x="181" y="65"/>
                </a:cubicBezTo>
                <a:cubicBezTo>
                  <a:pt x="181" y="65"/>
                  <a:pt x="181" y="65"/>
                  <a:pt x="182" y="65"/>
                </a:cubicBezTo>
                <a:cubicBezTo>
                  <a:pt x="181" y="65"/>
                  <a:pt x="181" y="65"/>
                  <a:pt x="181" y="65"/>
                </a:cubicBezTo>
                <a:cubicBezTo>
                  <a:pt x="181" y="65"/>
                  <a:pt x="181" y="65"/>
                  <a:pt x="181" y="65"/>
                </a:cubicBezTo>
                <a:cubicBezTo>
                  <a:pt x="181" y="66"/>
                  <a:pt x="181" y="66"/>
                  <a:pt x="182" y="66"/>
                </a:cubicBezTo>
                <a:cubicBezTo>
                  <a:pt x="182" y="66"/>
                  <a:pt x="182" y="66"/>
                  <a:pt x="182" y="66"/>
                </a:cubicBezTo>
                <a:cubicBezTo>
                  <a:pt x="182" y="67"/>
                  <a:pt x="182" y="67"/>
                  <a:pt x="183" y="67"/>
                </a:cubicBezTo>
                <a:cubicBezTo>
                  <a:pt x="183" y="67"/>
                  <a:pt x="183" y="68"/>
                  <a:pt x="183" y="68"/>
                </a:cubicBezTo>
                <a:cubicBezTo>
                  <a:pt x="183" y="68"/>
                  <a:pt x="183" y="68"/>
                  <a:pt x="184" y="68"/>
                </a:cubicBezTo>
                <a:cubicBezTo>
                  <a:pt x="190" y="85"/>
                  <a:pt x="191" y="104"/>
                  <a:pt x="186" y="122"/>
                </a:cubicBezTo>
                <a:cubicBezTo>
                  <a:pt x="183" y="132"/>
                  <a:pt x="178" y="141"/>
                  <a:pt x="172" y="149"/>
                </a:cubicBezTo>
                <a:cubicBezTo>
                  <a:pt x="155" y="171"/>
                  <a:pt x="128" y="185"/>
                  <a:pt x="99" y="184"/>
                </a:cubicBezTo>
                <a:close/>
                <a:moveTo>
                  <a:pt x="128" y="59"/>
                </a:moveTo>
                <a:cubicBezTo>
                  <a:pt x="128" y="59"/>
                  <a:pt x="129" y="59"/>
                  <a:pt x="129" y="59"/>
                </a:cubicBezTo>
                <a:cubicBezTo>
                  <a:pt x="129" y="60"/>
                  <a:pt x="129" y="60"/>
                  <a:pt x="129" y="61"/>
                </a:cubicBezTo>
                <a:cubicBezTo>
                  <a:pt x="129" y="61"/>
                  <a:pt x="129" y="61"/>
                  <a:pt x="129" y="61"/>
                </a:cubicBezTo>
                <a:cubicBezTo>
                  <a:pt x="128" y="60"/>
                  <a:pt x="128" y="60"/>
                  <a:pt x="128" y="60"/>
                </a:cubicBezTo>
                <a:cubicBezTo>
                  <a:pt x="128" y="60"/>
                  <a:pt x="128" y="60"/>
                  <a:pt x="128" y="60"/>
                </a:cubicBezTo>
                <a:cubicBezTo>
                  <a:pt x="128" y="61"/>
                  <a:pt x="127" y="61"/>
                  <a:pt x="127" y="61"/>
                </a:cubicBezTo>
                <a:cubicBezTo>
                  <a:pt x="127" y="61"/>
                  <a:pt x="127" y="61"/>
                  <a:pt x="127" y="62"/>
                </a:cubicBezTo>
                <a:cubicBezTo>
                  <a:pt x="127" y="62"/>
                  <a:pt x="126" y="62"/>
                  <a:pt x="126" y="62"/>
                </a:cubicBezTo>
                <a:cubicBezTo>
                  <a:pt x="126" y="62"/>
                  <a:pt x="127" y="61"/>
                  <a:pt x="126" y="61"/>
                </a:cubicBezTo>
                <a:cubicBezTo>
                  <a:pt x="125" y="60"/>
                  <a:pt x="126" y="60"/>
                  <a:pt x="126" y="60"/>
                </a:cubicBezTo>
                <a:cubicBezTo>
                  <a:pt x="126" y="60"/>
                  <a:pt x="126" y="58"/>
                  <a:pt x="125" y="58"/>
                </a:cubicBezTo>
                <a:cubicBezTo>
                  <a:pt x="125" y="58"/>
                  <a:pt x="126" y="58"/>
                  <a:pt x="127" y="59"/>
                </a:cubicBezTo>
                <a:cubicBezTo>
                  <a:pt x="128" y="60"/>
                  <a:pt x="128" y="59"/>
                  <a:pt x="128" y="59"/>
                </a:cubicBezTo>
                <a:close/>
                <a:moveTo>
                  <a:pt x="130" y="64"/>
                </a:moveTo>
                <a:cubicBezTo>
                  <a:pt x="129" y="64"/>
                  <a:pt x="129" y="64"/>
                  <a:pt x="128" y="64"/>
                </a:cubicBezTo>
                <a:cubicBezTo>
                  <a:pt x="128" y="64"/>
                  <a:pt x="127" y="64"/>
                  <a:pt x="127" y="64"/>
                </a:cubicBezTo>
                <a:cubicBezTo>
                  <a:pt x="127" y="64"/>
                  <a:pt x="126" y="64"/>
                  <a:pt x="126" y="64"/>
                </a:cubicBezTo>
                <a:cubicBezTo>
                  <a:pt x="126" y="64"/>
                  <a:pt x="126" y="64"/>
                  <a:pt x="125" y="64"/>
                </a:cubicBezTo>
                <a:cubicBezTo>
                  <a:pt x="125" y="64"/>
                  <a:pt x="126" y="63"/>
                  <a:pt x="126" y="63"/>
                </a:cubicBezTo>
                <a:cubicBezTo>
                  <a:pt x="127" y="63"/>
                  <a:pt x="127" y="63"/>
                  <a:pt x="128" y="63"/>
                </a:cubicBezTo>
                <a:cubicBezTo>
                  <a:pt x="129" y="63"/>
                  <a:pt x="130" y="64"/>
                  <a:pt x="130" y="64"/>
                </a:cubicBezTo>
                <a:close/>
                <a:moveTo>
                  <a:pt x="129" y="62"/>
                </a:moveTo>
                <a:cubicBezTo>
                  <a:pt x="129" y="62"/>
                  <a:pt x="130" y="62"/>
                  <a:pt x="131" y="62"/>
                </a:cubicBezTo>
                <a:cubicBezTo>
                  <a:pt x="131" y="63"/>
                  <a:pt x="132" y="63"/>
                  <a:pt x="132" y="63"/>
                </a:cubicBezTo>
                <a:cubicBezTo>
                  <a:pt x="132" y="63"/>
                  <a:pt x="132" y="63"/>
                  <a:pt x="133" y="63"/>
                </a:cubicBezTo>
                <a:cubicBezTo>
                  <a:pt x="133" y="63"/>
                  <a:pt x="133" y="63"/>
                  <a:pt x="133" y="64"/>
                </a:cubicBezTo>
                <a:cubicBezTo>
                  <a:pt x="133" y="64"/>
                  <a:pt x="133" y="64"/>
                  <a:pt x="133" y="64"/>
                </a:cubicBezTo>
                <a:cubicBezTo>
                  <a:pt x="132" y="64"/>
                  <a:pt x="132" y="64"/>
                  <a:pt x="131" y="64"/>
                </a:cubicBezTo>
                <a:cubicBezTo>
                  <a:pt x="131" y="63"/>
                  <a:pt x="131" y="63"/>
                  <a:pt x="131" y="63"/>
                </a:cubicBezTo>
                <a:cubicBezTo>
                  <a:pt x="130" y="63"/>
                  <a:pt x="130" y="63"/>
                  <a:pt x="129" y="62"/>
                </a:cubicBezTo>
                <a:close/>
                <a:moveTo>
                  <a:pt x="135" y="99"/>
                </a:moveTo>
                <a:cubicBezTo>
                  <a:pt x="134" y="99"/>
                  <a:pt x="134" y="100"/>
                  <a:pt x="134" y="100"/>
                </a:cubicBezTo>
                <a:cubicBezTo>
                  <a:pt x="135" y="100"/>
                  <a:pt x="135" y="100"/>
                  <a:pt x="136" y="100"/>
                </a:cubicBezTo>
                <a:cubicBezTo>
                  <a:pt x="136" y="100"/>
                  <a:pt x="136" y="100"/>
                  <a:pt x="135" y="99"/>
                </a:cubicBezTo>
                <a:close/>
                <a:moveTo>
                  <a:pt x="109" y="14"/>
                </a:moveTo>
                <a:cubicBezTo>
                  <a:pt x="109" y="14"/>
                  <a:pt x="109" y="14"/>
                  <a:pt x="108" y="13"/>
                </a:cubicBezTo>
                <a:cubicBezTo>
                  <a:pt x="108" y="13"/>
                  <a:pt x="108" y="13"/>
                  <a:pt x="107" y="13"/>
                </a:cubicBezTo>
                <a:cubicBezTo>
                  <a:pt x="108" y="14"/>
                  <a:pt x="108" y="14"/>
                  <a:pt x="108" y="14"/>
                </a:cubicBezTo>
                <a:cubicBezTo>
                  <a:pt x="108" y="14"/>
                  <a:pt x="108" y="14"/>
                  <a:pt x="107" y="14"/>
                </a:cubicBezTo>
                <a:cubicBezTo>
                  <a:pt x="108" y="14"/>
                  <a:pt x="108" y="14"/>
                  <a:pt x="108" y="14"/>
                </a:cubicBezTo>
                <a:cubicBezTo>
                  <a:pt x="108" y="14"/>
                  <a:pt x="109" y="14"/>
                  <a:pt x="109" y="15"/>
                </a:cubicBezTo>
                <a:cubicBezTo>
                  <a:pt x="109" y="14"/>
                  <a:pt x="109" y="14"/>
                  <a:pt x="110" y="14"/>
                </a:cubicBezTo>
                <a:cubicBezTo>
                  <a:pt x="110" y="14"/>
                  <a:pt x="110" y="15"/>
                  <a:pt x="111" y="14"/>
                </a:cubicBezTo>
                <a:cubicBezTo>
                  <a:pt x="111" y="14"/>
                  <a:pt x="112" y="13"/>
                  <a:pt x="112" y="13"/>
                </a:cubicBezTo>
                <a:cubicBezTo>
                  <a:pt x="112" y="13"/>
                  <a:pt x="112" y="13"/>
                  <a:pt x="111" y="13"/>
                </a:cubicBezTo>
                <a:cubicBezTo>
                  <a:pt x="111" y="13"/>
                  <a:pt x="111" y="13"/>
                  <a:pt x="111" y="13"/>
                </a:cubicBezTo>
                <a:cubicBezTo>
                  <a:pt x="110" y="13"/>
                  <a:pt x="110" y="13"/>
                  <a:pt x="110" y="13"/>
                </a:cubicBezTo>
                <a:cubicBezTo>
                  <a:pt x="109" y="13"/>
                  <a:pt x="109" y="13"/>
                  <a:pt x="109" y="13"/>
                </a:cubicBezTo>
                <a:cubicBezTo>
                  <a:pt x="109" y="13"/>
                  <a:pt x="108" y="13"/>
                  <a:pt x="108" y="13"/>
                </a:cubicBezTo>
                <a:cubicBezTo>
                  <a:pt x="108" y="13"/>
                  <a:pt x="108" y="13"/>
                  <a:pt x="108" y="13"/>
                </a:cubicBezTo>
                <a:cubicBezTo>
                  <a:pt x="108" y="13"/>
                  <a:pt x="108" y="13"/>
                  <a:pt x="108" y="13"/>
                </a:cubicBezTo>
                <a:cubicBezTo>
                  <a:pt x="109" y="13"/>
                  <a:pt x="109" y="14"/>
                  <a:pt x="109" y="14"/>
                </a:cubicBezTo>
                <a:close/>
                <a:moveTo>
                  <a:pt x="107" y="14"/>
                </a:moveTo>
                <a:cubicBezTo>
                  <a:pt x="107" y="13"/>
                  <a:pt x="107" y="13"/>
                  <a:pt x="107" y="13"/>
                </a:cubicBezTo>
                <a:cubicBezTo>
                  <a:pt x="107" y="13"/>
                  <a:pt x="106" y="13"/>
                  <a:pt x="106" y="13"/>
                </a:cubicBezTo>
                <a:cubicBezTo>
                  <a:pt x="106" y="13"/>
                  <a:pt x="106" y="13"/>
                  <a:pt x="106" y="13"/>
                </a:cubicBezTo>
                <a:cubicBezTo>
                  <a:pt x="106" y="14"/>
                  <a:pt x="106" y="14"/>
                  <a:pt x="106" y="14"/>
                </a:cubicBezTo>
                <a:cubicBezTo>
                  <a:pt x="107" y="14"/>
                  <a:pt x="107" y="14"/>
                  <a:pt x="107" y="14"/>
                </a:cubicBezTo>
                <a:close/>
                <a:moveTo>
                  <a:pt x="114" y="15"/>
                </a:moveTo>
                <a:cubicBezTo>
                  <a:pt x="114" y="15"/>
                  <a:pt x="114" y="15"/>
                  <a:pt x="114" y="15"/>
                </a:cubicBezTo>
                <a:cubicBezTo>
                  <a:pt x="115" y="15"/>
                  <a:pt x="115" y="16"/>
                  <a:pt x="116" y="16"/>
                </a:cubicBezTo>
                <a:cubicBezTo>
                  <a:pt x="115" y="15"/>
                  <a:pt x="115" y="15"/>
                  <a:pt x="115" y="15"/>
                </a:cubicBezTo>
                <a:cubicBezTo>
                  <a:pt x="115" y="15"/>
                  <a:pt x="114" y="15"/>
                  <a:pt x="114" y="15"/>
                </a:cubicBezTo>
                <a:close/>
                <a:moveTo>
                  <a:pt x="110" y="15"/>
                </a:moveTo>
                <a:cubicBezTo>
                  <a:pt x="109" y="15"/>
                  <a:pt x="109" y="15"/>
                  <a:pt x="109" y="16"/>
                </a:cubicBezTo>
                <a:cubicBezTo>
                  <a:pt x="109" y="16"/>
                  <a:pt x="110" y="16"/>
                  <a:pt x="110" y="16"/>
                </a:cubicBezTo>
                <a:cubicBezTo>
                  <a:pt x="110" y="16"/>
                  <a:pt x="110" y="16"/>
                  <a:pt x="110" y="16"/>
                </a:cubicBezTo>
                <a:cubicBezTo>
                  <a:pt x="110" y="16"/>
                  <a:pt x="110" y="16"/>
                  <a:pt x="109" y="16"/>
                </a:cubicBezTo>
                <a:cubicBezTo>
                  <a:pt x="110" y="16"/>
                  <a:pt x="110" y="16"/>
                  <a:pt x="110" y="16"/>
                </a:cubicBezTo>
                <a:cubicBezTo>
                  <a:pt x="110" y="16"/>
                  <a:pt x="110" y="16"/>
                  <a:pt x="109" y="16"/>
                </a:cubicBezTo>
                <a:cubicBezTo>
                  <a:pt x="109" y="16"/>
                  <a:pt x="109" y="16"/>
                  <a:pt x="108" y="16"/>
                </a:cubicBezTo>
                <a:cubicBezTo>
                  <a:pt x="108" y="16"/>
                  <a:pt x="108" y="16"/>
                  <a:pt x="108" y="15"/>
                </a:cubicBezTo>
                <a:cubicBezTo>
                  <a:pt x="107" y="15"/>
                  <a:pt x="107" y="15"/>
                  <a:pt x="107" y="15"/>
                </a:cubicBezTo>
                <a:cubicBezTo>
                  <a:pt x="107" y="15"/>
                  <a:pt x="107" y="15"/>
                  <a:pt x="106" y="15"/>
                </a:cubicBezTo>
                <a:cubicBezTo>
                  <a:pt x="106" y="15"/>
                  <a:pt x="106" y="15"/>
                  <a:pt x="106" y="15"/>
                </a:cubicBezTo>
                <a:cubicBezTo>
                  <a:pt x="106" y="15"/>
                  <a:pt x="106" y="15"/>
                  <a:pt x="106" y="15"/>
                </a:cubicBezTo>
                <a:cubicBezTo>
                  <a:pt x="106" y="15"/>
                  <a:pt x="107" y="15"/>
                  <a:pt x="107" y="15"/>
                </a:cubicBezTo>
                <a:cubicBezTo>
                  <a:pt x="107" y="15"/>
                  <a:pt x="107" y="14"/>
                  <a:pt x="107" y="14"/>
                </a:cubicBezTo>
                <a:cubicBezTo>
                  <a:pt x="107" y="14"/>
                  <a:pt x="107" y="14"/>
                  <a:pt x="107" y="14"/>
                </a:cubicBezTo>
                <a:cubicBezTo>
                  <a:pt x="107" y="14"/>
                  <a:pt x="107" y="14"/>
                  <a:pt x="106" y="14"/>
                </a:cubicBezTo>
                <a:cubicBezTo>
                  <a:pt x="106" y="14"/>
                  <a:pt x="106" y="14"/>
                  <a:pt x="106" y="15"/>
                </a:cubicBezTo>
                <a:cubicBezTo>
                  <a:pt x="106" y="15"/>
                  <a:pt x="105" y="14"/>
                  <a:pt x="104" y="15"/>
                </a:cubicBezTo>
                <a:cubicBezTo>
                  <a:pt x="104" y="15"/>
                  <a:pt x="104" y="15"/>
                  <a:pt x="104" y="15"/>
                </a:cubicBezTo>
                <a:cubicBezTo>
                  <a:pt x="104" y="15"/>
                  <a:pt x="104" y="15"/>
                  <a:pt x="103" y="15"/>
                </a:cubicBezTo>
                <a:cubicBezTo>
                  <a:pt x="102" y="15"/>
                  <a:pt x="102" y="16"/>
                  <a:pt x="102" y="16"/>
                </a:cubicBezTo>
                <a:cubicBezTo>
                  <a:pt x="103" y="16"/>
                  <a:pt x="103" y="16"/>
                  <a:pt x="103" y="16"/>
                </a:cubicBezTo>
                <a:cubicBezTo>
                  <a:pt x="103" y="16"/>
                  <a:pt x="104" y="17"/>
                  <a:pt x="104" y="16"/>
                </a:cubicBezTo>
                <a:cubicBezTo>
                  <a:pt x="104" y="16"/>
                  <a:pt x="104" y="17"/>
                  <a:pt x="105" y="16"/>
                </a:cubicBezTo>
                <a:cubicBezTo>
                  <a:pt x="106" y="16"/>
                  <a:pt x="106" y="16"/>
                  <a:pt x="106" y="16"/>
                </a:cubicBezTo>
                <a:cubicBezTo>
                  <a:pt x="106" y="16"/>
                  <a:pt x="106" y="16"/>
                  <a:pt x="106" y="16"/>
                </a:cubicBezTo>
                <a:cubicBezTo>
                  <a:pt x="106" y="17"/>
                  <a:pt x="106" y="17"/>
                  <a:pt x="105" y="17"/>
                </a:cubicBezTo>
                <a:cubicBezTo>
                  <a:pt x="105" y="17"/>
                  <a:pt x="105" y="17"/>
                  <a:pt x="105" y="17"/>
                </a:cubicBezTo>
                <a:cubicBezTo>
                  <a:pt x="105" y="17"/>
                  <a:pt x="106" y="17"/>
                  <a:pt x="106" y="17"/>
                </a:cubicBezTo>
                <a:cubicBezTo>
                  <a:pt x="106" y="17"/>
                  <a:pt x="106" y="17"/>
                  <a:pt x="107" y="17"/>
                </a:cubicBezTo>
                <a:cubicBezTo>
                  <a:pt x="107" y="17"/>
                  <a:pt x="107" y="17"/>
                  <a:pt x="108" y="17"/>
                </a:cubicBezTo>
                <a:cubicBezTo>
                  <a:pt x="108" y="17"/>
                  <a:pt x="108" y="17"/>
                  <a:pt x="109" y="17"/>
                </a:cubicBezTo>
                <a:cubicBezTo>
                  <a:pt x="109" y="17"/>
                  <a:pt x="109" y="17"/>
                  <a:pt x="110" y="17"/>
                </a:cubicBezTo>
                <a:cubicBezTo>
                  <a:pt x="111" y="17"/>
                  <a:pt x="111" y="17"/>
                  <a:pt x="112" y="18"/>
                </a:cubicBezTo>
                <a:cubicBezTo>
                  <a:pt x="112" y="18"/>
                  <a:pt x="113" y="18"/>
                  <a:pt x="113" y="18"/>
                </a:cubicBezTo>
                <a:cubicBezTo>
                  <a:pt x="114" y="17"/>
                  <a:pt x="114" y="17"/>
                  <a:pt x="114" y="17"/>
                </a:cubicBezTo>
                <a:cubicBezTo>
                  <a:pt x="114" y="17"/>
                  <a:pt x="114" y="17"/>
                  <a:pt x="114" y="16"/>
                </a:cubicBezTo>
                <a:cubicBezTo>
                  <a:pt x="113" y="16"/>
                  <a:pt x="113" y="16"/>
                  <a:pt x="113" y="17"/>
                </a:cubicBezTo>
                <a:cubicBezTo>
                  <a:pt x="112" y="16"/>
                  <a:pt x="112" y="16"/>
                  <a:pt x="112" y="16"/>
                </a:cubicBezTo>
                <a:cubicBezTo>
                  <a:pt x="112" y="16"/>
                  <a:pt x="112" y="16"/>
                  <a:pt x="112" y="16"/>
                </a:cubicBezTo>
                <a:cubicBezTo>
                  <a:pt x="112" y="16"/>
                  <a:pt x="112" y="15"/>
                  <a:pt x="112" y="15"/>
                </a:cubicBezTo>
                <a:cubicBezTo>
                  <a:pt x="111" y="15"/>
                  <a:pt x="111" y="15"/>
                  <a:pt x="111" y="15"/>
                </a:cubicBezTo>
                <a:cubicBezTo>
                  <a:pt x="111" y="15"/>
                  <a:pt x="111" y="15"/>
                  <a:pt x="110" y="15"/>
                </a:cubicBezTo>
                <a:cubicBezTo>
                  <a:pt x="110" y="15"/>
                  <a:pt x="110" y="15"/>
                  <a:pt x="110" y="15"/>
                </a:cubicBezTo>
                <a:close/>
                <a:moveTo>
                  <a:pt x="40" y="36"/>
                </a:moveTo>
                <a:cubicBezTo>
                  <a:pt x="40" y="36"/>
                  <a:pt x="40" y="36"/>
                  <a:pt x="40" y="37"/>
                </a:cubicBezTo>
                <a:cubicBezTo>
                  <a:pt x="40" y="37"/>
                  <a:pt x="40" y="36"/>
                  <a:pt x="40" y="36"/>
                </a:cubicBezTo>
                <a:cubicBezTo>
                  <a:pt x="41" y="36"/>
                  <a:pt x="41" y="36"/>
                  <a:pt x="41" y="36"/>
                </a:cubicBezTo>
                <a:cubicBezTo>
                  <a:pt x="40" y="36"/>
                  <a:pt x="40" y="36"/>
                  <a:pt x="40" y="36"/>
                </a:cubicBezTo>
                <a:close/>
                <a:moveTo>
                  <a:pt x="99" y="15"/>
                </a:moveTo>
                <a:cubicBezTo>
                  <a:pt x="99" y="15"/>
                  <a:pt x="99" y="15"/>
                  <a:pt x="100" y="15"/>
                </a:cubicBezTo>
                <a:cubicBezTo>
                  <a:pt x="100" y="15"/>
                  <a:pt x="100" y="15"/>
                  <a:pt x="100" y="15"/>
                </a:cubicBezTo>
                <a:cubicBezTo>
                  <a:pt x="100" y="15"/>
                  <a:pt x="100" y="15"/>
                  <a:pt x="101" y="15"/>
                </a:cubicBezTo>
                <a:cubicBezTo>
                  <a:pt x="101" y="15"/>
                  <a:pt x="101" y="15"/>
                  <a:pt x="101" y="15"/>
                </a:cubicBezTo>
                <a:cubicBezTo>
                  <a:pt x="102" y="15"/>
                  <a:pt x="102" y="15"/>
                  <a:pt x="102" y="15"/>
                </a:cubicBezTo>
                <a:cubicBezTo>
                  <a:pt x="102" y="15"/>
                  <a:pt x="102" y="14"/>
                  <a:pt x="103" y="14"/>
                </a:cubicBezTo>
                <a:cubicBezTo>
                  <a:pt x="103" y="14"/>
                  <a:pt x="103" y="14"/>
                  <a:pt x="103" y="15"/>
                </a:cubicBezTo>
                <a:cubicBezTo>
                  <a:pt x="103" y="15"/>
                  <a:pt x="103" y="15"/>
                  <a:pt x="103" y="15"/>
                </a:cubicBezTo>
                <a:cubicBezTo>
                  <a:pt x="103" y="15"/>
                  <a:pt x="103" y="15"/>
                  <a:pt x="103" y="15"/>
                </a:cubicBezTo>
                <a:cubicBezTo>
                  <a:pt x="103" y="15"/>
                  <a:pt x="103" y="15"/>
                  <a:pt x="104" y="14"/>
                </a:cubicBezTo>
                <a:cubicBezTo>
                  <a:pt x="104" y="14"/>
                  <a:pt x="104" y="14"/>
                  <a:pt x="104" y="14"/>
                </a:cubicBezTo>
                <a:cubicBezTo>
                  <a:pt x="105" y="14"/>
                  <a:pt x="105" y="14"/>
                  <a:pt x="105" y="14"/>
                </a:cubicBezTo>
                <a:cubicBezTo>
                  <a:pt x="105" y="14"/>
                  <a:pt x="105" y="14"/>
                  <a:pt x="105" y="14"/>
                </a:cubicBezTo>
                <a:cubicBezTo>
                  <a:pt x="105" y="14"/>
                  <a:pt x="105" y="14"/>
                  <a:pt x="105" y="14"/>
                </a:cubicBezTo>
                <a:cubicBezTo>
                  <a:pt x="105" y="14"/>
                  <a:pt x="105" y="14"/>
                  <a:pt x="105" y="14"/>
                </a:cubicBezTo>
                <a:cubicBezTo>
                  <a:pt x="105" y="13"/>
                  <a:pt x="105" y="13"/>
                  <a:pt x="104" y="13"/>
                </a:cubicBezTo>
                <a:cubicBezTo>
                  <a:pt x="104" y="13"/>
                  <a:pt x="104" y="13"/>
                  <a:pt x="104" y="14"/>
                </a:cubicBezTo>
                <a:cubicBezTo>
                  <a:pt x="104" y="14"/>
                  <a:pt x="103" y="14"/>
                  <a:pt x="103" y="13"/>
                </a:cubicBezTo>
                <a:cubicBezTo>
                  <a:pt x="103" y="13"/>
                  <a:pt x="103" y="13"/>
                  <a:pt x="102" y="13"/>
                </a:cubicBezTo>
                <a:cubicBezTo>
                  <a:pt x="102" y="13"/>
                  <a:pt x="102" y="13"/>
                  <a:pt x="102" y="13"/>
                </a:cubicBezTo>
                <a:cubicBezTo>
                  <a:pt x="102" y="14"/>
                  <a:pt x="102" y="14"/>
                  <a:pt x="101" y="14"/>
                </a:cubicBezTo>
                <a:cubicBezTo>
                  <a:pt x="101" y="14"/>
                  <a:pt x="101" y="14"/>
                  <a:pt x="101" y="14"/>
                </a:cubicBezTo>
                <a:cubicBezTo>
                  <a:pt x="100" y="14"/>
                  <a:pt x="100" y="14"/>
                  <a:pt x="99" y="14"/>
                </a:cubicBezTo>
                <a:cubicBezTo>
                  <a:pt x="99" y="14"/>
                  <a:pt x="99" y="14"/>
                  <a:pt x="98" y="14"/>
                </a:cubicBezTo>
                <a:cubicBezTo>
                  <a:pt x="98" y="14"/>
                  <a:pt x="98" y="14"/>
                  <a:pt x="98" y="14"/>
                </a:cubicBezTo>
                <a:cubicBezTo>
                  <a:pt x="98" y="15"/>
                  <a:pt x="98" y="15"/>
                  <a:pt x="98" y="15"/>
                </a:cubicBezTo>
                <a:cubicBezTo>
                  <a:pt x="98" y="15"/>
                  <a:pt x="99" y="15"/>
                  <a:pt x="99" y="15"/>
                </a:cubicBezTo>
                <a:close/>
                <a:moveTo>
                  <a:pt x="44" y="35"/>
                </a:moveTo>
                <a:cubicBezTo>
                  <a:pt x="44" y="35"/>
                  <a:pt x="44" y="35"/>
                  <a:pt x="43" y="35"/>
                </a:cubicBezTo>
                <a:cubicBezTo>
                  <a:pt x="43" y="35"/>
                  <a:pt x="43" y="35"/>
                  <a:pt x="43" y="36"/>
                </a:cubicBezTo>
                <a:cubicBezTo>
                  <a:pt x="43" y="36"/>
                  <a:pt x="43" y="36"/>
                  <a:pt x="42" y="36"/>
                </a:cubicBezTo>
                <a:cubicBezTo>
                  <a:pt x="42" y="36"/>
                  <a:pt x="42" y="36"/>
                  <a:pt x="41" y="36"/>
                </a:cubicBezTo>
                <a:cubicBezTo>
                  <a:pt x="41" y="36"/>
                  <a:pt x="41" y="36"/>
                  <a:pt x="41" y="36"/>
                </a:cubicBezTo>
                <a:cubicBezTo>
                  <a:pt x="41" y="36"/>
                  <a:pt x="42" y="36"/>
                  <a:pt x="43" y="36"/>
                </a:cubicBezTo>
                <a:cubicBezTo>
                  <a:pt x="43" y="36"/>
                  <a:pt x="44" y="35"/>
                  <a:pt x="44" y="35"/>
                </a:cubicBezTo>
                <a:cubicBezTo>
                  <a:pt x="44" y="35"/>
                  <a:pt x="44" y="35"/>
                  <a:pt x="45" y="35"/>
                </a:cubicBezTo>
                <a:cubicBezTo>
                  <a:pt x="45" y="35"/>
                  <a:pt x="45" y="35"/>
                  <a:pt x="44" y="35"/>
                </a:cubicBezTo>
                <a:close/>
                <a:moveTo>
                  <a:pt x="122" y="16"/>
                </a:moveTo>
                <a:cubicBezTo>
                  <a:pt x="122" y="16"/>
                  <a:pt x="122" y="16"/>
                  <a:pt x="122" y="16"/>
                </a:cubicBezTo>
                <a:cubicBezTo>
                  <a:pt x="122" y="17"/>
                  <a:pt x="122" y="17"/>
                  <a:pt x="123" y="17"/>
                </a:cubicBezTo>
                <a:cubicBezTo>
                  <a:pt x="123" y="17"/>
                  <a:pt x="123" y="17"/>
                  <a:pt x="124" y="18"/>
                </a:cubicBezTo>
                <a:cubicBezTo>
                  <a:pt x="124" y="18"/>
                  <a:pt x="124" y="18"/>
                  <a:pt x="124" y="18"/>
                </a:cubicBezTo>
                <a:cubicBezTo>
                  <a:pt x="124" y="18"/>
                  <a:pt x="125" y="18"/>
                  <a:pt x="125" y="18"/>
                </a:cubicBezTo>
                <a:cubicBezTo>
                  <a:pt x="125" y="18"/>
                  <a:pt x="125" y="18"/>
                  <a:pt x="126" y="18"/>
                </a:cubicBezTo>
                <a:cubicBezTo>
                  <a:pt x="126" y="18"/>
                  <a:pt x="126" y="18"/>
                  <a:pt x="126" y="18"/>
                </a:cubicBezTo>
                <a:cubicBezTo>
                  <a:pt x="126" y="18"/>
                  <a:pt x="126" y="18"/>
                  <a:pt x="126" y="18"/>
                </a:cubicBezTo>
                <a:cubicBezTo>
                  <a:pt x="125" y="17"/>
                  <a:pt x="125" y="17"/>
                  <a:pt x="125" y="17"/>
                </a:cubicBezTo>
                <a:cubicBezTo>
                  <a:pt x="125" y="17"/>
                  <a:pt x="125" y="17"/>
                  <a:pt x="125" y="17"/>
                </a:cubicBezTo>
                <a:cubicBezTo>
                  <a:pt x="125" y="17"/>
                  <a:pt x="125" y="17"/>
                  <a:pt x="125" y="17"/>
                </a:cubicBezTo>
                <a:cubicBezTo>
                  <a:pt x="125" y="16"/>
                  <a:pt x="125" y="16"/>
                  <a:pt x="125" y="16"/>
                </a:cubicBezTo>
                <a:cubicBezTo>
                  <a:pt x="124" y="16"/>
                  <a:pt x="124" y="16"/>
                  <a:pt x="124" y="16"/>
                </a:cubicBezTo>
                <a:cubicBezTo>
                  <a:pt x="124" y="16"/>
                  <a:pt x="123" y="16"/>
                  <a:pt x="123" y="16"/>
                </a:cubicBezTo>
                <a:cubicBezTo>
                  <a:pt x="123" y="16"/>
                  <a:pt x="123" y="16"/>
                  <a:pt x="123" y="15"/>
                </a:cubicBezTo>
                <a:cubicBezTo>
                  <a:pt x="122" y="15"/>
                  <a:pt x="122" y="15"/>
                  <a:pt x="122" y="15"/>
                </a:cubicBezTo>
                <a:cubicBezTo>
                  <a:pt x="122" y="15"/>
                  <a:pt x="122" y="15"/>
                  <a:pt x="121" y="16"/>
                </a:cubicBezTo>
                <a:cubicBezTo>
                  <a:pt x="121" y="16"/>
                  <a:pt x="121" y="16"/>
                  <a:pt x="121" y="16"/>
                </a:cubicBezTo>
                <a:cubicBezTo>
                  <a:pt x="121" y="16"/>
                  <a:pt x="122" y="16"/>
                  <a:pt x="122" y="16"/>
                </a:cubicBezTo>
                <a:close/>
                <a:moveTo>
                  <a:pt x="48" y="30"/>
                </a:moveTo>
                <a:cubicBezTo>
                  <a:pt x="48" y="30"/>
                  <a:pt x="47" y="30"/>
                  <a:pt x="47" y="30"/>
                </a:cubicBezTo>
                <a:cubicBezTo>
                  <a:pt x="47" y="31"/>
                  <a:pt x="47" y="31"/>
                  <a:pt x="47" y="31"/>
                </a:cubicBezTo>
                <a:cubicBezTo>
                  <a:pt x="48" y="31"/>
                  <a:pt x="48" y="31"/>
                  <a:pt x="48" y="31"/>
                </a:cubicBezTo>
                <a:cubicBezTo>
                  <a:pt x="48" y="30"/>
                  <a:pt x="48" y="30"/>
                  <a:pt x="49" y="30"/>
                </a:cubicBezTo>
                <a:cubicBezTo>
                  <a:pt x="49" y="30"/>
                  <a:pt x="49" y="30"/>
                  <a:pt x="49" y="30"/>
                </a:cubicBezTo>
                <a:cubicBezTo>
                  <a:pt x="48" y="30"/>
                  <a:pt x="48" y="30"/>
                  <a:pt x="48" y="30"/>
                </a:cubicBezTo>
                <a:close/>
                <a:moveTo>
                  <a:pt x="60" y="31"/>
                </a:moveTo>
                <a:cubicBezTo>
                  <a:pt x="59" y="31"/>
                  <a:pt x="59" y="31"/>
                  <a:pt x="59" y="31"/>
                </a:cubicBezTo>
                <a:cubicBezTo>
                  <a:pt x="59" y="31"/>
                  <a:pt x="58" y="31"/>
                  <a:pt x="58" y="32"/>
                </a:cubicBezTo>
                <a:cubicBezTo>
                  <a:pt x="58" y="32"/>
                  <a:pt x="58" y="32"/>
                  <a:pt x="58" y="32"/>
                </a:cubicBezTo>
                <a:cubicBezTo>
                  <a:pt x="57" y="32"/>
                  <a:pt x="57" y="32"/>
                  <a:pt x="57" y="32"/>
                </a:cubicBezTo>
                <a:cubicBezTo>
                  <a:pt x="57" y="32"/>
                  <a:pt x="57" y="32"/>
                  <a:pt x="57" y="32"/>
                </a:cubicBezTo>
                <a:cubicBezTo>
                  <a:pt x="57" y="32"/>
                  <a:pt x="57" y="33"/>
                  <a:pt x="56" y="33"/>
                </a:cubicBezTo>
                <a:cubicBezTo>
                  <a:pt x="57" y="33"/>
                  <a:pt x="57" y="33"/>
                  <a:pt x="57" y="33"/>
                </a:cubicBezTo>
                <a:cubicBezTo>
                  <a:pt x="57" y="33"/>
                  <a:pt x="58" y="33"/>
                  <a:pt x="58" y="32"/>
                </a:cubicBezTo>
                <a:cubicBezTo>
                  <a:pt x="58" y="32"/>
                  <a:pt x="58" y="32"/>
                  <a:pt x="59" y="32"/>
                </a:cubicBezTo>
                <a:cubicBezTo>
                  <a:pt x="59" y="32"/>
                  <a:pt x="59" y="32"/>
                  <a:pt x="59" y="32"/>
                </a:cubicBezTo>
                <a:cubicBezTo>
                  <a:pt x="59" y="32"/>
                  <a:pt x="60" y="31"/>
                  <a:pt x="60" y="31"/>
                </a:cubicBezTo>
                <a:cubicBezTo>
                  <a:pt x="60" y="31"/>
                  <a:pt x="60" y="31"/>
                  <a:pt x="60" y="31"/>
                </a:cubicBezTo>
                <a:close/>
                <a:moveTo>
                  <a:pt x="115" y="14"/>
                </a:moveTo>
                <a:cubicBezTo>
                  <a:pt x="116" y="14"/>
                  <a:pt x="116" y="14"/>
                  <a:pt x="116" y="14"/>
                </a:cubicBezTo>
                <a:cubicBezTo>
                  <a:pt x="116" y="14"/>
                  <a:pt x="116" y="14"/>
                  <a:pt x="115" y="14"/>
                </a:cubicBezTo>
                <a:cubicBezTo>
                  <a:pt x="115" y="14"/>
                  <a:pt x="115" y="14"/>
                  <a:pt x="115" y="14"/>
                </a:cubicBezTo>
                <a:cubicBezTo>
                  <a:pt x="116" y="15"/>
                  <a:pt x="116" y="15"/>
                  <a:pt x="116" y="15"/>
                </a:cubicBezTo>
                <a:cubicBezTo>
                  <a:pt x="116" y="15"/>
                  <a:pt x="116" y="15"/>
                  <a:pt x="116" y="15"/>
                </a:cubicBezTo>
                <a:cubicBezTo>
                  <a:pt x="117" y="15"/>
                  <a:pt x="117" y="15"/>
                  <a:pt x="117" y="15"/>
                </a:cubicBezTo>
                <a:cubicBezTo>
                  <a:pt x="117" y="15"/>
                  <a:pt x="117" y="15"/>
                  <a:pt x="118" y="15"/>
                </a:cubicBezTo>
                <a:cubicBezTo>
                  <a:pt x="118" y="15"/>
                  <a:pt x="118" y="15"/>
                  <a:pt x="118" y="15"/>
                </a:cubicBezTo>
                <a:cubicBezTo>
                  <a:pt x="119" y="15"/>
                  <a:pt x="119" y="15"/>
                  <a:pt x="119" y="15"/>
                </a:cubicBezTo>
                <a:cubicBezTo>
                  <a:pt x="119" y="16"/>
                  <a:pt x="119" y="16"/>
                  <a:pt x="120" y="16"/>
                </a:cubicBezTo>
                <a:cubicBezTo>
                  <a:pt x="120" y="16"/>
                  <a:pt x="120" y="16"/>
                  <a:pt x="121" y="16"/>
                </a:cubicBezTo>
                <a:cubicBezTo>
                  <a:pt x="121" y="16"/>
                  <a:pt x="121" y="16"/>
                  <a:pt x="121" y="16"/>
                </a:cubicBezTo>
                <a:cubicBezTo>
                  <a:pt x="121" y="16"/>
                  <a:pt x="121" y="16"/>
                  <a:pt x="121" y="16"/>
                </a:cubicBezTo>
                <a:cubicBezTo>
                  <a:pt x="121" y="16"/>
                  <a:pt x="121" y="16"/>
                  <a:pt x="121" y="15"/>
                </a:cubicBezTo>
                <a:cubicBezTo>
                  <a:pt x="120" y="15"/>
                  <a:pt x="120" y="15"/>
                  <a:pt x="120" y="15"/>
                </a:cubicBezTo>
                <a:cubicBezTo>
                  <a:pt x="120" y="15"/>
                  <a:pt x="120" y="15"/>
                  <a:pt x="120" y="15"/>
                </a:cubicBezTo>
                <a:cubicBezTo>
                  <a:pt x="119" y="15"/>
                  <a:pt x="119" y="15"/>
                  <a:pt x="119" y="14"/>
                </a:cubicBezTo>
                <a:cubicBezTo>
                  <a:pt x="119" y="14"/>
                  <a:pt x="119" y="14"/>
                  <a:pt x="119" y="14"/>
                </a:cubicBezTo>
                <a:cubicBezTo>
                  <a:pt x="118" y="14"/>
                  <a:pt x="118" y="14"/>
                  <a:pt x="118" y="14"/>
                </a:cubicBezTo>
                <a:cubicBezTo>
                  <a:pt x="118" y="14"/>
                  <a:pt x="118" y="14"/>
                  <a:pt x="118" y="14"/>
                </a:cubicBezTo>
                <a:cubicBezTo>
                  <a:pt x="117" y="14"/>
                  <a:pt x="117" y="13"/>
                  <a:pt x="116" y="13"/>
                </a:cubicBezTo>
                <a:cubicBezTo>
                  <a:pt x="116" y="13"/>
                  <a:pt x="116" y="13"/>
                  <a:pt x="115" y="13"/>
                </a:cubicBezTo>
                <a:cubicBezTo>
                  <a:pt x="115" y="13"/>
                  <a:pt x="115" y="13"/>
                  <a:pt x="115" y="13"/>
                </a:cubicBezTo>
                <a:cubicBezTo>
                  <a:pt x="115" y="13"/>
                  <a:pt x="115" y="13"/>
                  <a:pt x="115" y="14"/>
                </a:cubicBezTo>
                <a:cubicBezTo>
                  <a:pt x="115" y="14"/>
                  <a:pt x="115" y="14"/>
                  <a:pt x="115" y="14"/>
                </a:cubicBezTo>
                <a:close/>
                <a:moveTo>
                  <a:pt x="145" y="46"/>
                </a:moveTo>
                <a:cubicBezTo>
                  <a:pt x="145" y="46"/>
                  <a:pt x="145" y="46"/>
                  <a:pt x="145" y="46"/>
                </a:cubicBezTo>
                <a:cubicBezTo>
                  <a:pt x="145" y="46"/>
                  <a:pt x="145" y="46"/>
                  <a:pt x="145" y="46"/>
                </a:cubicBezTo>
                <a:cubicBezTo>
                  <a:pt x="145" y="46"/>
                  <a:pt x="145" y="46"/>
                  <a:pt x="145" y="46"/>
                </a:cubicBezTo>
                <a:cubicBezTo>
                  <a:pt x="145" y="46"/>
                  <a:pt x="145" y="46"/>
                  <a:pt x="145" y="46"/>
                </a:cubicBezTo>
                <a:close/>
                <a:moveTo>
                  <a:pt x="148" y="46"/>
                </a:moveTo>
                <a:cubicBezTo>
                  <a:pt x="148" y="46"/>
                  <a:pt x="148" y="46"/>
                  <a:pt x="148" y="47"/>
                </a:cubicBezTo>
                <a:cubicBezTo>
                  <a:pt x="148" y="46"/>
                  <a:pt x="148" y="46"/>
                  <a:pt x="148" y="46"/>
                </a:cubicBezTo>
                <a:cubicBezTo>
                  <a:pt x="148" y="46"/>
                  <a:pt x="148" y="46"/>
                  <a:pt x="148" y="45"/>
                </a:cubicBezTo>
                <a:cubicBezTo>
                  <a:pt x="148" y="46"/>
                  <a:pt x="148" y="46"/>
                  <a:pt x="148" y="46"/>
                </a:cubicBezTo>
                <a:close/>
                <a:moveTo>
                  <a:pt x="123" y="96"/>
                </a:moveTo>
                <a:cubicBezTo>
                  <a:pt x="121" y="95"/>
                  <a:pt x="121" y="96"/>
                  <a:pt x="123" y="97"/>
                </a:cubicBezTo>
                <a:cubicBezTo>
                  <a:pt x="124" y="98"/>
                  <a:pt x="124" y="97"/>
                  <a:pt x="124" y="97"/>
                </a:cubicBezTo>
                <a:cubicBezTo>
                  <a:pt x="124" y="97"/>
                  <a:pt x="124" y="96"/>
                  <a:pt x="123" y="96"/>
                </a:cubicBezTo>
                <a:close/>
                <a:moveTo>
                  <a:pt x="134" y="39"/>
                </a:moveTo>
                <a:cubicBezTo>
                  <a:pt x="134" y="40"/>
                  <a:pt x="134" y="40"/>
                  <a:pt x="134" y="40"/>
                </a:cubicBezTo>
                <a:cubicBezTo>
                  <a:pt x="134" y="40"/>
                  <a:pt x="135" y="41"/>
                  <a:pt x="135" y="40"/>
                </a:cubicBezTo>
                <a:cubicBezTo>
                  <a:pt x="135" y="39"/>
                  <a:pt x="134" y="39"/>
                  <a:pt x="134" y="39"/>
                </a:cubicBezTo>
                <a:close/>
                <a:moveTo>
                  <a:pt x="132" y="47"/>
                </a:moveTo>
                <a:cubicBezTo>
                  <a:pt x="132" y="47"/>
                  <a:pt x="133" y="47"/>
                  <a:pt x="134" y="47"/>
                </a:cubicBezTo>
                <a:cubicBezTo>
                  <a:pt x="134" y="47"/>
                  <a:pt x="134" y="47"/>
                  <a:pt x="134" y="46"/>
                </a:cubicBezTo>
                <a:cubicBezTo>
                  <a:pt x="133" y="46"/>
                  <a:pt x="133" y="47"/>
                  <a:pt x="133" y="47"/>
                </a:cubicBezTo>
                <a:cubicBezTo>
                  <a:pt x="132" y="47"/>
                  <a:pt x="132" y="47"/>
                  <a:pt x="132" y="47"/>
                </a:cubicBezTo>
                <a:close/>
                <a:moveTo>
                  <a:pt x="157" y="68"/>
                </a:moveTo>
                <a:cubicBezTo>
                  <a:pt x="157" y="67"/>
                  <a:pt x="157" y="67"/>
                  <a:pt x="157" y="67"/>
                </a:cubicBezTo>
                <a:cubicBezTo>
                  <a:pt x="157" y="66"/>
                  <a:pt x="157" y="66"/>
                  <a:pt x="157" y="66"/>
                </a:cubicBezTo>
                <a:cubicBezTo>
                  <a:pt x="156" y="66"/>
                  <a:pt x="156" y="65"/>
                  <a:pt x="156" y="65"/>
                </a:cubicBezTo>
                <a:cubicBezTo>
                  <a:pt x="155" y="65"/>
                  <a:pt x="155" y="65"/>
                  <a:pt x="155" y="65"/>
                </a:cubicBezTo>
                <a:cubicBezTo>
                  <a:pt x="155" y="64"/>
                  <a:pt x="155" y="64"/>
                  <a:pt x="155" y="64"/>
                </a:cubicBezTo>
                <a:cubicBezTo>
                  <a:pt x="154" y="64"/>
                  <a:pt x="154" y="64"/>
                  <a:pt x="154" y="64"/>
                </a:cubicBezTo>
                <a:cubicBezTo>
                  <a:pt x="154" y="63"/>
                  <a:pt x="155" y="63"/>
                  <a:pt x="155" y="63"/>
                </a:cubicBezTo>
                <a:cubicBezTo>
                  <a:pt x="155" y="62"/>
                  <a:pt x="155" y="62"/>
                  <a:pt x="155" y="62"/>
                </a:cubicBezTo>
                <a:cubicBezTo>
                  <a:pt x="154" y="62"/>
                  <a:pt x="154" y="62"/>
                  <a:pt x="153" y="63"/>
                </a:cubicBezTo>
                <a:cubicBezTo>
                  <a:pt x="153" y="63"/>
                  <a:pt x="152" y="64"/>
                  <a:pt x="152" y="64"/>
                </a:cubicBezTo>
                <a:cubicBezTo>
                  <a:pt x="151" y="64"/>
                  <a:pt x="151" y="64"/>
                  <a:pt x="151" y="64"/>
                </a:cubicBezTo>
                <a:cubicBezTo>
                  <a:pt x="151" y="64"/>
                  <a:pt x="151" y="64"/>
                  <a:pt x="152" y="65"/>
                </a:cubicBezTo>
                <a:cubicBezTo>
                  <a:pt x="151" y="65"/>
                  <a:pt x="151" y="65"/>
                  <a:pt x="151" y="66"/>
                </a:cubicBezTo>
                <a:cubicBezTo>
                  <a:pt x="151" y="66"/>
                  <a:pt x="152" y="66"/>
                  <a:pt x="152" y="66"/>
                </a:cubicBezTo>
                <a:cubicBezTo>
                  <a:pt x="153" y="66"/>
                  <a:pt x="153" y="66"/>
                  <a:pt x="153" y="67"/>
                </a:cubicBezTo>
                <a:cubicBezTo>
                  <a:pt x="154" y="67"/>
                  <a:pt x="154" y="67"/>
                  <a:pt x="155" y="67"/>
                </a:cubicBezTo>
                <a:cubicBezTo>
                  <a:pt x="154" y="67"/>
                  <a:pt x="154" y="67"/>
                  <a:pt x="153" y="67"/>
                </a:cubicBezTo>
                <a:cubicBezTo>
                  <a:pt x="154" y="68"/>
                  <a:pt x="154" y="68"/>
                  <a:pt x="155" y="68"/>
                </a:cubicBezTo>
                <a:cubicBezTo>
                  <a:pt x="155" y="68"/>
                  <a:pt x="155" y="68"/>
                  <a:pt x="156" y="68"/>
                </a:cubicBezTo>
                <a:cubicBezTo>
                  <a:pt x="156" y="68"/>
                  <a:pt x="156" y="68"/>
                  <a:pt x="156" y="69"/>
                </a:cubicBezTo>
                <a:cubicBezTo>
                  <a:pt x="156" y="69"/>
                  <a:pt x="156" y="69"/>
                  <a:pt x="157" y="69"/>
                </a:cubicBezTo>
                <a:cubicBezTo>
                  <a:pt x="157" y="69"/>
                  <a:pt x="157" y="69"/>
                  <a:pt x="157" y="68"/>
                </a:cubicBezTo>
                <a:cubicBezTo>
                  <a:pt x="157" y="68"/>
                  <a:pt x="157" y="68"/>
                  <a:pt x="157" y="68"/>
                </a:cubicBezTo>
                <a:close/>
                <a:moveTo>
                  <a:pt x="132" y="98"/>
                </a:moveTo>
                <a:cubicBezTo>
                  <a:pt x="132" y="98"/>
                  <a:pt x="132" y="97"/>
                  <a:pt x="131" y="96"/>
                </a:cubicBezTo>
                <a:cubicBezTo>
                  <a:pt x="130" y="96"/>
                  <a:pt x="129" y="96"/>
                  <a:pt x="129" y="96"/>
                </a:cubicBezTo>
                <a:cubicBezTo>
                  <a:pt x="129" y="95"/>
                  <a:pt x="128" y="96"/>
                  <a:pt x="128" y="96"/>
                </a:cubicBezTo>
                <a:cubicBezTo>
                  <a:pt x="128" y="96"/>
                  <a:pt x="129" y="96"/>
                  <a:pt x="128" y="97"/>
                </a:cubicBezTo>
                <a:cubicBezTo>
                  <a:pt x="127" y="97"/>
                  <a:pt x="129" y="97"/>
                  <a:pt x="129" y="97"/>
                </a:cubicBezTo>
                <a:cubicBezTo>
                  <a:pt x="129" y="97"/>
                  <a:pt x="128" y="98"/>
                  <a:pt x="128" y="97"/>
                </a:cubicBezTo>
                <a:cubicBezTo>
                  <a:pt x="127" y="97"/>
                  <a:pt x="126" y="96"/>
                  <a:pt x="126" y="97"/>
                </a:cubicBezTo>
                <a:cubicBezTo>
                  <a:pt x="126" y="98"/>
                  <a:pt x="127" y="98"/>
                  <a:pt x="127" y="98"/>
                </a:cubicBezTo>
                <a:cubicBezTo>
                  <a:pt x="128" y="98"/>
                  <a:pt x="128" y="98"/>
                  <a:pt x="129" y="98"/>
                </a:cubicBezTo>
                <a:cubicBezTo>
                  <a:pt x="129" y="98"/>
                  <a:pt x="129" y="99"/>
                  <a:pt x="129" y="99"/>
                </a:cubicBezTo>
                <a:cubicBezTo>
                  <a:pt x="130" y="99"/>
                  <a:pt x="130" y="98"/>
                  <a:pt x="130" y="98"/>
                </a:cubicBezTo>
                <a:cubicBezTo>
                  <a:pt x="131" y="99"/>
                  <a:pt x="131" y="99"/>
                  <a:pt x="131" y="99"/>
                </a:cubicBezTo>
                <a:cubicBezTo>
                  <a:pt x="131" y="99"/>
                  <a:pt x="133" y="100"/>
                  <a:pt x="133" y="99"/>
                </a:cubicBezTo>
                <a:cubicBezTo>
                  <a:pt x="133" y="98"/>
                  <a:pt x="132" y="98"/>
                  <a:pt x="132" y="98"/>
                </a:cubicBezTo>
                <a:close/>
                <a:moveTo>
                  <a:pt x="127" y="94"/>
                </a:moveTo>
                <a:cubicBezTo>
                  <a:pt x="127" y="94"/>
                  <a:pt x="126" y="93"/>
                  <a:pt x="126" y="93"/>
                </a:cubicBezTo>
                <a:cubicBezTo>
                  <a:pt x="126" y="93"/>
                  <a:pt x="125" y="93"/>
                  <a:pt x="125" y="92"/>
                </a:cubicBezTo>
                <a:cubicBezTo>
                  <a:pt x="124" y="91"/>
                  <a:pt x="124" y="91"/>
                  <a:pt x="124" y="90"/>
                </a:cubicBezTo>
                <a:cubicBezTo>
                  <a:pt x="123" y="90"/>
                  <a:pt x="123" y="90"/>
                  <a:pt x="123" y="90"/>
                </a:cubicBezTo>
                <a:cubicBezTo>
                  <a:pt x="123" y="90"/>
                  <a:pt x="123" y="89"/>
                  <a:pt x="121" y="88"/>
                </a:cubicBezTo>
                <a:cubicBezTo>
                  <a:pt x="119" y="87"/>
                  <a:pt x="116" y="88"/>
                  <a:pt x="116" y="88"/>
                </a:cubicBezTo>
                <a:cubicBezTo>
                  <a:pt x="116" y="88"/>
                  <a:pt x="116" y="89"/>
                  <a:pt x="117" y="89"/>
                </a:cubicBezTo>
                <a:cubicBezTo>
                  <a:pt x="117" y="89"/>
                  <a:pt x="118" y="89"/>
                  <a:pt x="119" y="89"/>
                </a:cubicBezTo>
                <a:cubicBezTo>
                  <a:pt x="120" y="89"/>
                  <a:pt x="120" y="90"/>
                  <a:pt x="120" y="90"/>
                </a:cubicBezTo>
                <a:cubicBezTo>
                  <a:pt x="120" y="90"/>
                  <a:pt x="121" y="90"/>
                  <a:pt x="121" y="91"/>
                </a:cubicBezTo>
                <a:cubicBezTo>
                  <a:pt x="121" y="91"/>
                  <a:pt x="122" y="91"/>
                  <a:pt x="122" y="91"/>
                </a:cubicBezTo>
                <a:cubicBezTo>
                  <a:pt x="122" y="91"/>
                  <a:pt x="123" y="93"/>
                  <a:pt x="123" y="93"/>
                </a:cubicBezTo>
                <a:cubicBezTo>
                  <a:pt x="124" y="93"/>
                  <a:pt x="124" y="93"/>
                  <a:pt x="124" y="93"/>
                </a:cubicBezTo>
                <a:cubicBezTo>
                  <a:pt x="124" y="93"/>
                  <a:pt x="124" y="93"/>
                  <a:pt x="123" y="93"/>
                </a:cubicBezTo>
                <a:cubicBezTo>
                  <a:pt x="123" y="94"/>
                  <a:pt x="123" y="94"/>
                  <a:pt x="123" y="94"/>
                </a:cubicBezTo>
                <a:cubicBezTo>
                  <a:pt x="124" y="94"/>
                  <a:pt x="124" y="94"/>
                  <a:pt x="125" y="95"/>
                </a:cubicBezTo>
                <a:cubicBezTo>
                  <a:pt x="125" y="95"/>
                  <a:pt x="127" y="95"/>
                  <a:pt x="127" y="95"/>
                </a:cubicBezTo>
                <a:cubicBezTo>
                  <a:pt x="127" y="95"/>
                  <a:pt x="127" y="95"/>
                  <a:pt x="127" y="94"/>
                </a:cubicBezTo>
                <a:close/>
                <a:moveTo>
                  <a:pt x="124" y="19"/>
                </a:moveTo>
                <a:cubicBezTo>
                  <a:pt x="124" y="19"/>
                  <a:pt x="124" y="20"/>
                  <a:pt x="123" y="19"/>
                </a:cubicBezTo>
                <a:cubicBezTo>
                  <a:pt x="123" y="19"/>
                  <a:pt x="123" y="19"/>
                  <a:pt x="123" y="19"/>
                </a:cubicBezTo>
                <a:cubicBezTo>
                  <a:pt x="123" y="19"/>
                  <a:pt x="122" y="19"/>
                  <a:pt x="122" y="19"/>
                </a:cubicBezTo>
                <a:cubicBezTo>
                  <a:pt x="122" y="19"/>
                  <a:pt x="122" y="19"/>
                  <a:pt x="122" y="19"/>
                </a:cubicBezTo>
                <a:cubicBezTo>
                  <a:pt x="122" y="19"/>
                  <a:pt x="121" y="19"/>
                  <a:pt x="121" y="18"/>
                </a:cubicBezTo>
                <a:cubicBezTo>
                  <a:pt x="121" y="18"/>
                  <a:pt x="121" y="18"/>
                  <a:pt x="121" y="18"/>
                </a:cubicBezTo>
                <a:cubicBezTo>
                  <a:pt x="121" y="18"/>
                  <a:pt x="121" y="18"/>
                  <a:pt x="121" y="17"/>
                </a:cubicBezTo>
                <a:cubicBezTo>
                  <a:pt x="121" y="17"/>
                  <a:pt x="121" y="17"/>
                  <a:pt x="120" y="17"/>
                </a:cubicBezTo>
                <a:cubicBezTo>
                  <a:pt x="120" y="17"/>
                  <a:pt x="120" y="17"/>
                  <a:pt x="120" y="17"/>
                </a:cubicBezTo>
                <a:cubicBezTo>
                  <a:pt x="120" y="17"/>
                  <a:pt x="120" y="17"/>
                  <a:pt x="120" y="17"/>
                </a:cubicBezTo>
                <a:cubicBezTo>
                  <a:pt x="120" y="17"/>
                  <a:pt x="119" y="17"/>
                  <a:pt x="119" y="17"/>
                </a:cubicBezTo>
                <a:cubicBezTo>
                  <a:pt x="119" y="17"/>
                  <a:pt x="119" y="17"/>
                  <a:pt x="118" y="17"/>
                </a:cubicBezTo>
                <a:cubicBezTo>
                  <a:pt x="118" y="17"/>
                  <a:pt x="119" y="18"/>
                  <a:pt x="119" y="18"/>
                </a:cubicBezTo>
                <a:cubicBezTo>
                  <a:pt x="119" y="18"/>
                  <a:pt x="118" y="17"/>
                  <a:pt x="118" y="17"/>
                </a:cubicBezTo>
                <a:cubicBezTo>
                  <a:pt x="118" y="17"/>
                  <a:pt x="118" y="17"/>
                  <a:pt x="118" y="17"/>
                </a:cubicBezTo>
                <a:cubicBezTo>
                  <a:pt x="118" y="17"/>
                  <a:pt x="117" y="17"/>
                  <a:pt x="117" y="17"/>
                </a:cubicBezTo>
                <a:cubicBezTo>
                  <a:pt x="117" y="17"/>
                  <a:pt x="117" y="17"/>
                  <a:pt x="117" y="17"/>
                </a:cubicBezTo>
                <a:cubicBezTo>
                  <a:pt x="117" y="17"/>
                  <a:pt x="117" y="17"/>
                  <a:pt x="117" y="17"/>
                </a:cubicBezTo>
                <a:cubicBezTo>
                  <a:pt x="117" y="17"/>
                  <a:pt x="117" y="17"/>
                  <a:pt x="116" y="17"/>
                </a:cubicBezTo>
                <a:cubicBezTo>
                  <a:pt x="116" y="16"/>
                  <a:pt x="116" y="16"/>
                  <a:pt x="116" y="16"/>
                </a:cubicBezTo>
                <a:cubicBezTo>
                  <a:pt x="116" y="16"/>
                  <a:pt x="116" y="16"/>
                  <a:pt x="116" y="16"/>
                </a:cubicBezTo>
                <a:cubicBezTo>
                  <a:pt x="115" y="16"/>
                  <a:pt x="115" y="16"/>
                  <a:pt x="115" y="16"/>
                </a:cubicBezTo>
                <a:cubicBezTo>
                  <a:pt x="115" y="16"/>
                  <a:pt x="115" y="16"/>
                  <a:pt x="115" y="16"/>
                </a:cubicBezTo>
                <a:cubicBezTo>
                  <a:pt x="115" y="16"/>
                  <a:pt x="115" y="16"/>
                  <a:pt x="115" y="17"/>
                </a:cubicBezTo>
                <a:cubicBezTo>
                  <a:pt x="115" y="17"/>
                  <a:pt x="115" y="17"/>
                  <a:pt x="115" y="17"/>
                </a:cubicBezTo>
                <a:cubicBezTo>
                  <a:pt x="115" y="17"/>
                  <a:pt x="115" y="17"/>
                  <a:pt x="116" y="17"/>
                </a:cubicBezTo>
                <a:cubicBezTo>
                  <a:pt x="116" y="17"/>
                  <a:pt x="116" y="17"/>
                  <a:pt x="116" y="18"/>
                </a:cubicBezTo>
                <a:cubicBezTo>
                  <a:pt x="116" y="18"/>
                  <a:pt x="116" y="18"/>
                  <a:pt x="116" y="18"/>
                </a:cubicBezTo>
                <a:cubicBezTo>
                  <a:pt x="117" y="18"/>
                  <a:pt x="117" y="18"/>
                  <a:pt x="117" y="18"/>
                </a:cubicBezTo>
                <a:cubicBezTo>
                  <a:pt x="118" y="18"/>
                  <a:pt x="118" y="18"/>
                  <a:pt x="118" y="18"/>
                </a:cubicBezTo>
                <a:cubicBezTo>
                  <a:pt x="118" y="19"/>
                  <a:pt x="118" y="19"/>
                  <a:pt x="118" y="19"/>
                </a:cubicBezTo>
                <a:cubicBezTo>
                  <a:pt x="119" y="19"/>
                  <a:pt x="119" y="19"/>
                  <a:pt x="119" y="19"/>
                </a:cubicBezTo>
                <a:cubicBezTo>
                  <a:pt x="119" y="19"/>
                  <a:pt x="119" y="19"/>
                  <a:pt x="120" y="19"/>
                </a:cubicBezTo>
                <a:cubicBezTo>
                  <a:pt x="120" y="19"/>
                  <a:pt x="120" y="19"/>
                  <a:pt x="121" y="20"/>
                </a:cubicBezTo>
                <a:cubicBezTo>
                  <a:pt x="121" y="19"/>
                  <a:pt x="121" y="19"/>
                  <a:pt x="121" y="19"/>
                </a:cubicBezTo>
                <a:cubicBezTo>
                  <a:pt x="121" y="19"/>
                  <a:pt x="121" y="19"/>
                  <a:pt x="121" y="19"/>
                </a:cubicBezTo>
                <a:cubicBezTo>
                  <a:pt x="121" y="19"/>
                  <a:pt x="122" y="19"/>
                  <a:pt x="122" y="19"/>
                </a:cubicBezTo>
                <a:cubicBezTo>
                  <a:pt x="122" y="19"/>
                  <a:pt x="122" y="19"/>
                  <a:pt x="122" y="19"/>
                </a:cubicBezTo>
                <a:cubicBezTo>
                  <a:pt x="122" y="19"/>
                  <a:pt x="122" y="19"/>
                  <a:pt x="122" y="20"/>
                </a:cubicBezTo>
                <a:cubicBezTo>
                  <a:pt x="122" y="20"/>
                  <a:pt x="122" y="20"/>
                  <a:pt x="122" y="20"/>
                </a:cubicBezTo>
                <a:cubicBezTo>
                  <a:pt x="122" y="20"/>
                  <a:pt x="122" y="20"/>
                  <a:pt x="122" y="20"/>
                </a:cubicBezTo>
                <a:cubicBezTo>
                  <a:pt x="123" y="20"/>
                  <a:pt x="123" y="21"/>
                  <a:pt x="123" y="21"/>
                </a:cubicBezTo>
                <a:cubicBezTo>
                  <a:pt x="123" y="21"/>
                  <a:pt x="123" y="21"/>
                  <a:pt x="123" y="21"/>
                </a:cubicBezTo>
                <a:cubicBezTo>
                  <a:pt x="124" y="21"/>
                  <a:pt x="124" y="21"/>
                  <a:pt x="125" y="21"/>
                </a:cubicBezTo>
                <a:cubicBezTo>
                  <a:pt x="125" y="21"/>
                  <a:pt x="125" y="21"/>
                  <a:pt x="125" y="20"/>
                </a:cubicBezTo>
                <a:cubicBezTo>
                  <a:pt x="125" y="20"/>
                  <a:pt x="124" y="19"/>
                  <a:pt x="124" y="19"/>
                </a:cubicBezTo>
                <a:close/>
                <a:moveTo>
                  <a:pt x="139" y="35"/>
                </a:moveTo>
                <a:cubicBezTo>
                  <a:pt x="139" y="35"/>
                  <a:pt x="139" y="35"/>
                  <a:pt x="140" y="35"/>
                </a:cubicBezTo>
                <a:cubicBezTo>
                  <a:pt x="140" y="35"/>
                  <a:pt x="140" y="35"/>
                  <a:pt x="140" y="35"/>
                </a:cubicBezTo>
                <a:cubicBezTo>
                  <a:pt x="140" y="34"/>
                  <a:pt x="139" y="34"/>
                  <a:pt x="139" y="34"/>
                </a:cubicBezTo>
                <a:cubicBezTo>
                  <a:pt x="139" y="34"/>
                  <a:pt x="138" y="34"/>
                  <a:pt x="138" y="34"/>
                </a:cubicBezTo>
                <a:cubicBezTo>
                  <a:pt x="138" y="34"/>
                  <a:pt x="138" y="34"/>
                  <a:pt x="138" y="34"/>
                </a:cubicBezTo>
                <a:cubicBezTo>
                  <a:pt x="138" y="35"/>
                  <a:pt x="138" y="35"/>
                  <a:pt x="139" y="35"/>
                </a:cubicBezTo>
                <a:close/>
                <a:moveTo>
                  <a:pt x="117" y="24"/>
                </a:moveTo>
                <a:cubicBezTo>
                  <a:pt x="117" y="24"/>
                  <a:pt x="117" y="24"/>
                  <a:pt x="117" y="24"/>
                </a:cubicBezTo>
                <a:cubicBezTo>
                  <a:pt x="117" y="24"/>
                  <a:pt x="117" y="24"/>
                  <a:pt x="117" y="23"/>
                </a:cubicBezTo>
                <a:cubicBezTo>
                  <a:pt x="117" y="23"/>
                  <a:pt x="117" y="23"/>
                  <a:pt x="116" y="23"/>
                </a:cubicBezTo>
                <a:cubicBezTo>
                  <a:pt x="116" y="23"/>
                  <a:pt x="116" y="23"/>
                  <a:pt x="116" y="24"/>
                </a:cubicBezTo>
                <a:cubicBezTo>
                  <a:pt x="116" y="24"/>
                  <a:pt x="117" y="24"/>
                  <a:pt x="117" y="24"/>
                </a:cubicBezTo>
                <a:close/>
                <a:moveTo>
                  <a:pt x="116" y="18"/>
                </a:moveTo>
                <a:cubicBezTo>
                  <a:pt x="116" y="17"/>
                  <a:pt x="115" y="17"/>
                  <a:pt x="115" y="17"/>
                </a:cubicBezTo>
                <a:cubicBezTo>
                  <a:pt x="114" y="17"/>
                  <a:pt x="114" y="17"/>
                  <a:pt x="114" y="18"/>
                </a:cubicBezTo>
                <a:cubicBezTo>
                  <a:pt x="114" y="18"/>
                  <a:pt x="114" y="18"/>
                  <a:pt x="114" y="18"/>
                </a:cubicBezTo>
                <a:cubicBezTo>
                  <a:pt x="114" y="18"/>
                  <a:pt x="115" y="19"/>
                  <a:pt x="116" y="18"/>
                </a:cubicBezTo>
                <a:close/>
                <a:moveTo>
                  <a:pt x="113" y="21"/>
                </a:moveTo>
                <a:cubicBezTo>
                  <a:pt x="113" y="21"/>
                  <a:pt x="113" y="21"/>
                  <a:pt x="113" y="21"/>
                </a:cubicBezTo>
                <a:cubicBezTo>
                  <a:pt x="113" y="20"/>
                  <a:pt x="113" y="20"/>
                  <a:pt x="113" y="20"/>
                </a:cubicBezTo>
                <a:cubicBezTo>
                  <a:pt x="114" y="20"/>
                  <a:pt x="114" y="20"/>
                  <a:pt x="114" y="20"/>
                </a:cubicBezTo>
                <a:cubicBezTo>
                  <a:pt x="114" y="20"/>
                  <a:pt x="114" y="19"/>
                  <a:pt x="114" y="19"/>
                </a:cubicBezTo>
                <a:cubicBezTo>
                  <a:pt x="113" y="19"/>
                  <a:pt x="113" y="19"/>
                  <a:pt x="113" y="19"/>
                </a:cubicBezTo>
                <a:cubicBezTo>
                  <a:pt x="113" y="19"/>
                  <a:pt x="112" y="19"/>
                  <a:pt x="112" y="19"/>
                </a:cubicBezTo>
                <a:cubicBezTo>
                  <a:pt x="112" y="19"/>
                  <a:pt x="112" y="19"/>
                  <a:pt x="112" y="19"/>
                </a:cubicBezTo>
                <a:cubicBezTo>
                  <a:pt x="111" y="19"/>
                  <a:pt x="111" y="19"/>
                  <a:pt x="111" y="19"/>
                </a:cubicBezTo>
                <a:cubicBezTo>
                  <a:pt x="111" y="19"/>
                  <a:pt x="111" y="19"/>
                  <a:pt x="110" y="19"/>
                </a:cubicBezTo>
                <a:cubicBezTo>
                  <a:pt x="110" y="20"/>
                  <a:pt x="110" y="21"/>
                  <a:pt x="110" y="21"/>
                </a:cubicBezTo>
                <a:cubicBezTo>
                  <a:pt x="110" y="21"/>
                  <a:pt x="110" y="21"/>
                  <a:pt x="110" y="21"/>
                </a:cubicBezTo>
                <a:cubicBezTo>
                  <a:pt x="110" y="21"/>
                  <a:pt x="110" y="21"/>
                  <a:pt x="110" y="20"/>
                </a:cubicBezTo>
                <a:cubicBezTo>
                  <a:pt x="110" y="20"/>
                  <a:pt x="110" y="20"/>
                  <a:pt x="110" y="20"/>
                </a:cubicBezTo>
                <a:cubicBezTo>
                  <a:pt x="110" y="20"/>
                  <a:pt x="110" y="20"/>
                  <a:pt x="109" y="20"/>
                </a:cubicBezTo>
                <a:cubicBezTo>
                  <a:pt x="110" y="20"/>
                  <a:pt x="110" y="20"/>
                  <a:pt x="110" y="20"/>
                </a:cubicBezTo>
                <a:cubicBezTo>
                  <a:pt x="110" y="20"/>
                  <a:pt x="110" y="20"/>
                  <a:pt x="110" y="20"/>
                </a:cubicBezTo>
                <a:cubicBezTo>
                  <a:pt x="109" y="20"/>
                  <a:pt x="109" y="20"/>
                  <a:pt x="109" y="19"/>
                </a:cubicBezTo>
                <a:cubicBezTo>
                  <a:pt x="109" y="19"/>
                  <a:pt x="109" y="19"/>
                  <a:pt x="109" y="19"/>
                </a:cubicBezTo>
                <a:cubicBezTo>
                  <a:pt x="109" y="19"/>
                  <a:pt x="109" y="19"/>
                  <a:pt x="109" y="19"/>
                </a:cubicBezTo>
                <a:cubicBezTo>
                  <a:pt x="108" y="19"/>
                  <a:pt x="108" y="19"/>
                  <a:pt x="108" y="19"/>
                </a:cubicBezTo>
                <a:cubicBezTo>
                  <a:pt x="108" y="19"/>
                  <a:pt x="108" y="19"/>
                  <a:pt x="108" y="19"/>
                </a:cubicBezTo>
                <a:cubicBezTo>
                  <a:pt x="108" y="19"/>
                  <a:pt x="108" y="19"/>
                  <a:pt x="108" y="19"/>
                </a:cubicBezTo>
                <a:cubicBezTo>
                  <a:pt x="107" y="19"/>
                  <a:pt x="107" y="19"/>
                  <a:pt x="107" y="19"/>
                </a:cubicBezTo>
                <a:cubicBezTo>
                  <a:pt x="107" y="19"/>
                  <a:pt x="106" y="19"/>
                  <a:pt x="106" y="19"/>
                </a:cubicBezTo>
                <a:cubicBezTo>
                  <a:pt x="106" y="19"/>
                  <a:pt x="106" y="19"/>
                  <a:pt x="105" y="18"/>
                </a:cubicBezTo>
                <a:cubicBezTo>
                  <a:pt x="105" y="19"/>
                  <a:pt x="105" y="19"/>
                  <a:pt x="105" y="19"/>
                </a:cubicBezTo>
                <a:cubicBezTo>
                  <a:pt x="105" y="19"/>
                  <a:pt x="105" y="18"/>
                  <a:pt x="105" y="18"/>
                </a:cubicBezTo>
                <a:cubicBezTo>
                  <a:pt x="105" y="18"/>
                  <a:pt x="105" y="18"/>
                  <a:pt x="104" y="18"/>
                </a:cubicBezTo>
                <a:cubicBezTo>
                  <a:pt x="104" y="18"/>
                  <a:pt x="104" y="18"/>
                  <a:pt x="104" y="18"/>
                </a:cubicBezTo>
                <a:cubicBezTo>
                  <a:pt x="104" y="18"/>
                  <a:pt x="104" y="18"/>
                  <a:pt x="103" y="17"/>
                </a:cubicBezTo>
                <a:cubicBezTo>
                  <a:pt x="103" y="17"/>
                  <a:pt x="103" y="17"/>
                  <a:pt x="103" y="17"/>
                </a:cubicBezTo>
                <a:cubicBezTo>
                  <a:pt x="102" y="17"/>
                  <a:pt x="102" y="17"/>
                  <a:pt x="102" y="17"/>
                </a:cubicBezTo>
                <a:cubicBezTo>
                  <a:pt x="101" y="17"/>
                  <a:pt x="101" y="17"/>
                  <a:pt x="101" y="16"/>
                </a:cubicBezTo>
                <a:cubicBezTo>
                  <a:pt x="100" y="16"/>
                  <a:pt x="99" y="16"/>
                  <a:pt x="99" y="16"/>
                </a:cubicBezTo>
                <a:cubicBezTo>
                  <a:pt x="98" y="16"/>
                  <a:pt x="98" y="16"/>
                  <a:pt x="97" y="16"/>
                </a:cubicBezTo>
                <a:cubicBezTo>
                  <a:pt x="96" y="16"/>
                  <a:pt x="96" y="16"/>
                  <a:pt x="95" y="16"/>
                </a:cubicBezTo>
                <a:cubicBezTo>
                  <a:pt x="95" y="16"/>
                  <a:pt x="95" y="16"/>
                  <a:pt x="95" y="17"/>
                </a:cubicBezTo>
                <a:cubicBezTo>
                  <a:pt x="96" y="17"/>
                  <a:pt x="96" y="17"/>
                  <a:pt x="96" y="17"/>
                </a:cubicBezTo>
                <a:cubicBezTo>
                  <a:pt x="95" y="17"/>
                  <a:pt x="95" y="17"/>
                  <a:pt x="95" y="17"/>
                </a:cubicBezTo>
                <a:cubicBezTo>
                  <a:pt x="95" y="17"/>
                  <a:pt x="95" y="17"/>
                  <a:pt x="95" y="17"/>
                </a:cubicBezTo>
                <a:cubicBezTo>
                  <a:pt x="94" y="17"/>
                  <a:pt x="94" y="17"/>
                  <a:pt x="94" y="18"/>
                </a:cubicBezTo>
                <a:cubicBezTo>
                  <a:pt x="94" y="18"/>
                  <a:pt x="93" y="18"/>
                  <a:pt x="93" y="18"/>
                </a:cubicBezTo>
                <a:cubicBezTo>
                  <a:pt x="94" y="18"/>
                  <a:pt x="94" y="19"/>
                  <a:pt x="94" y="19"/>
                </a:cubicBezTo>
                <a:cubicBezTo>
                  <a:pt x="95" y="19"/>
                  <a:pt x="95" y="19"/>
                  <a:pt x="95" y="19"/>
                </a:cubicBezTo>
                <a:cubicBezTo>
                  <a:pt x="95" y="19"/>
                  <a:pt x="95" y="19"/>
                  <a:pt x="95" y="19"/>
                </a:cubicBezTo>
                <a:cubicBezTo>
                  <a:pt x="95" y="19"/>
                  <a:pt x="95" y="20"/>
                  <a:pt x="96" y="20"/>
                </a:cubicBezTo>
                <a:cubicBezTo>
                  <a:pt x="96" y="19"/>
                  <a:pt x="96" y="19"/>
                  <a:pt x="96" y="19"/>
                </a:cubicBezTo>
                <a:cubicBezTo>
                  <a:pt x="97" y="19"/>
                  <a:pt x="97" y="19"/>
                  <a:pt x="97" y="19"/>
                </a:cubicBezTo>
                <a:cubicBezTo>
                  <a:pt x="98" y="19"/>
                  <a:pt x="98" y="19"/>
                  <a:pt x="98" y="19"/>
                </a:cubicBezTo>
                <a:cubicBezTo>
                  <a:pt x="98" y="19"/>
                  <a:pt x="98" y="19"/>
                  <a:pt x="98" y="19"/>
                </a:cubicBezTo>
                <a:cubicBezTo>
                  <a:pt x="99" y="19"/>
                  <a:pt x="99" y="19"/>
                  <a:pt x="99" y="19"/>
                </a:cubicBezTo>
                <a:cubicBezTo>
                  <a:pt x="100" y="18"/>
                  <a:pt x="100" y="18"/>
                  <a:pt x="100" y="18"/>
                </a:cubicBezTo>
                <a:cubicBezTo>
                  <a:pt x="101" y="18"/>
                  <a:pt x="102" y="18"/>
                  <a:pt x="102" y="18"/>
                </a:cubicBezTo>
                <a:cubicBezTo>
                  <a:pt x="102" y="18"/>
                  <a:pt x="101" y="18"/>
                  <a:pt x="101" y="18"/>
                </a:cubicBezTo>
                <a:cubicBezTo>
                  <a:pt x="100" y="19"/>
                  <a:pt x="100" y="19"/>
                  <a:pt x="100" y="19"/>
                </a:cubicBezTo>
                <a:cubicBezTo>
                  <a:pt x="100" y="19"/>
                  <a:pt x="99" y="19"/>
                  <a:pt x="99" y="19"/>
                </a:cubicBezTo>
                <a:cubicBezTo>
                  <a:pt x="99" y="19"/>
                  <a:pt x="100" y="19"/>
                  <a:pt x="100" y="20"/>
                </a:cubicBezTo>
                <a:cubicBezTo>
                  <a:pt x="100" y="20"/>
                  <a:pt x="100" y="20"/>
                  <a:pt x="101" y="20"/>
                </a:cubicBezTo>
                <a:cubicBezTo>
                  <a:pt x="100" y="20"/>
                  <a:pt x="100" y="20"/>
                  <a:pt x="100" y="20"/>
                </a:cubicBezTo>
                <a:cubicBezTo>
                  <a:pt x="100" y="20"/>
                  <a:pt x="100" y="20"/>
                  <a:pt x="101" y="20"/>
                </a:cubicBezTo>
                <a:cubicBezTo>
                  <a:pt x="102" y="21"/>
                  <a:pt x="103" y="21"/>
                  <a:pt x="105" y="21"/>
                </a:cubicBezTo>
                <a:cubicBezTo>
                  <a:pt x="104" y="21"/>
                  <a:pt x="103" y="21"/>
                  <a:pt x="101" y="21"/>
                </a:cubicBezTo>
                <a:cubicBezTo>
                  <a:pt x="100" y="21"/>
                  <a:pt x="100" y="21"/>
                  <a:pt x="100" y="21"/>
                </a:cubicBezTo>
                <a:cubicBezTo>
                  <a:pt x="100" y="21"/>
                  <a:pt x="100" y="21"/>
                  <a:pt x="100" y="22"/>
                </a:cubicBezTo>
                <a:cubicBezTo>
                  <a:pt x="101" y="22"/>
                  <a:pt x="101" y="22"/>
                  <a:pt x="101" y="22"/>
                </a:cubicBezTo>
                <a:cubicBezTo>
                  <a:pt x="101" y="22"/>
                  <a:pt x="103" y="22"/>
                  <a:pt x="103" y="23"/>
                </a:cubicBezTo>
                <a:cubicBezTo>
                  <a:pt x="103" y="23"/>
                  <a:pt x="104" y="23"/>
                  <a:pt x="104" y="23"/>
                </a:cubicBezTo>
                <a:cubicBezTo>
                  <a:pt x="105" y="23"/>
                  <a:pt x="105" y="24"/>
                  <a:pt x="106" y="24"/>
                </a:cubicBezTo>
                <a:cubicBezTo>
                  <a:pt x="106" y="24"/>
                  <a:pt x="107" y="24"/>
                  <a:pt x="107" y="24"/>
                </a:cubicBezTo>
                <a:cubicBezTo>
                  <a:pt x="108" y="24"/>
                  <a:pt x="108" y="24"/>
                  <a:pt x="108" y="24"/>
                </a:cubicBezTo>
                <a:cubicBezTo>
                  <a:pt x="108" y="24"/>
                  <a:pt x="109" y="24"/>
                  <a:pt x="109" y="24"/>
                </a:cubicBezTo>
                <a:cubicBezTo>
                  <a:pt x="110" y="24"/>
                  <a:pt x="110" y="24"/>
                  <a:pt x="110" y="24"/>
                </a:cubicBezTo>
                <a:cubicBezTo>
                  <a:pt x="111" y="24"/>
                  <a:pt x="111" y="24"/>
                  <a:pt x="111" y="24"/>
                </a:cubicBezTo>
                <a:cubicBezTo>
                  <a:pt x="112" y="24"/>
                  <a:pt x="112" y="24"/>
                  <a:pt x="112" y="24"/>
                </a:cubicBezTo>
                <a:cubicBezTo>
                  <a:pt x="112" y="25"/>
                  <a:pt x="112" y="25"/>
                  <a:pt x="113" y="25"/>
                </a:cubicBezTo>
                <a:cubicBezTo>
                  <a:pt x="113" y="25"/>
                  <a:pt x="114" y="25"/>
                  <a:pt x="114" y="25"/>
                </a:cubicBezTo>
                <a:cubicBezTo>
                  <a:pt x="114" y="25"/>
                  <a:pt x="114" y="25"/>
                  <a:pt x="115" y="26"/>
                </a:cubicBezTo>
                <a:cubicBezTo>
                  <a:pt x="115" y="25"/>
                  <a:pt x="115" y="25"/>
                  <a:pt x="115" y="25"/>
                </a:cubicBezTo>
                <a:cubicBezTo>
                  <a:pt x="116" y="25"/>
                  <a:pt x="116" y="25"/>
                  <a:pt x="116" y="25"/>
                </a:cubicBezTo>
                <a:cubicBezTo>
                  <a:pt x="116" y="24"/>
                  <a:pt x="116" y="24"/>
                  <a:pt x="116" y="24"/>
                </a:cubicBezTo>
                <a:cubicBezTo>
                  <a:pt x="116" y="24"/>
                  <a:pt x="115" y="24"/>
                  <a:pt x="115" y="24"/>
                </a:cubicBezTo>
                <a:cubicBezTo>
                  <a:pt x="115" y="23"/>
                  <a:pt x="115" y="23"/>
                  <a:pt x="115" y="23"/>
                </a:cubicBezTo>
                <a:cubicBezTo>
                  <a:pt x="114" y="23"/>
                  <a:pt x="114" y="23"/>
                  <a:pt x="114" y="23"/>
                </a:cubicBezTo>
                <a:cubicBezTo>
                  <a:pt x="114" y="22"/>
                  <a:pt x="114" y="22"/>
                  <a:pt x="113" y="22"/>
                </a:cubicBezTo>
                <a:cubicBezTo>
                  <a:pt x="113" y="22"/>
                  <a:pt x="113" y="22"/>
                  <a:pt x="113" y="21"/>
                </a:cubicBezTo>
                <a:close/>
                <a:moveTo>
                  <a:pt x="131" y="37"/>
                </a:moveTo>
                <a:cubicBezTo>
                  <a:pt x="130" y="37"/>
                  <a:pt x="130" y="38"/>
                  <a:pt x="130" y="38"/>
                </a:cubicBezTo>
                <a:cubicBezTo>
                  <a:pt x="131" y="39"/>
                  <a:pt x="132" y="39"/>
                  <a:pt x="132" y="39"/>
                </a:cubicBezTo>
                <a:cubicBezTo>
                  <a:pt x="132" y="38"/>
                  <a:pt x="132" y="38"/>
                  <a:pt x="132" y="38"/>
                </a:cubicBezTo>
                <a:cubicBezTo>
                  <a:pt x="132" y="38"/>
                  <a:pt x="132" y="37"/>
                  <a:pt x="131" y="37"/>
                </a:cubicBezTo>
                <a:close/>
                <a:moveTo>
                  <a:pt x="136" y="32"/>
                </a:moveTo>
                <a:cubicBezTo>
                  <a:pt x="136" y="32"/>
                  <a:pt x="136" y="32"/>
                  <a:pt x="136" y="33"/>
                </a:cubicBezTo>
                <a:cubicBezTo>
                  <a:pt x="136" y="33"/>
                  <a:pt x="136" y="33"/>
                  <a:pt x="137" y="33"/>
                </a:cubicBezTo>
                <a:cubicBezTo>
                  <a:pt x="137" y="33"/>
                  <a:pt x="137" y="32"/>
                  <a:pt x="137" y="32"/>
                </a:cubicBezTo>
                <a:cubicBezTo>
                  <a:pt x="137" y="32"/>
                  <a:pt x="138" y="32"/>
                  <a:pt x="138" y="32"/>
                </a:cubicBezTo>
                <a:cubicBezTo>
                  <a:pt x="138" y="31"/>
                  <a:pt x="137" y="31"/>
                  <a:pt x="137" y="31"/>
                </a:cubicBezTo>
                <a:cubicBezTo>
                  <a:pt x="137" y="32"/>
                  <a:pt x="136" y="32"/>
                  <a:pt x="136" y="32"/>
                </a:cubicBezTo>
                <a:close/>
                <a:moveTo>
                  <a:pt x="116" y="25"/>
                </a:moveTo>
                <a:cubicBezTo>
                  <a:pt x="116" y="26"/>
                  <a:pt x="115" y="26"/>
                  <a:pt x="115" y="26"/>
                </a:cubicBezTo>
                <a:cubicBezTo>
                  <a:pt x="116" y="26"/>
                  <a:pt x="116" y="26"/>
                  <a:pt x="116" y="26"/>
                </a:cubicBezTo>
                <a:cubicBezTo>
                  <a:pt x="116" y="26"/>
                  <a:pt x="116" y="26"/>
                  <a:pt x="116" y="26"/>
                </a:cubicBezTo>
                <a:cubicBezTo>
                  <a:pt x="116" y="26"/>
                  <a:pt x="117" y="26"/>
                  <a:pt x="117" y="26"/>
                </a:cubicBezTo>
                <a:cubicBezTo>
                  <a:pt x="117" y="26"/>
                  <a:pt x="117" y="25"/>
                  <a:pt x="116" y="25"/>
                </a:cubicBezTo>
                <a:cubicBezTo>
                  <a:pt x="116" y="25"/>
                  <a:pt x="116" y="25"/>
                  <a:pt x="116" y="25"/>
                </a:cubicBezTo>
                <a:close/>
              </a:path>
            </a:pathLst>
          </a:custGeom>
          <a:solidFill>
            <a:sysClr val="window" lastClr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255E969D-7AFE-4D51-84D0-3572C632E6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70381" y="4389692"/>
            <a:ext cx="179957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3485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输入标题文字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FE00993E-CB5C-4817-85C5-441A3D0FC2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65973" y="4972954"/>
            <a:ext cx="1808386" cy="810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defTabSz="91440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rgbClr val="19751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点击此处添加文本内容</a:t>
            </a:r>
            <a:r>
              <a:rPr lang="zh-CN" altLang="en-US" sz="1400" dirty="0">
                <a:solidFill>
                  <a:srgbClr val="19751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，如关键词、部分简单介绍等。</a:t>
            </a:r>
          </a:p>
        </p:txBody>
      </p:sp>
    </p:spTree>
    <p:extLst>
      <p:ext uri="{BB962C8B-B14F-4D97-AF65-F5344CB8AC3E}">
        <p14:creationId xmlns:p14="http://schemas.microsoft.com/office/powerpoint/2010/main" val="10261087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38" grpId="0" animBg="1"/>
      <p:bldP spid="39" grpId="0" animBg="1"/>
      <p:bldP spid="49" grpId="0"/>
      <p:bldP spid="50" grpId="0"/>
      <p:bldP spid="44" grpId="0" animBg="1"/>
      <p:bldP spid="45" grpId="0" animBg="1"/>
      <p:bldP spid="51" grpId="0"/>
      <p:bldP spid="55" grpId="0"/>
      <p:bldP spid="35" grpId="0" animBg="1"/>
      <p:bldP spid="36" grpId="0" animBg="1"/>
      <p:bldP spid="52" grpId="0"/>
      <p:bldP spid="56" grpId="0"/>
      <p:bldP spid="47" grpId="0" animBg="1"/>
      <p:bldP spid="48" grpId="0" animBg="1"/>
      <p:bldP spid="53" grpId="0"/>
      <p:bldP spid="57" grpId="0"/>
      <p:bldP spid="41" grpId="0" animBg="1"/>
      <p:bldP spid="42" grpId="0" animBg="1"/>
      <p:bldP spid="54" grpId="0"/>
      <p:bldP spid="5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01941A8-297C-46C8-ACA8-DEFDA647CE5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3" b="78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A45C51C2-8799-4003-B53D-F6EA701948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8350D1AA-026B-4156-BB16-071519B7E5AE}"/>
              </a:ext>
            </a:extLst>
          </p:cNvPr>
          <p:cNvGrpSpPr/>
          <p:nvPr/>
        </p:nvGrpSpPr>
        <p:grpSpPr>
          <a:xfrm>
            <a:off x="1533014" y="1787979"/>
            <a:ext cx="2711450" cy="2711450"/>
            <a:chOff x="-1266371" y="4076700"/>
            <a:chExt cx="4165600" cy="4165600"/>
          </a:xfrm>
          <a:solidFill>
            <a:schemeClr val="bg1"/>
          </a:solidFill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1AD59D2-1212-436E-9DD6-F475B0C2B8F7}"/>
                </a:ext>
              </a:extLst>
            </p:cNvPr>
            <p:cNvSpPr/>
            <p:nvPr/>
          </p:nvSpPr>
          <p:spPr>
            <a:xfrm>
              <a:off x="-1025071" y="4318000"/>
              <a:ext cx="3683000" cy="3683000"/>
            </a:xfrm>
            <a:prstGeom prst="ellipse">
              <a:avLst/>
            </a:prstGeom>
            <a:solidFill>
              <a:srgbClr val="00582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301B6EDD-1F85-4455-AA24-AA55A34CD836}"/>
                </a:ext>
              </a:extLst>
            </p:cNvPr>
            <p:cNvGrpSpPr/>
            <p:nvPr/>
          </p:nvGrpSpPr>
          <p:grpSpPr>
            <a:xfrm>
              <a:off x="-1266371" y="4076700"/>
              <a:ext cx="4165600" cy="4165600"/>
              <a:chOff x="-1266371" y="4076700"/>
              <a:chExt cx="4165600" cy="4165600"/>
            </a:xfrm>
            <a:grpFill/>
          </p:grpSpPr>
          <p:sp>
            <p:nvSpPr>
              <p:cNvPr id="9" name="椭圆 8">
                <a:extLst>
                  <a:ext uri="{FF2B5EF4-FFF2-40B4-BE49-F238E27FC236}">
                    <a16:creationId xmlns:a16="http://schemas.microsoft.com/office/drawing/2014/main" id="{11B19CFD-D0C6-4A21-AB14-28AE46DBEA49}"/>
                  </a:ext>
                </a:extLst>
              </p:cNvPr>
              <p:cNvSpPr/>
              <p:nvPr/>
            </p:nvSpPr>
            <p:spPr>
              <a:xfrm>
                <a:off x="2697616" y="5348316"/>
                <a:ext cx="161925" cy="16192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" name="椭圆 9">
                <a:extLst>
                  <a:ext uri="{FF2B5EF4-FFF2-40B4-BE49-F238E27FC236}">
                    <a16:creationId xmlns:a16="http://schemas.microsoft.com/office/drawing/2014/main" id="{4C70DB45-43BA-469E-9973-A696FF12A598}"/>
                  </a:ext>
                </a:extLst>
              </p:cNvPr>
              <p:cNvSpPr/>
              <p:nvPr/>
            </p:nvSpPr>
            <p:spPr>
              <a:xfrm>
                <a:off x="-1266371" y="4076700"/>
                <a:ext cx="4165600" cy="4165600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" name="椭圆 10">
                <a:extLst>
                  <a:ext uri="{FF2B5EF4-FFF2-40B4-BE49-F238E27FC236}">
                    <a16:creationId xmlns:a16="http://schemas.microsoft.com/office/drawing/2014/main" id="{21C30209-3117-401A-BEFF-36BAF915C26E}"/>
                  </a:ext>
                </a:extLst>
              </p:cNvPr>
              <p:cNvSpPr/>
              <p:nvPr/>
            </p:nvSpPr>
            <p:spPr>
              <a:xfrm>
                <a:off x="-920228" y="7346082"/>
                <a:ext cx="161925" cy="16192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D9BD5783-EA3D-432D-98F4-73DCCD0E54ED}"/>
              </a:ext>
            </a:extLst>
          </p:cNvPr>
          <p:cNvSpPr txBox="1"/>
          <p:nvPr/>
        </p:nvSpPr>
        <p:spPr>
          <a:xfrm>
            <a:off x="1977032" y="2536425"/>
            <a:ext cx="18234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cs typeface="+mn-ea"/>
                <a:sym typeface="+mn-lt"/>
              </a:rPr>
              <a:t>PART ONE </a:t>
            </a:r>
            <a:endParaRPr lang="zh-CN" altLang="en-US" sz="20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FEA0A94-6315-4D8A-B6B6-C99704856311}"/>
              </a:ext>
            </a:extLst>
          </p:cNvPr>
          <p:cNvSpPr txBox="1"/>
          <p:nvPr/>
        </p:nvSpPr>
        <p:spPr>
          <a:xfrm>
            <a:off x="2297179" y="2913471"/>
            <a:ext cx="118312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600" dirty="0">
                <a:solidFill>
                  <a:schemeClr val="bg1"/>
                </a:solidFill>
                <a:cs typeface="+mn-ea"/>
                <a:sym typeface="+mn-lt"/>
              </a:rPr>
              <a:t>04</a:t>
            </a:r>
            <a:endParaRPr lang="zh-CN" altLang="en-US" sz="6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0D850C1-93B2-4FD5-9976-5A5ACB616255}"/>
              </a:ext>
            </a:extLst>
          </p:cNvPr>
          <p:cNvSpPr txBox="1"/>
          <p:nvPr/>
        </p:nvSpPr>
        <p:spPr>
          <a:xfrm>
            <a:off x="4722954" y="2275947"/>
            <a:ext cx="58895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000" b="1" dirty="0">
                <a:solidFill>
                  <a:schemeClr val="bg1"/>
                </a:solidFill>
                <a:cs typeface="+mn-ea"/>
                <a:sym typeface="+mn-lt"/>
              </a:rPr>
              <a:t>解决方案及总结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739D3B7-E39C-4CCB-BD09-764B7684BF67}"/>
              </a:ext>
            </a:extLst>
          </p:cNvPr>
          <p:cNvSpPr/>
          <p:nvPr/>
        </p:nvSpPr>
        <p:spPr>
          <a:xfrm>
            <a:off x="4722953" y="3208418"/>
            <a:ext cx="6007057" cy="6987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>
                    <a:lumMod val="85000"/>
                  </a:schemeClr>
                </a:solidFill>
                <a:cs typeface="+mn-ea"/>
                <a:sym typeface="+mn-lt"/>
              </a:rPr>
              <a:t>CLICK HERE TO ADD TITLECLICK HERE TO ADD TITLECLICK HERE TO ADD TITLECLICK HERE TO ADD TITLE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9CFA2CBE-CB80-4C97-97B7-ADC07883D659}"/>
              </a:ext>
            </a:extLst>
          </p:cNvPr>
          <p:cNvSpPr/>
          <p:nvPr/>
        </p:nvSpPr>
        <p:spPr>
          <a:xfrm flipV="1">
            <a:off x="9666538" y="-1010229"/>
            <a:ext cx="1915862" cy="19158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22257E28-94C3-47D4-B0CC-A11E5F8A0396}"/>
              </a:ext>
            </a:extLst>
          </p:cNvPr>
          <p:cNvSpPr/>
          <p:nvPr/>
        </p:nvSpPr>
        <p:spPr>
          <a:xfrm flipV="1">
            <a:off x="9252140" y="6146430"/>
            <a:ext cx="1923860" cy="192386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3A187CD3-C255-44E5-99D7-53041341D47E}"/>
              </a:ext>
            </a:extLst>
          </p:cNvPr>
          <p:cNvSpPr/>
          <p:nvPr/>
        </p:nvSpPr>
        <p:spPr>
          <a:xfrm flipV="1">
            <a:off x="4659086" y="1296949"/>
            <a:ext cx="440600" cy="440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D4C17FE2-46BA-4ED9-AC10-A28D87181D0E}"/>
              </a:ext>
            </a:extLst>
          </p:cNvPr>
          <p:cNvSpPr/>
          <p:nvPr/>
        </p:nvSpPr>
        <p:spPr>
          <a:xfrm flipV="1">
            <a:off x="7089355" y="5210066"/>
            <a:ext cx="407924" cy="40792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C6BFB125-2CDE-4992-8530-468EDF4C8EF3}"/>
              </a:ext>
            </a:extLst>
          </p:cNvPr>
          <p:cNvSpPr/>
          <p:nvPr/>
        </p:nvSpPr>
        <p:spPr>
          <a:xfrm flipV="1">
            <a:off x="1690080" y="5500914"/>
            <a:ext cx="234152" cy="23415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471B3253-004D-444A-8D11-5AB16BB5FFB0}"/>
              </a:ext>
            </a:extLst>
          </p:cNvPr>
          <p:cNvGrpSpPr/>
          <p:nvPr/>
        </p:nvGrpSpPr>
        <p:grpSpPr>
          <a:xfrm>
            <a:off x="4872136" y="3077593"/>
            <a:ext cx="5680075" cy="45719"/>
            <a:chOff x="5029200" y="2769580"/>
            <a:chExt cx="5680075" cy="45719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51ACA493-4156-4F92-858A-898DEE2B1382}"/>
                </a:ext>
              </a:extLst>
            </p:cNvPr>
            <p:cNvSpPr/>
            <p:nvPr/>
          </p:nvSpPr>
          <p:spPr>
            <a:xfrm>
              <a:off x="5029200" y="2769580"/>
              <a:ext cx="723900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8751051D-FEB5-40D2-8B4C-905715299A03}"/>
                </a:ext>
              </a:extLst>
            </p:cNvPr>
            <p:cNvCxnSpPr/>
            <p:nvPr/>
          </p:nvCxnSpPr>
          <p:spPr>
            <a:xfrm>
              <a:off x="5711825" y="2792439"/>
              <a:ext cx="499745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755962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9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52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53" presetClass="entr" presetSubtype="52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52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53" presetClass="entr" presetSubtype="52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7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/>
      <p:bldP spid="13" grpId="0"/>
      <p:bldP spid="14" grpId="0"/>
      <p:bldP spid="15" grpId="0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图片 63">
            <a:extLst>
              <a:ext uri="{FF2B5EF4-FFF2-40B4-BE49-F238E27FC236}">
                <a16:creationId xmlns:a16="http://schemas.microsoft.com/office/drawing/2014/main" id="{3B67F843-08A8-4E3B-80F9-AF5591D28CA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3" b="78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5" name="矩形 64">
            <a:extLst>
              <a:ext uri="{FF2B5EF4-FFF2-40B4-BE49-F238E27FC236}">
                <a16:creationId xmlns:a16="http://schemas.microsoft.com/office/drawing/2014/main" id="{7D6B3F08-FEEB-43A5-BDE7-EC95A07E8EF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D0D41A9-C451-4D36-9614-D42257C7A75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5570" y="179061"/>
            <a:ext cx="2162258" cy="5455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3E36ADF9-64AB-4450-A972-DC03712A0BE9}"/>
              </a:ext>
            </a:extLst>
          </p:cNvPr>
          <p:cNvGrpSpPr/>
          <p:nvPr/>
        </p:nvGrpSpPr>
        <p:grpSpPr>
          <a:xfrm>
            <a:off x="229435" y="144004"/>
            <a:ext cx="3658643" cy="646331"/>
            <a:chOff x="368331" y="209716"/>
            <a:chExt cx="3658643" cy="646331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B81BBF6F-960C-4894-9188-B0BC95D25783}"/>
                </a:ext>
              </a:extLst>
            </p:cNvPr>
            <p:cNvGrpSpPr/>
            <p:nvPr/>
          </p:nvGrpSpPr>
          <p:grpSpPr>
            <a:xfrm>
              <a:off x="368331" y="209716"/>
              <a:ext cx="575110" cy="646331"/>
              <a:chOff x="368331" y="348215"/>
              <a:chExt cx="936000" cy="1051912"/>
            </a:xfrm>
          </p:grpSpPr>
          <p:sp>
            <p:nvSpPr>
              <p:cNvPr id="59" name="椭圆 58">
                <a:extLst>
                  <a:ext uri="{FF2B5EF4-FFF2-40B4-BE49-F238E27FC236}">
                    <a16:creationId xmlns:a16="http://schemas.microsoft.com/office/drawing/2014/main" id="{A5D48676-B157-4558-951B-BFB4E5889968}"/>
                  </a:ext>
                </a:extLst>
              </p:cNvPr>
              <p:cNvSpPr/>
              <p:nvPr/>
            </p:nvSpPr>
            <p:spPr>
              <a:xfrm>
                <a:off x="368331" y="388046"/>
                <a:ext cx="936000" cy="936000"/>
              </a:xfrm>
              <a:prstGeom prst="ellipse">
                <a:avLst/>
              </a:prstGeom>
              <a:solidFill>
                <a:srgbClr val="005825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50" b="1">
                  <a:cs typeface="+mn-ea"/>
                  <a:sym typeface="+mn-lt"/>
                </a:endParaRPr>
              </a:p>
            </p:txBody>
          </p:sp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6DD61D0D-8498-432F-932D-ADF5FD30970C}"/>
                  </a:ext>
                </a:extLst>
              </p:cNvPr>
              <p:cNvSpPr txBox="1"/>
              <p:nvPr/>
            </p:nvSpPr>
            <p:spPr>
              <a:xfrm>
                <a:off x="416209" y="348215"/>
                <a:ext cx="840245" cy="10519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3600" b="1" dirty="0">
                    <a:solidFill>
                      <a:srgbClr val="FCFCFC"/>
                    </a:solidFill>
                    <a:cs typeface="+mn-ea"/>
                    <a:sym typeface="+mn-lt"/>
                  </a:rPr>
                  <a:t>1</a:t>
                </a:r>
                <a:endParaRPr lang="zh-CN" altLang="en-US" sz="3600" b="1" dirty="0">
                  <a:solidFill>
                    <a:srgbClr val="FCFCFC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45036A13-C542-4D43-B32E-26EA4801BB61}"/>
                </a:ext>
              </a:extLst>
            </p:cNvPr>
            <p:cNvSpPr txBox="1"/>
            <p:nvPr/>
          </p:nvSpPr>
          <p:spPr>
            <a:xfrm>
              <a:off x="1182495" y="302049"/>
              <a:ext cx="28444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5825"/>
                  </a:solidFill>
                  <a:cs typeface="+mn-ea"/>
                  <a:sym typeface="+mn-lt"/>
                </a:rPr>
                <a:t>课题背景及内容</a:t>
              </a:r>
            </a:p>
          </p:txBody>
        </p:sp>
      </p:grp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155567E-A2CB-45C2-8E11-E9373EFAA595}"/>
              </a:ext>
            </a:extLst>
          </p:cNvPr>
          <p:cNvCxnSpPr/>
          <p:nvPr/>
        </p:nvCxnSpPr>
        <p:spPr>
          <a:xfrm>
            <a:off x="0" y="856047"/>
            <a:ext cx="12192000" cy="0"/>
          </a:xfrm>
          <a:prstGeom prst="line">
            <a:avLst/>
          </a:prstGeom>
          <a:ln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F5B7C8F8-3561-4A4A-A9D0-B1A10654A64D}"/>
              </a:ext>
            </a:extLst>
          </p:cNvPr>
          <p:cNvGrpSpPr/>
          <p:nvPr/>
        </p:nvGrpSpPr>
        <p:grpSpPr>
          <a:xfrm>
            <a:off x="775128" y="1580671"/>
            <a:ext cx="10860469" cy="4334103"/>
            <a:chOff x="775128" y="1580671"/>
            <a:chExt cx="10860469" cy="4334103"/>
          </a:xfrm>
        </p:grpSpPr>
        <p:grpSp>
          <p:nvGrpSpPr>
            <p:cNvPr id="11" name="淘宝店chenying0907出品 4">
              <a:extLst>
                <a:ext uri="{FF2B5EF4-FFF2-40B4-BE49-F238E27FC236}">
                  <a16:creationId xmlns:a16="http://schemas.microsoft.com/office/drawing/2014/main" id="{E307EAEC-C61C-4287-B987-7A088C4FAEDA}"/>
                </a:ext>
              </a:extLst>
            </p:cNvPr>
            <p:cNvGrpSpPr/>
            <p:nvPr/>
          </p:nvGrpSpPr>
          <p:grpSpPr>
            <a:xfrm>
              <a:off x="775128" y="2207880"/>
              <a:ext cx="5088567" cy="3283722"/>
              <a:chOff x="3853816" y="1425316"/>
              <a:chExt cx="4967226" cy="3092697"/>
            </a:xfrm>
          </p:grpSpPr>
          <p:grpSp>
            <p:nvGrpSpPr>
              <p:cNvPr id="12" name="Group 5">
                <a:extLst>
                  <a:ext uri="{FF2B5EF4-FFF2-40B4-BE49-F238E27FC236}">
                    <a16:creationId xmlns:a16="http://schemas.microsoft.com/office/drawing/2014/main" id="{0070AA93-57DE-4F78-9783-BA2C39803162}"/>
                  </a:ext>
                </a:extLst>
              </p:cNvPr>
              <p:cNvGrpSpPr/>
              <p:nvPr/>
            </p:nvGrpSpPr>
            <p:grpSpPr>
              <a:xfrm>
                <a:off x="3853816" y="1425316"/>
                <a:ext cx="4967226" cy="3092697"/>
                <a:chOff x="4332945" y="1178069"/>
                <a:chExt cx="7358473" cy="4494337"/>
              </a:xfrm>
            </p:grpSpPr>
            <p:sp>
              <p:nvSpPr>
                <p:cNvPr id="14" name="AutoShape 2">
                  <a:extLst>
                    <a:ext uri="{FF2B5EF4-FFF2-40B4-BE49-F238E27FC236}">
                      <a16:creationId xmlns:a16="http://schemas.microsoft.com/office/drawing/2014/main" id="{D8B707F9-9B78-4DA2-A460-2DAFDD7A442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51841" y="1178069"/>
                  <a:ext cx="6407150" cy="4279107"/>
                </a:xfrm>
                <a:custGeom>
                  <a:avLst/>
                  <a:gdLst>
                    <a:gd name="T0" fmla="*/ 10800 w 21600"/>
                    <a:gd name="T1" fmla="*/ 10800 h 21600"/>
                    <a:gd name="T2" fmla="*/ 10800 w 21600"/>
                    <a:gd name="T3" fmla="*/ 10800 h 21600"/>
                    <a:gd name="T4" fmla="*/ 10800 w 21600"/>
                    <a:gd name="T5" fmla="*/ 10800 h 21600"/>
                    <a:gd name="T6" fmla="*/ 10800 w 21600"/>
                    <a:gd name="T7" fmla="*/ 108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21600" y="20453"/>
                      </a:moveTo>
                      <a:cubicBezTo>
                        <a:pt x="21600" y="21086"/>
                        <a:pt x="21251" y="21599"/>
                        <a:pt x="20820" y="21599"/>
                      </a:cubicBezTo>
                      <a:lnTo>
                        <a:pt x="779" y="21599"/>
                      </a:lnTo>
                      <a:cubicBezTo>
                        <a:pt x="348" y="21599"/>
                        <a:pt x="0" y="21086"/>
                        <a:pt x="0" y="20453"/>
                      </a:cubicBezTo>
                      <a:lnTo>
                        <a:pt x="0" y="1146"/>
                      </a:lnTo>
                      <a:cubicBezTo>
                        <a:pt x="0" y="513"/>
                        <a:pt x="348" y="0"/>
                        <a:pt x="779" y="0"/>
                      </a:cubicBezTo>
                      <a:lnTo>
                        <a:pt x="20820" y="0"/>
                      </a:lnTo>
                      <a:cubicBezTo>
                        <a:pt x="21251" y="0"/>
                        <a:pt x="21600" y="513"/>
                        <a:pt x="21600" y="1146"/>
                      </a:cubicBezTo>
                      <a:cubicBezTo>
                        <a:pt x="21600" y="1146"/>
                        <a:pt x="21600" y="20453"/>
                        <a:pt x="21600" y="20453"/>
                      </a:cubicBezTo>
                      <a:close/>
                    </a:path>
                  </a:pathLst>
                </a:custGeom>
                <a:solidFill>
                  <a:srgbClr val="484849"/>
                </a:solidFill>
                <a:ln w="38100" cap="flat" cmpd="sng">
                  <a:solidFill>
                    <a:srgbClr val="6E6D6E"/>
                  </a:solidFill>
                  <a:prstDash val="solid"/>
                  <a:miter lim="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19050" tIns="19050" rIns="19050" bIns="19050" anchor="ctr"/>
                <a:lstStyle>
                  <a:lvl1pPr defTabSz="457200">
                    <a:defRPr sz="5600">
                      <a:solidFill>
                        <a:srgbClr val="000000"/>
                      </a:solidFill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defRPr>
                  </a:lvl1pPr>
                  <a:lvl2pPr defTabSz="457200">
                    <a:defRPr sz="5600">
                      <a:solidFill>
                        <a:srgbClr val="000000"/>
                      </a:solidFill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defRPr>
                  </a:lvl2pPr>
                  <a:lvl3pPr defTabSz="457200">
                    <a:defRPr sz="5600">
                      <a:solidFill>
                        <a:srgbClr val="000000"/>
                      </a:solidFill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defRPr>
                  </a:lvl3pPr>
                  <a:lvl4pPr defTabSz="457200">
                    <a:defRPr sz="5600">
                      <a:solidFill>
                        <a:srgbClr val="000000"/>
                      </a:solidFill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defRPr>
                  </a:lvl4pPr>
                  <a:lvl5pPr defTabSz="457200">
                    <a:defRPr sz="5600">
                      <a:solidFill>
                        <a:srgbClr val="000000"/>
                      </a:solidFill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defRPr>
                  </a:lvl5pPr>
                  <a:lvl6pPr marL="1828800" algn="ctr" defTabSz="45720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600">
                      <a:solidFill>
                        <a:srgbClr val="000000"/>
                      </a:solidFill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defRPr>
                  </a:lvl6pPr>
                  <a:lvl7pPr marL="2286000" algn="ctr" defTabSz="45720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600">
                      <a:solidFill>
                        <a:srgbClr val="000000"/>
                      </a:solidFill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defRPr>
                  </a:lvl7pPr>
                  <a:lvl8pPr marL="2743200" algn="ctr" defTabSz="45720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600">
                      <a:solidFill>
                        <a:srgbClr val="000000"/>
                      </a:solidFill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defRPr>
                  </a:lvl8pPr>
                  <a:lvl9pPr marL="3200400" algn="ctr" defTabSz="45720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600">
                      <a:solidFill>
                        <a:srgbClr val="000000"/>
                      </a:solidFill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defRPr>
                  </a:lvl9pPr>
                </a:lstStyle>
                <a:p>
                  <a:pPr marL="0" marR="0" lvl="0" indent="0" algn="ctr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Gill Sans" charset="0"/>
                    <a:sym typeface="Gill Sans" charset="0"/>
                  </a:endParaRPr>
                </a:p>
              </p:txBody>
            </p:sp>
            <p:sp>
              <p:nvSpPr>
                <p:cNvPr id="15" name="AutoShape 3">
                  <a:extLst>
                    <a:ext uri="{FF2B5EF4-FFF2-40B4-BE49-F238E27FC236}">
                      <a16:creationId xmlns:a16="http://schemas.microsoft.com/office/drawing/2014/main" id="{2A09C1F4-28A9-40B0-92D4-A687CD45403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70891" y="1190769"/>
                  <a:ext cx="5091907" cy="4279107"/>
                </a:xfrm>
                <a:custGeom>
                  <a:avLst/>
                  <a:gdLst>
                    <a:gd name="T0" fmla="*/ 10800 w 21600"/>
                    <a:gd name="T1" fmla="*/ 10800 h 21600"/>
                    <a:gd name="T2" fmla="*/ 10800 w 21600"/>
                    <a:gd name="T3" fmla="*/ 10800 h 21600"/>
                    <a:gd name="T4" fmla="*/ 10800 w 21600"/>
                    <a:gd name="T5" fmla="*/ 10800 h 21600"/>
                    <a:gd name="T6" fmla="*/ 10800 w 21600"/>
                    <a:gd name="T7" fmla="*/ 108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21600" y="21599"/>
                      </a:moveTo>
                      <a:lnTo>
                        <a:pt x="980" y="21599"/>
                      </a:lnTo>
                      <a:cubicBezTo>
                        <a:pt x="438" y="21599"/>
                        <a:pt x="0" y="21086"/>
                        <a:pt x="0" y="20453"/>
                      </a:cubicBezTo>
                      <a:lnTo>
                        <a:pt x="0" y="1146"/>
                      </a:lnTo>
                      <a:cubicBezTo>
                        <a:pt x="0" y="513"/>
                        <a:pt x="438" y="0"/>
                        <a:pt x="980" y="0"/>
                      </a:cubicBezTo>
                      <a:lnTo>
                        <a:pt x="15217" y="0"/>
                      </a:lnTo>
                      <a:cubicBezTo>
                        <a:pt x="15217" y="0"/>
                        <a:pt x="21600" y="21599"/>
                        <a:pt x="21600" y="21599"/>
                      </a:cubicBezTo>
                      <a:close/>
                    </a:path>
                  </a:pathLst>
                </a:custGeom>
                <a:solidFill>
                  <a:srgbClr val="42424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19050" tIns="19050" rIns="19050" bIns="19050" anchor="ctr"/>
                <a:lstStyle>
                  <a:lvl1pPr defTabSz="457200">
                    <a:defRPr sz="5600">
                      <a:solidFill>
                        <a:srgbClr val="000000"/>
                      </a:solidFill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defRPr>
                  </a:lvl1pPr>
                  <a:lvl2pPr defTabSz="457200">
                    <a:defRPr sz="5600">
                      <a:solidFill>
                        <a:srgbClr val="000000"/>
                      </a:solidFill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defRPr>
                  </a:lvl2pPr>
                  <a:lvl3pPr defTabSz="457200">
                    <a:defRPr sz="5600">
                      <a:solidFill>
                        <a:srgbClr val="000000"/>
                      </a:solidFill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defRPr>
                  </a:lvl3pPr>
                  <a:lvl4pPr defTabSz="457200">
                    <a:defRPr sz="5600">
                      <a:solidFill>
                        <a:srgbClr val="000000"/>
                      </a:solidFill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defRPr>
                  </a:lvl4pPr>
                  <a:lvl5pPr defTabSz="457200">
                    <a:defRPr sz="5600">
                      <a:solidFill>
                        <a:srgbClr val="000000"/>
                      </a:solidFill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defRPr>
                  </a:lvl5pPr>
                  <a:lvl6pPr marL="1828800" algn="ctr" defTabSz="45720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600">
                      <a:solidFill>
                        <a:srgbClr val="000000"/>
                      </a:solidFill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defRPr>
                  </a:lvl6pPr>
                  <a:lvl7pPr marL="2286000" algn="ctr" defTabSz="45720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600">
                      <a:solidFill>
                        <a:srgbClr val="000000"/>
                      </a:solidFill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defRPr>
                  </a:lvl7pPr>
                  <a:lvl8pPr marL="2743200" algn="ctr" defTabSz="45720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600">
                      <a:solidFill>
                        <a:srgbClr val="000000"/>
                      </a:solidFill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defRPr>
                  </a:lvl8pPr>
                  <a:lvl9pPr marL="3200400" algn="ctr" defTabSz="45720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600">
                      <a:solidFill>
                        <a:srgbClr val="000000"/>
                      </a:solidFill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defRPr>
                  </a:lvl9pPr>
                </a:lstStyle>
                <a:p>
                  <a:pPr marL="0" marR="0" lvl="0" indent="0" algn="ctr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Gill Sans" charset="0"/>
                    <a:sym typeface="Gill Sans" charset="0"/>
                  </a:endParaRPr>
                </a:p>
              </p:txBody>
            </p:sp>
            <p:sp>
              <p:nvSpPr>
                <p:cNvPr id="16" name="AutoShape 4">
                  <a:extLst>
                    <a:ext uri="{FF2B5EF4-FFF2-40B4-BE49-F238E27FC236}">
                      <a16:creationId xmlns:a16="http://schemas.microsoft.com/office/drawing/2014/main" id="{5097602C-7842-4D0E-AFA4-BBD87552066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058591" y="1214928"/>
                  <a:ext cx="108744" cy="107157"/>
                </a:xfrm>
                <a:custGeom>
                  <a:avLst/>
                  <a:gdLst>
                    <a:gd name="T0" fmla="*/ 10800 w 21600"/>
                    <a:gd name="T1" fmla="*/ 10800 h 21600"/>
                    <a:gd name="T2" fmla="*/ 10800 w 21600"/>
                    <a:gd name="T3" fmla="*/ 10800 h 21600"/>
                    <a:gd name="T4" fmla="*/ 10800 w 21600"/>
                    <a:gd name="T5" fmla="*/ 10800 h 21600"/>
                    <a:gd name="T6" fmla="*/ 10800 w 21600"/>
                    <a:gd name="T7" fmla="*/ 108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21600" y="10794"/>
                      </a:moveTo>
                      <a:cubicBezTo>
                        <a:pt x="21600" y="16761"/>
                        <a:pt x="16755" y="21599"/>
                        <a:pt x="10791" y="21599"/>
                      </a:cubicBezTo>
                      <a:cubicBezTo>
                        <a:pt x="4831" y="21599"/>
                        <a:pt x="0" y="16761"/>
                        <a:pt x="0" y="10794"/>
                      </a:cubicBezTo>
                      <a:cubicBezTo>
                        <a:pt x="0" y="4832"/>
                        <a:pt x="4831" y="0"/>
                        <a:pt x="10791" y="0"/>
                      </a:cubicBezTo>
                      <a:cubicBezTo>
                        <a:pt x="16755" y="0"/>
                        <a:pt x="21600" y="4832"/>
                        <a:pt x="21600" y="10794"/>
                      </a:cubicBezTo>
                      <a:close/>
                    </a:path>
                  </a:pathLst>
                </a:custGeom>
                <a:solidFill>
                  <a:srgbClr val="232323"/>
                </a:solidFill>
                <a:ln w="12700" cap="flat" cmpd="sng">
                  <a:solidFill>
                    <a:srgbClr val="232323"/>
                  </a:solidFill>
                  <a:prstDash val="solid"/>
                  <a:miter lim="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19050" tIns="19050" rIns="19050" bIns="19050" anchor="ctr"/>
                <a:lstStyle>
                  <a:lvl1pPr defTabSz="457200">
                    <a:defRPr sz="5600">
                      <a:solidFill>
                        <a:srgbClr val="000000"/>
                      </a:solidFill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defRPr>
                  </a:lvl1pPr>
                  <a:lvl2pPr defTabSz="457200">
                    <a:defRPr sz="5600">
                      <a:solidFill>
                        <a:srgbClr val="000000"/>
                      </a:solidFill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defRPr>
                  </a:lvl2pPr>
                  <a:lvl3pPr defTabSz="457200">
                    <a:defRPr sz="5600">
                      <a:solidFill>
                        <a:srgbClr val="000000"/>
                      </a:solidFill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defRPr>
                  </a:lvl3pPr>
                  <a:lvl4pPr defTabSz="457200">
                    <a:defRPr sz="5600">
                      <a:solidFill>
                        <a:srgbClr val="000000"/>
                      </a:solidFill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defRPr>
                  </a:lvl4pPr>
                  <a:lvl5pPr defTabSz="457200">
                    <a:defRPr sz="5600">
                      <a:solidFill>
                        <a:srgbClr val="000000"/>
                      </a:solidFill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defRPr>
                  </a:lvl5pPr>
                  <a:lvl6pPr marL="1828800" algn="ctr" defTabSz="45720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600">
                      <a:solidFill>
                        <a:srgbClr val="000000"/>
                      </a:solidFill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defRPr>
                  </a:lvl6pPr>
                  <a:lvl7pPr marL="2286000" algn="ctr" defTabSz="45720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600">
                      <a:solidFill>
                        <a:srgbClr val="000000"/>
                      </a:solidFill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defRPr>
                  </a:lvl7pPr>
                  <a:lvl8pPr marL="2743200" algn="ctr" defTabSz="45720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600">
                      <a:solidFill>
                        <a:srgbClr val="000000"/>
                      </a:solidFill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defRPr>
                  </a:lvl8pPr>
                  <a:lvl9pPr marL="3200400" algn="ctr" defTabSz="45720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600">
                      <a:solidFill>
                        <a:srgbClr val="000000"/>
                      </a:solidFill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defRPr>
                  </a:lvl9pPr>
                </a:lstStyle>
                <a:p>
                  <a:pPr marL="0" marR="0" lvl="0" indent="0" algn="ctr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Gill Sans" charset="0"/>
                    <a:sym typeface="Gill Sans" charset="0"/>
                  </a:endParaRPr>
                </a:p>
              </p:txBody>
            </p:sp>
            <p:sp>
              <p:nvSpPr>
                <p:cNvPr id="17" name="AutoShape 5">
                  <a:extLst>
                    <a:ext uri="{FF2B5EF4-FFF2-40B4-BE49-F238E27FC236}">
                      <a16:creationId xmlns:a16="http://schemas.microsoft.com/office/drawing/2014/main" id="{008966AB-3C22-4B52-87BB-9D037EB288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118541" y="1374919"/>
                  <a:ext cx="5899150" cy="3750469"/>
                </a:xfrm>
                <a:custGeom>
                  <a:avLst/>
                  <a:gdLst>
                    <a:gd name="T0" fmla="*/ 10800 w 21600"/>
                    <a:gd name="T1" fmla="*/ 10800 h 21600"/>
                    <a:gd name="T2" fmla="*/ 10800 w 21600"/>
                    <a:gd name="T3" fmla="*/ 10800 h 21600"/>
                    <a:gd name="T4" fmla="*/ 10800 w 21600"/>
                    <a:gd name="T5" fmla="*/ 10800 h 21600"/>
                    <a:gd name="T6" fmla="*/ 10800 w 21600"/>
                    <a:gd name="T7" fmla="*/ 108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21599" y="21599"/>
                      </a:moveTo>
                      <a:lnTo>
                        <a:pt x="0" y="21599"/>
                      </a:lnTo>
                      <a:lnTo>
                        <a:pt x="0" y="0"/>
                      </a:lnTo>
                      <a:lnTo>
                        <a:pt x="21599" y="0"/>
                      </a:lnTo>
                      <a:cubicBezTo>
                        <a:pt x="21599" y="0"/>
                        <a:pt x="21599" y="21599"/>
                        <a:pt x="21599" y="2159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19050" tIns="19050" rIns="19050" bIns="19050" anchor="ctr"/>
                <a:lstStyle>
                  <a:lvl1pPr defTabSz="457200">
                    <a:defRPr sz="5600">
                      <a:solidFill>
                        <a:srgbClr val="000000"/>
                      </a:solidFill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defRPr>
                  </a:lvl1pPr>
                  <a:lvl2pPr defTabSz="457200">
                    <a:defRPr sz="5600">
                      <a:solidFill>
                        <a:srgbClr val="000000"/>
                      </a:solidFill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defRPr>
                  </a:lvl2pPr>
                  <a:lvl3pPr defTabSz="457200">
                    <a:defRPr sz="5600">
                      <a:solidFill>
                        <a:srgbClr val="000000"/>
                      </a:solidFill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defRPr>
                  </a:lvl3pPr>
                  <a:lvl4pPr defTabSz="457200">
                    <a:defRPr sz="5600">
                      <a:solidFill>
                        <a:srgbClr val="000000"/>
                      </a:solidFill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defRPr>
                  </a:lvl4pPr>
                  <a:lvl5pPr defTabSz="457200">
                    <a:defRPr sz="5600">
                      <a:solidFill>
                        <a:srgbClr val="000000"/>
                      </a:solidFill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defRPr>
                  </a:lvl5pPr>
                  <a:lvl6pPr marL="1828800" algn="ctr" defTabSz="45720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600">
                      <a:solidFill>
                        <a:srgbClr val="000000"/>
                      </a:solidFill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defRPr>
                  </a:lvl6pPr>
                  <a:lvl7pPr marL="2286000" algn="ctr" defTabSz="45720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600">
                      <a:solidFill>
                        <a:srgbClr val="000000"/>
                      </a:solidFill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defRPr>
                  </a:lvl7pPr>
                  <a:lvl8pPr marL="2743200" algn="ctr" defTabSz="45720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600">
                      <a:solidFill>
                        <a:srgbClr val="000000"/>
                      </a:solidFill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defRPr>
                  </a:lvl8pPr>
                  <a:lvl9pPr marL="3200400" algn="ctr" defTabSz="45720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600">
                      <a:solidFill>
                        <a:srgbClr val="000000"/>
                      </a:solidFill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defRPr>
                  </a:lvl9pPr>
                </a:lstStyle>
                <a:p>
                  <a:pPr marL="0" marR="0" lvl="0" indent="0" algn="ctr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DCDEE0"/>
                      </a:outerShdw>
                    </a:effectLst>
                    <a:uLnTx/>
                    <a:uFillTx/>
                    <a:latin typeface="Gill Sans" charset="0"/>
                    <a:sym typeface="Gill Sans" charset="0"/>
                  </a:endParaRPr>
                </a:p>
              </p:txBody>
            </p:sp>
            <p:sp>
              <p:nvSpPr>
                <p:cNvPr id="18" name="AutoShape 6">
                  <a:extLst>
                    <a:ext uri="{FF2B5EF4-FFF2-40B4-BE49-F238E27FC236}">
                      <a16:creationId xmlns:a16="http://schemas.microsoft.com/office/drawing/2014/main" id="{1070189D-36C2-4858-9ACE-F14C5DC4077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32945" y="5430311"/>
                  <a:ext cx="7358473" cy="242095"/>
                </a:xfrm>
                <a:custGeom>
                  <a:avLst/>
                  <a:gdLst>
                    <a:gd name="T0" fmla="*/ 10800 w 21600"/>
                    <a:gd name="T1" fmla="*/ 10800 h 21600"/>
                    <a:gd name="T2" fmla="*/ 10800 w 21600"/>
                    <a:gd name="T3" fmla="*/ 10800 h 21600"/>
                    <a:gd name="T4" fmla="*/ 10800 w 21600"/>
                    <a:gd name="T5" fmla="*/ 10800 h 21600"/>
                    <a:gd name="T6" fmla="*/ 10800 w 21600"/>
                    <a:gd name="T7" fmla="*/ 108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20999" y="0"/>
                      </a:moveTo>
                      <a:lnTo>
                        <a:pt x="20988" y="0"/>
                      </a:lnTo>
                      <a:lnTo>
                        <a:pt x="611" y="0"/>
                      </a:lnTo>
                      <a:lnTo>
                        <a:pt x="600" y="0"/>
                      </a:lnTo>
                      <a:cubicBezTo>
                        <a:pt x="268" y="0"/>
                        <a:pt x="0" y="4463"/>
                        <a:pt x="0" y="9970"/>
                      </a:cubicBezTo>
                      <a:lnTo>
                        <a:pt x="0" y="11632"/>
                      </a:lnTo>
                      <a:cubicBezTo>
                        <a:pt x="0" y="17137"/>
                        <a:pt x="268" y="21599"/>
                        <a:pt x="600" y="21599"/>
                      </a:cubicBezTo>
                      <a:lnTo>
                        <a:pt x="611" y="21599"/>
                      </a:lnTo>
                      <a:lnTo>
                        <a:pt x="20988" y="21599"/>
                      </a:lnTo>
                      <a:lnTo>
                        <a:pt x="20999" y="21599"/>
                      </a:lnTo>
                      <a:cubicBezTo>
                        <a:pt x="21331" y="21599"/>
                        <a:pt x="21600" y="17137"/>
                        <a:pt x="21600" y="11632"/>
                      </a:cubicBezTo>
                      <a:lnTo>
                        <a:pt x="21600" y="9970"/>
                      </a:lnTo>
                      <a:cubicBezTo>
                        <a:pt x="21600" y="4463"/>
                        <a:pt x="21331" y="0"/>
                        <a:pt x="20999" y="0"/>
                      </a:cubicBezTo>
                      <a:close/>
                    </a:path>
                  </a:pathLst>
                </a:custGeom>
                <a:solidFill>
                  <a:srgbClr val="000000">
                    <a:lumMod val="50000"/>
                    <a:lumOff val="50000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19050" tIns="19050" rIns="19050" bIns="19050" anchor="ctr"/>
                <a:lstStyle>
                  <a:lvl1pPr defTabSz="457200">
                    <a:defRPr sz="5600">
                      <a:solidFill>
                        <a:srgbClr val="000000"/>
                      </a:solidFill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defRPr>
                  </a:lvl1pPr>
                  <a:lvl2pPr defTabSz="457200">
                    <a:defRPr sz="5600">
                      <a:solidFill>
                        <a:srgbClr val="000000"/>
                      </a:solidFill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defRPr>
                  </a:lvl2pPr>
                  <a:lvl3pPr defTabSz="457200">
                    <a:defRPr sz="5600">
                      <a:solidFill>
                        <a:srgbClr val="000000"/>
                      </a:solidFill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defRPr>
                  </a:lvl3pPr>
                  <a:lvl4pPr defTabSz="457200">
                    <a:defRPr sz="5600">
                      <a:solidFill>
                        <a:srgbClr val="000000"/>
                      </a:solidFill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defRPr>
                  </a:lvl4pPr>
                  <a:lvl5pPr defTabSz="457200">
                    <a:defRPr sz="5600">
                      <a:solidFill>
                        <a:srgbClr val="000000"/>
                      </a:solidFill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defRPr>
                  </a:lvl5pPr>
                  <a:lvl6pPr marL="1828800" algn="ctr" defTabSz="45720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600">
                      <a:solidFill>
                        <a:srgbClr val="000000"/>
                      </a:solidFill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defRPr>
                  </a:lvl6pPr>
                  <a:lvl7pPr marL="2286000" algn="ctr" defTabSz="45720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600">
                      <a:solidFill>
                        <a:srgbClr val="000000"/>
                      </a:solidFill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defRPr>
                  </a:lvl7pPr>
                  <a:lvl8pPr marL="2743200" algn="ctr" defTabSz="45720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600">
                      <a:solidFill>
                        <a:srgbClr val="000000"/>
                      </a:solidFill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defRPr>
                  </a:lvl8pPr>
                  <a:lvl9pPr marL="3200400" algn="ctr" defTabSz="45720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600">
                      <a:solidFill>
                        <a:srgbClr val="000000"/>
                      </a:solidFill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defRPr>
                  </a:lvl9pPr>
                </a:lstStyle>
                <a:p>
                  <a:pPr marL="0" marR="0" lvl="0" indent="0" algn="ctr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Gill Sans" charset="0"/>
                    <a:sym typeface="Gill Sans" charset="0"/>
                  </a:endParaRPr>
                </a:p>
              </p:txBody>
            </p:sp>
            <p:sp>
              <p:nvSpPr>
                <p:cNvPr id="19" name="AutoShape 7">
                  <a:extLst>
                    <a:ext uri="{FF2B5EF4-FFF2-40B4-BE49-F238E27FC236}">
                      <a16:creationId xmlns:a16="http://schemas.microsoft.com/office/drawing/2014/main" id="{E3EABDC0-EC77-4E88-A9B1-C66B17BBE93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32945" y="5430311"/>
                  <a:ext cx="7358473" cy="130175"/>
                </a:xfrm>
                <a:custGeom>
                  <a:avLst/>
                  <a:gdLst>
                    <a:gd name="T0" fmla="*/ 10800 w 21600"/>
                    <a:gd name="T1" fmla="*/ 10800 h 21600"/>
                    <a:gd name="T2" fmla="*/ 10800 w 21600"/>
                    <a:gd name="T3" fmla="*/ 10800 h 21600"/>
                    <a:gd name="T4" fmla="*/ 10800 w 21600"/>
                    <a:gd name="T5" fmla="*/ 10800 h 21600"/>
                    <a:gd name="T6" fmla="*/ 10800 w 21600"/>
                    <a:gd name="T7" fmla="*/ 108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0" y="0"/>
                      </a:moveTo>
                      <a:lnTo>
                        <a:pt x="21599" y="0"/>
                      </a:lnTo>
                      <a:lnTo>
                        <a:pt x="21599" y="21599"/>
                      </a:lnTo>
                      <a:lnTo>
                        <a:pt x="0" y="21599"/>
                      </a:lnTo>
                      <a:cubicBezTo>
                        <a:pt x="0" y="21599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>
                    <a:lumMod val="75000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19050" tIns="19050" rIns="19050" bIns="19050" anchor="ctr"/>
                <a:lstStyle>
                  <a:lvl1pPr defTabSz="457200">
                    <a:defRPr sz="5600">
                      <a:solidFill>
                        <a:srgbClr val="000000"/>
                      </a:solidFill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defRPr>
                  </a:lvl1pPr>
                  <a:lvl2pPr defTabSz="457200">
                    <a:defRPr sz="5600">
                      <a:solidFill>
                        <a:srgbClr val="000000"/>
                      </a:solidFill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defRPr>
                  </a:lvl2pPr>
                  <a:lvl3pPr defTabSz="457200">
                    <a:defRPr sz="5600">
                      <a:solidFill>
                        <a:srgbClr val="000000"/>
                      </a:solidFill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defRPr>
                  </a:lvl3pPr>
                  <a:lvl4pPr defTabSz="457200">
                    <a:defRPr sz="5600">
                      <a:solidFill>
                        <a:srgbClr val="000000"/>
                      </a:solidFill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defRPr>
                  </a:lvl4pPr>
                  <a:lvl5pPr defTabSz="457200">
                    <a:defRPr sz="5600">
                      <a:solidFill>
                        <a:srgbClr val="000000"/>
                      </a:solidFill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defRPr>
                  </a:lvl5pPr>
                  <a:lvl6pPr marL="1828800" algn="ctr" defTabSz="45720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600">
                      <a:solidFill>
                        <a:srgbClr val="000000"/>
                      </a:solidFill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defRPr>
                  </a:lvl6pPr>
                  <a:lvl7pPr marL="2286000" algn="ctr" defTabSz="45720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600">
                      <a:solidFill>
                        <a:srgbClr val="000000"/>
                      </a:solidFill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defRPr>
                  </a:lvl7pPr>
                  <a:lvl8pPr marL="2743200" algn="ctr" defTabSz="45720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600">
                      <a:solidFill>
                        <a:srgbClr val="000000"/>
                      </a:solidFill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defRPr>
                  </a:lvl8pPr>
                  <a:lvl9pPr marL="3200400" algn="ctr" defTabSz="45720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600">
                      <a:solidFill>
                        <a:srgbClr val="000000"/>
                      </a:solidFill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defRPr>
                  </a:lvl9pPr>
                </a:lstStyle>
                <a:p>
                  <a:pPr marL="0" marR="0" lvl="0" indent="0" algn="ctr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Gill Sans" charset="0"/>
                    <a:sym typeface="Gill Sans" charset="0"/>
                  </a:endParaRPr>
                </a:p>
              </p:txBody>
            </p:sp>
          </p:grpSp>
          <p:sp>
            <p:nvSpPr>
              <p:cNvPr id="13" name="淘宝店chenying0907出品 29">
                <a:extLst>
                  <a:ext uri="{FF2B5EF4-FFF2-40B4-BE49-F238E27FC236}">
                    <a16:creationId xmlns:a16="http://schemas.microsoft.com/office/drawing/2014/main" id="{FDEA5CD9-710D-423E-BE49-82844C54163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384120" y="1554754"/>
                <a:ext cx="3982133" cy="2586839"/>
              </a:xfrm>
              <a:prstGeom prst="rect">
                <a:avLst/>
              </a:prstGeom>
              <a:blipFill dpi="0" rotWithShape="1">
                <a:blip r:embed="rId5"/>
                <a:srcRect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charset="0"/>
                  <a:buNone/>
                  <a:tabLst/>
                  <a:defRPr/>
                </a:pPr>
                <a:endParaRPr kumimoji="0" lang="zh-CN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sym typeface="微软雅黑" pitchFamily="34" charset="-122"/>
                </a:endParaRPr>
              </a:p>
            </p:txBody>
          </p:sp>
        </p:grpSp>
        <p:cxnSp>
          <p:nvCxnSpPr>
            <p:cNvPr id="23" name="淘宝店chenying0907出品 36">
              <a:extLst>
                <a:ext uri="{FF2B5EF4-FFF2-40B4-BE49-F238E27FC236}">
                  <a16:creationId xmlns:a16="http://schemas.microsoft.com/office/drawing/2014/main" id="{B3D87168-E845-4151-91B2-311999B27774}"/>
                </a:ext>
              </a:extLst>
            </p:cNvPr>
            <p:cNvCxnSpPr>
              <a:cxnSpLocks/>
            </p:cNvCxnSpPr>
            <p:nvPr/>
          </p:nvCxnSpPr>
          <p:spPr>
            <a:xfrm>
              <a:off x="6527561" y="2957835"/>
              <a:ext cx="4926050" cy="0"/>
            </a:xfrm>
            <a:prstGeom prst="line">
              <a:avLst/>
            </a:prstGeom>
            <a:noFill/>
            <a:ln w="9525" cap="flat" cmpd="sng" algn="ctr">
              <a:solidFill>
                <a:srgbClr val="005825"/>
              </a:solidFill>
              <a:prstDash val="dash"/>
            </a:ln>
            <a:effectLst/>
          </p:spPr>
        </p:cxnSp>
        <p:cxnSp>
          <p:nvCxnSpPr>
            <p:cNvPr id="24" name="淘宝店chenying0907出品 37">
              <a:extLst>
                <a:ext uri="{FF2B5EF4-FFF2-40B4-BE49-F238E27FC236}">
                  <a16:creationId xmlns:a16="http://schemas.microsoft.com/office/drawing/2014/main" id="{BD8D1C83-B5D8-449E-BECA-42EBC0D074CA}"/>
                </a:ext>
              </a:extLst>
            </p:cNvPr>
            <p:cNvCxnSpPr>
              <a:cxnSpLocks/>
            </p:cNvCxnSpPr>
            <p:nvPr/>
          </p:nvCxnSpPr>
          <p:spPr>
            <a:xfrm>
              <a:off x="6526790" y="4535157"/>
              <a:ext cx="4926821" cy="0"/>
            </a:xfrm>
            <a:prstGeom prst="line">
              <a:avLst/>
            </a:prstGeom>
            <a:noFill/>
            <a:ln w="9525" cap="flat" cmpd="sng" algn="ctr">
              <a:solidFill>
                <a:srgbClr val="005825"/>
              </a:solidFill>
              <a:prstDash val="dash"/>
            </a:ln>
            <a:effectLst/>
          </p:spPr>
        </p:cxn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19CA58A5-4BB9-4EB1-98BC-1C8E423BCED3}"/>
                </a:ext>
              </a:extLst>
            </p:cNvPr>
            <p:cNvGrpSpPr/>
            <p:nvPr/>
          </p:nvGrpSpPr>
          <p:grpSpPr>
            <a:xfrm>
              <a:off x="6611833" y="4729661"/>
              <a:ext cx="5023764" cy="1185113"/>
              <a:chOff x="6834407" y="4621179"/>
              <a:chExt cx="5023764" cy="1185113"/>
            </a:xfrm>
          </p:grpSpPr>
          <p:grpSp>
            <p:nvGrpSpPr>
              <p:cNvPr id="34" name="组合 33">
                <a:extLst>
                  <a:ext uri="{FF2B5EF4-FFF2-40B4-BE49-F238E27FC236}">
                    <a16:creationId xmlns:a16="http://schemas.microsoft.com/office/drawing/2014/main" id="{31F8C1F0-0EEF-4C80-A662-9A27F5B35075}"/>
                  </a:ext>
                </a:extLst>
              </p:cNvPr>
              <p:cNvGrpSpPr/>
              <p:nvPr/>
            </p:nvGrpSpPr>
            <p:grpSpPr>
              <a:xfrm>
                <a:off x="6834407" y="4621179"/>
                <a:ext cx="786183" cy="786183"/>
                <a:chOff x="6834407" y="4691519"/>
                <a:chExt cx="786183" cy="786183"/>
              </a:xfrm>
            </p:grpSpPr>
            <p:sp>
              <p:nvSpPr>
                <p:cNvPr id="32" name="淘宝店chenying0907出品 52">
                  <a:extLst>
                    <a:ext uri="{FF2B5EF4-FFF2-40B4-BE49-F238E27FC236}">
                      <a16:creationId xmlns:a16="http://schemas.microsoft.com/office/drawing/2014/main" id="{C03F3D23-CC50-47EE-A6E6-4FE1E2F29F66}"/>
                    </a:ext>
                  </a:extLst>
                </p:cNvPr>
                <p:cNvSpPr/>
                <p:nvPr/>
              </p:nvSpPr>
              <p:spPr>
                <a:xfrm>
                  <a:off x="6834407" y="4691519"/>
                  <a:ext cx="786183" cy="786183"/>
                </a:xfrm>
                <a:prstGeom prst="ellipse">
                  <a:avLst/>
                </a:prstGeom>
                <a:solidFill>
                  <a:srgbClr val="005825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Arial"/>
                    <a:ea typeface="微软雅黑"/>
                    <a:cs typeface="+mn-ea"/>
                    <a:sym typeface="+mn-lt"/>
                  </a:endParaRPr>
                </a:p>
              </p:txBody>
            </p:sp>
            <p:sp>
              <p:nvSpPr>
                <p:cNvPr id="33" name="淘宝店chenying0907出品 13">
                  <a:extLst>
                    <a:ext uri="{FF2B5EF4-FFF2-40B4-BE49-F238E27FC236}">
                      <a16:creationId xmlns:a16="http://schemas.microsoft.com/office/drawing/2014/main" id="{416340B0-8756-4AA1-8665-CEBB596D1D10}"/>
                    </a:ext>
                  </a:extLst>
                </p:cNvPr>
                <p:cNvSpPr>
                  <a:spLocks noChangeAspect="1" noEditPoints="1"/>
                </p:cNvSpPr>
                <p:nvPr/>
              </p:nvSpPr>
              <p:spPr bwMode="auto">
                <a:xfrm>
                  <a:off x="7083971" y="4820051"/>
                  <a:ext cx="287054" cy="529116"/>
                </a:xfrm>
                <a:custGeom>
                  <a:avLst/>
                  <a:gdLst>
                    <a:gd name="T0" fmla="*/ 2 w 122"/>
                    <a:gd name="T1" fmla="*/ 65 h 225"/>
                    <a:gd name="T2" fmla="*/ 14 w 122"/>
                    <a:gd name="T3" fmla="*/ 77 h 225"/>
                    <a:gd name="T4" fmla="*/ 17 w 122"/>
                    <a:gd name="T5" fmla="*/ 76 h 225"/>
                    <a:gd name="T6" fmla="*/ 119 w 122"/>
                    <a:gd name="T7" fmla="*/ 42 h 225"/>
                    <a:gd name="T8" fmla="*/ 119 w 122"/>
                    <a:gd name="T9" fmla="*/ 30 h 225"/>
                    <a:gd name="T10" fmla="*/ 105 w 122"/>
                    <a:gd name="T11" fmla="*/ 23 h 225"/>
                    <a:gd name="T12" fmla="*/ 3 w 122"/>
                    <a:gd name="T13" fmla="*/ 57 h 225"/>
                    <a:gd name="T14" fmla="*/ 108 w 122"/>
                    <a:gd name="T15" fmla="*/ 28 h 225"/>
                    <a:gd name="T16" fmla="*/ 114 w 122"/>
                    <a:gd name="T17" fmla="*/ 35 h 225"/>
                    <a:gd name="T18" fmla="*/ 111 w 122"/>
                    <a:gd name="T19" fmla="*/ 42 h 225"/>
                    <a:gd name="T20" fmla="*/ 14 w 122"/>
                    <a:gd name="T21" fmla="*/ 71 h 225"/>
                    <a:gd name="T22" fmla="*/ 9 w 122"/>
                    <a:gd name="T23" fmla="*/ 67 h 225"/>
                    <a:gd name="T24" fmla="*/ 8 w 122"/>
                    <a:gd name="T25" fmla="*/ 59 h 225"/>
                    <a:gd name="T26" fmla="*/ 106 w 122"/>
                    <a:gd name="T27" fmla="*/ 28 h 225"/>
                    <a:gd name="T28" fmla="*/ 14 w 122"/>
                    <a:gd name="T29" fmla="*/ 43 h 225"/>
                    <a:gd name="T30" fmla="*/ 66 w 122"/>
                    <a:gd name="T31" fmla="*/ 28 h 225"/>
                    <a:gd name="T32" fmla="*/ 73 w 122"/>
                    <a:gd name="T33" fmla="*/ 10 h 225"/>
                    <a:gd name="T34" fmla="*/ 9 w 122"/>
                    <a:gd name="T35" fmla="*/ 17 h 225"/>
                    <a:gd name="T36" fmla="*/ 3 w 122"/>
                    <a:gd name="T37" fmla="*/ 35 h 225"/>
                    <a:gd name="T38" fmla="*/ 61 w 122"/>
                    <a:gd name="T39" fmla="*/ 8 h 225"/>
                    <a:gd name="T40" fmla="*/ 67 w 122"/>
                    <a:gd name="T41" fmla="*/ 12 h 225"/>
                    <a:gd name="T42" fmla="*/ 65 w 122"/>
                    <a:gd name="T43" fmla="*/ 22 h 225"/>
                    <a:gd name="T44" fmla="*/ 14 w 122"/>
                    <a:gd name="T45" fmla="*/ 37 h 225"/>
                    <a:gd name="T46" fmla="*/ 8 w 122"/>
                    <a:gd name="T47" fmla="*/ 30 h 225"/>
                    <a:gd name="T48" fmla="*/ 120 w 122"/>
                    <a:gd name="T49" fmla="*/ 101 h 225"/>
                    <a:gd name="T50" fmla="*/ 105 w 122"/>
                    <a:gd name="T51" fmla="*/ 90 h 225"/>
                    <a:gd name="T52" fmla="*/ 72 w 122"/>
                    <a:gd name="T53" fmla="*/ 110 h 225"/>
                    <a:gd name="T54" fmla="*/ 55 w 122"/>
                    <a:gd name="T55" fmla="*/ 138 h 225"/>
                    <a:gd name="T56" fmla="*/ 53 w 122"/>
                    <a:gd name="T57" fmla="*/ 99 h 225"/>
                    <a:gd name="T58" fmla="*/ 119 w 122"/>
                    <a:gd name="T59" fmla="*/ 76 h 225"/>
                    <a:gd name="T60" fmla="*/ 119 w 122"/>
                    <a:gd name="T61" fmla="*/ 64 h 225"/>
                    <a:gd name="T62" fmla="*/ 9 w 122"/>
                    <a:gd name="T63" fmla="*/ 85 h 225"/>
                    <a:gd name="T64" fmla="*/ 1 w 122"/>
                    <a:gd name="T65" fmla="*/ 97 h 225"/>
                    <a:gd name="T66" fmla="*/ 3 w 122"/>
                    <a:gd name="T67" fmla="*/ 102 h 225"/>
                    <a:gd name="T68" fmla="*/ 11 w 122"/>
                    <a:gd name="T69" fmla="*/ 110 h 225"/>
                    <a:gd name="T70" fmla="*/ 28 w 122"/>
                    <a:gd name="T71" fmla="*/ 121 h 225"/>
                    <a:gd name="T72" fmla="*/ 17 w 122"/>
                    <a:gd name="T73" fmla="*/ 138 h 225"/>
                    <a:gd name="T74" fmla="*/ 40 w 122"/>
                    <a:gd name="T75" fmla="*/ 209 h 225"/>
                    <a:gd name="T76" fmla="*/ 53 w 122"/>
                    <a:gd name="T77" fmla="*/ 225 h 225"/>
                    <a:gd name="T78" fmla="*/ 87 w 122"/>
                    <a:gd name="T79" fmla="*/ 214 h 225"/>
                    <a:gd name="T80" fmla="*/ 110 w 122"/>
                    <a:gd name="T81" fmla="*/ 187 h 225"/>
                    <a:gd name="T82" fmla="*/ 99 w 122"/>
                    <a:gd name="T83" fmla="*/ 138 h 225"/>
                    <a:gd name="T84" fmla="*/ 104 w 122"/>
                    <a:gd name="T85" fmla="*/ 117 h 225"/>
                    <a:gd name="T86" fmla="*/ 120 w 122"/>
                    <a:gd name="T87" fmla="*/ 101 h 225"/>
                    <a:gd name="T88" fmla="*/ 47 w 122"/>
                    <a:gd name="T89" fmla="*/ 101 h 225"/>
                    <a:gd name="T90" fmla="*/ 49 w 122"/>
                    <a:gd name="T91" fmla="*/ 138 h 225"/>
                    <a:gd name="T92" fmla="*/ 35 w 122"/>
                    <a:gd name="T93" fmla="*/ 121 h 225"/>
                    <a:gd name="T94" fmla="*/ 24 w 122"/>
                    <a:gd name="T95" fmla="*/ 108 h 225"/>
                    <a:gd name="T96" fmla="*/ 12 w 122"/>
                    <a:gd name="T97" fmla="*/ 104 h 225"/>
                    <a:gd name="T98" fmla="*/ 8 w 122"/>
                    <a:gd name="T99" fmla="*/ 97 h 225"/>
                    <a:gd name="T100" fmla="*/ 8 w 122"/>
                    <a:gd name="T101" fmla="*/ 93 h 225"/>
                    <a:gd name="T102" fmla="*/ 12 w 122"/>
                    <a:gd name="T103" fmla="*/ 90 h 225"/>
                    <a:gd name="T104" fmla="*/ 24 w 122"/>
                    <a:gd name="T105" fmla="*/ 86 h 225"/>
                    <a:gd name="T106" fmla="*/ 108 w 122"/>
                    <a:gd name="T107" fmla="*/ 62 h 225"/>
                    <a:gd name="T108" fmla="*/ 114 w 122"/>
                    <a:gd name="T109" fmla="*/ 69 h 225"/>
                    <a:gd name="T110" fmla="*/ 111 w 122"/>
                    <a:gd name="T111" fmla="*/ 76 h 225"/>
                    <a:gd name="T112" fmla="*/ 43 w 122"/>
                    <a:gd name="T113" fmla="*/ 98 h 225"/>
                    <a:gd name="T114" fmla="*/ 103 w 122"/>
                    <a:gd name="T115" fmla="*/ 111 h 225"/>
                    <a:gd name="T116" fmla="*/ 92 w 122"/>
                    <a:gd name="T117" fmla="*/ 138 h 225"/>
                    <a:gd name="T118" fmla="*/ 78 w 122"/>
                    <a:gd name="T119" fmla="*/ 110 h 225"/>
                    <a:gd name="T120" fmla="*/ 106 w 122"/>
                    <a:gd name="T121" fmla="*/ 96 h 225"/>
                    <a:gd name="T122" fmla="*/ 114 w 122"/>
                    <a:gd name="T123" fmla="*/ 103 h 2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</a:cxnLst>
                  <a:rect l="0" t="0" r="r" b="b"/>
                  <a:pathLst>
                    <a:path w="122" h="225">
                      <a:moveTo>
                        <a:pt x="3" y="57"/>
                      </a:moveTo>
                      <a:cubicBezTo>
                        <a:pt x="1" y="59"/>
                        <a:pt x="1" y="62"/>
                        <a:pt x="2" y="65"/>
                      </a:cubicBezTo>
                      <a:cubicBezTo>
                        <a:pt x="3" y="69"/>
                        <a:pt x="3" y="69"/>
                        <a:pt x="3" y="69"/>
                      </a:cubicBezTo>
                      <a:cubicBezTo>
                        <a:pt x="4" y="74"/>
                        <a:pt x="9" y="77"/>
                        <a:pt x="14" y="77"/>
                      </a:cubicBezTo>
                      <a:cubicBezTo>
                        <a:pt x="14" y="77"/>
                        <a:pt x="14" y="77"/>
                        <a:pt x="14" y="77"/>
                      </a:cubicBezTo>
                      <a:cubicBezTo>
                        <a:pt x="15" y="77"/>
                        <a:pt x="16" y="77"/>
                        <a:pt x="17" y="76"/>
                      </a:cubicBezTo>
                      <a:cubicBezTo>
                        <a:pt x="112" y="48"/>
                        <a:pt x="112" y="48"/>
                        <a:pt x="112" y="48"/>
                      </a:cubicBezTo>
                      <a:cubicBezTo>
                        <a:pt x="115" y="47"/>
                        <a:pt x="118" y="45"/>
                        <a:pt x="119" y="42"/>
                      </a:cubicBezTo>
                      <a:cubicBezTo>
                        <a:pt x="120" y="40"/>
                        <a:pt x="121" y="37"/>
                        <a:pt x="120" y="34"/>
                      </a:cubicBezTo>
                      <a:cubicBezTo>
                        <a:pt x="119" y="30"/>
                        <a:pt x="119" y="30"/>
                        <a:pt x="119" y="30"/>
                      </a:cubicBezTo>
                      <a:cubicBezTo>
                        <a:pt x="117" y="25"/>
                        <a:pt x="113" y="22"/>
                        <a:pt x="108" y="22"/>
                      </a:cubicBezTo>
                      <a:cubicBezTo>
                        <a:pt x="107" y="22"/>
                        <a:pt x="106" y="22"/>
                        <a:pt x="105" y="23"/>
                      </a:cubicBezTo>
                      <a:cubicBezTo>
                        <a:pt x="9" y="51"/>
                        <a:pt x="9" y="51"/>
                        <a:pt x="9" y="51"/>
                      </a:cubicBezTo>
                      <a:cubicBezTo>
                        <a:pt x="6" y="52"/>
                        <a:pt x="4" y="54"/>
                        <a:pt x="3" y="57"/>
                      </a:cubicBezTo>
                      <a:close/>
                      <a:moveTo>
                        <a:pt x="106" y="28"/>
                      </a:moveTo>
                      <a:cubicBezTo>
                        <a:pt x="107" y="28"/>
                        <a:pt x="107" y="28"/>
                        <a:pt x="108" y="28"/>
                      </a:cubicBezTo>
                      <a:cubicBezTo>
                        <a:pt x="110" y="28"/>
                        <a:pt x="112" y="30"/>
                        <a:pt x="113" y="32"/>
                      </a:cubicBezTo>
                      <a:cubicBezTo>
                        <a:pt x="114" y="35"/>
                        <a:pt x="114" y="35"/>
                        <a:pt x="114" y="35"/>
                      </a:cubicBezTo>
                      <a:cubicBezTo>
                        <a:pt x="115" y="37"/>
                        <a:pt x="114" y="38"/>
                        <a:pt x="114" y="40"/>
                      </a:cubicBezTo>
                      <a:cubicBezTo>
                        <a:pt x="113" y="41"/>
                        <a:pt x="112" y="42"/>
                        <a:pt x="111" y="42"/>
                      </a:cubicBezTo>
                      <a:cubicBezTo>
                        <a:pt x="15" y="71"/>
                        <a:pt x="15" y="71"/>
                        <a:pt x="15" y="71"/>
                      </a:cubicBezTo>
                      <a:cubicBezTo>
                        <a:pt x="15" y="71"/>
                        <a:pt x="14" y="71"/>
                        <a:pt x="14" y="71"/>
                      </a:cubicBezTo>
                      <a:cubicBezTo>
                        <a:pt x="14" y="71"/>
                        <a:pt x="14" y="71"/>
                        <a:pt x="14" y="71"/>
                      </a:cubicBezTo>
                      <a:cubicBezTo>
                        <a:pt x="11" y="71"/>
                        <a:pt x="9" y="69"/>
                        <a:pt x="9" y="67"/>
                      </a:cubicBezTo>
                      <a:cubicBezTo>
                        <a:pt x="8" y="63"/>
                        <a:pt x="8" y="63"/>
                        <a:pt x="8" y="63"/>
                      </a:cubicBezTo>
                      <a:cubicBezTo>
                        <a:pt x="7" y="62"/>
                        <a:pt x="7" y="61"/>
                        <a:pt x="8" y="59"/>
                      </a:cubicBezTo>
                      <a:cubicBezTo>
                        <a:pt x="9" y="58"/>
                        <a:pt x="10" y="57"/>
                        <a:pt x="11" y="57"/>
                      </a:cubicBezTo>
                      <a:lnTo>
                        <a:pt x="106" y="28"/>
                      </a:lnTo>
                      <a:close/>
                      <a:moveTo>
                        <a:pt x="3" y="35"/>
                      </a:moveTo>
                      <a:cubicBezTo>
                        <a:pt x="4" y="40"/>
                        <a:pt x="9" y="43"/>
                        <a:pt x="14" y="43"/>
                      </a:cubicBezTo>
                      <a:cubicBezTo>
                        <a:pt x="15" y="43"/>
                        <a:pt x="16" y="43"/>
                        <a:pt x="17" y="43"/>
                      </a:cubicBezTo>
                      <a:cubicBezTo>
                        <a:pt x="66" y="28"/>
                        <a:pt x="66" y="28"/>
                        <a:pt x="66" y="28"/>
                      </a:cubicBezTo>
                      <a:cubicBezTo>
                        <a:pt x="72" y="26"/>
                        <a:pt x="76" y="19"/>
                        <a:pt x="74" y="13"/>
                      </a:cubicBezTo>
                      <a:cubicBezTo>
                        <a:pt x="73" y="10"/>
                        <a:pt x="73" y="10"/>
                        <a:pt x="73" y="10"/>
                      </a:cubicBezTo>
                      <a:cubicBezTo>
                        <a:pt x="71" y="4"/>
                        <a:pt x="65" y="0"/>
                        <a:pt x="59" y="2"/>
                      </a:cubicBezTo>
                      <a:cubicBezTo>
                        <a:pt x="9" y="17"/>
                        <a:pt x="9" y="17"/>
                        <a:pt x="9" y="17"/>
                      </a:cubicBezTo>
                      <a:cubicBezTo>
                        <a:pt x="3" y="19"/>
                        <a:pt x="0" y="25"/>
                        <a:pt x="2" y="31"/>
                      </a:cubicBezTo>
                      <a:lnTo>
                        <a:pt x="3" y="35"/>
                      </a:lnTo>
                      <a:close/>
                      <a:moveTo>
                        <a:pt x="11" y="23"/>
                      </a:moveTo>
                      <a:cubicBezTo>
                        <a:pt x="61" y="8"/>
                        <a:pt x="61" y="8"/>
                        <a:pt x="61" y="8"/>
                      </a:cubicBezTo>
                      <a:cubicBezTo>
                        <a:pt x="61" y="8"/>
                        <a:pt x="62" y="8"/>
                        <a:pt x="62" y="8"/>
                      </a:cubicBezTo>
                      <a:cubicBezTo>
                        <a:pt x="64" y="8"/>
                        <a:pt x="67" y="9"/>
                        <a:pt x="67" y="12"/>
                      </a:cubicBezTo>
                      <a:cubicBezTo>
                        <a:pt x="68" y="15"/>
                        <a:pt x="68" y="15"/>
                        <a:pt x="68" y="15"/>
                      </a:cubicBezTo>
                      <a:cubicBezTo>
                        <a:pt x="69" y="18"/>
                        <a:pt x="68" y="21"/>
                        <a:pt x="65" y="22"/>
                      </a:cubicBezTo>
                      <a:cubicBezTo>
                        <a:pt x="15" y="37"/>
                        <a:pt x="15" y="37"/>
                        <a:pt x="15" y="37"/>
                      </a:cubicBezTo>
                      <a:cubicBezTo>
                        <a:pt x="15" y="37"/>
                        <a:pt x="14" y="37"/>
                        <a:pt x="14" y="37"/>
                      </a:cubicBezTo>
                      <a:cubicBezTo>
                        <a:pt x="11" y="37"/>
                        <a:pt x="9" y="36"/>
                        <a:pt x="9" y="33"/>
                      </a:cubicBezTo>
                      <a:cubicBezTo>
                        <a:pt x="8" y="30"/>
                        <a:pt x="8" y="30"/>
                        <a:pt x="8" y="30"/>
                      </a:cubicBezTo>
                      <a:cubicBezTo>
                        <a:pt x="7" y="27"/>
                        <a:pt x="8" y="24"/>
                        <a:pt x="11" y="23"/>
                      </a:cubicBezTo>
                      <a:close/>
                      <a:moveTo>
                        <a:pt x="120" y="101"/>
                      </a:moveTo>
                      <a:cubicBezTo>
                        <a:pt x="119" y="97"/>
                        <a:pt x="119" y="97"/>
                        <a:pt x="119" y="97"/>
                      </a:cubicBezTo>
                      <a:cubicBezTo>
                        <a:pt x="117" y="92"/>
                        <a:pt x="110" y="88"/>
                        <a:pt x="105" y="90"/>
                      </a:cubicBezTo>
                      <a:cubicBezTo>
                        <a:pt x="82" y="96"/>
                        <a:pt x="82" y="96"/>
                        <a:pt x="82" y="96"/>
                      </a:cubicBezTo>
                      <a:cubicBezTo>
                        <a:pt x="76" y="98"/>
                        <a:pt x="72" y="104"/>
                        <a:pt x="72" y="110"/>
                      </a:cubicBezTo>
                      <a:cubicBezTo>
                        <a:pt x="72" y="138"/>
                        <a:pt x="72" y="138"/>
                        <a:pt x="72" y="138"/>
                      </a:cubicBezTo>
                      <a:cubicBezTo>
                        <a:pt x="55" y="138"/>
                        <a:pt x="55" y="138"/>
                        <a:pt x="55" y="138"/>
                      </a:cubicBezTo>
                      <a:cubicBezTo>
                        <a:pt x="55" y="106"/>
                        <a:pt x="55" y="106"/>
                        <a:pt x="55" y="106"/>
                      </a:cubicBezTo>
                      <a:cubicBezTo>
                        <a:pt x="55" y="104"/>
                        <a:pt x="54" y="101"/>
                        <a:pt x="53" y="99"/>
                      </a:cubicBezTo>
                      <a:cubicBezTo>
                        <a:pt x="112" y="82"/>
                        <a:pt x="112" y="82"/>
                        <a:pt x="112" y="82"/>
                      </a:cubicBezTo>
                      <a:cubicBezTo>
                        <a:pt x="115" y="81"/>
                        <a:pt x="118" y="79"/>
                        <a:pt x="119" y="76"/>
                      </a:cubicBezTo>
                      <a:cubicBezTo>
                        <a:pt x="120" y="73"/>
                        <a:pt x="121" y="70"/>
                        <a:pt x="120" y="67"/>
                      </a:cubicBezTo>
                      <a:cubicBezTo>
                        <a:pt x="119" y="64"/>
                        <a:pt x="119" y="64"/>
                        <a:pt x="119" y="64"/>
                      </a:cubicBezTo>
                      <a:cubicBezTo>
                        <a:pt x="117" y="58"/>
                        <a:pt x="110" y="54"/>
                        <a:pt x="105" y="56"/>
                      </a:cubicBezTo>
                      <a:cubicBezTo>
                        <a:pt x="9" y="85"/>
                        <a:pt x="9" y="85"/>
                        <a:pt x="9" y="85"/>
                      </a:cubicBezTo>
                      <a:cubicBezTo>
                        <a:pt x="6" y="86"/>
                        <a:pt x="4" y="88"/>
                        <a:pt x="3" y="90"/>
                      </a:cubicBezTo>
                      <a:cubicBezTo>
                        <a:pt x="1" y="92"/>
                        <a:pt x="1" y="95"/>
                        <a:pt x="1" y="97"/>
                      </a:cubicBezTo>
                      <a:cubicBezTo>
                        <a:pt x="2" y="98"/>
                        <a:pt x="2" y="98"/>
                        <a:pt x="2" y="99"/>
                      </a:cubicBezTo>
                      <a:cubicBezTo>
                        <a:pt x="3" y="102"/>
                        <a:pt x="3" y="102"/>
                        <a:pt x="3" y="102"/>
                      </a:cubicBezTo>
                      <a:cubicBezTo>
                        <a:pt x="4" y="106"/>
                        <a:pt x="7" y="109"/>
                        <a:pt x="10" y="110"/>
                      </a:cubicBezTo>
                      <a:cubicBezTo>
                        <a:pt x="11" y="110"/>
                        <a:pt x="11" y="110"/>
                        <a:pt x="11" y="110"/>
                      </a:cubicBezTo>
                      <a:cubicBezTo>
                        <a:pt x="23" y="113"/>
                        <a:pt x="23" y="113"/>
                        <a:pt x="23" y="113"/>
                      </a:cubicBezTo>
                      <a:cubicBezTo>
                        <a:pt x="26" y="114"/>
                        <a:pt x="28" y="118"/>
                        <a:pt x="28" y="121"/>
                      </a:cubicBezTo>
                      <a:cubicBezTo>
                        <a:pt x="28" y="138"/>
                        <a:pt x="28" y="138"/>
                        <a:pt x="28" y="138"/>
                      </a:cubicBezTo>
                      <a:cubicBezTo>
                        <a:pt x="17" y="138"/>
                        <a:pt x="17" y="138"/>
                        <a:pt x="17" y="138"/>
                      </a:cubicBezTo>
                      <a:cubicBezTo>
                        <a:pt x="17" y="187"/>
                        <a:pt x="17" y="187"/>
                        <a:pt x="17" y="187"/>
                      </a:cubicBezTo>
                      <a:cubicBezTo>
                        <a:pt x="17" y="199"/>
                        <a:pt x="28" y="208"/>
                        <a:pt x="40" y="209"/>
                      </a:cubicBezTo>
                      <a:cubicBezTo>
                        <a:pt x="40" y="214"/>
                        <a:pt x="40" y="214"/>
                        <a:pt x="40" y="214"/>
                      </a:cubicBezTo>
                      <a:cubicBezTo>
                        <a:pt x="40" y="220"/>
                        <a:pt x="46" y="225"/>
                        <a:pt x="53" y="225"/>
                      </a:cubicBezTo>
                      <a:cubicBezTo>
                        <a:pt x="74" y="225"/>
                        <a:pt x="74" y="225"/>
                        <a:pt x="74" y="225"/>
                      </a:cubicBezTo>
                      <a:cubicBezTo>
                        <a:pt x="81" y="225"/>
                        <a:pt x="87" y="220"/>
                        <a:pt x="87" y="214"/>
                      </a:cubicBezTo>
                      <a:cubicBezTo>
                        <a:pt x="87" y="209"/>
                        <a:pt x="87" y="209"/>
                        <a:pt x="87" y="209"/>
                      </a:cubicBezTo>
                      <a:cubicBezTo>
                        <a:pt x="99" y="208"/>
                        <a:pt x="110" y="199"/>
                        <a:pt x="110" y="187"/>
                      </a:cubicBezTo>
                      <a:cubicBezTo>
                        <a:pt x="110" y="138"/>
                        <a:pt x="110" y="138"/>
                        <a:pt x="110" y="138"/>
                      </a:cubicBezTo>
                      <a:cubicBezTo>
                        <a:pt x="99" y="138"/>
                        <a:pt x="99" y="138"/>
                        <a:pt x="99" y="138"/>
                      </a:cubicBezTo>
                      <a:cubicBezTo>
                        <a:pt x="99" y="125"/>
                        <a:pt x="99" y="125"/>
                        <a:pt x="99" y="125"/>
                      </a:cubicBezTo>
                      <a:cubicBezTo>
                        <a:pt x="99" y="122"/>
                        <a:pt x="101" y="118"/>
                        <a:pt x="104" y="117"/>
                      </a:cubicBezTo>
                      <a:cubicBezTo>
                        <a:pt x="112" y="115"/>
                        <a:pt x="112" y="115"/>
                        <a:pt x="112" y="115"/>
                      </a:cubicBezTo>
                      <a:cubicBezTo>
                        <a:pt x="118" y="113"/>
                        <a:pt x="122" y="107"/>
                        <a:pt x="120" y="101"/>
                      </a:cubicBezTo>
                      <a:close/>
                      <a:moveTo>
                        <a:pt x="43" y="98"/>
                      </a:moveTo>
                      <a:cubicBezTo>
                        <a:pt x="45" y="99"/>
                        <a:pt x="46" y="100"/>
                        <a:pt x="47" y="101"/>
                      </a:cubicBezTo>
                      <a:cubicBezTo>
                        <a:pt x="48" y="103"/>
                        <a:pt x="49" y="104"/>
                        <a:pt x="49" y="106"/>
                      </a:cubicBezTo>
                      <a:cubicBezTo>
                        <a:pt x="49" y="138"/>
                        <a:pt x="49" y="138"/>
                        <a:pt x="49" y="138"/>
                      </a:cubicBezTo>
                      <a:cubicBezTo>
                        <a:pt x="35" y="138"/>
                        <a:pt x="35" y="138"/>
                        <a:pt x="35" y="138"/>
                      </a:cubicBezTo>
                      <a:cubicBezTo>
                        <a:pt x="35" y="121"/>
                        <a:pt x="35" y="121"/>
                        <a:pt x="35" y="121"/>
                      </a:cubicBezTo>
                      <a:cubicBezTo>
                        <a:pt x="35" y="116"/>
                        <a:pt x="30" y="110"/>
                        <a:pt x="25" y="108"/>
                      </a:cubicBezTo>
                      <a:cubicBezTo>
                        <a:pt x="25" y="108"/>
                        <a:pt x="24" y="108"/>
                        <a:pt x="24" y="108"/>
                      </a:cubicBezTo>
                      <a:cubicBezTo>
                        <a:pt x="13" y="104"/>
                        <a:pt x="13" y="104"/>
                        <a:pt x="13" y="104"/>
                      </a:cubicBezTo>
                      <a:cubicBezTo>
                        <a:pt x="12" y="104"/>
                        <a:pt x="12" y="104"/>
                        <a:pt x="12" y="104"/>
                      </a:cubicBezTo>
                      <a:cubicBezTo>
                        <a:pt x="10" y="104"/>
                        <a:pt x="9" y="102"/>
                        <a:pt x="9" y="101"/>
                      </a:cubicBezTo>
                      <a:cubicBezTo>
                        <a:pt x="8" y="97"/>
                        <a:pt x="8" y="97"/>
                        <a:pt x="8" y="97"/>
                      </a:cubicBezTo>
                      <a:cubicBezTo>
                        <a:pt x="8" y="97"/>
                        <a:pt x="8" y="97"/>
                        <a:pt x="8" y="97"/>
                      </a:cubicBezTo>
                      <a:cubicBezTo>
                        <a:pt x="7" y="96"/>
                        <a:pt x="7" y="94"/>
                        <a:pt x="8" y="93"/>
                      </a:cubicBezTo>
                      <a:cubicBezTo>
                        <a:pt x="9" y="92"/>
                        <a:pt x="10" y="91"/>
                        <a:pt x="11" y="90"/>
                      </a:cubicBezTo>
                      <a:cubicBezTo>
                        <a:pt x="12" y="90"/>
                        <a:pt x="12" y="90"/>
                        <a:pt x="12" y="90"/>
                      </a:cubicBezTo>
                      <a:cubicBezTo>
                        <a:pt x="13" y="90"/>
                        <a:pt x="13" y="90"/>
                        <a:pt x="13" y="90"/>
                      </a:cubicBezTo>
                      <a:cubicBezTo>
                        <a:pt x="24" y="86"/>
                        <a:pt x="24" y="86"/>
                        <a:pt x="24" y="86"/>
                      </a:cubicBezTo>
                      <a:cubicBezTo>
                        <a:pt x="106" y="62"/>
                        <a:pt x="106" y="62"/>
                        <a:pt x="106" y="62"/>
                      </a:cubicBezTo>
                      <a:cubicBezTo>
                        <a:pt x="107" y="62"/>
                        <a:pt x="107" y="62"/>
                        <a:pt x="108" y="62"/>
                      </a:cubicBezTo>
                      <a:cubicBezTo>
                        <a:pt x="110" y="62"/>
                        <a:pt x="112" y="63"/>
                        <a:pt x="113" y="66"/>
                      </a:cubicBezTo>
                      <a:cubicBezTo>
                        <a:pt x="114" y="69"/>
                        <a:pt x="114" y="69"/>
                        <a:pt x="114" y="69"/>
                      </a:cubicBezTo>
                      <a:cubicBezTo>
                        <a:pt x="115" y="71"/>
                        <a:pt x="114" y="72"/>
                        <a:pt x="114" y="73"/>
                      </a:cubicBezTo>
                      <a:cubicBezTo>
                        <a:pt x="113" y="74"/>
                        <a:pt x="112" y="75"/>
                        <a:pt x="111" y="76"/>
                      </a:cubicBezTo>
                      <a:cubicBezTo>
                        <a:pt x="49" y="94"/>
                        <a:pt x="49" y="94"/>
                        <a:pt x="49" y="94"/>
                      </a:cubicBezTo>
                      <a:cubicBezTo>
                        <a:pt x="39" y="97"/>
                        <a:pt x="43" y="98"/>
                        <a:pt x="43" y="98"/>
                      </a:cubicBezTo>
                      <a:close/>
                      <a:moveTo>
                        <a:pt x="111" y="109"/>
                      </a:moveTo>
                      <a:cubicBezTo>
                        <a:pt x="103" y="111"/>
                        <a:pt x="103" y="111"/>
                        <a:pt x="103" y="111"/>
                      </a:cubicBezTo>
                      <a:cubicBezTo>
                        <a:pt x="97" y="113"/>
                        <a:pt x="92" y="119"/>
                        <a:pt x="92" y="125"/>
                      </a:cubicBezTo>
                      <a:cubicBezTo>
                        <a:pt x="92" y="138"/>
                        <a:pt x="92" y="138"/>
                        <a:pt x="92" y="138"/>
                      </a:cubicBezTo>
                      <a:cubicBezTo>
                        <a:pt x="78" y="138"/>
                        <a:pt x="78" y="138"/>
                        <a:pt x="78" y="138"/>
                      </a:cubicBezTo>
                      <a:cubicBezTo>
                        <a:pt x="78" y="110"/>
                        <a:pt x="78" y="110"/>
                        <a:pt x="78" y="110"/>
                      </a:cubicBezTo>
                      <a:cubicBezTo>
                        <a:pt x="78" y="107"/>
                        <a:pt x="81" y="103"/>
                        <a:pt x="84" y="102"/>
                      </a:cubicBezTo>
                      <a:cubicBezTo>
                        <a:pt x="106" y="96"/>
                        <a:pt x="106" y="96"/>
                        <a:pt x="106" y="96"/>
                      </a:cubicBezTo>
                      <a:cubicBezTo>
                        <a:pt x="109" y="95"/>
                        <a:pt x="112" y="96"/>
                        <a:pt x="113" y="99"/>
                      </a:cubicBezTo>
                      <a:cubicBezTo>
                        <a:pt x="114" y="103"/>
                        <a:pt x="114" y="103"/>
                        <a:pt x="114" y="103"/>
                      </a:cubicBezTo>
                      <a:cubicBezTo>
                        <a:pt x="115" y="106"/>
                        <a:pt x="113" y="109"/>
                        <a:pt x="111" y="10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vert="horz" wrap="square" lIns="68571" tIns="34286" rIns="68571" bIns="3428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8" name="组合 7">
                <a:extLst>
                  <a:ext uri="{FF2B5EF4-FFF2-40B4-BE49-F238E27FC236}">
                    <a16:creationId xmlns:a16="http://schemas.microsoft.com/office/drawing/2014/main" id="{C52905D7-C7B9-4DF0-9918-263C9E523E91}"/>
                  </a:ext>
                </a:extLst>
              </p:cNvPr>
              <p:cNvGrpSpPr/>
              <p:nvPr/>
            </p:nvGrpSpPr>
            <p:grpSpPr>
              <a:xfrm>
                <a:off x="7657899" y="4623632"/>
                <a:ext cx="4200272" cy="1182660"/>
                <a:chOff x="7657899" y="4623632"/>
                <a:chExt cx="4200272" cy="1182660"/>
              </a:xfrm>
            </p:grpSpPr>
            <p:sp>
              <p:nvSpPr>
                <p:cNvPr id="22" name="TextBox 35">
                  <a:extLst>
                    <a:ext uri="{FF2B5EF4-FFF2-40B4-BE49-F238E27FC236}">
                      <a16:creationId xmlns:a16="http://schemas.microsoft.com/office/drawing/2014/main" id="{97046FF8-D347-4A26-9509-A9D8A0386E67}"/>
                    </a:ext>
                  </a:extLst>
                </p:cNvPr>
                <p:cNvSpPr txBox="1"/>
                <p:nvPr/>
              </p:nvSpPr>
              <p:spPr>
                <a:xfrm>
                  <a:off x="7657899" y="4623632"/>
                  <a:ext cx="369238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defTabSz="914400"/>
                  <a:r>
                    <a:rPr lang="zh-CN" altLang="en-US" sz="2000" b="1" dirty="0">
                      <a:solidFill>
                        <a:srgbClr val="005825"/>
                      </a:solidFill>
                      <a:cs typeface="+mn-ea"/>
                      <a:sym typeface="+mn-lt"/>
                    </a:rPr>
                    <a:t>输入标题文字</a:t>
                  </a:r>
                  <a:endParaRPr lang="zh-CN" altLang="en-US" sz="1100" b="1" dirty="0">
                    <a:solidFill>
                      <a:srgbClr val="005825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312DB383-9815-4B17-A658-6E6277C14B06}"/>
                    </a:ext>
                  </a:extLst>
                </p:cNvPr>
                <p:cNvSpPr/>
                <p:nvPr/>
              </p:nvSpPr>
              <p:spPr>
                <a:xfrm>
                  <a:off x="7667506" y="5067628"/>
                  <a:ext cx="4190665" cy="738664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just">
                    <a:spcAft>
                      <a:spcPts val="0"/>
                    </a:spcAft>
                  </a:pPr>
                  <a:r>
                    <a:rPr lang="zh-CN" altLang="zh-CN" sz="1400" kern="100" dirty="0">
                      <a:solidFill>
                        <a:srgbClr val="005825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点击此处添加文本内容，如关键词、部分简单介绍等。点击此处添加文本内容，如关键词、部分简单介绍等。</a:t>
                  </a:r>
                </a:p>
              </p:txBody>
            </p:sp>
          </p:grpSp>
        </p:grpSp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D7936D73-2CFA-4B68-83B3-174066BEC6DA}"/>
                </a:ext>
              </a:extLst>
            </p:cNvPr>
            <p:cNvGrpSpPr/>
            <p:nvPr/>
          </p:nvGrpSpPr>
          <p:grpSpPr>
            <a:xfrm>
              <a:off x="6588246" y="3152339"/>
              <a:ext cx="5047351" cy="1188314"/>
              <a:chOff x="6810820" y="3242875"/>
              <a:chExt cx="5047351" cy="1188314"/>
            </a:xfrm>
          </p:grpSpPr>
          <p:grpSp>
            <p:nvGrpSpPr>
              <p:cNvPr id="10" name="组合 9">
                <a:extLst>
                  <a:ext uri="{FF2B5EF4-FFF2-40B4-BE49-F238E27FC236}">
                    <a16:creationId xmlns:a16="http://schemas.microsoft.com/office/drawing/2014/main" id="{D53FE564-E960-4604-BB68-ACE7F8C169D7}"/>
                  </a:ext>
                </a:extLst>
              </p:cNvPr>
              <p:cNvGrpSpPr/>
              <p:nvPr/>
            </p:nvGrpSpPr>
            <p:grpSpPr>
              <a:xfrm>
                <a:off x="6810820" y="3242875"/>
                <a:ext cx="786183" cy="786183"/>
                <a:chOff x="6810820" y="3313215"/>
                <a:chExt cx="786183" cy="786183"/>
              </a:xfrm>
            </p:grpSpPr>
            <p:sp>
              <p:nvSpPr>
                <p:cNvPr id="29" name="淘宝店chenying0907出品 47">
                  <a:extLst>
                    <a:ext uri="{FF2B5EF4-FFF2-40B4-BE49-F238E27FC236}">
                      <a16:creationId xmlns:a16="http://schemas.microsoft.com/office/drawing/2014/main" id="{ABF7D017-DD38-4808-990C-F665ED0FC94D}"/>
                    </a:ext>
                  </a:extLst>
                </p:cNvPr>
                <p:cNvSpPr/>
                <p:nvPr/>
              </p:nvSpPr>
              <p:spPr>
                <a:xfrm>
                  <a:off x="6810820" y="3313215"/>
                  <a:ext cx="786183" cy="786183"/>
                </a:xfrm>
                <a:prstGeom prst="ellipse">
                  <a:avLst/>
                </a:prstGeom>
                <a:solidFill>
                  <a:srgbClr val="005825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Arial"/>
                    <a:ea typeface="微软雅黑"/>
                    <a:cs typeface="+mn-ea"/>
                    <a:sym typeface="+mn-lt"/>
                  </a:endParaRPr>
                </a:p>
              </p:txBody>
            </p:sp>
            <p:sp>
              <p:nvSpPr>
                <p:cNvPr id="30" name="淘宝店chenying0907出品 72">
                  <a:extLst>
                    <a:ext uri="{FF2B5EF4-FFF2-40B4-BE49-F238E27FC236}">
                      <a16:creationId xmlns:a16="http://schemas.microsoft.com/office/drawing/2014/main" id="{46612ED3-6D32-4527-BAF6-E2B688FE57C1}"/>
                    </a:ext>
                  </a:extLst>
                </p:cNvPr>
                <p:cNvSpPr>
                  <a:spLocks noChangeAspect="1" noEditPoints="1"/>
                </p:cNvSpPr>
                <p:nvPr/>
              </p:nvSpPr>
              <p:spPr bwMode="auto">
                <a:xfrm>
                  <a:off x="6972990" y="3474971"/>
                  <a:ext cx="461845" cy="462674"/>
                </a:xfrm>
                <a:custGeom>
                  <a:avLst/>
                  <a:gdLst>
                    <a:gd name="T0" fmla="*/ 337 w 411"/>
                    <a:gd name="T1" fmla="*/ 198 h 412"/>
                    <a:gd name="T2" fmla="*/ 284 w 411"/>
                    <a:gd name="T3" fmla="*/ 220 h 412"/>
                    <a:gd name="T4" fmla="*/ 249 w 411"/>
                    <a:gd name="T5" fmla="*/ 185 h 412"/>
                    <a:gd name="T6" fmla="*/ 283 w 411"/>
                    <a:gd name="T7" fmla="*/ 107 h 412"/>
                    <a:gd name="T8" fmla="*/ 176 w 411"/>
                    <a:gd name="T9" fmla="*/ 0 h 412"/>
                    <a:gd name="T10" fmla="*/ 68 w 411"/>
                    <a:gd name="T11" fmla="*/ 107 h 412"/>
                    <a:gd name="T12" fmla="*/ 116 w 411"/>
                    <a:gd name="T13" fmla="*/ 196 h 412"/>
                    <a:gd name="T14" fmla="*/ 96 w 411"/>
                    <a:gd name="T15" fmla="*/ 266 h 412"/>
                    <a:gd name="T16" fmla="*/ 74 w 411"/>
                    <a:gd name="T17" fmla="*/ 263 h 412"/>
                    <a:gd name="T18" fmla="*/ 0 w 411"/>
                    <a:gd name="T19" fmla="*/ 337 h 412"/>
                    <a:gd name="T20" fmla="*/ 74 w 411"/>
                    <a:gd name="T21" fmla="*/ 412 h 412"/>
                    <a:gd name="T22" fmla="*/ 149 w 411"/>
                    <a:gd name="T23" fmla="*/ 337 h 412"/>
                    <a:gd name="T24" fmla="*/ 110 w 411"/>
                    <a:gd name="T25" fmla="*/ 272 h 412"/>
                    <a:gd name="T26" fmla="*/ 130 w 411"/>
                    <a:gd name="T27" fmla="*/ 204 h 412"/>
                    <a:gd name="T28" fmla="*/ 176 w 411"/>
                    <a:gd name="T29" fmla="*/ 214 h 412"/>
                    <a:gd name="T30" fmla="*/ 238 w 411"/>
                    <a:gd name="T31" fmla="*/ 195 h 412"/>
                    <a:gd name="T32" fmla="*/ 275 w 411"/>
                    <a:gd name="T33" fmla="*/ 232 h 412"/>
                    <a:gd name="T34" fmla="*/ 262 w 411"/>
                    <a:gd name="T35" fmla="*/ 273 h 412"/>
                    <a:gd name="T36" fmla="*/ 337 w 411"/>
                    <a:gd name="T37" fmla="*/ 347 h 412"/>
                    <a:gd name="T38" fmla="*/ 411 w 411"/>
                    <a:gd name="T39" fmla="*/ 273 h 412"/>
                    <a:gd name="T40" fmla="*/ 337 w 411"/>
                    <a:gd name="T41" fmla="*/ 198 h 412"/>
                    <a:gd name="T42" fmla="*/ 134 w 411"/>
                    <a:gd name="T43" fmla="*/ 337 h 412"/>
                    <a:gd name="T44" fmla="*/ 74 w 411"/>
                    <a:gd name="T45" fmla="*/ 397 h 412"/>
                    <a:gd name="T46" fmla="*/ 14 w 411"/>
                    <a:gd name="T47" fmla="*/ 337 h 412"/>
                    <a:gd name="T48" fmla="*/ 74 w 411"/>
                    <a:gd name="T49" fmla="*/ 278 h 412"/>
                    <a:gd name="T50" fmla="*/ 134 w 411"/>
                    <a:gd name="T51" fmla="*/ 337 h 412"/>
                    <a:gd name="T52" fmla="*/ 83 w 411"/>
                    <a:gd name="T53" fmla="*/ 107 h 412"/>
                    <a:gd name="T54" fmla="*/ 176 w 411"/>
                    <a:gd name="T55" fmla="*/ 14 h 412"/>
                    <a:gd name="T56" fmla="*/ 268 w 411"/>
                    <a:gd name="T57" fmla="*/ 107 h 412"/>
                    <a:gd name="T58" fmla="*/ 176 w 411"/>
                    <a:gd name="T59" fmla="*/ 200 h 412"/>
                    <a:gd name="T60" fmla="*/ 83 w 411"/>
                    <a:gd name="T61" fmla="*/ 107 h 412"/>
                    <a:gd name="T62" fmla="*/ 337 w 411"/>
                    <a:gd name="T63" fmla="*/ 332 h 412"/>
                    <a:gd name="T64" fmla="*/ 277 w 411"/>
                    <a:gd name="T65" fmla="*/ 273 h 412"/>
                    <a:gd name="T66" fmla="*/ 337 w 411"/>
                    <a:gd name="T67" fmla="*/ 213 h 412"/>
                    <a:gd name="T68" fmla="*/ 397 w 411"/>
                    <a:gd name="T69" fmla="*/ 273 h 412"/>
                    <a:gd name="T70" fmla="*/ 337 w 411"/>
                    <a:gd name="T71" fmla="*/ 332 h 4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411" h="412">
                      <a:moveTo>
                        <a:pt x="337" y="198"/>
                      </a:moveTo>
                      <a:cubicBezTo>
                        <a:pt x="316" y="198"/>
                        <a:pt x="298" y="206"/>
                        <a:pt x="284" y="220"/>
                      </a:cubicBezTo>
                      <a:cubicBezTo>
                        <a:pt x="249" y="185"/>
                        <a:pt x="249" y="185"/>
                        <a:pt x="249" y="185"/>
                      </a:cubicBezTo>
                      <a:cubicBezTo>
                        <a:pt x="270" y="166"/>
                        <a:pt x="283" y="138"/>
                        <a:pt x="283" y="107"/>
                      </a:cubicBezTo>
                      <a:cubicBezTo>
                        <a:pt x="283" y="48"/>
                        <a:pt x="235" y="0"/>
                        <a:pt x="176" y="0"/>
                      </a:cubicBezTo>
                      <a:cubicBezTo>
                        <a:pt x="117" y="0"/>
                        <a:pt x="68" y="48"/>
                        <a:pt x="68" y="107"/>
                      </a:cubicBezTo>
                      <a:cubicBezTo>
                        <a:pt x="68" y="144"/>
                        <a:pt x="88" y="177"/>
                        <a:pt x="116" y="196"/>
                      </a:cubicBezTo>
                      <a:cubicBezTo>
                        <a:pt x="96" y="266"/>
                        <a:pt x="96" y="266"/>
                        <a:pt x="96" y="266"/>
                      </a:cubicBezTo>
                      <a:cubicBezTo>
                        <a:pt x="89" y="264"/>
                        <a:pt x="82" y="263"/>
                        <a:pt x="74" y="263"/>
                      </a:cubicBezTo>
                      <a:cubicBezTo>
                        <a:pt x="33" y="263"/>
                        <a:pt x="0" y="296"/>
                        <a:pt x="0" y="337"/>
                      </a:cubicBezTo>
                      <a:cubicBezTo>
                        <a:pt x="0" y="378"/>
                        <a:pt x="33" y="412"/>
                        <a:pt x="74" y="412"/>
                      </a:cubicBezTo>
                      <a:cubicBezTo>
                        <a:pt x="115" y="412"/>
                        <a:pt x="149" y="378"/>
                        <a:pt x="149" y="337"/>
                      </a:cubicBezTo>
                      <a:cubicBezTo>
                        <a:pt x="149" y="309"/>
                        <a:pt x="133" y="284"/>
                        <a:pt x="110" y="272"/>
                      </a:cubicBezTo>
                      <a:cubicBezTo>
                        <a:pt x="130" y="204"/>
                        <a:pt x="130" y="204"/>
                        <a:pt x="130" y="204"/>
                      </a:cubicBezTo>
                      <a:cubicBezTo>
                        <a:pt x="144" y="210"/>
                        <a:pt x="159" y="214"/>
                        <a:pt x="176" y="214"/>
                      </a:cubicBezTo>
                      <a:cubicBezTo>
                        <a:pt x="199" y="214"/>
                        <a:pt x="220" y="207"/>
                        <a:pt x="238" y="195"/>
                      </a:cubicBezTo>
                      <a:cubicBezTo>
                        <a:pt x="275" y="232"/>
                        <a:pt x="275" y="232"/>
                        <a:pt x="275" y="232"/>
                      </a:cubicBezTo>
                      <a:cubicBezTo>
                        <a:pt x="267" y="243"/>
                        <a:pt x="262" y="257"/>
                        <a:pt x="262" y="273"/>
                      </a:cubicBezTo>
                      <a:cubicBezTo>
                        <a:pt x="262" y="314"/>
                        <a:pt x="296" y="347"/>
                        <a:pt x="337" y="347"/>
                      </a:cubicBezTo>
                      <a:cubicBezTo>
                        <a:pt x="378" y="347"/>
                        <a:pt x="411" y="314"/>
                        <a:pt x="411" y="273"/>
                      </a:cubicBezTo>
                      <a:cubicBezTo>
                        <a:pt x="411" y="231"/>
                        <a:pt x="378" y="198"/>
                        <a:pt x="337" y="198"/>
                      </a:cubicBezTo>
                      <a:close/>
                      <a:moveTo>
                        <a:pt x="134" y="337"/>
                      </a:moveTo>
                      <a:cubicBezTo>
                        <a:pt x="134" y="370"/>
                        <a:pt x="107" y="397"/>
                        <a:pt x="74" y="397"/>
                      </a:cubicBezTo>
                      <a:cubicBezTo>
                        <a:pt x="41" y="397"/>
                        <a:pt x="14" y="370"/>
                        <a:pt x="14" y="337"/>
                      </a:cubicBezTo>
                      <a:cubicBezTo>
                        <a:pt x="14" y="304"/>
                        <a:pt x="41" y="278"/>
                        <a:pt x="74" y="278"/>
                      </a:cubicBezTo>
                      <a:cubicBezTo>
                        <a:pt x="107" y="278"/>
                        <a:pt x="134" y="304"/>
                        <a:pt x="134" y="337"/>
                      </a:cubicBezTo>
                      <a:close/>
                      <a:moveTo>
                        <a:pt x="83" y="107"/>
                      </a:moveTo>
                      <a:cubicBezTo>
                        <a:pt x="83" y="56"/>
                        <a:pt x="125" y="14"/>
                        <a:pt x="176" y="14"/>
                      </a:cubicBezTo>
                      <a:cubicBezTo>
                        <a:pt x="227" y="14"/>
                        <a:pt x="268" y="56"/>
                        <a:pt x="268" y="107"/>
                      </a:cubicBezTo>
                      <a:cubicBezTo>
                        <a:pt x="268" y="158"/>
                        <a:pt x="227" y="200"/>
                        <a:pt x="176" y="200"/>
                      </a:cubicBezTo>
                      <a:cubicBezTo>
                        <a:pt x="125" y="200"/>
                        <a:pt x="83" y="158"/>
                        <a:pt x="83" y="107"/>
                      </a:cubicBezTo>
                      <a:close/>
                      <a:moveTo>
                        <a:pt x="337" y="332"/>
                      </a:moveTo>
                      <a:cubicBezTo>
                        <a:pt x="304" y="332"/>
                        <a:pt x="277" y="306"/>
                        <a:pt x="277" y="273"/>
                      </a:cubicBezTo>
                      <a:cubicBezTo>
                        <a:pt x="277" y="240"/>
                        <a:pt x="304" y="213"/>
                        <a:pt x="337" y="213"/>
                      </a:cubicBezTo>
                      <a:cubicBezTo>
                        <a:pt x="370" y="213"/>
                        <a:pt x="397" y="240"/>
                        <a:pt x="397" y="273"/>
                      </a:cubicBezTo>
                      <a:cubicBezTo>
                        <a:pt x="397" y="306"/>
                        <a:pt x="370" y="332"/>
                        <a:pt x="337" y="33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vert="horz" wrap="square" lIns="68571" tIns="34286" rIns="68571" bIns="3428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45" name="组合 44">
                <a:extLst>
                  <a:ext uri="{FF2B5EF4-FFF2-40B4-BE49-F238E27FC236}">
                    <a16:creationId xmlns:a16="http://schemas.microsoft.com/office/drawing/2014/main" id="{9F52B898-1FE6-45A6-A593-7894D26F908A}"/>
                  </a:ext>
                </a:extLst>
              </p:cNvPr>
              <p:cNvGrpSpPr/>
              <p:nvPr/>
            </p:nvGrpSpPr>
            <p:grpSpPr>
              <a:xfrm>
                <a:off x="7657899" y="3248529"/>
                <a:ext cx="4200272" cy="1182660"/>
                <a:chOff x="7657899" y="4623632"/>
                <a:chExt cx="4200272" cy="1182660"/>
              </a:xfrm>
            </p:grpSpPr>
            <p:sp>
              <p:nvSpPr>
                <p:cNvPr id="46" name="TextBox 35">
                  <a:extLst>
                    <a:ext uri="{FF2B5EF4-FFF2-40B4-BE49-F238E27FC236}">
                      <a16:creationId xmlns:a16="http://schemas.microsoft.com/office/drawing/2014/main" id="{90C4F5EB-F50B-4DED-997A-8113788FEF08}"/>
                    </a:ext>
                  </a:extLst>
                </p:cNvPr>
                <p:cNvSpPr txBox="1"/>
                <p:nvPr/>
              </p:nvSpPr>
              <p:spPr>
                <a:xfrm>
                  <a:off x="7657899" y="4623632"/>
                  <a:ext cx="369238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defTabSz="914400"/>
                  <a:r>
                    <a:rPr lang="zh-CN" altLang="en-US" sz="2000" b="1" dirty="0">
                      <a:solidFill>
                        <a:srgbClr val="005825"/>
                      </a:solidFill>
                      <a:cs typeface="+mn-ea"/>
                      <a:sym typeface="+mn-lt"/>
                    </a:rPr>
                    <a:t>输入标题文字</a:t>
                  </a:r>
                  <a:endParaRPr lang="zh-CN" altLang="en-US" sz="1100" b="1" dirty="0">
                    <a:solidFill>
                      <a:srgbClr val="005825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47" name="矩形 46">
                  <a:extLst>
                    <a:ext uri="{FF2B5EF4-FFF2-40B4-BE49-F238E27FC236}">
                      <a16:creationId xmlns:a16="http://schemas.microsoft.com/office/drawing/2014/main" id="{920259E8-91EC-4554-AD92-95B0137E0A3E}"/>
                    </a:ext>
                  </a:extLst>
                </p:cNvPr>
                <p:cNvSpPr/>
                <p:nvPr/>
              </p:nvSpPr>
              <p:spPr>
                <a:xfrm>
                  <a:off x="7667506" y="5067628"/>
                  <a:ext cx="4190665" cy="738664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just">
                    <a:spcAft>
                      <a:spcPts val="0"/>
                    </a:spcAft>
                  </a:pPr>
                  <a:r>
                    <a:rPr lang="zh-CN" altLang="zh-CN" sz="1400" kern="100" dirty="0">
                      <a:solidFill>
                        <a:srgbClr val="005825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点击此处添加文本内容，如关键词、部分简单介绍等。点击此处添加文本内容，如关键词、部分简单介绍等。</a:t>
                  </a:r>
                </a:p>
              </p:txBody>
            </p:sp>
          </p:grpSp>
        </p:grpSp>
        <p:grpSp>
          <p:nvGrpSpPr>
            <p:cNvPr id="51" name="组合 50">
              <a:extLst>
                <a:ext uri="{FF2B5EF4-FFF2-40B4-BE49-F238E27FC236}">
                  <a16:creationId xmlns:a16="http://schemas.microsoft.com/office/drawing/2014/main" id="{AB386927-4A3C-45F1-B659-CF3211ED79A3}"/>
                </a:ext>
              </a:extLst>
            </p:cNvPr>
            <p:cNvGrpSpPr/>
            <p:nvPr/>
          </p:nvGrpSpPr>
          <p:grpSpPr>
            <a:xfrm>
              <a:off x="6567754" y="1580671"/>
              <a:ext cx="5067843" cy="1182660"/>
              <a:chOff x="6790328" y="1798472"/>
              <a:chExt cx="5067843" cy="1182660"/>
            </a:xfrm>
          </p:grpSpPr>
          <p:grpSp>
            <p:nvGrpSpPr>
              <p:cNvPr id="9" name="组合 8">
                <a:extLst>
                  <a:ext uri="{FF2B5EF4-FFF2-40B4-BE49-F238E27FC236}">
                    <a16:creationId xmlns:a16="http://schemas.microsoft.com/office/drawing/2014/main" id="{8B9AFB30-A38F-4F8C-B93D-00202B5FC388}"/>
                  </a:ext>
                </a:extLst>
              </p:cNvPr>
              <p:cNvGrpSpPr/>
              <p:nvPr/>
            </p:nvGrpSpPr>
            <p:grpSpPr>
              <a:xfrm>
                <a:off x="6790328" y="1840411"/>
                <a:ext cx="786183" cy="786183"/>
                <a:chOff x="6790328" y="1910751"/>
                <a:chExt cx="786183" cy="786183"/>
              </a:xfrm>
            </p:grpSpPr>
            <p:sp>
              <p:nvSpPr>
                <p:cNvPr id="26" name="淘宝店chenying0907出品 42">
                  <a:extLst>
                    <a:ext uri="{FF2B5EF4-FFF2-40B4-BE49-F238E27FC236}">
                      <a16:creationId xmlns:a16="http://schemas.microsoft.com/office/drawing/2014/main" id="{F22B1D10-6E37-4C6E-8AED-1BB6490075A1}"/>
                    </a:ext>
                  </a:extLst>
                </p:cNvPr>
                <p:cNvSpPr/>
                <p:nvPr/>
              </p:nvSpPr>
              <p:spPr>
                <a:xfrm>
                  <a:off x="6790328" y="1910751"/>
                  <a:ext cx="786183" cy="786183"/>
                </a:xfrm>
                <a:prstGeom prst="ellipse">
                  <a:avLst/>
                </a:prstGeom>
                <a:solidFill>
                  <a:srgbClr val="005825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Arial"/>
                    <a:ea typeface="微软雅黑"/>
                    <a:cs typeface="+mn-ea"/>
                    <a:sym typeface="+mn-lt"/>
                  </a:endParaRPr>
                </a:p>
              </p:txBody>
            </p:sp>
            <p:sp>
              <p:nvSpPr>
                <p:cNvPr id="27" name="淘宝店chenying0907出品 70">
                  <a:extLst>
                    <a:ext uri="{FF2B5EF4-FFF2-40B4-BE49-F238E27FC236}">
                      <a16:creationId xmlns:a16="http://schemas.microsoft.com/office/drawing/2014/main" id="{44319B36-E9A2-407F-BBD9-94379FB65D92}"/>
                    </a:ext>
                  </a:extLst>
                </p:cNvPr>
                <p:cNvSpPr>
                  <a:spLocks noChangeAspect="1" noEditPoints="1"/>
                </p:cNvSpPr>
                <p:nvPr/>
              </p:nvSpPr>
              <p:spPr bwMode="auto">
                <a:xfrm>
                  <a:off x="6995952" y="2079491"/>
                  <a:ext cx="374934" cy="448702"/>
                </a:xfrm>
                <a:custGeom>
                  <a:avLst/>
                  <a:gdLst>
                    <a:gd name="T0" fmla="*/ 346 w 346"/>
                    <a:gd name="T1" fmla="*/ 77 h 414"/>
                    <a:gd name="T2" fmla="*/ 345 w 346"/>
                    <a:gd name="T3" fmla="*/ 75 h 414"/>
                    <a:gd name="T4" fmla="*/ 345 w 346"/>
                    <a:gd name="T5" fmla="*/ 74 h 414"/>
                    <a:gd name="T6" fmla="*/ 343 w 346"/>
                    <a:gd name="T7" fmla="*/ 72 h 414"/>
                    <a:gd name="T8" fmla="*/ 273 w 346"/>
                    <a:gd name="T9" fmla="*/ 2 h 414"/>
                    <a:gd name="T10" fmla="*/ 271 w 346"/>
                    <a:gd name="T11" fmla="*/ 0 h 414"/>
                    <a:gd name="T12" fmla="*/ 270 w 346"/>
                    <a:gd name="T13" fmla="*/ 0 h 414"/>
                    <a:gd name="T14" fmla="*/ 268 w 346"/>
                    <a:gd name="T15" fmla="*/ 0 h 414"/>
                    <a:gd name="T16" fmla="*/ 268 w 346"/>
                    <a:gd name="T17" fmla="*/ 0 h 414"/>
                    <a:gd name="T18" fmla="*/ 7 w 346"/>
                    <a:gd name="T19" fmla="*/ 0 h 414"/>
                    <a:gd name="T20" fmla="*/ 0 w 346"/>
                    <a:gd name="T21" fmla="*/ 7 h 414"/>
                    <a:gd name="T22" fmla="*/ 0 w 346"/>
                    <a:gd name="T23" fmla="*/ 407 h 414"/>
                    <a:gd name="T24" fmla="*/ 7 w 346"/>
                    <a:gd name="T25" fmla="*/ 414 h 414"/>
                    <a:gd name="T26" fmla="*/ 338 w 346"/>
                    <a:gd name="T27" fmla="*/ 414 h 414"/>
                    <a:gd name="T28" fmla="*/ 346 w 346"/>
                    <a:gd name="T29" fmla="*/ 407 h 414"/>
                    <a:gd name="T30" fmla="*/ 346 w 346"/>
                    <a:gd name="T31" fmla="*/ 77 h 414"/>
                    <a:gd name="T32" fmla="*/ 346 w 346"/>
                    <a:gd name="T33" fmla="*/ 77 h 414"/>
                    <a:gd name="T34" fmla="*/ 275 w 346"/>
                    <a:gd name="T35" fmla="*/ 25 h 414"/>
                    <a:gd name="T36" fmla="*/ 320 w 346"/>
                    <a:gd name="T37" fmla="*/ 70 h 414"/>
                    <a:gd name="T38" fmla="*/ 275 w 346"/>
                    <a:gd name="T39" fmla="*/ 70 h 414"/>
                    <a:gd name="T40" fmla="*/ 275 w 346"/>
                    <a:gd name="T41" fmla="*/ 25 h 414"/>
                    <a:gd name="T42" fmla="*/ 14 w 346"/>
                    <a:gd name="T43" fmla="*/ 400 h 414"/>
                    <a:gd name="T44" fmla="*/ 14 w 346"/>
                    <a:gd name="T45" fmla="*/ 14 h 414"/>
                    <a:gd name="T46" fmla="*/ 260 w 346"/>
                    <a:gd name="T47" fmla="*/ 14 h 414"/>
                    <a:gd name="T48" fmla="*/ 260 w 346"/>
                    <a:gd name="T49" fmla="*/ 77 h 414"/>
                    <a:gd name="T50" fmla="*/ 268 w 346"/>
                    <a:gd name="T51" fmla="*/ 85 h 414"/>
                    <a:gd name="T52" fmla="*/ 331 w 346"/>
                    <a:gd name="T53" fmla="*/ 85 h 414"/>
                    <a:gd name="T54" fmla="*/ 331 w 346"/>
                    <a:gd name="T55" fmla="*/ 400 h 414"/>
                    <a:gd name="T56" fmla="*/ 14 w 346"/>
                    <a:gd name="T57" fmla="*/ 400 h 4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346" h="414">
                      <a:moveTo>
                        <a:pt x="346" y="77"/>
                      </a:moveTo>
                      <a:cubicBezTo>
                        <a:pt x="345" y="76"/>
                        <a:pt x="345" y="76"/>
                        <a:pt x="345" y="75"/>
                      </a:cubicBezTo>
                      <a:cubicBezTo>
                        <a:pt x="345" y="75"/>
                        <a:pt x="345" y="75"/>
                        <a:pt x="345" y="74"/>
                      </a:cubicBezTo>
                      <a:cubicBezTo>
                        <a:pt x="345" y="74"/>
                        <a:pt x="344" y="73"/>
                        <a:pt x="343" y="72"/>
                      </a:cubicBezTo>
                      <a:cubicBezTo>
                        <a:pt x="273" y="2"/>
                        <a:pt x="273" y="2"/>
                        <a:pt x="273" y="2"/>
                      </a:cubicBezTo>
                      <a:cubicBezTo>
                        <a:pt x="272" y="1"/>
                        <a:pt x="272" y="1"/>
                        <a:pt x="271" y="0"/>
                      </a:cubicBezTo>
                      <a:cubicBezTo>
                        <a:pt x="271" y="0"/>
                        <a:pt x="270" y="0"/>
                        <a:pt x="270" y="0"/>
                      </a:cubicBezTo>
                      <a:cubicBezTo>
                        <a:pt x="270" y="0"/>
                        <a:pt x="269" y="0"/>
                        <a:pt x="268" y="0"/>
                      </a:cubicBezTo>
                      <a:cubicBezTo>
                        <a:pt x="268" y="0"/>
                        <a:pt x="268" y="0"/>
                        <a:pt x="268" y="0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407"/>
                        <a:pt x="0" y="407"/>
                        <a:pt x="0" y="407"/>
                      </a:cubicBezTo>
                      <a:cubicBezTo>
                        <a:pt x="0" y="411"/>
                        <a:pt x="3" y="414"/>
                        <a:pt x="7" y="414"/>
                      </a:cubicBezTo>
                      <a:cubicBezTo>
                        <a:pt x="338" y="414"/>
                        <a:pt x="338" y="414"/>
                        <a:pt x="338" y="414"/>
                      </a:cubicBezTo>
                      <a:cubicBezTo>
                        <a:pt x="342" y="414"/>
                        <a:pt x="346" y="411"/>
                        <a:pt x="346" y="407"/>
                      </a:cubicBezTo>
                      <a:cubicBezTo>
                        <a:pt x="346" y="77"/>
                        <a:pt x="346" y="77"/>
                        <a:pt x="346" y="77"/>
                      </a:cubicBezTo>
                      <a:cubicBezTo>
                        <a:pt x="346" y="77"/>
                        <a:pt x="346" y="77"/>
                        <a:pt x="346" y="77"/>
                      </a:cubicBezTo>
                      <a:close/>
                      <a:moveTo>
                        <a:pt x="275" y="25"/>
                      </a:moveTo>
                      <a:cubicBezTo>
                        <a:pt x="320" y="70"/>
                        <a:pt x="320" y="70"/>
                        <a:pt x="320" y="70"/>
                      </a:cubicBezTo>
                      <a:cubicBezTo>
                        <a:pt x="275" y="70"/>
                        <a:pt x="275" y="70"/>
                        <a:pt x="275" y="70"/>
                      </a:cubicBezTo>
                      <a:lnTo>
                        <a:pt x="275" y="25"/>
                      </a:lnTo>
                      <a:close/>
                      <a:moveTo>
                        <a:pt x="14" y="400"/>
                      </a:moveTo>
                      <a:cubicBezTo>
                        <a:pt x="14" y="14"/>
                        <a:pt x="14" y="14"/>
                        <a:pt x="14" y="14"/>
                      </a:cubicBezTo>
                      <a:cubicBezTo>
                        <a:pt x="260" y="14"/>
                        <a:pt x="260" y="14"/>
                        <a:pt x="260" y="14"/>
                      </a:cubicBezTo>
                      <a:cubicBezTo>
                        <a:pt x="260" y="77"/>
                        <a:pt x="260" y="77"/>
                        <a:pt x="260" y="77"/>
                      </a:cubicBezTo>
                      <a:cubicBezTo>
                        <a:pt x="260" y="81"/>
                        <a:pt x="264" y="85"/>
                        <a:pt x="268" y="85"/>
                      </a:cubicBezTo>
                      <a:cubicBezTo>
                        <a:pt x="331" y="85"/>
                        <a:pt x="331" y="85"/>
                        <a:pt x="331" y="85"/>
                      </a:cubicBezTo>
                      <a:cubicBezTo>
                        <a:pt x="331" y="400"/>
                        <a:pt x="331" y="400"/>
                        <a:pt x="331" y="400"/>
                      </a:cubicBezTo>
                      <a:lnTo>
                        <a:pt x="14" y="40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vert="horz" wrap="square" lIns="68571" tIns="34286" rIns="68571" bIns="3428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48" name="组合 47">
                <a:extLst>
                  <a:ext uri="{FF2B5EF4-FFF2-40B4-BE49-F238E27FC236}">
                    <a16:creationId xmlns:a16="http://schemas.microsoft.com/office/drawing/2014/main" id="{EF1F0491-8FF7-47BE-B13B-3F1FA9528286}"/>
                  </a:ext>
                </a:extLst>
              </p:cNvPr>
              <p:cNvGrpSpPr/>
              <p:nvPr/>
            </p:nvGrpSpPr>
            <p:grpSpPr>
              <a:xfrm>
                <a:off x="7657899" y="1798472"/>
                <a:ext cx="4200272" cy="1182660"/>
                <a:chOff x="7657899" y="4623632"/>
                <a:chExt cx="4200272" cy="1182660"/>
              </a:xfrm>
            </p:grpSpPr>
            <p:sp>
              <p:nvSpPr>
                <p:cNvPr id="49" name="TextBox 35">
                  <a:extLst>
                    <a:ext uri="{FF2B5EF4-FFF2-40B4-BE49-F238E27FC236}">
                      <a16:creationId xmlns:a16="http://schemas.microsoft.com/office/drawing/2014/main" id="{7BE6C217-85A0-44F1-8C80-3D7CB1DBD083}"/>
                    </a:ext>
                  </a:extLst>
                </p:cNvPr>
                <p:cNvSpPr txBox="1"/>
                <p:nvPr/>
              </p:nvSpPr>
              <p:spPr>
                <a:xfrm>
                  <a:off x="7657899" y="4623632"/>
                  <a:ext cx="369238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defTabSz="914400"/>
                  <a:r>
                    <a:rPr lang="zh-CN" altLang="en-US" sz="2000" b="1" dirty="0">
                      <a:solidFill>
                        <a:srgbClr val="005825"/>
                      </a:solidFill>
                      <a:cs typeface="+mn-ea"/>
                      <a:sym typeface="+mn-lt"/>
                    </a:rPr>
                    <a:t>输入标题文字</a:t>
                  </a:r>
                  <a:endParaRPr lang="zh-CN" altLang="en-US" sz="1100" b="1" dirty="0">
                    <a:solidFill>
                      <a:srgbClr val="005825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50" name="矩形 49">
                  <a:extLst>
                    <a:ext uri="{FF2B5EF4-FFF2-40B4-BE49-F238E27FC236}">
                      <a16:creationId xmlns:a16="http://schemas.microsoft.com/office/drawing/2014/main" id="{9328A871-C622-4A58-BA56-33FB13AD9D3D}"/>
                    </a:ext>
                  </a:extLst>
                </p:cNvPr>
                <p:cNvSpPr/>
                <p:nvPr/>
              </p:nvSpPr>
              <p:spPr>
                <a:xfrm>
                  <a:off x="7667506" y="5067628"/>
                  <a:ext cx="4190665" cy="738664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just">
                    <a:spcAft>
                      <a:spcPts val="0"/>
                    </a:spcAft>
                  </a:pPr>
                  <a:r>
                    <a:rPr lang="zh-CN" altLang="zh-CN" sz="1400" kern="100" dirty="0">
                      <a:solidFill>
                        <a:srgbClr val="005825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点击此处添加文本内容，如关键词、部分简单介绍等。点击此处添加文本内容，如关键词、部分简单介绍等。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6414079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图片 63">
            <a:extLst>
              <a:ext uri="{FF2B5EF4-FFF2-40B4-BE49-F238E27FC236}">
                <a16:creationId xmlns:a16="http://schemas.microsoft.com/office/drawing/2014/main" id="{3B67F843-08A8-4E3B-80F9-AF5591D28CAB}"/>
              </a:ext>
            </a:extLst>
          </p:cNvPr>
          <p:cNvPicPr>
            <a:picLocks noChangeAspect="1"/>
          </p:cNvPicPr>
          <p:nvPr/>
        </p:nvPicPr>
        <p:blipFill rotWithShape="1"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3" b="78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5" name="矩形 64">
            <a:extLst>
              <a:ext uri="{FF2B5EF4-FFF2-40B4-BE49-F238E27FC236}">
                <a16:creationId xmlns:a16="http://schemas.microsoft.com/office/drawing/2014/main" id="{7D6B3F08-FEEB-43A5-BDE7-EC95A07E8EF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D0D41A9-C451-4D36-9614-D42257C7A753}"/>
              </a:ext>
            </a:extLst>
          </p:cNvPr>
          <p:cNvPicPr>
            <a:picLocks noChangeAspect="1"/>
          </p:cNvPicPr>
          <p:nvPr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5570" y="179061"/>
            <a:ext cx="2162258" cy="5455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3E36ADF9-64AB-4450-A972-DC03712A0BE9}"/>
              </a:ext>
            </a:extLst>
          </p:cNvPr>
          <p:cNvGrpSpPr/>
          <p:nvPr/>
        </p:nvGrpSpPr>
        <p:grpSpPr>
          <a:xfrm>
            <a:off x="229435" y="144004"/>
            <a:ext cx="3658643" cy="646331"/>
            <a:chOff x="368331" y="209716"/>
            <a:chExt cx="3658643" cy="646331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B81BBF6F-960C-4894-9188-B0BC95D25783}"/>
                </a:ext>
              </a:extLst>
            </p:cNvPr>
            <p:cNvGrpSpPr/>
            <p:nvPr/>
          </p:nvGrpSpPr>
          <p:grpSpPr>
            <a:xfrm>
              <a:off x="368331" y="209716"/>
              <a:ext cx="575110" cy="646331"/>
              <a:chOff x="368331" y="348215"/>
              <a:chExt cx="936000" cy="1051912"/>
            </a:xfrm>
          </p:grpSpPr>
          <p:sp>
            <p:nvSpPr>
              <p:cNvPr id="59" name="椭圆 58">
                <a:extLst>
                  <a:ext uri="{FF2B5EF4-FFF2-40B4-BE49-F238E27FC236}">
                    <a16:creationId xmlns:a16="http://schemas.microsoft.com/office/drawing/2014/main" id="{A5D48676-B157-4558-951B-BFB4E5889968}"/>
                  </a:ext>
                </a:extLst>
              </p:cNvPr>
              <p:cNvSpPr/>
              <p:nvPr/>
            </p:nvSpPr>
            <p:spPr>
              <a:xfrm>
                <a:off x="368331" y="388046"/>
                <a:ext cx="936000" cy="936000"/>
              </a:xfrm>
              <a:prstGeom prst="ellipse">
                <a:avLst/>
              </a:prstGeom>
              <a:solidFill>
                <a:srgbClr val="005825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50" b="1">
                  <a:cs typeface="+mn-ea"/>
                  <a:sym typeface="+mn-lt"/>
                </a:endParaRPr>
              </a:p>
            </p:txBody>
          </p:sp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6DD61D0D-8498-432F-932D-ADF5FD30970C}"/>
                  </a:ext>
                </a:extLst>
              </p:cNvPr>
              <p:cNvSpPr txBox="1"/>
              <p:nvPr/>
            </p:nvSpPr>
            <p:spPr>
              <a:xfrm>
                <a:off x="416209" y="348215"/>
                <a:ext cx="840245" cy="10519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3600" b="1" dirty="0">
                    <a:solidFill>
                      <a:srgbClr val="FCFCFC"/>
                    </a:solidFill>
                    <a:cs typeface="+mn-ea"/>
                    <a:sym typeface="+mn-lt"/>
                  </a:rPr>
                  <a:t>1</a:t>
                </a:r>
                <a:endParaRPr lang="zh-CN" altLang="en-US" sz="3600" b="1" dirty="0">
                  <a:solidFill>
                    <a:srgbClr val="FCFCFC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45036A13-C542-4D43-B32E-26EA4801BB61}"/>
                </a:ext>
              </a:extLst>
            </p:cNvPr>
            <p:cNvSpPr txBox="1"/>
            <p:nvPr/>
          </p:nvSpPr>
          <p:spPr>
            <a:xfrm>
              <a:off x="1182495" y="302049"/>
              <a:ext cx="28444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5825"/>
                  </a:solidFill>
                  <a:cs typeface="+mn-ea"/>
                  <a:sym typeface="+mn-lt"/>
                </a:rPr>
                <a:t>课题背景及内容</a:t>
              </a:r>
            </a:p>
          </p:txBody>
        </p:sp>
      </p:grp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155567E-A2CB-45C2-8E11-E9373EFAA595}"/>
              </a:ext>
            </a:extLst>
          </p:cNvPr>
          <p:cNvCxnSpPr/>
          <p:nvPr/>
        </p:nvCxnSpPr>
        <p:spPr>
          <a:xfrm>
            <a:off x="0" y="856047"/>
            <a:ext cx="12192000" cy="0"/>
          </a:xfrm>
          <a:prstGeom prst="line">
            <a:avLst/>
          </a:prstGeom>
          <a:ln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PA_组合 39">
            <a:extLst>
              <a:ext uri="{FF2B5EF4-FFF2-40B4-BE49-F238E27FC236}">
                <a16:creationId xmlns:a16="http://schemas.microsoft.com/office/drawing/2014/main" id="{40280E05-5BB0-4C36-BAC6-A45501EF2958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4709782" y="2065178"/>
            <a:ext cx="2163564" cy="3443182"/>
            <a:chOff x="4428430" y="2133600"/>
            <a:chExt cx="2163564" cy="3443182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7AA8B6EC-A936-4510-978D-DA5A342C5B6A}"/>
                </a:ext>
              </a:extLst>
            </p:cNvPr>
            <p:cNvGrpSpPr/>
            <p:nvPr/>
          </p:nvGrpSpPr>
          <p:grpSpPr>
            <a:xfrm>
              <a:off x="4946650" y="2133600"/>
              <a:ext cx="1127125" cy="1125538"/>
              <a:chOff x="4946650" y="2133600"/>
              <a:chExt cx="1127125" cy="1125538"/>
            </a:xfrm>
          </p:grpSpPr>
          <p:sp>
            <p:nvSpPr>
              <p:cNvPr id="11" name="PA_椭圆 4">
                <a:extLst>
                  <a:ext uri="{FF2B5EF4-FFF2-40B4-BE49-F238E27FC236}">
                    <a16:creationId xmlns:a16="http://schemas.microsoft.com/office/drawing/2014/main" id="{87BD3937-F0E7-4D98-A65F-37E331D020EB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25"/>
                </p:custDataLst>
              </p:nvPr>
            </p:nvSpPr>
            <p:spPr bwMode="auto">
              <a:xfrm>
                <a:off x="4946650" y="2133600"/>
                <a:ext cx="1127125" cy="1125538"/>
              </a:xfrm>
              <a:prstGeom prst="ellipse">
                <a:avLst/>
              </a:prstGeom>
              <a:solidFill>
                <a:srgbClr val="005825"/>
              </a:solidFill>
              <a:ln w="12700" cmpd="sng">
                <a:solidFill>
                  <a:srgbClr val="595959"/>
                </a:solidFill>
                <a:round/>
                <a:headEnd/>
                <a:tailEnd/>
              </a:ln>
              <a:extLst/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defTabSz="914400"/>
                <a:endParaRPr lang="zh-CN" altLang="en-US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  <p:grpSp>
            <p:nvGrpSpPr>
              <p:cNvPr id="12" name="组合 5">
                <a:extLst>
                  <a:ext uri="{FF2B5EF4-FFF2-40B4-BE49-F238E27FC236}">
                    <a16:creationId xmlns:a16="http://schemas.microsoft.com/office/drawing/2014/main" id="{58491C41-67E1-451C-8CA0-24E75AB6DEA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230019" y="2467611"/>
                <a:ext cx="560387" cy="457516"/>
                <a:chOff x="0" y="0"/>
                <a:chExt cx="278" cy="226"/>
              </a:xfrm>
              <a:solidFill>
                <a:schemeClr val="bg1"/>
              </a:solidFill>
            </p:grpSpPr>
            <p:sp>
              <p:nvSpPr>
                <p:cNvPr id="13" name="PA_任意多边形 373">
                  <a:extLst>
                    <a:ext uri="{FF2B5EF4-FFF2-40B4-BE49-F238E27FC236}">
                      <a16:creationId xmlns:a16="http://schemas.microsoft.com/office/drawing/2014/main" id="{D4607CA4-7B9E-4581-81FF-33D76C4CD0A4}"/>
                    </a:ext>
                  </a:extLst>
                </p:cNvPr>
                <p:cNvSpPr>
                  <a:spLocks/>
                </p:cNvSpPr>
                <p:nvPr>
                  <p:custDataLst>
                    <p:tags r:id="rId26"/>
                  </p:custDataLst>
                </p:nvPr>
              </p:nvSpPr>
              <p:spPr bwMode="auto">
                <a:xfrm>
                  <a:off x="0" y="0"/>
                  <a:ext cx="278" cy="175"/>
                </a:xfrm>
                <a:custGeom>
                  <a:avLst/>
                  <a:gdLst>
                    <a:gd name="T0" fmla="*/ 144 w 288"/>
                    <a:gd name="T1" fmla="*/ 0 h 180"/>
                    <a:gd name="T2" fmla="*/ 0 w 288"/>
                    <a:gd name="T3" fmla="*/ 143 h 180"/>
                    <a:gd name="T4" fmla="*/ 0 w 288"/>
                    <a:gd name="T5" fmla="*/ 180 h 180"/>
                    <a:gd name="T6" fmla="*/ 29 w 288"/>
                    <a:gd name="T7" fmla="*/ 180 h 180"/>
                    <a:gd name="T8" fmla="*/ 29 w 288"/>
                    <a:gd name="T9" fmla="*/ 143 h 180"/>
                    <a:gd name="T10" fmla="*/ 144 w 288"/>
                    <a:gd name="T11" fmla="*/ 29 h 180"/>
                    <a:gd name="T12" fmla="*/ 259 w 288"/>
                    <a:gd name="T13" fmla="*/ 143 h 180"/>
                    <a:gd name="T14" fmla="*/ 259 w 288"/>
                    <a:gd name="T15" fmla="*/ 180 h 180"/>
                    <a:gd name="T16" fmla="*/ 288 w 288"/>
                    <a:gd name="T17" fmla="*/ 180 h 180"/>
                    <a:gd name="T18" fmla="*/ 288 w 288"/>
                    <a:gd name="T19" fmla="*/ 143 h 180"/>
                    <a:gd name="T20" fmla="*/ 144 w 288"/>
                    <a:gd name="T21" fmla="*/ 0 h 1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288" h="180">
                      <a:moveTo>
                        <a:pt x="144" y="0"/>
                      </a:moveTo>
                      <a:cubicBezTo>
                        <a:pt x="65" y="0"/>
                        <a:pt x="1" y="64"/>
                        <a:pt x="0" y="143"/>
                      </a:cubicBezTo>
                      <a:cubicBezTo>
                        <a:pt x="0" y="143"/>
                        <a:pt x="0" y="170"/>
                        <a:pt x="0" y="180"/>
                      </a:cubicBezTo>
                      <a:cubicBezTo>
                        <a:pt x="29" y="180"/>
                        <a:pt x="29" y="180"/>
                        <a:pt x="29" y="180"/>
                      </a:cubicBezTo>
                      <a:cubicBezTo>
                        <a:pt x="29" y="170"/>
                        <a:pt x="29" y="143"/>
                        <a:pt x="29" y="143"/>
                      </a:cubicBezTo>
                      <a:cubicBezTo>
                        <a:pt x="30" y="80"/>
                        <a:pt x="81" y="29"/>
                        <a:pt x="144" y="29"/>
                      </a:cubicBezTo>
                      <a:cubicBezTo>
                        <a:pt x="207" y="29"/>
                        <a:pt x="258" y="80"/>
                        <a:pt x="259" y="143"/>
                      </a:cubicBezTo>
                      <a:cubicBezTo>
                        <a:pt x="259" y="143"/>
                        <a:pt x="259" y="170"/>
                        <a:pt x="259" y="180"/>
                      </a:cubicBezTo>
                      <a:cubicBezTo>
                        <a:pt x="288" y="180"/>
                        <a:pt x="288" y="180"/>
                        <a:pt x="288" y="180"/>
                      </a:cubicBezTo>
                      <a:cubicBezTo>
                        <a:pt x="288" y="170"/>
                        <a:pt x="288" y="143"/>
                        <a:pt x="288" y="143"/>
                      </a:cubicBezTo>
                      <a:cubicBezTo>
                        <a:pt x="287" y="64"/>
                        <a:pt x="223" y="0"/>
                        <a:pt x="14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914400"/>
                  <a:endParaRPr lang="zh-CN" altLang="en-US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4" name="PA_任意多边形 374">
                  <a:extLst>
                    <a:ext uri="{FF2B5EF4-FFF2-40B4-BE49-F238E27FC236}">
                      <a16:creationId xmlns:a16="http://schemas.microsoft.com/office/drawing/2014/main" id="{D1DDD759-4609-4750-A55A-05982EB74C96}"/>
                    </a:ext>
                  </a:extLst>
                </p:cNvPr>
                <p:cNvSpPr>
                  <a:spLocks/>
                </p:cNvSpPr>
                <p:nvPr>
                  <p:custDataLst>
                    <p:tags r:id="rId27"/>
                  </p:custDataLst>
                </p:nvPr>
              </p:nvSpPr>
              <p:spPr bwMode="auto">
                <a:xfrm>
                  <a:off x="48" y="122"/>
                  <a:ext cx="40" cy="105"/>
                </a:xfrm>
                <a:custGeom>
                  <a:avLst/>
                  <a:gdLst>
                    <a:gd name="T0" fmla="*/ 30 w 42"/>
                    <a:gd name="T1" fmla="*/ 0 h 108"/>
                    <a:gd name="T2" fmla="*/ 12 w 42"/>
                    <a:gd name="T3" fmla="*/ 0 h 108"/>
                    <a:gd name="T4" fmla="*/ 0 w 42"/>
                    <a:gd name="T5" fmla="*/ 12 h 108"/>
                    <a:gd name="T6" fmla="*/ 0 w 42"/>
                    <a:gd name="T7" fmla="*/ 96 h 108"/>
                    <a:gd name="T8" fmla="*/ 12 w 42"/>
                    <a:gd name="T9" fmla="*/ 108 h 108"/>
                    <a:gd name="T10" fmla="*/ 30 w 42"/>
                    <a:gd name="T11" fmla="*/ 108 h 108"/>
                    <a:gd name="T12" fmla="*/ 42 w 42"/>
                    <a:gd name="T13" fmla="*/ 96 h 108"/>
                    <a:gd name="T14" fmla="*/ 42 w 42"/>
                    <a:gd name="T15" fmla="*/ 12 h 108"/>
                    <a:gd name="T16" fmla="*/ 30 w 42"/>
                    <a:gd name="T17" fmla="*/ 0 h 10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2" h="108">
                      <a:moveTo>
                        <a:pt x="30" y="0"/>
                      </a:move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0" y="6"/>
                        <a:pt x="0" y="12"/>
                      </a:cubicBezTo>
                      <a:cubicBezTo>
                        <a:pt x="0" y="96"/>
                        <a:pt x="0" y="96"/>
                        <a:pt x="0" y="96"/>
                      </a:cubicBezTo>
                      <a:cubicBezTo>
                        <a:pt x="0" y="103"/>
                        <a:pt x="5" y="108"/>
                        <a:pt x="12" y="108"/>
                      </a:cubicBezTo>
                      <a:cubicBezTo>
                        <a:pt x="30" y="108"/>
                        <a:pt x="30" y="108"/>
                        <a:pt x="30" y="108"/>
                      </a:cubicBezTo>
                      <a:cubicBezTo>
                        <a:pt x="36" y="108"/>
                        <a:pt x="42" y="103"/>
                        <a:pt x="42" y="96"/>
                      </a:cubicBezTo>
                      <a:cubicBezTo>
                        <a:pt x="42" y="12"/>
                        <a:pt x="42" y="12"/>
                        <a:pt x="42" y="12"/>
                      </a:cubicBezTo>
                      <a:cubicBezTo>
                        <a:pt x="42" y="6"/>
                        <a:pt x="36" y="0"/>
                        <a:pt x="3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914400"/>
                  <a:endParaRPr lang="zh-CN" altLang="en-US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5" name="PA_任意多边形 375">
                  <a:extLst>
                    <a:ext uri="{FF2B5EF4-FFF2-40B4-BE49-F238E27FC236}">
                      <a16:creationId xmlns:a16="http://schemas.microsoft.com/office/drawing/2014/main" id="{FD176EF3-A2C8-4BA9-A2E6-443149D90CC3}"/>
                    </a:ext>
                  </a:extLst>
                </p:cNvPr>
                <p:cNvSpPr>
                  <a:spLocks/>
                </p:cNvSpPr>
                <p:nvPr>
                  <p:custDataLst>
                    <p:tags r:id="rId28"/>
                  </p:custDataLst>
                </p:nvPr>
              </p:nvSpPr>
              <p:spPr bwMode="auto">
                <a:xfrm>
                  <a:off x="193" y="122"/>
                  <a:ext cx="40" cy="105"/>
                </a:xfrm>
                <a:custGeom>
                  <a:avLst/>
                  <a:gdLst>
                    <a:gd name="T0" fmla="*/ 30 w 42"/>
                    <a:gd name="T1" fmla="*/ 0 h 108"/>
                    <a:gd name="T2" fmla="*/ 11 w 42"/>
                    <a:gd name="T3" fmla="*/ 0 h 108"/>
                    <a:gd name="T4" fmla="*/ 0 w 42"/>
                    <a:gd name="T5" fmla="*/ 12 h 108"/>
                    <a:gd name="T6" fmla="*/ 0 w 42"/>
                    <a:gd name="T7" fmla="*/ 96 h 108"/>
                    <a:gd name="T8" fmla="*/ 11 w 42"/>
                    <a:gd name="T9" fmla="*/ 108 h 108"/>
                    <a:gd name="T10" fmla="*/ 30 w 42"/>
                    <a:gd name="T11" fmla="*/ 108 h 108"/>
                    <a:gd name="T12" fmla="*/ 42 w 42"/>
                    <a:gd name="T13" fmla="*/ 96 h 108"/>
                    <a:gd name="T14" fmla="*/ 42 w 42"/>
                    <a:gd name="T15" fmla="*/ 12 h 108"/>
                    <a:gd name="T16" fmla="*/ 30 w 42"/>
                    <a:gd name="T17" fmla="*/ 0 h 10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2" h="108">
                      <a:moveTo>
                        <a:pt x="30" y="0"/>
                      </a:moveTo>
                      <a:cubicBezTo>
                        <a:pt x="11" y="0"/>
                        <a:pt x="11" y="0"/>
                        <a:pt x="11" y="0"/>
                      </a:cubicBezTo>
                      <a:cubicBezTo>
                        <a:pt x="5" y="0"/>
                        <a:pt x="0" y="6"/>
                        <a:pt x="0" y="12"/>
                      </a:cubicBezTo>
                      <a:cubicBezTo>
                        <a:pt x="0" y="96"/>
                        <a:pt x="0" y="96"/>
                        <a:pt x="0" y="96"/>
                      </a:cubicBezTo>
                      <a:cubicBezTo>
                        <a:pt x="0" y="103"/>
                        <a:pt x="5" y="108"/>
                        <a:pt x="11" y="108"/>
                      </a:cubicBezTo>
                      <a:cubicBezTo>
                        <a:pt x="30" y="108"/>
                        <a:pt x="30" y="108"/>
                        <a:pt x="30" y="108"/>
                      </a:cubicBezTo>
                      <a:cubicBezTo>
                        <a:pt x="36" y="108"/>
                        <a:pt x="42" y="103"/>
                        <a:pt x="42" y="96"/>
                      </a:cubicBezTo>
                      <a:cubicBezTo>
                        <a:pt x="42" y="12"/>
                        <a:pt x="42" y="12"/>
                        <a:pt x="42" y="12"/>
                      </a:cubicBezTo>
                      <a:cubicBezTo>
                        <a:pt x="42" y="6"/>
                        <a:pt x="36" y="0"/>
                        <a:pt x="3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914400"/>
                  <a:endParaRPr lang="zh-CN" altLang="en-US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</p:grpSp>
        </p:grpSp>
        <p:sp>
          <p:nvSpPr>
            <p:cNvPr id="28" name="PA_文本框 18">
              <a:extLst>
                <a:ext uri="{FF2B5EF4-FFF2-40B4-BE49-F238E27FC236}">
                  <a16:creationId xmlns:a16="http://schemas.microsoft.com/office/drawing/2014/main" id="{913F03F1-B2DD-4306-9280-F056E65638DB}"/>
                </a:ext>
              </a:extLst>
            </p:cNvPr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4648438" y="3506788"/>
              <a:ext cx="172354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/>
              <a:r>
                <a:rPr lang="zh-CN" altLang="en-US" sz="2000" b="1" dirty="0">
                  <a:solidFill>
                    <a:srgbClr val="005825"/>
                  </a:solidFill>
                  <a:latin typeface="微软雅黑" panose="020B0503020204020204" pitchFamily="34" charset="-122"/>
                </a:rPr>
                <a:t>输入标题文字</a:t>
              </a:r>
            </a:p>
          </p:txBody>
        </p:sp>
        <p:sp>
          <p:nvSpPr>
            <p:cNvPr id="31" name="PA_文本框 21">
              <a:extLst>
                <a:ext uri="{FF2B5EF4-FFF2-40B4-BE49-F238E27FC236}">
                  <a16:creationId xmlns:a16="http://schemas.microsoft.com/office/drawing/2014/main" id="{E95FA4E4-8715-49ED-AB1A-7B42E25B8FCF}"/>
                </a:ext>
              </a:extLst>
            </p:cNvPr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4428430" y="4084066"/>
              <a:ext cx="2163564" cy="14927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30000"/>
                </a:lnSpc>
              </a:pPr>
              <a:r>
                <a:rPr lang="zh-CN" altLang="en-US" sz="1400">
                  <a:solidFill>
                    <a:srgbClr val="005825"/>
                  </a:solidFill>
                  <a:latin typeface="微软雅黑" panose="020B0503020204020204" pitchFamily="34" charset="-122"/>
                </a:rPr>
                <a:t>点击此处添加文本内容</a:t>
              </a:r>
              <a:r>
                <a:rPr lang="zh-CN" altLang="en-US" sz="1400" dirty="0">
                  <a:solidFill>
                    <a:srgbClr val="005825"/>
                  </a:solidFill>
                  <a:latin typeface="微软雅黑" panose="020B0503020204020204" pitchFamily="34" charset="-122"/>
                </a:rPr>
                <a:t>，如关键词、部分简单介绍等。</a:t>
              </a:r>
              <a:r>
                <a:rPr lang="zh-CN" altLang="en-US" sz="1400">
                  <a:solidFill>
                    <a:srgbClr val="005825"/>
                  </a:solidFill>
                  <a:latin typeface="微软雅黑" panose="020B0503020204020204" pitchFamily="34" charset="-122"/>
                </a:rPr>
                <a:t>点击此处添加文本内容</a:t>
              </a:r>
              <a:r>
                <a:rPr lang="zh-CN" altLang="en-US" sz="1400" dirty="0">
                  <a:solidFill>
                    <a:srgbClr val="005825"/>
                  </a:solidFill>
                  <a:latin typeface="微软雅黑" panose="020B0503020204020204" pitchFamily="34" charset="-122"/>
                </a:rPr>
                <a:t>，如关键词、部分简单介绍等。</a:t>
              </a:r>
            </a:p>
          </p:txBody>
        </p:sp>
      </p:grpSp>
      <p:pic>
        <p:nvPicPr>
          <p:cNvPr id="32" name="PA_图片 26" descr="5683c83baa66c">
            <a:extLst>
              <a:ext uri="{FF2B5EF4-FFF2-40B4-BE49-F238E27FC236}">
                <a16:creationId xmlns:a16="http://schemas.microsoft.com/office/drawing/2014/main" id="{2E53320D-4F16-4970-94A8-50DD9CE608FA}"/>
              </a:ext>
            </a:extLst>
          </p:cNvPr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 rotWithShape="1"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932"/>
          <a:stretch/>
        </p:blipFill>
        <p:spPr bwMode="auto">
          <a:xfrm>
            <a:off x="426521" y="1304244"/>
            <a:ext cx="3741738" cy="48806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PA_矩形 27">
            <a:extLst>
              <a:ext uri="{FF2B5EF4-FFF2-40B4-BE49-F238E27FC236}">
                <a16:creationId xmlns:a16="http://schemas.microsoft.com/office/drawing/2014/main" id="{DA9B410F-EB1B-4AB4-806E-0EF6A654690E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26521" y="1304244"/>
            <a:ext cx="3730625" cy="4880642"/>
          </a:xfrm>
          <a:prstGeom prst="rect">
            <a:avLst/>
          </a:prstGeom>
          <a:solidFill>
            <a:srgbClr val="005825">
              <a:alpha val="50000"/>
            </a:srgbClr>
          </a:solidFill>
          <a:ln>
            <a:noFill/>
          </a:ln>
          <a:extLst/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2" name="PA_组合 1">
            <a:extLst>
              <a:ext uri="{FF2B5EF4-FFF2-40B4-BE49-F238E27FC236}">
                <a16:creationId xmlns:a16="http://schemas.microsoft.com/office/drawing/2014/main" id="{BE22A8BE-3002-4BC0-9645-FFDBEBD011BB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1128196" y="2211834"/>
            <a:ext cx="2365375" cy="3065462"/>
            <a:chOff x="677084" y="1907935"/>
            <a:chExt cx="2365375" cy="3065462"/>
          </a:xfrm>
        </p:grpSpPr>
        <p:sp>
          <p:nvSpPr>
            <p:cNvPr id="34" name="PA_矩形 5">
              <a:extLst>
                <a:ext uri="{FF2B5EF4-FFF2-40B4-BE49-F238E27FC236}">
                  <a16:creationId xmlns:a16="http://schemas.microsoft.com/office/drawing/2014/main" id="{58E65077-130B-4450-B6B1-ED687FA4A290}"/>
                </a:ext>
              </a:extLst>
            </p:cNvPr>
            <p:cNvSpPr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677084" y="1907935"/>
              <a:ext cx="2365375" cy="3065462"/>
            </a:xfrm>
            <a:prstGeom prst="rect">
              <a:avLst/>
            </a:prstGeom>
            <a:noFill/>
            <a:ln w="53975" cmpd="dbl">
              <a:solidFill>
                <a:sysClr val="window" lastClr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5" name="PA_文本框 28">
              <a:extLst>
                <a:ext uri="{FF2B5EF4-FFF2-40B4-BE49-F238E27FC236}">
                  <a16:creationId xmlns:a16="http://schemas.microsoft.com/office/drawing/2014/main" id="{C1F5B8F7-B16F-4596-AF93-47A1FC7D36F1}"/>
                </a:ext>
              </a:extLst>
            </p:cNvPr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932413" y="2754325"/>
              <a:ext cx="1826141" cy="13102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30000"/>
                </a:lnSpc>
              </a:pPr>
              <a:r>
                <a:rPr lang="zh-CN" altLang="en-US" sz="3200" b="1" dirty="0">
                  <a:solidFill>
                    <a:prstClr val="white"/>
                  </a:solidFill>
                  <a:latin typeface="微软雅黑" panose="020B0503020204020204" pitchFamily="34" charset="-122"/>
                </a:rPr>
                <a:t>输入</a:t>
              </a:r>
              <a:endParaRPr lang="en-US" altLang="zh-CN" sz="3200" b="1" dirty="0">
                <a:solidFill>
                  <a:prstClr val="white"/>
                </a:solidFill>
                <a:latin typeface="微软雅黑" panose="020B0503020204020204" pitchFamily="34" charset="-122"/>
              </a:endParaRPr>
            </a:p>
            <a:p>
              <a:pPr algn="ctr" defTabSz="914400">
                <a:lnSpc>
                  <a:spcPct val="130000"/>
                </a:lnSpc>
              </a:pPr>
              <a:r>
                <a:rPr lang="zh-CN" altLang="en-US" sz="3200" b="1" dirty="0">
                  <a:solidFill>
                    <a:prstClr val="white"/>
                  </a:solidFill>
                  <a:latin typeface="微软雅黑" panose="020B0503020204020204" pitchFamily="34" charset="-122"/>
                </a:rPr>
                <a:t>标题文字</a:t>
              </a:r>
            </a:p>
          </p:txBody>
        </p:sp>
      </p:grpSp>
      <p:grpSp>
        <p:nvGrpSpPr>
          <p:cNvPr id="39" name="PA_组合 38">
            <a:extLst>
              <a:ext uri="{FF2B5EF4-FFF2-40B4-BE49-F238E27FC236}">
                <a16:creationId xmlns:a16="http://schemas.microsoft.com/office/drawing/2014/main" id="{9A02E812-7C12-48C3-A0CA-6481CFEACC01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7162866" y="2065178"/>
            <a:ext cx="2163564" cy="3443182"/>
            <a:chOff x="6943775" y="2133600"/>
            <a:chExt cx="2163564" cy="3443182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B98F347F-0B43-43C6-8E53-E839AF02850D}"/>
                </a:ext>
              </a:extLst>
            </p:cNvPr>
            <p:cNvGrpSpPr/>
            <p:nvPr/>
          </p:nvGrpSpPr>
          <p:grpSpPr>
            <a:xfrm>
              <a:off x="7462789" y="2133600"/>
              <a:ext cx="1125537" cy="1125538"/>
              <a:chOff x="7386638" y="2133600"/>
              <a:chExt cx="1125537" cy="1125538"/>
            </a:xfrm>
          </p:grpSpPr>
          <p:sp>
            <p:nvSpPr>
              <p:cNvPr id="16" name="PA_椭圆 6">
                <a:extLst>
                  <a:ext uri="{FF2B5EF4-FFF2-40B4-BE49-F238E27FC236}">
                    <a16:creationId xmlns:a16="http://schemas.microsoft.com/office/drawing/2014/main" id="{C88BE945-5813-4E31-B0EB-8148DC16042B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5"/>
                </p:custDataLst>
              </p:nvPr>
            </p:nvSpPr>
            <p:spPr bwMode="auto">
              <a:xfrm>
                <a:off x="7386638" y="2133600"/>
                <a:ext cx="1125537" cy="1125538"/>
              </a:xfrm>
              <a:prstGeom prst="ellipse">
                <a:avLst/>
              </a:prstGeom>
              <a:solidFill>
                <a:srgbClr val="005825"/>
              </a:solidFill>
              <a:ln w="12700" cmpd="sng">
                <a:solidFill>
                  <a:srgbClr val="595959"/>
                </a:solidFill>
                <a:round/>
                <a:headEnd/>
                <a:tailEnd/>
              </a:ln>
              <a:extLst/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defTabSz="914400"/>
                <a:endParaRPr lang="zh-CN" altLang="en-US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  <p:grpSp>
            <p:nvGrpSpPr>
              <p:cNvPr id="18" name="组合 16">
                <a:extLst>
                  <a:ext uri="{FF2B5EF4-FFF2-40B4-BE49-F238E27FC236}">
                    <a16:creationId xmlns:a16="http://schemas.microsoft.com/office/drawing/2014/main" id="{CF7AD7F6-BEEC-4B91-AFE7-FFCA63FA4A1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601532" y="2463551"/>
                <a:ext cx="695748" cy="465636"/>
                <a:chOff x="0" y="0"/>
                <a:chExt cx="302" cy="202"/>
              </a:xfrm>
              <a:solidFill>
                <a:schemeClr val="bg1"/>
              </a:solidFill>
            </p:grpSpPr>
            <p:sp>
              <p:nvSpPr>
                <p:cNvPr id="19" name="PA_任意多边形 474">
                  <a:extLst>
                    <a:ext uri="{FF2B5EF4-FFF2-40B4-BE49-F238E27FC236}">
                      <a16:creationId xmlns:a16="http://schemas.microsoft.com/office/drawing/2014/main" id="{56D662FD-712A-4785-AFC8-81E376A97DA2}"/>
                    </a:ext>
                  </a:extLst>
                </p:cNvPr>
                <p:cNvSpPr>
                  <a:spLocks/>
                </p:cNvSpPr>
                <p:nvPr>
                  <p:custDataLst>
                    <p:tags r:id="rId16"/>
                  </p:custDataLst>
                </p:nvPr>
              </p:nvSpPr>
              <p:spPr bwMode="auto">
                <a:xfrm>
                  <a:off x="238" y="0"/>
                  <a:ext cx="65" cy="203"/>
                </a:xfrm>
                <a:custGeom>
                  <a:avLst/>
                  <a:gdLst>
                    <a:gd name="T0" fmla="*/ 14 w 68"/>
                    <a:gd name="T1" fmla="*/ 0 h 210"/>
                    <a:gd name="T2" fmla="*/ 0 w 68"/>
                    <a:gd name="T3" fmla="*/ 14 h 210"/>
                    <a:gd name="T4" fmla="*/ 0 w 68"/>
                    <a:gd name="T5" fmla="*/ 196 h 210"/>
                    <a:gd name="T6" fmla="*/ 14 w 68"/>
                    <a:gd name="T7" fmla="*/ 210 h 210"/>
                    <a:gd name="T8" fmla="*/ 14 w 68"/>
                    <a:gd name="T9" fmla="*/ 0 h 2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8" h="210">
                      <a:moveTo>
                        <a:pt x="14" y="0"/>
                      </a:moveTo>
                      <a:cubicBezTo>
                        <a:pt x="0" y="14"/>
                        <a:pt x="0" y="14"/>
                        <a:pt x="0" y="14"/>
                      </a:cubicBezTo>
                      <a:cubicBezTo>
                        <a:pt x="46" y="66"/>
                        <a:pt x="46" y="144"/>
                        <a:pt x="0" y="196"/>
                      </a:cubicBezTo>
                      <a:cubicBezTo>
                        <a:pt x="14" y="210"/>
                        <a:pt x="14" y="210"/>
                        <a:pt x="14" y="210"/>
                      </a:cubicBezTo>
                      <a:cubicBezTo>
                        <a:pt x="68" y="155"/>
                        <a:pt x="67" y="55"/>
                        <a:pt x="1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914400"/>
                  <a:endParaRPr lang="zh-CN" altLang="en-US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0" name="PA_任意多边形 475">
                  <a:extLst>
                    <a:ext uri="{FF2B5EF4-FFF2-40B4-BE49-F238E27FC236}">
                      <a16:creationId xmlns:a16="http://schemas.microsoft.com/office/drawing/2014/main" id="{3EF37E88-5F07-4CD3-9560-9B4B38268E05}"/>
                    </a:ext>
                  </a:extLst>
                </p:cNvPr>
                <p:cNvSpPr>
                  <a:spLocks/>
                </p:cNvSpPr>
                <p:nvPr>
                  <p:custDataLst>
                    <p:tags r:id="rId17"/>
                  </p:custDataLst>
                </p:nvPr>
              </p:nvSpPr>
              <p:spPr bwMode="auto">
                <a:xfrm>
                  <a:off x="205" y="32"/>
                  <a:ext cx="48" cy="138"/>
                </a:xfrm>
                <a:custGeom>
                  <a:avLst/>
                  <a:gdLst>
                    <a:gd name="T0" fmla="*/ 14 w 50"/>
                    <a:gd name="T1" fmla="*/ 0 h 144"/>
                    <a:gd name="T2" fmla="*/ 0 w 50"/>
                    <a:gd name="T3" fmla="*/ 14 h 144"/>
                    <a:gd name="T4" fmla="*/ 0 w 50"/>
                    <a:gd name="T5" fmla="*/ 130 h 144"/>
                    <a:gd name="T6" fmla="*/ 14 w 50"/>
                    <a:gd name="T7" fmla="*/ 144 h 144"/>
                    <a:gd name="T8" fmla="*/ 14 w 50"/>
                    <a:gd name="T9" fmla="*/ 0 h 1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0" h="144">
                      <a:moveTo>
                        <a:pt x="14" y="0"/>
                      </a:moveTo>
                      <a:cubicBezTo>
                        <a:pt x="0" y="14"/>
                        <a:pt x="0" y="14"/>
                        <a:pt x="0" y="14"/>
                      </a:cubicBezTo>
                      <a:cubicBezTo>
                        <a:pt x="28" y="47"/>
                        <a:pt x="28" y="97"/>
                        <a:pt x="0" y="130"/>
                      </a:cubicBezTo>
                      <a:cubicBezTo>
                        <a:pt x="14" y="144"/>
                        <a:pt x="14" y="144"/>
                        <a:pt x="14" y="144"/>
                      </a:cubicBezTo>
                      <a:cubicBezTo>
                        <a:pt x="50" y="103"/>
                        <a:pt x="50" y="41"/>
                        <a:pt x="1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914400"/>
                  <a:endParaRPr lang="zh-CN" altLang="en-US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1" name="PA_任意多边形 476">
                  <a:extLst>
                    <a:ext uri="{FF2B5EF4-FFF2-40B4-BE49-F238E27FC236}">
                      <a16:creationId xmlns:a16="http://schemas.microsoft.com/office/drawing/2014/main" id="{B860BFF3-F730-4C4D-BE22-CC0895FBFBE4}"/>
                    </a:ext>
                  </a:extLst>
                </p:cNvPr>
                <p:cNvSpPr>
                  <a:spLocks/>
                </p:cNvSpPr>
                <p:nvPr>
                  <p:custDataLst>
                    <p:tags r:id="rId18"/>
                  </p:custDataLst>
                </p:nvPr>
              </p:nvSpPr>
              <p:spPr bwMode="auto">
                <a:xfrm>
                  <a:off x="0" y="0"/>
                  <a:ext cx="63" cy="203"/>
                </a:xfrm>
                <a:custGeom>
                  <a:avLst/>
                  <a:gdLst>
                    <a:gd name="T0" fmla="*/ 67 w 67"/>
                    <a:gd name="T1" fmla="*/ 14 h 210"/>
                    <a:gd name="T2" fmla="*/ 54 w 67"/>
                    <a:gd name="T3" fmla="*/ 0 h 210"/>
                    <a:gd name="T4" fmla="*/ 53 w 67"/>
                    <a:gd name="T5" fmla="*/ 210 h 210"/>
                    <a:gd name="T6" fmla="*/ 67 w 67"/>
                    <a:gd name="T7" fmla="*/ 196 h 210"/>
                    <a:gd name="T8" fmla="*/ 67 w 67"/>
                    <a:gd name="T9" fmla="*/ 14 h 2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210">
                      <a:moveTo>
                        <a:pt x="67" y="14"/>
                      </a:moveTo>
                      <a:cubicBezTo>
                        <a:pt x="54" y="0"/>
                        <a:pt x="54" y="0"/>
                        <a:pt x="54" y="0"/>
                      </a:cubicBezTo>
                      <a:cubicBezTo>
                        <a:pt x="0" y="55"/>
                        <a:pt x="0" y="155"/>
                        <a:pt x="53" y="210"/>
                      </a:cubicBezTo>
                      <a:cubicBezTo>
                        <a:pt x="67" y="196"/>
                        <a:pt x="67" y="196"/>
                        <a:pt x="67" y="196"/>
                      </a:cubicBezTo>
                      <a:cubicBezTo>
                        <a:pt x="21" y="144"/>
                        <a:pt x="21" y="66"/>
                        <a:pt x="67" y="1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914400"/>
                  <a:endParaRPr lang="zh-CN" altLang="en-US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2" name="PA_任意多边形 477">
                  <a:extLst>
                    <a:ext uri="{FF2B5EF4-FFF2-40B4-BE49-F238E27FC236}">
                      <a16:creationId xmlns:a16="http://schemas.microsoft.com/office/drawing/2014/main" id="{0540ECEF-FE78-4E9A-A589-888E14E8FCCD}"/>
                    </a:ext>
                  </a:extLst>
                </p:cNvPr>
                <p:cNvSpPr>
                  <a:spLocks/>
                </p:cNvSpPr>
                <p:nvPr>
                  <p:custDataLst>
                    <p:tags r:id="rId19"/>
                  </p:custDataLst>
                </p:nvPr>
              </p:nvSpPr>
              <p:spPr bwMode="auto">
                <a:xfrm>
                  <a:off x="48" y="32"/>
                  <a:ext cx="50" cy="138"/>
                </a:xfrm>
                <a:custGeom>
                  <a:avLst/>
                  <a:gdLst>
                    <a:gd name="T0" fmla="*/ 36 w 51"/>
                    <a:gd name="T1" fmla="*/ 0 h 144"/>
                    <a:gd name="T2" fmla="*/ 36 w 51"/>
                    <a:gd name="T3" fmla="*/ 144 h 144"/>
                    <a:gd name="T4" fmla="*/ 50 w 51"/>
                    <a:gd name="T5" fmla="*/ 130 h 144"/>
                    <a:gd name="T6" fmla="*/ 51 w 51"/>
                    <a:gd name="T7" fmla="*/ 14 h 144"/>
                    <a:gd name="T8" fmla="*/ 36 w 51"/>
                    <a:gd name="T9" fmla="*/ 0 h 1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1" h="144">
                      <a:moveTo>
                        <a:pt x="36" y="0"/>
                      </a:moveTo>
                      <a:cubicBezTo>
                        <a:pt x="0" y="41"/>
                        <a:pt x="0" y="103"/>
                        <a:pt x="36" y="144"/>
                      </a:cubicBezTo>
                      <a:cubicBezTo>
                        <a:pt x="50" y="130"/>
                        <a:pt x="50" y="130"/>
                        <a:pt x="50" y="130"/>
                      </a:cubicBezTo>
                      <a:cubicBezTo>
                        <a:pt x="22" y="97"/>
                        <a:pt x="22" y="47"/>
                        <a:pt x="51" y="14"/>
                      </a:cubicBezTo>
                      <a:lnTo>
                        <a:pt x="36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914400"/>
                  <a:endParaRPr lang="zh-CN" altLang="en-US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3" name="PA_椭圆 478">
                  <a:extLst>
                    <a:ext uri="{FF2B5EF4-FFF2-40B4-BE49-F238E27FC236}">
                      <a16:creationId xmlns:a16="http://schemas.microsoft.com/office/drawing/2014/main" id="{8C147D95-4542-430D-B173-DAC305D30DC6}"/>
                    </a:ext>
                  </a:extLst>
                </p:cNvPr>
                <p:cNvSpPr>
                  <a:spLocks noChangeArrowheads="1"/>
                </p:cNvSpPr>
                <p:nvPr>
                  <p:custDataLst>
                    <p:tags r:id="rId20"/>
                  </p:custDataLst>
                </p:nvPr>
              </p:nvSpPr>
              <p:spPr bwMode="auto">
                <a:xfrm>
                  <a:off x="105" y="57"/>
                  <a:ext cx="90" cy="90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defTabSz="914400"/>
                  <a:endParaRPr lang="zh-CN" altLang="en-US">
                    <a:solidFill>
                      <a:prstClr val="black"/>
                    </a:solidFill>
                    <a:ea typeface="宋体" panose="02010600030101010101" pitchFamily="2" charset="-122"/>
                  </a:endParaRPr>
                </a:p>
              </p:txBody>
            </p:sp>
          </p:grpSp>
        </p:grpSp>
        <p:sp>
          <p:nvSpPr>
            <p:cNvPr id="29" name="PA_文本框 19">
              <a:extLst>
                <a:ext uri="{FF2B5EF4-FFF2-40B4-BE49-F238E27FC236}">
                  <a16:creationId xmlns:a16="http://schemas.microsoft.com/office/drawing/2014/main" id="{7747378F-9469-404E-9050-9C4CA631561F}"/>
                </a:ext>
              </a:extLst>
            </p:cNvPr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7163783" y="3506788"/>
              <a:ext cx="172354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/>
              <a:r>
                <a:rPr lang="zh-CN" altLang="en-US" sz="2000" b="1" dirty="0">
                  <a:solidFill>
                    <a:srgbClr val="005825"/>
                  </a:solidFill>
                  <a:latin typeface="微软雅黑" panose="020B0503020204020204" pitchFamily="34" charset="-122"/>
                </a:rPr>
                <a:t>输入标题文字</a:t>
              </a:r>
            </a:p>
          </p:txBody>
        </p:sp>
        <p:sp>
          <p:nvSpPr>
            <p:cNvPr id="43" name="PA_文本框 21">
              <a:extLst>
                <a:ext uri="{FF2B5EF4-FFF2-40B4-BE49-F238E27FC236}">
                  <a16:creationId xmlns:a16="http://schemas.microsoft.com/office/drawing/2014/main" id="{8ADBC380-740E-4EA7-A829-D275A9D2D01E}"/>
                </a:ext>
              </a:extLst>
            </p:cNvPr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6943775" y="4084066"/>
              <a:ext cx="2163564" cy="14927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30000"/>
                </a:lnSpc>
              </a:pPr>
              <a:r>
                <a:rPr lang="zh-CN" altLang="en-US" sz="1400">
                  <a:solidFill>
                    <a:srgbClr val="005825"/>
                  </a:solidFill>
                  <a:latin typeface="微软雅黑" panose="020B0503020204020204" pitchFamily="34" charset="-122"/>
                </a:rPr>
                <a:t>点击此处添加文本内容</a:t>
              </a:r>
              <a:r>
                <a:rPr lang="zh-CN" altLang="en-US" sz="1400" dirty="0">
                  <a:solidFill>
                    <a:srgbClr val="005825"/>
                  </a:solidFill>
                  <a:latin typeface="微软雅黑" panose="020B0503020204020204" pitchFamily="34" charset="-122"/>
                </a:rPr>
                <a:t>，如关键词、部分简单介绍等。</a:t>
              </a:r>
              <a:r>
                <a:rPr lang="zh-CN" altLang="en-US" sz="1400">
                  <a:solidFill>
                    <a:srgbClr val="005825"/>
                  </a:solidFill>
                  <a:latin typeface="微软雅黑" panose="020B0503020204020204" pitchFamily="34" charset="-122"/>
                </a:rPr>
                <a:t>点击此处添加文本内容</a:t>
              </a:r>
              <a:r>
                <a:rPr lang="zh-CN" altLang="en-US" sz="1400" dirty="0">
                  <a:solidFill>
                    <a:srgbClr val="005825"/>
                  </a:solidFill>
                  <a:latin typeface="微软雅黑" panose="020B0503020204020204" pitchFamily="34" charset="-122"/>
                </a:rPr>
                <a:t>，如关键词、部分简单介绍等。</a:t>
              </a:r>
            </a:p>
          </p:txBody>
        </p:sp>
      </p:grpSp>
      <p:grpSp>
        <p:nvGrpSpPr>
          <p:cNvPr id="38" name="PA_组合 37">
            <a:extLst>
              <a:ext uri="{FF2B5EF4-FFF2-40B4-BE49-F238E27FC236}">
                <a16:creationId xmlns:a16="http://schemas.microsoft.com/office/drawing/2014/main" id="{6F55A175-6730-47F4-9B8E-54A1A9F378B7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9615951" y="2065178"/>
            <a:ext cx="2163564" cy="3443182"/>
            <a:chOff x="9334599" y="2133600"/>
            <a:chExt cx="2163564" cy="3443182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63A29E55-B36A-4EE7-9F16-F0D1451C59C8}"/>
                </a:ext>
              </a:extLst>
            </p:cNvPr>
            <p:cNvGrpSpPr/>
            <p:nvPr/>
          </p:nvGrpSpPr>
          <p:grpSpPr>
            <a:xfrm>
              <a:off x="9853613" y="2133600"/>
              <a:ext cx="1125537" cy="1125538"/>
              <a:chOff x="9853613" y="2133600"/>
              <a:chExt cx="1125537" cy="1125538"/>
            </a:xfrm>
          </p:grpSpPr>
          <p:sp>
            <p:nvSpPr>
              <p:cNvPr id="17" name="PA_椭圆 11">
                <a:extLst>
                  <a:ext uri="{FF2B5EF4-FFF2-40B4-BE49-F238E27FC236}">
                    <a16:creationId xmlns:a16="http://schemas.microsoft.com/office/drawing/2014/main" id="{2F69A6BB-577F-462C-AC54-4874E092F125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9853613" y="2133600"/>
                <a:ext cx="1125537" cy="1125538"/>
              </a:xfrm>
              <a:prstGeom prst="ellipse">
                <a:avLst/>
              </a:prstGeom>
              <a:solidFill>
                <a:srgbClr val="005825"/>
              </a:solidFill>
              <a:ln w="12700" cmpd="sng">
                <a:solidFill>
                  <a:srgbClr val="595959"/>
                </a:solidFill>
                <a:round/>
                <a:headEnd/>
                <a:tailEnd/>
              </a:ln>
              <a:extLst/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defTabSz="914400"/>
                <a:endParaRPr lang="zh-CN" altLang="en-US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  <p:grpSp>
            <p:nvGrpSpPr>
              <p:cNvPr id="24" name="组合 17">
                <a:extLst>
                  <a:ext uri="{FF2B5EF4-FFF2-40B4-BE49-F238E27FC236}">
                    <a16:creationId xmlns:a16="http://schemas.microsoft.com/office/drawing/2014/main" id="{74D07EFC-F3B7-4E86-8C57-37DADA4072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217403" y="2357971"/>
                <a:ext cx="397957" cy="676796"/>
                <a:chOff x="0" y="0"/>
                <a:chExt cx="164" cy="278"/>
              </a:xfrm>
              <a:solidFill>
                <a:schemeClr val="bg1"/>
              </a:solidFill>
            </p:grpSpPr>
            <p:sp>
              <p:nvSpPr>
                <p:cNvPr id="25" name="PA_任意多边形 561">
                  <a:extLst>
                    <a:ext uri="{FF2B5EF4-FFF2-40B4-BE49-F238E27FC236}">
                      <a16:creationId xmlns:a16="http://schemas.microsoft.com/office/drawing/2014/main" id="{6A95F59E-7661-494B-8958-5109A4B392B6}"/>
                    </a:ext>
                  </a:extLst>
                </p:cNvPr>
                <p:cNvSpPr>
                  <a:spLocks noEditPoints="1"/>
                </p:cNvSpPr>
                <p:nvPr>
                  <p:custDataLst>
                    <p:tags r:id="rId10"/>
                  </p:custDataLst>
                </p:nvPr>
              </p:nvSpPr>
              <p:spPr bwMode="auto">
                <a:xfrm>
                  <a:off x="0" y="0"/>
                  <a:ext cx="165" cy="223"/>
                </a:xfrm>
                <a:custGeom>
                  <a:avLst/>
                  <a:gdLst>
                    <a:gd name="T0" fmla="*/ 86 w 170"/>
                    <a:gd name="T1" fmla="*/ 0 h 230"/>
                    <a:gd name="T2" fmla="*/ 85 w 170"/>
                    <a:gd name="T3" fmla="*/ 0 h 230"/>
                    <a:gd name="T4" fmla="*/ 84 w 170"/>
                    <a:gd name="T5" fmla="*/ 0 h 230"/>
                    <a:gd name="T6" fmla="*/ 0 w 170"/>
                    <a:gd name="T7" fmla="*/ 96 h 230"/>
                    <a:gd name="T8" fmla="*/ 50 w 170"/>
                    <a:gd name="T9" fmla="*/ 230 h 230"/>
                    <a:gd name="T10" fmla="*/ 120 w 170"/>
                    <a:gd name="T11" fmla="*/ 230 h 230"/>
                    <a:gd name="T12" fmla="*/ 170 w 170"/>
                    <a:gd name="T13" fmla="*/ 96 h 230"/>
                    <a:gd name="T14" fmla="*/ 86 w 170"/>
                    <a:gd name="T15" fmla="*/ 0 h 230"/>
                    <a:gd name="T16" fmla="*/ 105 w 170"/>
                    <a:gd name="T17" fmla="*/ 210 h 230"/>
                    <a:gd name="T18" fmla="*/ 97 w 170"/>
                    <a:gd name="T19" fmla="*/ 210 h 230"/>
                    <a:gd name="T20" fmla="*/ 97 w 170"/>
                    <a:gd name="T21" fmla="*/ 159 h 230"/>
                    <a:gd name="T22" fmla="*/ 73 w 170"/>
                    <a:gd name="T23" fmla="*/ 159 h 230"/>
                    <a:gd name="T24" fmla="*/ 73 w 170"/>
                    <a:gd name="T25" fmla="*/ 210 h 230"/>
                    <a:gd name="T26" fmla="*/ 65 w 170"/>
                    <a:gd name="T27" fmla="*/ 210 h 230"/>
                    <a:gd name="T28" fmla="*/ 49 w 170"/>
                    <a:gd name="T29" fmla="*/ 176 h 230"/>
                    <a:gd name="T30" fmla="*/ 20 w 170"/>
                    <a:gd name="T31" fmla="*/ 96 h 230"/>
                    <a:gd name="T32" fmla="*/ 49 w 170"/>
                    <a:gd name="T33" fmla="*/ 30 h 230"/>
                    <a:gd name="T34" fmla="*/ 84 w 170"/>
                    <a:gd name="T35" fmla="*/ 20 h 230"/>
                    <a:gd name="T36" fmla="*/ 84 w 170"/>
                    <a:gd name="T37" fmla="*/ 20 h 230"/>
                    <a:gd name="T38" fmla="*/ 85 w 170"/>
                    <a:gd name="T39" fmla="*/ 20 h 230"/>
                    <a:gd name="T40" fmla="*/ 86 w 170"/>
                    <a:gd name="T41" fmla="*/ 20 h 230"/>
                    <a:gd name="T42" fmla="*/ 86 w 170"/>
                    <a:gd name="T43" fmla="*/ 20 h 230"/>
                    <a:gd name="T44" fmla="*/ 121 w 170"/>
                    <a:gd name="T45" fmla="*/ 30 h 230"/>
                    <a:gd name="T46" fmla="*/ 150 w 170"/>
                    <a:gd name="T47" fmla="*/ 96 h 230"/>
                    <a:gd name="T48" fmla="*/ 121 w 170"/>
                    <a:gd name="T49" fmla="*/ 176 h 230"/>
                    <a:gd name="T50" fmla="*/ 105 w 170"/>
                    <a:gd name="T51" fmla="*/ 210 h 2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170" h="230">
                      <a:moveTo>
                        <a:pt x="86" y="0"/>
                      </a:moveTo>
                      <a:cubicBezTo>
                        <a:pt x="85" y="0"/>
                        <a:pt x="85" y="0"/>
                        <a:pt x="85" y="0"/>
                      </a:cubicBezTo>
                      <a:cubicBezTo>
                        <a:pt x="85" y="0"/>
                        <a:pt x="84" y="0"/>
                        <a:pt x="84" y="0"/>
                      </a:cubicBezTo>
                      <a:cubicBezTo>
                        <a:pt x="74" y="0"/>
                        <a:pt x="0" y="3"/>
                        <a:pt x="0" y="96"/>
                      </a:cubicBezTo>
                      <a:cubicBezTo>
                        <a:pt x="0" y="136"/>
                        <a:pt x="50" y="210"/>
                        <a:pt x="50" y="230"/>
                      </a:cubicBezTo>
                      <a:cubicBezTo>
                        <a:pt x="120" y="230"/>
                        <a:pt x="120" y="230"/>
                        <a:pt x="120" y="230"/>
                      </a:cubicBezTo>
                      <a:cubicBezTo>
                        <a:pt x="120" y="210"/>
                        <a:pt x="170" y="136"/>
                        <a:pt x="170" y="96"/>
                      </a:cubicBezTo>
                      <a:cubicBezTo>
                        <a:pt x="170" y="3"/>
                        <a:pt x="96" y="0"/>
                        <a:pt x="86" y="0"/>
                      </a:cubicBezTo>
                      <a:close/>
                      <a:moveTo>
                        <a:pt x="105" y="210"/>
                      </a:moveTo>
                      <a:cubicBezTo>
                        <a:pt x="97" y="210"/>
                        <a:pt x="97" y="210"/>
                        <a:pt x="97" y="210"/>
                      </a:cubicBezTo>
                      <a:cubicBezTo>
                        <a:pt x="97" y="159"/>
                        <a:pt x="97" y="159"/>
                        <a:pt x="97" y="159"/>
                      </a:cubicBezTo>
                      <a:cubicBezTo>
                        <a:pt x="73" y="159"/>
                        <a:pt x="73" y="159"/>
                        <a:pt x="73" y="159"/>
                      </a:cubicBezTo>
                      <a:cubicBezTo>
                        <a:pt x="73" y="210"/>
                        <a:pt x="73" y="210"/>
                        <a:pt x="73" y="210"/>
                      </a:cubicBezTo>
                      <a:cubicBezTo>
                        <a:pt x="65" y="210"/>
                        <a:pt x="65" y="210"/>
                        <a:pt x="65" y="210"/>
                      </a:cubicBezTo>
                      <a:cubicBezTo>
                        <a:pt x="62" y="201"/>
                        <a:pt x="56" y="190"/>
                        <a:pt x="49" y="176"/>
                      </a:cubicBezTo>
                      <a:cubicBezTo>
                        <a:pt x="37" y="150"/>
                        <a:pt x="20" y="115"/>
                        <a:pt x="20" y="96"/>
                      </a:cubicBezTo>
                      <a:cubicBezTo>
                        <a:pt x="20" y="64"/>
                        <a:pt x="30" y="42"/>
                        <a:pt x="49" y="30"/>
                      </a:cubicBezTo>
                      <a:cubicBezTo>
                        <a:pt x="65" y="20"/>
                        <a:pt x="82" y="20"/>
                        <a:pt x="84" y="20"/>
                      </a:cubicBezTo>
                      <a:cubicBezTo>
                        <a:pt x="84" y="20"/>
                        <a:pt x="84" y="20"/>
                        <a:pt x="84" y="20"/>
                      </a:cubicBezTo>
                      <a:cubicBezTo>
                        <a:pt x="85" y="20"/>
                        <a:pt x="85" y="20"/>
                        <a:pt x="85" y="20"/>
                      </a:cubicBezTo>
                      <a:cubicBezTo>
                        <a:pt x="86" y="20"/>
                        <a:pt x="86" y="20"/>
                        <a:pt x="86" y="20"/>
                      </a:cubicBezTo>
                      <a:cubicBezTo>
                        <a:pt x="86" y="20"/>
                        <a:pt x="86" y="20"/>
                        <a:pt x="86" y="20"/>
                      </a:cubicBezTo>
                      <a:cubicBezTo>
                        <a:pt x="88" y="20"/>
                        <a:pt x="105" y="20"/>
                        <a:pt x="121" y="30"/>
                      </a:cubicBezTo>
                      <a:cubicBezTo>
                        <a:pt x="140" y="42"/>
                        <a:pt x="150" y="64"/>
                        <a:pt x="150" y="96"/>
                      </a:cubicBezTo>
                      <a:cubicBezTo>
                        <a:pt x="150" y="115"/>
                        <a:pt x="133" y="150"/>
                        <a:pt x="121" y="176"/>
                      </a:cubicBezTo>
                      <a:cubicBezTo>
                        <a:pt x="114" y="190"/>
                        <a:pt x="108" y="201"/>
                        <a:pt x="105" y="2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914400"/>
                  <a:endParaRPr lang="zh-CN" altLang="en-US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6" name="PA_矩形 562">
                  <a:extLst>
                    <a:ext uri="{FF2B5EF4-FFF2-40B4-BE49-F238E27FC236}">
                      <a16:creationId xmlns:a16="http://schemas.microsoft.com/office/drawing/2014/main" id="{D5C3892D-F217-43AD-8DD5-E8E06451B10A}"/>
                    </a:ext>
                  </a:extLst>
                </p:cNvPr>
                <p:cNvSpPr>
                  <a:spLocks noChangeArrowheads="1"/>
                </p:cNvSpPr>
                <p:nvPr>
                  <p:custDataLst>
                    <p:tags r:id="rId11"/>
                  </p:custDataLst>
                </p:nvPr>
              </p:nvSpPr>
              <p:spPr bwMode="auto">
                <a:xfrm>
                  <a:off x="50" y="230"/>
                  <a:ext cx="68" cy="20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defTabSz="914400"/>
                  <a:endParaRPr lang="zh-CN" altLang="en-US">
                    <a:solidFill>
                      <a:prstClr val="black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7" name="PA_矩形 563">
                  <a:extLst>
                    <a:ext uri="{FF2B5EF4-FFF2-40B4-BE49-F238E27FC236}">
                      <a16:creationId xmlns:a16="http://schemas.microsoft.com/office/drawing/2014/main" id="{D122A534-8329-48EB-B7E8-B231889F8666}"/>
                    </a:ext>
                  </a:extLst>
                </p:cNvPr>
                <p:cNvSpPr>
                  <a:spLocks noChangeArrowheads="1"/>
                </p:cNvSpPr>
                <p:nvPr>
                  <p:custDataLst>
                    <p:tags r:id="rId12"/>
                  </p:custDataLst>
                </p:nvPr>
              </p:nvSpPr>
              <p:spPr bwMode="auto">
                <a:xfrm>
                  <a:off x="67" y="260"/>
                  <a:ext cx="33" cy="18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defTabSz="914400"/>
                  <a:endParaRPr lang="zh-CN" altLang="en-US">
                    <a:solidFill>
                      <a:prstClr val="black"/>
                    </a:solidFill>
                    <a:ea typeface="宋体" panose="02010600030101010101" pitchFamily="2" charset="-122"/>
                  </a:endParaRPr>
                </a:p>
              </p:txBody>
            </p:sp>
          </p:grpSp>
        </p:grpSp>
        <p:sp>
          <p:nvSpPr>
            <p:cNvPr id="30" name="PA_文本框 20">
              <a:extLst>
                <a:ext uri="{FF2B5EF4-FFF2-40B4-BE49-F238E27FC236}">
                  <a16:creationId xmlns:a16="http://schemas.microsoft.com/office/drawing/2014/main" id="{E5D0052C-CDD4-4ADA-86A3-E2BC0BDA9F1B}"/>
                </a:ext>
              </a:extLst>
            </p:cNvPr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9554607" y="3506788"/>
              <a:ext cx="172354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/>
              <a:r>
                <a:rPr lang="zh-CN" altLang="en-US" sz="2000" b="1" dirty="0">
                  <a:solidFill>
                    <a:srgbClr val="005825"/>
                  </a:solidFill>
                  <a:latin typeface="微软雅黑" panose="020B0503020204020204" pitchFamily="34" charset="-122"/>
                </a:rPr>
                <a:t>输入标题文字</a:t>
              </a:r>
            </a:p>
          </p:txBody>
        </p:sp>
        <p:sp>
          <p:nvSpPr>
            <p:cNvPr id="44" name="PA_文本框 21">
              <a:extLst>
                <a:ext uri="{FF2B5EF4-FFF2-40B4-BE49-F238E27FC236}">
                  <a16:creationId xmlns:a16="http://schemas.microsoft.com/office/drawing/2014/main" id="{38221887-02BB-499B-A6A2-D285CD57FDA9}"/>
                </a:ext>
              </a:extLst>
            </p:cNvPr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9334599" y="4084066"/>
              <a:ext cx="2163564" cy="14927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30000"/>
                </a:lnSpc>
              </a:pPr>
              <a:r>
                <a:rPr lang="zh-CN" altLang="en-US" sz="1400">
                  <a:solidFill>
                    <a:srgbClr val="005825"/>
                  </a:solidFill>
                  <a:latin typeface="微软雅黑" panose="020B0503020204020204" pitchFamily="34" charset="-122"/>
                </a:rPr>
                <a:t>点击此处添加文本内容</a:t>
              </a:r>
              <a:r>
                <a:rPr lang="zh-CN" altLang="en-US" sz="1400" dirty="0">
                  <a:solidFill>
                    <a:srgbClr val="005825"/>
                  </a:solidFill>
                  <a:latin typeface="微软雅黑" panose="020B0503020204020204" pitchFamily="34" charset="-122"/>
                </a:rPr>
                <a:t>，如关键词、部分简单介绍等。</a:t>
              </a:r>
              <a:r>
                <a:rPr lang="zh-CN" altLang="en-US" sz="1400">
                  <a:solidFill>
                    <a:srgbClr val="005825"/>
                  </a:solidFill>
                  <a:latin typeface="微软雅黑" panose="020B0503020204020204" pitchFamily="34" charset="-122"/>
                </a:rPr>
                <a:t>点击此处添加文本内容</a:t>
              </a:r>
              <a:r>
                <a:rPr lang="zh-CN" altLang="en-US" sz="1400" dirty="0">
                  <a:solidFill>
                    <a:srgbClr val="005825"/>
                  </a:solidFill>
                  <a:latin typeface="微软雅黑" panose="020B0503020204020204" pitchFamily="34" charset="-122"/>
                </a:rPr>
                <a:t>，如关键词、部分简单介绍等。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51164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&#10;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3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图片 63">
            <a:extLst>
              <a:ext uri="{FF2B5EF4-FFF2-40B4-BE49-F238E27FC236}">
                <a16:creationId xmlns:a16="http://schemas.microsoft.com/office/drawing/2014/main" id="{3B67F843-08A8-4E3B-80F9-AF5591D28CA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3" b="78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5" name="矩形 64">
            <a:extLst>
              <a:ext uri="{FF2B5EF4-FFF2-40B4-BE49-F238E27FC236}">
                <a16:creationId xmlns:a16="http://schemas.microsoft.com/office/drawing/2014/main" id="{7D6B3F08-FEEB-43A5-BDE7-EC95A07E8EF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D0D41A9-C451-4D36-9614-D42257C7A75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5570" y="179061"/>
            <a:ext cx="2162258" cy="5455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3E36ADF9-64AB-4450-A972-DC03712A0BE9}"/>
              </a:ext>
            </a:extLst>
          </p:cNvPr>
          <p:cNvGrpSpPr/>
          <p:nvPr/>
        </p:nvGrpSpPr>
        <p:grpSpPr>
          <a:xfrm>
            <a:off x="229435" y="144004"/>
            <a:ext cx="3658643" cy="646331"/>
            <a:chOff x="368331" y="209716"/>
            <a:chExt cx="3658643" cy="646331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B81BBF6F-960C-4894-9188-B0BC95D25783}"/>
                </a:ext>
              </a:extLst>
            </p:cNvPr>
            <p:cNvGrpSpPr/>
            <p:nvPr/>
          </p:nvGrpSpPr>
          <p:grpSpPr>
            <a:xfrm>
              <a:off x="368331" y="209716"/>
              <a:ext cx="575110" cy="646331"/>
              <a:chOff x="368331" y="348215"/>
              <a:chExt cx="936000" cy="1051912"/>
            </a:xfrm>
          </p:grpSpPr>
          <p:sp>
            <p:nvSpPr>
              <p:cNvPr id="59" name="椭圆 58">
                <a:extLst>
                  <a:ext uri="{FF2B5EF4-FFF2-40B4-BE49-F238E27FC236}">
                    <a16:creationId xmlns:a16="http://schemas.microsoft.com/office/drawing/2014/main" id="{A5D48676-B157-4558-951B-BFB4E5889968}"/>
                  </a:ext>
                </a:extLst>
              </p:cNvPr>
              <p:cNvSpPr/>
              <p:nvPr/>
            </p:nvSpPr>
            <p:spPr>
              <a:xfrm>
                <a:off x="368331" y="388046"/>
                <a:ext cx="936000" cy="936000"/>
              </a:xfrm>
              <a:prstGeom prst="ellipse">
                <a:avLst/>
              </a:prstGeom>
              <a:solidFill>
                <a:srgbClr val="005825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50" b="1">
                  <a:cs typeface="+mn-ea"/>
                  <a:sym typeface="+mn-lt"/>
                </a:endParaRPr>
              </a:p>
            </p:txBody>
          </p:sp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6DD61D0D-8498-432F-932D-ADF5FD30970C}"/>
                  </a:ext>
                </a:extLst>
              </p:cNvPr>
              <p:cNvSpPr txBox="1"/>
              <p:nvPr/>
            </p:nvSpPr>
            <p:spPr>
              <a:xfrm>
                <a:off x="416209" y="348215"/>
                <a:ext cx="840245" cy="10519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3600" b="1" dirty="0">
                    <a:solidFill>
                      <a:srgbClr val="FCFCFC"/>
                    </a:solidFill>
                    <a:cs typeface="+mn-ea"/>
                    <a:sym typeface="+mn-lt"/>
                  </a:rPr>
                  <a:t>1</a:t>
                </a:r>
                <a:endParaRPr lang="zh-CN" altLang="en-US" sz="3600" b="1" dirty="0">
                  <a:solidFill>
                    <a:srgbClr val="FCFCFC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45036A13-C542-4D43-B32E-26EA4801BB61}"/>
                </a:ext>
              </a:extLst>
            </p:cNvPr>
            <p:cNvSpPr txBox="1"/>
            <p:nvPr/>
          </p:nvSpPr>
          <p:spPr>
            <a:xfrm>
              <a:off x="1182495" y="302049"/>
              <a:ext cx="28444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5825"/>
                  </a:solidFill>
                  <a:cs typeface="+mn-ea"/>
                  <a:sym typeface="+mn-lt"/>
                </a:rPr>
                <a:t>课题背景及内容</a:t>
              </a:r>
            </a:p>
          </p:txBody>
        </p:sp>
      </p:grp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155567E-A2CB-45C2-8E11-E9373EFAA595}"/>
              </a:ext>
            </a:extLst>
          </p:cNvPr>
          <p:cNvCxnSpPr/>
          <p:nvPr/>
        </p:nvCxnSpPr>
        <p:spPr>
          <a:xfrm>
            <a:off x="0" y="856047"/>
            <a:ext cx="12192000" cy="0"/>
          </a:xfrm>
          <a:prstGeom prst="line">
            <a:avLst/>
          </a:prstGeom>
          <a:ln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5C524F0D-4514-4CFC-B3C9-F9DDD488AFD2}"/>
              </a:ext>
            </a:extLst>
          </p:cNvPr>
          <p:cNvGrpSpPr/>
          <p:nvPr/>
        </p:nvGrpSpPr>
        <p:grpSpPr>
          <a:xfrm>
            <a:off x="259583" y="2022206"/>
            <a:ext cx="11672834" cy="4143097"/>
            <a:chOff x="-179529" y="1718640"/>
            <a:chExt cx="12528108" cy="4446664"/>
          </a:xfrm>
        </p:grpSpPr>
        <p:sp>
          <p:nvSpPr>
            <p:cNvPr id="11" name="副标题 2">
              <a:extLst>
                <a:ext uri="{FF2B5EF4-FFF2-40B4-BE49-F238E27FC236}">
                  <a16:creationId xmlns:a16="http://schemas.microsoft.com/office/drawing/2014/main" id="{A99C9A43-BA58-417C-AB31-3BEA2AF99153}"/>
                </a:ext>
              </a:extLst>
            </p:cNvPr>
            <p:cNvSpPr txBox="1">
              <a:spLocks/>
            </p:cNvSpPr>
            <p:nvPr/>
          </p:nvSpPr>
          <p:spPr>
            <a:xfrm>
              <a:off x="5551494" y="5205772"/>
              <a:ext cx="1656185" cy="311460"/>
            </a:xfrm>
            <a:prstGeom prst="rect">
              <a:avLst/>
            </a:prstGeom>
            <a:ln>
              <a:solidFill>
                <a:sysClr val="window" lastClr="FFFFFF"/>
              </a:solidFill>
            </a:ln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+mn-cs"/>
                </a:rPr>
                <a:t>汇报：张三</a:t>
              </a:r>
            </a:p>
          </p:txBody>
        </p:sp>
        <p:grpSp>
          <p:nvGrpSpPr>
            <p:cNvPr id="12" name="Group 3">
              <a:extLst>
                <a:ext uri="{FF2B5EF4-FFF2-40B4-BE49-F238E27FC236}">
                  <a16:creationId xmlns:a16="http://schemas.microsoft.com/office/drawing/2014/main" id="{8DF004E7-C7B1-4212-9407-F9BF328843D2}"/>
                </a:ext>
              </a:extLst>
            </p:cNvPr>
            <p:cNvGrpSpPr/>
            <p:nvPr/>
          </p:nvGrpSpPr>
          <p:grpSpPr>
            <a:xfrm>
              <a:off x="4222570" y="2649998"/>
              <a:ext cx="3746861" cy="3515306"/>
              <a:chOff x="4222570" y="3268989"/>
              <a:chExt cx="3746861" cy="3515306"/>
            </a:xfrm>
          </p:grpSpPr>
          <p:pic>
            <p:nvPicPr>
              <p:cNvPr id="13" name="Picture 4">
                <a:extLst>
                  <a:ext uri="{FF2B5EF4-FFF2-40B4-BE49-F238E27FC236}">
                    <a16:creationId xmlns:a16="http://schemas.microsoft.com/office/drawing/2014/main" id="{F1C12109-6425-4416-AFB3-F49451C230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/>
              <a:stretch>
                <a:fillRect/>
              </a:stretch>
            </p:blipFill>
            <p:spPr bwMode="auto">
              <a:xfrm>
                <a:off x="4222570" y="3268989"/>
                <a:ext cx="3746861" cy="35153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4" name="Freeform 46">
                <a:extLst>
                  <a:ext uri="{FF2B5EF4-FFF2-40B4-BE49-F238E27FC236}">
                    <a16:creationId xmlns:a16="http://schemas.microsoft.com/office/drawing/2014/main" id="{DD33BB76-F84D-4FE6-B209-635AC63EBD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0808" y="3702483"/>
                <a:ext cx="3030687" cy="1716387"/>
              </a:xfrm>
              <a:custGeom>
                <a:avLst/>
                <a:gdLst>
                  <a:gd name="T0" fmla="*/ 2513 w 2513"/>
                  <a:gd name="T1" fmla="*/ 0 h 1561"/>
                  <a:gd name="T2" fmla="*/ 0 w 2513"/>
                  <a:gd name="T3" fmla="*/ 0 h 1561"/>
                  <a:gd name="T4" fmla="*/ 0 w 2513"/>
                  <a:gd name="T5" fmla="*/ 1561 h 1561"/>
                  <a:gd name="T6" fmla="*/ 2513 w 2513"/>
                  <a:gd name="T7" fmla="*/ 0 h 1561"/>
                  <a:gd name="connsiteX0" fmla="*/ 10000 w 10000"/>
                  <a:gd name="connsiteY0" fmla="*/ 0 h 10000"/>
                  <a:gd name="connsiteX1" fmla="*/ 0 w 10000"/>
                  <a:gd name="connsiteY1" fmla="*/ 0 h 10000"/>
                  <a:gd name="connsiteX2" fmla="*/ 0 w 10000"/>
                  <a:gd name="connsiteY2" fmla="*/ 10000 h 10000"/>
                  <a:gd name="connsiteX3" fmla="*/ 4603 w 10000"/>
                  <a:gd name="connsiteY3" fmla="*/ 5341 h 10000"/>
                  <a:gd name="connsiteX4" fmla="*/ 10000 w 10000"/>
                  <a:gd name="connsiteY4" fmla="*/ 0 h 10000"/>
                  <a:gd name="connsiteX0" fmla="*/ 10000 w 10000"/>
                  <a:gd name="connsiteY0" fmla="*/ 0 h 10000"/>
                  <a:gd name="connsiteX1" fmla="*/ 0 w 10000"/>
                  <a:gd name="connsiteY1" fmla="*/ 0 h 10000"/>
                  <a:gd name="connsiteX2" fmla="*/ 0 w 10000"/>
                  <a:gd name="connsiteY2" fmla="*/ 10000 h 10000"/>
                  <a:gd name="connsiteX3" fmla="*/ 9835 w 10000"/>
                  <a:gd name="connsiteY3" fmla="*/ 9886 h 10000"/>
                  <a:gd name="connsiteX4" fmla="*/ 10000 w 10000"/>
                  <a:gd name="connsiteY4" fmla="*/ 0 h 10000"/>
                  <a:gd name="connsiteX0" fmla="*/ 10000 w 10048"/>
                  <a:gd name="connsiteY0" fmla="*/ 0 h 10000"/>
                  <a:gd name="connsiteX1" fmla="*/ 0 w 10048"/>
                  <a:gd name="connsiteY1" fmla="*/ 0 h 10000"/>
                  <a:gd name="connsiteX2" fmla="*/ 0 w 10048"/>
                  <a:gd name="connsiteY2" fmla="*/ 10000 h 10000"/>
                  <a:gd name="connsiteX3" fmla="*/ 10048 w 10048"/>
                  <a:gd name="connsiteY3" fmla="*/ 9848 h 10000"/>
                  <a:gd name="connsiteX4" fmla="*/ 10000 w 10048"/>
                  <a:gd name="connsiteY4" fmla="*/ 0 h 10000"/>
                  <a:gd name="connsiteX0" fmla="*/ 10000 w 10005"/>
                  <a:gd name="connsiteY0" fmla="*/ 0 h 10036"/>
                  <a:gd name="connsiteX1" fmla="*/ 0 w 10005"/>
                  <a:gd name="connsiteY1" fmla="*/ 0 h 10036"/>
                  <a:gd name="connsiteX2" fmla="*/ 0 w 10005"/>
                  <a:gd name="connsiteY2" fmla="*/ 10000 h 10036"/>
                  <a:gd name="connsiteX3" fmla="*/ 10005 w 10005"/>
                  <a:gd name="connsiteY3" fmla="*/ 10036 h 10036"/>
                  <a:gd name="connsiteX4" fmla="*/ 10000 w 10005"/>
                  <a:gd name="connsiteY4" fmla="*/ 0 h 100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05" h="10036">
                    <a:moveTo>
                      <a:pt x="10000" y="0"/>
                    </a:moveTo>
                    <a:lnTo>
                      <a:pt x="0" y="0"/>
                    </a:lnTo>
                    <a:lnTo>
                      <a:pt x="0" y="10000"/>
                    </a:lnTo>
                    <a:lnTo>
                      <a:pt x="10005" y="10036"/>
                    </a:lnTo>
                    <a:cubicBezTo>
                      <a:pt x="9989" y="6753"/>
                      <a:pt x="10016" y="3283"/>
                      <a:pt x="10000" y="0"/>
                    </a:cubicBezTo>
                    <a:close/>
                  </a:path>
                </a:pathLst>
              </a:custGeom>
              <a:solidFill>
                <a:srgbClr val="005825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id-ID" kern="0">
                  <a:solidFill>
                    <a:prstClr val="black"/>
                  </a:solidFill>
                  <a:latin typeface="微软雅黑" pitchFamily="34" charset="-122"/>
                </a:endParaRPr>
              </a:p>
            </p:txBody>
          </p:sp>
        </p:grpSp>
        <p:sp>
          <p:nvSpPr>
            <p:cNvPr id="15" name="Freeform 51">
              <a:extLst>
                <a:ext uri="{FF2B5EF4-FFF2-40B4-BE49-F238E27FC236}">
                  <a16:creationId xmlns:a16="http://schemas.microsoft.com/office/drawing/2014/main" id="{097AF43A-AA80-43D9-8A9E-AFD57A31F8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37359" y="3610187"/>
              <a:ext cx="715095" cy="715766"/>
            </a:xfrm>
            <a:custGeom>
              <a:avLst/>
              <a:gdLst>
                <a:gd name="T0" fmla="*/ 533 w 1065"/>
                <a:gd name="T1" fmla="*/ 0 h 1066"/>
                <a:gd name="T2" fmla="*/ 67 w 1065"/>
                <a:gd name="T3" fmla="*/ 999 h 1066"/>
                <a:gd name="T4" fmla="*/ 0 w 1065"/>
                <a:gd name="T5" fmla="*/ 1066 h 1066"/>
                <a:gd name="T6" fmla="*/ 1065 w 1065"/>
                <a:gd name="T7" fmla="*/ 267 h 1066"/>
                <a:gd name="T8" fmla="*/ 400 w 1065"/>
                <a:gd name="T9" fmla="*/ 999 h 1066"/>
                <a:gd name="T10" fmla="*/ 200 w 1065"/>
                <a:gd name="T11" fmla="*/ 866 h 1066"/>
                <a:gd name="T12" fmla="*/ 400 w 1065"/>
                <a:gd name="T13" fmla="*/ 999 h 1066"/>
                <a:gd name="T14" fmla="*/ 133 w 1065"/>
                <a:gd name="T15" fmla="*/ 733 h 1066"/>
                <a:gd name="T16" fmla="*/ 466 w 1065"/>
                <a:gd name="T17" fmla="*/ 666 h 1066"/>
                <a:gd name="T18" fmla="*/ 466 w 1065"/>
                <a:gd name="T19" fmla="*/ 600 h 1066"/>
                <a:gd name="T20" fmla="*/ 133 w 1065"/>
                <a:gd name="T21" fmla="*/ 533 h 1066"/>
                <a:gd name="T22" fmla="*/ 466 w 1065"/>
                <a:gd name="T23" fmla="*/ 600 h 1066"/>
                <a:gd name="T24" fmla="*/ 133 w 1065"/>
                <a:gd name="T25" fmla="*/ 466 h 1066"/>
                <a:gd name="T26" fmla="*/ 466 w 1065"/>
                <a:gd name="T27" fmla="*/ 400 h 1066"/>
                <a:gd name="T28" fmla="*/ 466 w 1065"/>
                <a:gd name="T29" fmla="*/ 333 h 1066"/>
                <a:gd name="T30" fmla="*/ 133 w 1065"/>
                <a:gd name="T31" fmla="*/ 267 h 1066"/>
                <a:gd name="T32" fmla="*/ 466 w 1065"/>
                <a:gd name="T33" fmla="*/ 333 h 1066"/>
                <a:gd name="T34" fmla="*/ 133 w 1065"/>
                <a:gd name="T35" fmla="*/ 200 h 1066"/>
                <a:gd name="T36" fmla="*/ 466 w 1065"/>
                <a:gd name="T37" fmla="*/ 134 h 1066"/>
                <a:gd name="T38" fmla="*/ 799 w 1065"/>
                <a:gd name="T39" fmla="*/ 932 h 1066"/>
                <a:gd name="T40" fmla="*/ 666 w 1065"/>
                <a:gd name="T41" fmla="*/ 799 h 1066"/>
                <a:gd name="T42" fmla="*/ 799 w 1065"/>
                <a:gd name="T43" fmla="*/ 932 h 1066"/>
                <a:gd name="T44" fmla="*/ 666 w 1065"/>
                <a:gd name="T45" fmla="*/ 733 h 1066"/>
                <a:gd name="T46" fmla="*/ 799 w 1065"/>
                <a:gd name="T47" fmla="*/ 600 h 1066"/>
                <a:gd name="T48" fmla="*/ 799 w 1065"/>
                <a:gd name="T49" fmla="*/ 533 h 1066"/>
                <a:gd name="T50" fmla="*/ 666 w 1065"/>
                <a:gd name="T51" fmla="*/ 400 h 1066"/>
                <a:gd name="T52" fmla="*/ 799 w 1065"/>
                <a:gd name="T53" fmla="*/ 533 h 1066"/>
                <a:gd name="T54" fmla="*/ 866 w 1065"/>
                <a:gd name="T55" fmla="*/ 932 h 1066"/>
                <a:gd name="T56" fmla="*/ 999 w 1065"/>
                <a:gd name="T57" fmla="*/ 799 h 1066"/>
                <a:gd name="T58" fmla="*/ 999 w 1065"/>
                <a:gd name="T59" fmla="*/ 733 h 1066"/>
                <a:gd name="T60" fmla="*/ 866 w 1065"/>
                <a:gd name="T61" fmla="*/ 600 h 1066"/>
                <a:gd name="T62" fmla="*/ 999 w 1065"/>
                <a:gd name="T63" fmla="*/ 733 h 1066"/>
                <a:gd name="T64" fmla="*/ 866 w 1065"/>
                <a:gd name="T65" fmla="*/ 533 h 1066"/>
                <a:gd name="T66" fmla="*/ 999 w 1065"/>
                <a:gd name="T67" fmla="*/ 400 h 1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65" h="1066">
                  <a:moveTo>
                    <a:pt x="533" y="267"/>
                  </a:moveTo>
                  <a:lnTo>
                    <a:pt x="533" y="0"/>
                  </a:lnTo>
                  <a:lnTo>
                    <a:pt x="67" y="0"/>
                  </a:lnTo>
                  <a:lnTo>
                    <a:pt x="67" y="999"/>
                  </a:lnTo>
                  <a:lnTo>
                    <a:pt x="0" y="999"/>
                  </a:lnTo>
                  <a:lnTo>
                    <a:pt x="0" y="1066"/>
                  </a:lnTo>
                  <a:lnTo>
                    <a:pt x="1065" y="1066"/>
                  </a:lnTo>
                  <a:lnTo>
                    <a:pt x="1065" y="267"/>
                  </a:lnTo>
                  <a:lnTo>
                    <a:pt x="533" y="267"/>
                  </a:lnTo>
                  <a:close/>
                  <a:moveTo>
                    <a:pt x="400" y="999"/>
                  </a:moveTo>
                  <a:lnTo>
                    <a:pt x="200" y="999"/>
                  </a:lnTo>
                  <a:lnTo>
                    <a:pt x="200" y="866"/>
                  </a:lnTo>
                  <a:lnTo>
                    <a:pt x="400" y="866"/>
                  </a:lnTo>
                  <a:lnTo>
                    <a:pt x="400" y="999"/>
                  </a:lnTo>
                  <a:close/>
                  <a:moveTo>
                    <a:pt x="466" y="733"/>
                  </a:moveTo>
                  <a:lnTo>
                    <a:pt x="133" y="733"/>
                  </a:lnTo>
                  <a:lnTo>
                    <a:pt x="133" y="666"/>
                  </a:lnTo>
                  <a:lnTo>
                    <a:pt x="466" y="666"/>
                  </a:lnTo>
                  <a:lnTo>
                    <a:pt x="466" y="733"/>
                  </a:lnTo>
                  <a:close/>
                  <a:moveTo>
                    <a:pt x="466" y="600"/>
                  </a:moveTo>
                  <a:lnTo>
                    <a:pt x="133" y="600"/>
                  </a:lnTo>
                  <a:lnTo>
                    <a:pt x="133" y="533"/>
                  </a:lnTo>
                  <a:lnTo>
                    <a:pt x="466" y="533"/>
                  </a:lnTo>
                  <a:lnTo>
                    <a:pt x="466" y="600"/>
                  </a:lnTo>
                  <a:close/>
                  <a:moveTo>
                    <a:pt x="466" y="466"/>
                  </a:moveTo>
                  <a:lnTo>
                    <a:pt x="133" y="466"/>
                  </a:lnTo>
                  <a:lnTo>
                    <a:pt x="133" y="400"/>
                  </a:lnTo>
                  <a:lnTo>
                    <a:pt x="466" y="400"/>
                  </a:lnTo>
                  <a:lnTo>
                    <a:pt x="466" y="466"/>
                  </a:lnTo>
                  <a:close/>
                  <a:moveTo>
                    <a:pt x="466" y="333"/>
                  </a:moveTo>
                  <a:lnTo>
                    <a:pt x="133" y="333"/>
                  </a:lnTo>
                  <a:lnTo>
                    <a:pt x="133" y="267"/>
                  </a:lnTo>
                  <a:lnTo>
                    <a:pt x="466" y="267"/>
                  </a:lnTo>
                  <a:lnTo>
                    <a:pt x="466" y="333"/>
                  </a:lnTo>
                  <a:close/>
                  <a:moveTo>
                    <a:pt x="466" y="200"/>
                  </a:moveTo>
                  <a:lnTo>
                    <a:pt x="133" y="200"/>
                  </a:lnTo>
                  <a:lnTo>
                    <a:pt x="133" y="134"/>
                  </a:lnTo>
                  <a:lnTo>
                    <a:pt x="466" y="134"/>
                  </a:lnTo>
                  <a:lnTo>
                    <a:pt x="466" y="200"/>
                  </a:lnTo>
                  <a:close/>
                  <a:moveTo>
                    <a:pt x="799" y="932"/>
                  </a:moveTo>
                  <a:lnTo>
                    <a:pt x="666" y="932"/>
                  </a:lnTo>
                  <a:lnTo>
                    <a:pt x="666" y="799"/>
                  </a:lnTo>
                  <a:lnTo>
                    <a:pt x="799" y="799"/>
                  </a:lnTo>
                  <a:lnTo>
                    <a:pt x="799" y="932"/>
                  </a:lnTo>
                  <a:close/>
                  <a:moveTo>
                    <a:pt x="799" y="733"/>
                  </a:moveTo>
                  <a:lnTo>
                    <a:pt x="666" y="733"/>
                  </a:lnTo>
                  <a:lnTo>
                    <a:pt x="666" y="600"/>
                  </a:lnTo>
                  <a:lnTo>
                    <a:pt x="799" y="600"/>
                  </a:lnTo>
                  <a:lnTo>
                    <a:pt x="799" y="733"/>
                  </a:lnTo>
                  <a:close/>
                  <a:moveTo>
                    <a:pt x="799" y="533"/>
                  </a:moveTo>
                  <a:lnTo>
                    <a:pt x="666" y="533"/>
                  </a:lnTo>
                  <a:lnTo>
                    <a:pt x="666" y="400"/>
                  </a:lnTo>
                  <a:lnTo>
                    <a:pt x="799" y="400"/>
                  </a:lnTo>
                  <a:lnTo>
                    <a:pt x="799" y="533"/>
                  </a:lnTo>
                  <a:close/>
                  <a:moveTo>
                    <a:pt x="999" y="932"/>
                  </a:moveTo>
                  <a:lnTo>
                    <a:pt x="866" y="932"/>
                  </a:lnTo>
                  <a:lnTo>
                    <a:pt x="866" y="799"/>
                  </a:lnTo>
                  <a:lnTo>
                    <a:pt x="999" y="799"/>
                  </a:lnTo>
                  <a:lnTo>
                    <a:pt x="999" y="932"/>
                  </a:lnTo>
                  <a:close/>
                  <a:moveTo>
                    <a:pt x="999" y="733"/>
                  </a:moveTo>
                  <a:lnTo>
                    <a:pt x="866" y="733"/>
                  </a:lnTo>
                  <a:lnTo>
                    <a:pt x="866" y="600"/>
                  </a:lnTo>
                  <a:lnTo>
                    <a:pt x="999" y="600"/>
                  </a:lnTo>
                  <a:lnTo>
                    <a:pt x="999" y="733"/>
                  </a:lnTo>
                  <a:close/>
                  <a:moveTo>
                    <a:pt x="999" y="533"/>
                  </a:moveTo>
                  <a:lnTo>
                    <a:pt x="866" y="533"/>
                  </a:lnTo>
                  <a:lnTo>
                    <a:pt x="866" y="400"/>
                  </a:lnTo>
                  <a:lnTo>
                    <a:pt x="999" y="400"/>
                  </a:lnTo>
                  <a:lnTo>
                    <a:pt x="999" y="533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id-ID" kern="0">
                <a:solidFill>
                  <a:prstClr val="black"/>
                </a:solidFill>
                <a:latin typeface="微软雅黑" pitchFamily="34" charset="-122"/>
              </a:endParaRPr>
            </a:p>
          </p:txBody>
        </p:sp>
        <p:grpSp>
          <p:nvGrpSpPr>
            <p:cNvPr id="16" name="Group 11">
              <a:extLst>
                <a:ext uri="{FF2B5EF4-FFF2-40B4-BE49-F238E27FC236}">
                  <a16:creationId xmlns:a16="http://schemas.microsoft.com/office/drawing/2014/main" id="{A0BF54BB-13B5-4DC9-88A9-8F826453F283}"/>
                </a:ext>
              </a:extLst>
            </p:cNvPr>
            <p:cNvGrpSpPr/>
            <p:nvPr/>
          </p:nvGrpSpPr>
          <p:grpSpPr>
            <a:xfrm>
              <a:off x="2720353" y="3874505"/>
              <a:ext cx="1363269" cy="1042251"/>
              <a:chOff x="2066926" y="4165600"/>
              <a:chExt cx="1530350" cy="1169988"/>
            </a:xfrm>
            <a:solidFill>
              <a:srgbClr val="005825"/>
            </a:solidFill>
          </p:grpSpPr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279B798D-E47A-4F97-AB61-AC29844CEBC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133601" y="4232275"/>
                <a:ext cx="1035050" cy="1041400"/>
              </a:xfrm>
              <a:custGeom>
                <a:avLst/>
                <a:gdLst>
                  <a:gd name="T0" fmla="*/ 117 w 234"/>
                  <a:gd name="T1" fmla="*/ 218 h 235"/>
                  <a:gd name="T2" fmla="*/ 17 w 234"/>
                  <a:gd name="T3" fmla="*/ 117 h 235"/>
                  <a:gd name="T4" fmla="*/ 117 w 234"/>
                  <a:gd name="T5" fmla="*/ 17 h 235"/>
                  <a:gd name="T6" fmla="*/ 217 w 234"/>
                  <a:gd name="T7" fmla="*/ 117 h 235"/>
                  <a:gd name="T8" fmla="*/ 117 w 234"/>
                  <a:gd name="T9" fmla="*/ 218 h 235"/>
                  <a:gd name="T10" fmla="*/ 117 w 234"/>
                  <a:gd name="T11" fmla="*/ 0 h 235"/>
                  <a:gd name="T12" fmla="*/ 0 w 234"/>
                  <a:gd name="T13" fmla="*/ 117 h 235"/>
                  <a:gd name="T14" fmla="*/ 117 w 234"/>
                  <a:gd name="T15" fmla="*/ 235 h 235"/>
                  <a:gd name="T16" fmla="*/ 234 w 234"/>
                  <a:gd name="T17" fmla="*/ 117 h 235"/>
                  <a:gd name="T18" fmla="*/ 117 w 234"/>
                  <a:gd name="T19" fmla="*/ 0 h 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4" h="235">
                    <a:moveTo>
                      <a:pt x="117" y="218"/>
                    </a:moveTo>
                    <a:cubicBezTo>
                      <a:pt x="62" y="218"/>
                      <a:pt x="17" y="173"/>
                      <a:pt x="17" y="117"/>
                    </a:cubicBezTo>
                    <a:cubicBezTo>
                      <a:pt x="17" y="62"/>
                      <a:pt x="62" y="17"/>
                      <a:pt x="117" y="17"/>
                    </a:cubicBezTo>
                    <a:cubicBezTo>
                      <a:pt x="172" y="17"/>
                      <a:pt x="217" y="62"/>
                      <a:pt x="217" y="117"/>
                    </a:cubicBezTo>
                    <a:cubicBezTo>
                      <a:pt x="217" y="173"/>
                      <a:pt x="172" y="218"/>
                      <a:pt x="117" y="218"/>
                    </a:cubicBezTo>
                    <a:moveTo>
                      <a:pt x="117" y="0"/>
                    </a:moveTo>
                    <a:cubicBezTo>
                      <a:pt x="52" y="0"/>
                      <a:pt x="0" y="53"/>
                      <a:pt x="0" y="117"/>
                    </a:cubicBezTo>
                    <a:cubicBezTo>
                      <a:pt x="0" y="182"/>
                      <a:pt x="52" y="235"/>
                      <a:pt x="117" y="235"/>
                    </a:cubicBezTo>
                    <a:cubicBezTo>
                      <a:pt x="182" y="235"/>
                      <a:pt x="234" y="182"/>
                      <a:pt x="234" y="117"/>
                    </a:cubicBezTo>
                    <a:cubicBezTo>
                      <a:pt x="234" y="53"/>
                      <a:pt x="182" y="0"/>
                      <a:pt x="117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id-ID" kern="0">
                  <a:solidFill>
                    <a:prstClr val="black"/>
                  </a:solidFill>
                  <a:latin typeface="微软雅黑" pitchFamily="34" charset="-122"/>
                </a:endParaRPr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4DF1D7F8-CFB2-480C-80A7-6045B9E949B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066926" y="4165600"/>
                <a:ext cx="1168400" cy="1169988"/>
              </a:xfrm>
              <a:custGeom>
                <a:avLst/>
                <a:gdLst>
                  <a:gd name="T0" fmla="*/ 132 w 264"/>
                  <a:gd name="T1" fmla="*/ 261 h 264"/>
                  <a:gd name="T2" fmla="*/ 3 w 264"/>
                  <a:gd name="T3" fmla="*/ 132 h 264"/>
                  <a:gd name="T4" fmla="*/ 132 w 264"/>
                  <a:gd name="T5" fmla="*/ 4 h 264"/>
                  <a:gd name="T6" fmla="*/ 261 w 264"/>
                  <a:gd name="T7" fmla="*/ 132 h 264"/>
                  <a:gd name="T8" fmla="*/ 132 w 264"/>
                  <a:gd name="T9" fmla="*/ 261 h 264"/>
                  <a:gd name="T10" fmla="*/ 132 w 264"/>
                  <a:gd name="T11" fmla="*/ 0 h 264"/>
                  <a:gd name="T12" fmla="*/ 0 w 264"/>
                  <a:gd name="T13" fmla="*/ 132 h 264"/>
                  <a:gd name="T14" fmla="*/ 132 w 264"/>
                  <a:gd name="T15" fmla="*/ 264 h 264"/>
                  <a:gd name="T16" fmla="*/ 264 w 264"/>
                  <a:gd name="T17" fmla="*/ 132 h 264"/>
                  <a:gd name="T18" fmla="*/ 132 w 264"/>
                  <a:gd name="T19" fmla="*/ 0 h 2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64" h="264">
                    <a:moveTo>
                      <a:pt x="132" y="261"/>
                    </a:moveTo>
                    <a:cubicBezTo>
                      <a:pt x="61" y="261"/>
                      <a:pt x="3" y="203"/>
                      <a:pt x="3" y="132"/>
                    </a:cubicBezTo>
                    <a:cubicBezTo>
                      <a:pt x="3" y="61"/>
                      <a:pt x="61" y="4"/>
                      <a:pt x="132" y="4"/>
                    </a:cubicBezTo>
                    <a:cubicBezTo>
                      <a:pt x="203" y="4"/>
                      <a:pt x="261" y="61"/>
                      <a:pt x="261" y="132"/>
                    </a:cubicBezTo>
                    <a:cubicBezTo>
                      <a:pt x="261" y="203"/>
                      <a:pt x="203" y="261"/>
                      <a:pt x="132" y="261"/>
                    </a:cubicBezTo>
                    <a:moveTo>
                      <a:pt x="132" y="0"/>
                    </a:moveTo>
                    <a:cubicBezTo>
                      <a:pt x="59" y="0"/>
                      <a:pt x="0" y="60"/>
                      <a:pt x="0" y="132"/>
                    </a:cubicBezTo>
                    <a:cubicBezTo>
                      <a:pt x="0" y="205"/>
                      <a:pt x="59" y="264"/>
                      <a:pt x="132" y="264"/>
                    </a:cubicBezTo>
                    <a:cubicBezTo>
                      <a:pt x="205" y="264"/>
                      <a:pt x="264" y="205"/>
                      <a:pt x="264" y="132"/>
                    </a:cubicBezTo>
                    <a:cubicBezTo>
                      <a:pt x="264" y="60"/>
                      <a:pt x="205" y="0"/>
                      <a:pt x="132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id-ID" kern="0">
                  <a:solidFill>
                    <a:prstClr val="black"/>
                  </a:solidFill>
                  <a:latin typeface="微软雅黑" pitchFamily="34" charset="-122"/>
                </a:endParaRP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27DFBA77-0BCB-4C55-A7E1-714A234C57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213" y="4308475"/>
                <a:ext cx="885825" cy="889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id-ID" kern="0">
                  <a:solidFill>
                    <a:prstClr val="black"/>
                  </a:solidFill>
                  <a:latin typeface="微软雅黑" pitchFamily="34" charset="-122"/>
                </a:endParaRPr>
              </a:p>
            </p:txBody>
          </p:sp>
          <p:sp>
            <p:nvSpPr>
              <p:cNvPr id="20" name="Freeform 31">
                <a:extLst>
                  <a:ext uri="{FF2B5EF4-FFF2-40B4-BE49-F238E27FC236}">
                    <a16:creationId xmlns:a16="http://schemas.microsoft.com/office/drawing/2014/main" id="{2427EF52-5617-432D-92DF-41593196BA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1688" y="4560888"/>
                <a:ext cx="255588" cy="406400"/>
              </a:xfrm>
              <a:custGeom>
                <a:avLst/>
                <a:gdLst>
                  <a:gd name="T0" fmla="*/ 0 w 161"/>
                  <a:gd name="T1" fmla="*/ 0 h 256"/>
                  <a:gd name="T2" fmla="*/ 0 w 161"/>
                  <a:gd name="T3" fmla="*/ 256 h 256"/>
                  <a:gd name="T4" fmla="*/ 161 w 161"/>
                  <a:gd name="T5" fmla="*/ 128 h 256"/>
                  <a:gd name="T6" fmla="*/ 0 w 161"/>
                  <a:gd name="T7" fmla="*/ 0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61" h="256">
                    <a:moveTo>
                      <a:pt x="0" y="0"/>
                    </a:moveTo>
                    <a:lnTo>
                      <a:pt x="0" y="256"/>
                    </a:lnTo>
                    <a:lnTo>
                      <a:pt x="161" y="128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id-ID" kern="0">
                  <a:solidFill>
                    <a:prstClr val="black"/>
                  </a:solidFill>
                  <a:latin typeface="微软雅黑" pitchFamily="34" charset="-122"/>
                </a:endParaRPr>
              </a:p>
            </p:txBody>
          </p:sp>
          <p:sp>
            <p:nvSpPr>
              <p:cNvPr id="21" name="Freeform 32">
                <a:extLst>
                  <a:ext uri="{FF2B5EF4-FFF2-40B4-BE49-F238E27FC236}">
                    <a16:creationId xmlns:a16="http://schemas.microsoft.com/office/drawing/2014/main" id="{420591FF-E82F-4D7B-96FC-4817470550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1688" y="4560888"/>
                <a:ext cx="255588" cy="406400"/>
              </a:xfrm>
              <a:custGeom>
                <a:avLst/>
                <a:gdLst>
                  <a:gd name="T0" fmla="*/ 0 w 161"/>
                  <a:gd name="T1" fmla="*/ 0 h 256"/>
                  <a:gd name="T2" fmla="*/ 0 w 161"/>
                  <a:gd name="T3" fmla="*/ 256 h 256"/>
                  <a:gd name="T4" fmla="*/ 161 w 161"/>
                  <a:gd name="T5" fmla="*/ 128 h 256"/>
                  <a:gd name="T6" fmla="*/ 0 w 161"/>
                  <a:gd name="T7" fmla="*/ 0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61" h="256">
                    <a:moveTo>
                      <a:pt x="0" y="0"/>
                    </a:moveTo>
                    <a:lnTo>
                      <a:pt x="0" y="256"/>
                    </a:lnTo>
                    <a:lnTo>
                      <a:pt x="161" y="128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id-ID" kern="0">
                  <a:solidFill>
                    <a:prstClr val="black"/>
                  </a:solidFill>
                  <a:latin typeface="微软雅黑" pitchFamily="34" charset="-122"/>
                </a:endParaRPr>
              </a:p>
            </p:txBody>
          </p:sp>
        </p:grpSp>
        <p:grpSp>
          <p:nvGrpSpPr>
            <p:cNvPr id="22" name="Group 17">
              <a:extLst>
                <a:ext uri="{FF2B5EF4-FFF2-40B4-BE49-F238E27FC236}">
                  <a16:creationId xmlns:a16="http://schemas.microsoft.com/office/drawing/2014/main" id="{E4595523-0B53-47BF-AF03-FA802F87CE63}"/>
                </a:ext>
              </a:extLst>
            </p:cNvPr>
            <p:cNvGrpSpPr/>
            <p:nvPr/>
          </p:nvGrpSpPr>
          <p:grpSpPr>
            <a:xfrm>
              <a:off x="8150804" y="3874505"/>
              <a:ext cx="1320844" cy="1042251"/>
              <a:chOff x="8162926" y="4165600"/>
              <a:chExt cx="1482725" cy="1169988"/>
            </a:xfrm>
            <a:solidFill>
              <a:srgbClr val="005825"/>
            </a:solidFill>
          </p:grpSpPr>
          <p:sp>
            <p:nvSpPr>
              <p:cNvPr id="23" name="Freeform 19">
                <a:extLst>
                  <a:ext uri="{FF2B5EF4-FFF2-40B4-BE49-F238E27FC236}">
                    <a16:creationId xmlns:a16="http://schemas.microsoft.com/office/drawing/2014/main" id="{8ED285CC-3A97-4AA5-90D3-74ED50A21D4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539163" y="4232275"/>
                <a:ext cx="1039813" cy="1041400"/>
              </a:xfrm>
              <a:custGeom>
                <a:avLst/>
                <a:gdLst>
                  <a:gd name="T0" fmla="*/ 118 w 235"/>
                  <a:gd name="T1" fmla="*/ 218 h 235"/>
                  <a:gd name="T2" fmla="*/ 17 w 235"/>
                  <a:gd name="T3" fmla="*/ 117 h 235"/>
                  <a:gd name="T4" fmla="*/ 118 w 235"/>
                  <a:gd name="T5" fmla="*/ 17 h 235"/>
                  <a:gd name="T6" fmla="*/ 218 w 235"/>
                  <a:gd name="T7" fmla="*/ 117 h 235"/>
                  <a:gd name="T8" fmla="*/ 118 w 235"/>
                  <a:gd name="T9" fmla="*/ 218 h 235"/>
                  <a:gd name="T10" fmla="*/ 118 w 235"/>
                  <a:gd name="T11" fmla="*/ 0 h 235"/>
                  <a:gd name="T12" fmla="*/ 0 w 235"/>
                  <a:gd name="T13" fmla="*/ 117 h 235"/>
                  <a:gd name="T14" fmla="*/ 118 w 235"/>
                  <a:gd name="T15" fmla="*/ 235 h 235"/>
                  <a:gd name="T16" fmla="*/ 235 w 235"/>
                  <a:gd name="T17" fmla="*/ 117 h 235"/>
                  <a:gd name="T18" fmla="*/ 118 w 235"/>
                  <a:gd name="T19" fmla="*/ 0 h 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5" h="235">
                    <a:moveTo>
                      <a:pt x="118" y="218"/>
                    </a:moveTo>
                    <a:cubicBezTo>
                      <a:pt x="62" y="218"/>
                      <a:pt x="17" y="173"/>
                      <a:pt x="17" y="117"/>
                    </a:cubicBezTo>
                    <a:cubicBezTo>
                      <a:pt x="17" y="62"/>
                      <a:pt x="62" y="17"/>
                      <a:pt x="118" y="17"/>
                    </a:cubicBezTo>
                    <a:cubicBezTo>
                      <a:pt x="173" y="17"/>
                      <a:pt x="218" y="62"/>
                      <a:pt x="218" y="117"/>
                    </a:cubicBezTo>
                    <a:cubicBezTo>
                      <a:pt x="218" y="173"/>
                      <a:pt x="173" y="218"/>
                      <a:pt x="118" y="218"/>
                    </a:cubicBezTo>
                    <a:moveTo>
                      <a:pt x="118" y="0"/>
                    </a:moveTo>
                    <a:cubicBezTo>
                      <a:pt x="53" y="0"/>
                      <a:pt x="0" y="53"/>
                      <a:pt x="0" y="117"/>
                    </a:cubicBezTo>
                    <a:cubicBezTo>
                      <a:pt x="0" y="182"/>
                      <a:pt x="53" y="235"/>
                      <a:pt x="118" y="235"/>
                    </a:cubicBezTo>
                    <a:cubicBezTo>
                      <a:pt x="182" y="235"/>
                      <a:pt x="235" y="182"/>
                      <a:pt x="235" y="117"/>
                    </a:cubicBezTo>
                    <a:cubicBezTo>
                      <a:pt x="235" y="53"/>
                      <a:pt x="182" y="0"/>
                      <a:pt x="118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id-ID" kern="0">
                  <a:solidFill>
                    <a:prstClr val="black"/>
                  </a:solidFill>
                  <a:latin typeface="微软雅黑" pitchFamily="34" charset="-122"/>
                </a:endParaRPr>
              </a:p>
            </p:txBody>
          </p:sp>
          <p:sp>
            <p:nvSpPr>
              <p:cNvPr id="24" name="Freeform 20">
                <a:extLst>
                  <a:ext uri="{FF2B5EF4-FFF2-40B4-BE49-F238E27FC236}">
                    <a16:creationId xmlns:a16="http://schemas.microsoft.com/office/drawing/2014/main" id="{AEEF578A-E5CC-4350-BC6A-0F88DDE20C5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477251" y="4165600"/>
                <a:ext cx="1168400" cy="1169988"/>
              </a:xfrm>
              <a:custGeom>
                <a:avLst/>
                <a:gdLst>
                  <a:gd name="T0" fmla="*/ 132 w 264"/>
                  <a:gd name="T1" fmla="*/ 261 h 264"/>
                  <a:gd name="T2" fmla="*/ 3 w 264"/>
                  <a:gd name="T3" fmla="*/ 132 h 264"/>
                  <a:gd name="T4" fmla="*/ 132 w 264"/>
                  <a:gd name="T5" fmla="*/ 4 h 264"/>
                  <a:gd name="T6" fmla="*/ 260 w 264"/>
                  <a:gd name="T7" fmla="*/ 132 h 264"/>
                  <a:gd name="T8" fmla="*/ 132 w 264"/>
                  <a:gd name="T9" fmla="*/ 261 h 264"/>
                  <a:gd name="T10" fmla="*/ 132 w 264"/>
                  <a:gd name="T11" fmla="*/ 0 h 264"/>
                  <a:gd name="T12" fmla="*/ 0 w 264"/>
                  <a:gd name="T13" fmla="*/ 132 h 264"/>
                  <a:gd name="T14" fmla="*/ 132 w 264"/>
                  <a:gd name="T15" fmla="*/ 264 h 264"/>
                  <a:gd name="T16" fmla="*/ 264 w 264"/>
                  <a:gd name="T17" fmla="*/ 132 h 264"/>
                  <a:gd name="T18" fmla="*/ 132 w 264"/>
                  <a:gd name="T19" fmla="*/ 0 h 2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64" h="264">
                    <a:moveTo>
                      <a:pt x="132" y="261"/>
                    </a:moveTo>
                    <a:cubicBezTo>
                      <a:pt x="61" y="261"/>
                      <a:pt x="3" y="203"/>
                      <a:pt x="3" y="132"/>
                    </a:cubicBezTo>
                    <a:cubicBezTo>
                      <a:pt x="3" y="61"/>
                      <a:pt x="61" y="4"/>
                      <a:pt x="132" y="4"/>
                    </a:cubicBezTo>
                    <a:cubicBezTo>
                      <a:pt x="203" y="4"/>
                      <a:pt x="260" y="61"/>
                      <a:pt x="260" y="132"/>
                    </a:cubicBezTo>
                    <a:cubicBezTo>
                      <a:pt x="260" y="203"/>
                      <a:pt x="203" y="261"/>
                      <a:pt x="132" y="261"/>
                    </a:cubicBezTo>
                    <a:moveTo>
                      <a:pt x="132" y="0"/>
                    </a:moveTo>
                    <a:cubicBezTo>
                      <a:pt x="59" y="0"/>
                      <a:pt x="0" y="60"/>
                      <a:pt x="0" y="132"/>
                    </a:cubicBezTo>
                    <a:cubicBezTo>
                      <a:pt x="0" y="205"/>
                      <a:pt x="59" y="264"/>
                      <a:pt x="132" y="264"/>
                    </a:cubicBezTo>
                    <a:cubicBezTo>
                      <a:pt x="204" y="264"/>
                      <a:pt x="264" y="205"/>
                      <a:pt x="264" y="132"/>
                    </a:cubicBezTo>
                    <a:cubicBezTo>
                      <a:pt x="264" y="60"/>
                      <a:pt x="204" y="0"/>
                      <a:pt x="132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id-ID" kern="0">
                  <a:solidFill>
                    <a:prstClr val="black"/>
                  </a:solidFill>
                  <a:latin typeface="微软雅黑" pitchFamily="34" charset="-122"/>
                </a:endParaRPr>
              </a:p>
            </p:txBody>
          </p:sp>
          <p:sp>
            <p:nvSpPr>
              <p:cNvPr id="25" name="Oval 21">
                <a:extLst>
                  <a:ext uri="{FF2B5EF4-FFF2-40B4-BE49-F238E27FC236}">
                    <a16:creationId xmlns:a16="http://schemas.microsoft.com/office/drawing/2014/main" id="{10F89C37-CFF6-4560-8ED6-897346D6E3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15363" y="4308475"/>
                <a:ext cx="889000" cy="889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id-ID" kern="0">
                  <a:solidFill>
                    <a:prstClr val="black"/>
                  </a:solidFill>
                  <a:latin typeface="微软雅黑" pitchFamily="34" charset="-122"/>
                </a:endParaRPr>
              </a:p>
            </p:txBody>
          </p:sp>
          <p:sp>
            <p:nvSpPr>
              <p:cNvPr id="26" name="Freeform 35">
                <a:extLst>
                  <a:ext uri="{FF2B5EF4-FFF2-40B4-BE49-F238E27FC236}">
                    <a16:creationId xmlns:a16="http://schemas.microsoft.com/office/drawing/2014/main" id="{A0E3A1D3-6932-49DF-A529-B72694C29D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62926" y="4560888"/>
                <a:ext cx="257175" cy="406400"/>
              </a:xfrm>
              <a:custGeom>
                <a:avLst/>
                <a:gdLst>
                  <a:gd name="T0" fmla="*/ 162 w 162"/>
                  <a:gd name="T1" fmla="*/ 0 h 256"/>
                  <a:gd name="T2" fmla="*/ 0 w 162"/>
                  <a:gd name="T3" fmla="*/ 128 h 256"/>
                  <a:gd name="T4" fmla="*/ 162 w 162"/>
                  <a:gd name="T5" fmla="*/ 256 h 256"/>
                  <a:gd name="T6" fmla="*/ 162 w 162"/>
                  <a:gd name="T7" fmla="*/ 0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62" h="256">
                    <a:moveTo>
                      <a:pt x="162" y="0"/>
                    </a:moveTo>
                    <a:lnTo>
                      <a:pt x="0" y="128"/>
                    </a:lnTo>
                    <a:lnTo>
                      <a:pt x="162" y="256"/>
                    </a:lnTo>
                    <a:lnTo>
                      <a:pt x="16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id-ID" kern="0">
                  <a:solidFill>
                    <a:prstClr val="black"/>
                  </a:solidFill>
                  <a:latin typeface="微软雅黑" pitchFamily="34" charset="-122"/>
                </a:endParaRPr>
              </a:p>
            </p:txBody>
          </p:sp>
          <p:sp>
            <p:nvSpPr>
              <p:cNvPr id="27" name="Freeform 36">
                <a:extLst>
                  <a:ext uri="{FF2B5EF4-FFF2-40B4-BE49-F238E27FC236}">
                    <a16:creationId xmlns:a16="http://schemas.microsoft.com/office/drawing/2014/main" id="{496D173E-D8A7-4DB8-B1B4-616D206925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62926" y="4560888"/>
                <a:ext cx="257175" cy="406400"/>
              </a:xfrm>
              <a:custGeom>
                <a:avLst/>
                <a:gdLst>
                  <a:gd name="T0" fmla="*/ 162 w 162"/>
                  <a:gd name="T1" fmla="*/ 0 h 256"/>
                  <a:gd name="T2" fmla="*/ 0 w 162"/>
                  <a:gd name="T3" fmla="*/ 128 h 256"/>
                  <a:gd name="T4" fmla="*/ 162 w 162"/>
                  <a:gd name="T5" fmla="*/ 256 h 256"/>
                  <a:gd name="T6" fmla="*/ 162 w 162"/>
                  <a:gd name="T7" fmla="*/ 0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62" h="256">
                    <a:moveTo>
                      <a:pt x="162" y="0"/>
                    </a:moveTo>
                    <a:lnTo>
                      <a:pt x="0" y="128"/>
                    </a:lnTo>
                    <a:lnTo>
                      <a:pt x="162" y="256"/>
                    </a:lnTo>
                    <a:lnTo>
                      <a:pt x="162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id-ID" kern="0">
                  <a:solidFill>
                    <a:prstClr val="black"/>
                  </a:solidFill>
                  <a:latin typeface="微软雅黑" pitchFamily="34" charset="-122"/>
                </a:endParaRPr>
              </a:p>
            </p:txBody>
          </p:sp>
        </p:grpSp>
        <p:grpSp>
          <p:nvGrpSpPr>
            <p:cNvPr id="28" name="Group 23">
              <a:extLst>
                <a:ext uri="{FF2B5EF4-FFF2-40B4-BE49-F238E27FC236}">
                  <a16:creationId xmlns:a16="http://schemas.microsoft.com/office/drawing/2014/main" id="{B423B9B5-B759-49DE-93B7-CA7783420287}"/>
                </a:ext>
              </a:extLst>
            </p:cNvPr>
            <p:cNvGrpSpPr/>
            <p:nvPr/>
          </p:nvGrpSpPr>
          <p:grpSpPr>
            <a:xfrm>
              <a:off x="7579475" y="1791419"/>
              <a:ext cx="1166698" cy="1053563"/>
              <a:chOff x="7521576" y="1827213"/>
              <a:chExt cx="1309687" cy="1182687"/>
            </a:xfrm>
            <a:solidFill>
              <a:srgbClr val="005825"/>
            </a:solidFill>
          </p:grpSpPr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69C2BD39-C1DD-4597-A257-C07860BE779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672388" y="1893888"/>
                <a:ext cx="1039813" cy="1041400"/>
              </a:xfrm>
              <a:custGeom>
                <a:avLst/>
                <a:gdLst>
                  <a:gd name="T0" fmla="*/ 117 w 235"/>
                  <a:gd name="T1" fmla="*/ 218 h 235"/>
                  <a:gd name="T2" fmla="*/ 46 w 235"/>
                  <a:gd name="T3" fmla="*/ 188 h 235"/>
                  <a:gd name="T4" fmla="*/ 46 w 235"/>
                  <a:gd name="T5" fmla="*/ 47 h 235"/>
                  <a:gd name="T6" fmla="*/ 117 w 235"/>
                  <a:gd name="T7" fmla="*/ 17 h 235"/>
                  <a:gd name="T8" fmla="*/ 188 w 235"/>
                  <a:gd name="T9" fmla="*/ 47 h 235"/>
                  <a:gd name="T10" fmla="*/ 188 w 235"/>
                  <a:gd name="T11" fmla="*/ 188 h 235"/>
                  <a:gd name="T12" fmla="*/ 117 w 235"/>
                  <a:gd name="T13" fmla="*/ 218 h 235"/>
                  <a:gd name="T14" fmla="*/ 117 w 235"/>
                  <a:gd name="T15" fmla="*/ 0 h 235"/>
                  <a:gd name="T16" fmla="*/ 34 w 235"/>
                  <a:gd name="T17" fmla="*/ 34 h 235"/>
                  <a:gd name="T18" fmla="*/ 0 w 235"/>
                  <a:gd name="T19" fmla="*/ 117 h 235"/>
                  <a:gd name="T20" fmla="*/ 34 w 235"/>
                  <a:gd name="T21" fmla="*/ 200 h 235"/>
                  <a:gd name="T22" fmla="*/ 117 w 235"/>
                  <a:gd name="T23" fmla="*/ 235 h 235"/>
                  <a:gd name="T24" fmla="*/ 200 w 235"/>
                  <a:gd name="T25" fmla="*/ 200 h 235"/>
                  <a:gd name="T26" fmla="*/ 235 w 235"/>
                  <a:gd name="T27" fmla="*/ 117 h 235"/>
                  <a:gd name="T28" fmla="*/ 200 w 235"/>
                  <a:gd name="T29" fmla="*/ 34 h 235"/>
                  <a:gd name="T30" fmla="*/ 117 w 235"/>
                  <a:gd name="T31" fmla="*/ 0 h 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35" h="235">
                    <a:moveTo>
                      <a:pt x="117" y="218"/>
                    </a:moveTo>
                    <a:cubicBezTo>
                      <a:pt x="92" y="218"/>
                      <a:pt x="66" y="208"/>
                      <a:pt x="46" y="188"/>
                    </a:cubicBezTo>
                    <a:cubicBezTo>
                      <a:pt x="7" y="149"/>
                      <a:pt x="7" y="86"/>
                      <a:pt x="46" y="47"/>
                    </a:cubicBezTo>
                    <a:cubicBezTo>
                      <a:pt x="66" y="27"/>
                      <a:pt x="92" y="17"/>
                      <a:pt x="117" y="17"/>
                    </a:cubicBezTo>
                    <a:cubicBezTo>
                      <a:pt x="143" y="17"/>
                      <a:pt x="169" y="27"/>
                      <a:pt x="188" y="47"/>
                    </a:cubicBezTo>
                    <a:cubicBezTo>
                      <a:pt x="227" y="86"/>
                      <a:pt x="227" y="149"/>
                      <a:pt x="188" y="188"/>
                    </a:cubicBezTo>
                    <a:cubicBezTo>
                      <a:pt x="169" y="208"/>
                      <a:pt x="143" y="218"/>
                      <a:pt x="117" y="218"/>
                    </a:cubicBezTo>
                    <a:moveTo>
                      <a:pt x="117" y="0"/>
                    </a:moveTo>
                    <a:cubicBezTo>
                      <a:pt x="87" y="0"/>
                      <a:pt x="57" y="12"/>
                      <a:pt x="34" y="34"/>
                    </a:cubicBezTo>
                    <a:cubicBezTo>
                      <a:pt x="11" y="57"/>
                      <a:pt x="0" y="87"/>
                      <a:pt x="0" y="117"/>
                    </a:cubicBezTo>
                    <a:cubicBezTo>
                      <a:pt x="0" y="147"/>
                      <a:pt x="11" y="178"/>
                      <a:pt x="34" y="200"/>
                    </a:cubicBezTo>
                    <a:cubicBezTo>
                      <a:pt x="57" y="223"/>
                      <a:pt x="87" y="235"/>
                      <a:pt x="117" y="235"/>
                    </a:cubicBezTo>
                    <a:cubicBezTo>
                      <a:pt x="147" y="235"/>
                      <a:pt x="177" y="223"/>
                      <a:pt x="200" y="200"/>
                    </a:cubicBezTo>
                    <a:cubicBezTo>
                      <a:pt x="223" y="178"/>
                      <a:pt x="235" y="147"/>
                      <a:pt x="235" y="117"/>
                    </a:cubicBezTo>
                    <a:cubicBezTo>
                      <a:pt x="235" y="87"/>
                      <a:pt x="223" y="57"/>
                      <a:pt x="200" y="34"/>
                    </a:cubicBezTo>
                    <a:cubicBezTo>
                      <a:pt x="177" y="12"/>
                      <a:pt x="147" y="0"/>
                      <a:pt x="117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id-ID" kern="0">
                  <a:solidFill>
                    <a:prstClr val="black"/>
                  </a:solidFill>
                  <a:latin typeface="微软雅黑" pitchFamily="34" charset="-122"/>
                </a:endParaRPr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E872D479-9477-44CB-8B35-376F8DC7C20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605713" y="1827213"/>
                <a:ext cx="1225550" cy="1169988"/>
              </a:xfrm>
              <a:custGeom>
                <a:avLst/>
                <a:gdLst>
                  <a:gd name="T0" fmla="*/ 132 w 277"/>
                  <a:gd name="T1" fmla="*/ 261 h 264"/>
                  <a:gd name="T2" fmla="*/ 41 w 277"/>
                  <a:gd name="T3" fmla="*/ 223 h 264"/>
                  <a:gd name="T4" fmla="*/ 4 w 277"/>
                  <a:gd name="T5" fmla="*/ 132 h 264"/>
                  <a:gd name="T6" fmla="*/ 41 w 277"/>
                  <a:gd name="T7" fmla="*/ 41 h 264"/>
                  <a:gd name="T8" fmla="*/ 132 w 277"/>
                  <a:gd name="T9" fmla="*/ 4 h 264"/>
                  <a:gd name="T10" fmla="*/ 223 w 277"/>
                  <a:gd name="T11" fmla="*/ 41 h 264"/>
                  <a:gd name="T12" fmla="*/ 223 w 277"/>
                  <a:gd name="T13" fmla="*/ 223 h 264"/>
                  <a:gd name="T14" fmla="*/ 132 w 277"/>
                  <a:gd name="T15" fmla="*/ 261 h 264"/>
                  <a:gd name="T16" fmla="*/ 132 w 277"/>
                  <a:gd name="T17" fmla="*/ 0 h 264"/>
                  <a:gd name="T18" fmla="*/ 39 w 277"/>
                  <a:gd name="T19" fmla="*/ 39 h 264"/>
                  <a:gd name="T20" fmla="*/ 0 w 277"/>
                  <a:gd name="T21" fmla="*/ 132 h 264"/>
                  <a:gd name="T22" fmla="*/ 39 w 277"/>
                  <a:gd name="T23" fmla="*/ 226 h 264"/>
                  <a:gd name="T24" fmla="*/ 132 w 277"/>
                  <a:gd name="T25" fmla="*/ 264 h 264"/>
                  <a:gd name="T26" fmla="*/ 226 w 277"/>
                  <a:gd name="T27" fmla="*/ 226 h 264"/>
                  <a:gd name="T28" fmla="*/ 226 w 277"/>
                  <a:gd name="T29" fmla="*/ 39 h 264"/>
                  <a:gd name="T30" fmla="*/ 132 w 277"/>
                  <a:gd name="T31" fmla="*/ 0 h 2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77" h="264">
                    <a:moveTo>
                      <a:pt x="132" y="261"/>
                    </a:moveTo>
                    <a:cubicBezTo>
                      <a:pt x="98" y="261"/>
                      <a:pt x="66" y="248"/>
                      <a:pt x="41" y="223"/>
                    </a:cubicBezTo>
                    <a:cubicBezTo>
                      <a:pt x="17" y="199"/>
                      <a:pt x="4" y="167"/>
                      <a:pt x="4" y="132"/>
                    </a:cubicBezTo>
                    <a:cubicBezTo>
                      <a:pt x="4" y="98"/>
                      <a:pt x="17" y="66"/>
                      <a:pt x="41" y="41"/>
                    </a:cubicBezTo>
                    <a:cubicBezTo>
                      <a:pt x="66" y="17"/>
                      <a:pt x="98" y="4"/>
                      <a:pt x="132" y="4"/>
                    </a:cubicBezTo>
                    <a:cubicBezTo>
                      <a:pt x="167" y="4"/>
                      <a:pt x="199" y="17"/>
                      <a:pt x="223" y="41"/>
                    </a:cubicBezTo>
                    <a:cubicBezTo>
                      <a:pt x="274" y="92"/>
                      <a:pt x="274" y="173"/>
                      <a:pt x="223" y="223"/>
                    </a:cubicBezTo>
                    <a:cubicBezTo>
                      <a:pt x="199" y="248"/>
                      <a:pt x="167" y="261"/>
                      <a:pt x="132" y="261"/>
                    </a:cubicBezTo>
                    <a:moveTo>
                      <a:pt x="132" y="0"/>
                    </a:moveTo>
                    <a:cubicBezTo>
                      <a:pt x="97" y="0"/>
                      <a:pt x="64" y="14"/>
                      <a:pt x="39" y="39"/>
                    </a:cubicBezTo>
                    <a:cubicBezTo>
                      <a:pt x="14" y="64"/>
                      <a:pt x="0" y="97"/>
                      <a:pt x="0" y="132"/>
                    </a:cubicBezTo>
                    <a:cubicBezTo>
                      <a:pt x="0" y="168"/>
                      <a:pt x="14" y="201"/>
                      <a:pt x="39" y="226"/>
                    </a:cubicBezTo>
                    <a:cubicBezTo>
                      <a:pt x="64" y="251"/>
                      <a:pt x="97" y="264"/>
                      <a:pt x="132" y="264"/>
                    </a:cubicBezTo>
                    <a:cubicBezTo>
                      <a:pt x="168" y="264"/>
                      <a:pt x="201" y="251"/>
                      <a:pt x="226" y="226"/>
                    </a:cubicBezTo>
                    <a:cubicBezTo>
                      <a:pt x="277" y="174"/>
                      <a:pt x="277" y="91"/>
                      <a:pt x="226" y="39"/>
                    </a:cubicBezTo>
                    <a:cubicBezTo>
                      <a:pt x="201" y="14"/>
                      <a:pt x="168" y="0"/>
                      <a:pt x="132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id-ID" kern="0">
                  <a:solidFill>
                    <a:prstClr val="black"/>
                  </a:solidFill>
                  <a:latin typeface="微软雅黑" pitchFamily="34" charset="-122"/>
                </a:endParaRPr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727F856B-DD58-4B48-B18C-CFCFCC3C4F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04138" y="1970088"/>
                <a:ext cx="973138" cy="889000"/>
              </a:xfrm>
              <a:custGeom>
                <a:avLst/>
                <a:gdLst>
                  <a:gd name="T0" fmla="*/ 110 w 220"/>
                  <a:gd name="T1" fmla="*/ 0 h 201"/>
                  <a:gd name="T2" fmla="*/ 39 w 220"/>
                  <a:gd name="T3" fmla="*/ 30 h 201"/>
                  <a:gd name="T4" fmla="*/ 39 w 220"/>
                  <a:gd name="T5" fmla="*/ 171 h 201"/>
                  <a:gd name="T6" fmla="*/ 110 w 220"/>
                  <a:gd name="T7" fmla="*/ 201 h 201"/>
                  <a:gd name="T8" fmla="*/ 181 w 220"/>
                  <a:gd name="T9" fmla="*/ 171 h 201"/>
                  <a:gd name="T10" fmla="*/ 181 w 220"/>
                  <a:gd name="T11" fmla="*/ 30 h 201"/>
                  <a:gd name="T12" fmla="*/ 110 w 220"/>
                  <a:gd name="T13" fmla="*/ 0 h 2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20" h="201">
                    <a:moveTo>
                      <a:pt x="110" y="0"/>
                    </a:moveTo>
                    <a:cubicBezTo>
                      <a:pt x="85" y="0"/>
                      <a:pt x="59" y="10"/>
                      <a:pt x="39" y="30"/>
                    </a:cubicBezTo>
                    <a:cubicBezTo>
                      <a:pt x="0" y="69"/>
                      <a:pt x="0" y="132"/>
                      <a:pt x="39" y="171"/>
                    </a:cubicBezTo>
                    <a:cubicBezTo>
                      <a:pt x="59" y="191"/>
                      <a:pt x="85" y="201"/>
                      <a:pt x="110" y="201"/>
                    </a:cubicBezTo>
                    <a:cubicBezTo>
                      <a:pt x="136" y="201"/>
                      <a:pt x="162" y="191"/>
                      <a:pt x="181" y="171"/>
                    </a:cubicBezTo>
                    <a:cubicBezTo>
                      <a:pt x="220" y="132"/>
                      <a:pt x="220" y="69"/>
                      <a:pt x="181" y="30"/>
                    </a:cubicBezTo>
                    <a:cubicBezTo>
                      <a:pt x="162" y="10"/>
                      <a:pt x="136" y="0"/>
                      <a:pt x="110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id-ID" kern="0">
                  <a:solidFill>
                    <a:prstClr val="black"/>
                  </a:solidFill>
                  <a:latin typeface="微软雅黑" pitchFamily="34" charset="-122"/>
                </a:endParaRPr>
              </a:p>
            </p:txBody>
          </p:sp>
          <p:sp>
            <p:nvSpPr>
              <p:cNvPr id="32" name="Freeform 37">
                <a:extLst>
                  <a:ext uri="{FF2B5EF4-FFF2-40B4-BE49-F238E27FC236}">
                    <a16:creationId xmlns:a16="http://schemas.microsoft.com/office/drawing/2014/main" id="{BE45CF80-8E63-4783-84A5-BDB4DAA966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21576" y="2682875"/>
                <a:ext cx="323850" cy="327025"/>
              </a:xfrm>
              <a:custGeom>
                <a:avLst/>
                <a:gdLst>
                  <a:gd name="T0" fmla="*/ 23 w 204"/>
                  <a:gd name="T1" fmla="*/ 0 h 206"/>
                  <a:gd name="T2" fmla="*/ 0 w 204"/>
                  <a:gd name="T3" fmla="*/ 206 h 206"/>
                  <a:gd name="T4" fmla="*/ 204 w 204"/>
                  <a:gd name="T5" fmla="*/ 184 h 206"/>
                  <a:gd name="T6" fmla="*/ 23 w 204"/>
                  <a:gd name="T7" fmla="*/ 0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04" h="206">
                    <a:moveTo>
                      <a:pt x="23" y="0"/>
                    </a:moveTo>
                    <a:lnTo>
                      <a:pt x="0" y="206"/>
                    </a:lnTo>
                    <a:lnTo>
                      <a:pt x="204" y="184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id-ID" kern="0">
                  <a:solidFill>
                    <a:prstClr val="black"/>
                  </a:solidFill>
                  <a:latin typeface="微软雅黑" pitchFamily="34" charset="-122"/>
                </a:endParaRPr>
              </a:p>
            </p:txBody>
          </p:sp>
          <p:sp>
            <p:nvSpPr>
              <p:cNvPr id="33" name="Freeform 38">
                <a:extLst>
                  <a:ext uri="{FF2B5EF4-FFF2-40B4-BE49-F238E27FC236}">
                    <a16:creationId xmlns:a16="http://schemas.microsoft.com/office/drawing/2014/main" id="{F469540D-962E-44C9-A790-26EF025F99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21576" y="2682875"/>
                <a:ext cx="323850" cy="327025"/>
              </a:xfrm>
              <a:custGeom>
                <a:avLst/>
                <a:gdLst>
                  <a:gd name="T0" fmla="*/ 23 w 204"/>
                  <a:gd name="T1" fmla="*/ 0 h 206"/>
                  <a:gd name="T2" fmla="*/ 0 w 204"/>
                  <a:gd name="T3" fmla="*/ 206 h 206"/>
                  <a:gd name="T4" fmla="*/ 204 w 204"/>
                  <a:gd name="T5" fmla="*/ 184 h 206"/>
                  <a:gd name="T6" fmla="*/ 23 w 204"/>
                  <a:gd name="T7" fmla="*/ 0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04" h="206">
                    <a:moveTo>
                      <a:pt x="23" y="0"/>
                    </a:moveTo>
                    <a:lnTo>
                      <a:pt x="0" y="206"/>
                    </a:lnTo>
                    <a:lnTo>
                      <a:pt x="204" y="184"/>
                    </a:lnTo>
                    <a:lnTo>
                      <a:pt x="23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id-ID" kern="0">
                  <a:solidFill>
                    <a:prstClr val="black"/>
                  </a:solidFill>
                  <a:latin typeface="微软雅黑" pitchFamily="34" charset="-122"/>
                </a:endParaRPr>
              </a:p>
            </p:txBody>
          </p:sp>
        </p:grpSp>
        <p:grpSp>
          <p:nvGrpSpPr>
            <p:cNvPr id="34" name="Group 29">
              <a:extLst>
                <a:ext uri="{FF2B5EF4-FFF2-40B4-BE49-F238E27FC236}">
                  <a16:creationId xmlns:a16="http://schemas.microsoft.com/office/drawing/2014/main" id="{97B612F6-EBF3-40CE-A2DB-2DEA39EA56E0}"/>
                </a:ext>
              </a:extLst>
            </p:cNvPr>
            <p:cNvGrpSpPr/>
            <p:nvPr/>
          </p:nvGrpSpPr>
          <p:grpSpPr>
            <a:xfrm>
              <a:off x="3457140" y="1791419"/>
              <a:ext cx="1199225" cy="1053563"/>
              <a:chOff x="2894013" y="1827213"/>
              <a:chExt cx="1346200" cy="1182687"/>
            </a:xfrm>
            <a:solidFill>
              <a:srgbClr val="005825"/>
            </a:solidFill>
          </p:grpSpPr>
          <p:sp>
            <p:nvSpPr>
              <p:cNvPr id="35" name="Freeform 25">
                <a:extLst>
                  <a:ext uri="{FF2B5EF4-FFF2-40B4-BE49-F238E27FC236}">
                    <a16:creationId xmlns:a16="http://schemas.microsoft.com/office/drawing/2014/main" id="{62C7C409-3B3E-4189-8130-0B1BA458FB9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000376" y="1893888"/>
                <a:ext cx="1039813" cy="1041400"/>
              </a:xfrm>
              <a:custGeom>
                <a:avLst/>
                <a:gdLst>
                  <a:gd name="T0" fmla="*/ 117 w 235"/>
                  <a:gd name="T1" fmla="*/ 218 h 235"/>
                  <a:gd name="T2" fmla="*/ 46 w 235"/>
                  <a:gd name="T3" fmla="*/ 188 h 235"/>
                  <a:gd name="T4" fmla="*/ 46 w 235"/>
                  <a:gd name="T5" fmla="*/ 47 h 235"/>
                  <a:gd name="T6" fmla="*/ 117 w 235"/>
                  <a:gd name="T7" fmla="*/ 17 h 235"/>
                  <a:gd name="T8" fmla="*/ 188 w 235"/>
                  <a:gd name="T9" fmla="*/ 47 h 235"/>
                  <a:gd name="T10" fmla="*/ 188 w 235"/>
                  <a:gd name="T11" fmla="*/ 188 h 235"/>
                  <a:gd name="T12" fmla="*/ 117 w 235"/>
                  <a:gd name="T13" fmla="*/ 218 h 235"/>
                  <a:gd name="T14" fmla="*/ 117 w 235"/>
                  <a:gd name="T15" fmla="*/ 0 h 235"/>
                  <a:gd name="T16" fmla="*/ 34 w 235"/>
                  <a:gd name="T17" fmla="*/ 34 h 235"/>
                  <a:gd name="T18" fmla="*/ 0 w 235"/>
                  <a:gd name="T19" fmla="*/ 117 h 235"/>
                  <a:gd name="T20" fmla="*/ 34 w 235"/>
                  <a:gd name="T21" fmla="*/ 200 h 235"/>
                  <a:gd name="T22" fmla="*/ 117 w 235"/>
                  <a:gd name="T23" fmla="*/ 235 h 235"/>
                  <a:gd name="T24" fmla="*/ 200 w 235"/>
                  <a:gd name="T25" fmla="*/ 200 h 235"/>
                  <a:gd name="T26" fmla="*/ 235 w 235"/>
                  <a:gd name="T27" fmla="*/ 117 h 235"/>
                  <a:gd name="T28" fmla="*/ 200 w 235"/>
                  <a:gd name="T29" fmla="*/ 34 h 235"/>
                  <a:gd name="T30" fmla="*/ 117 w 235"/>
                  <a:gd name="T31" fmla="*/ 0 h 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35" h="235">
                    <a:moveTo>
                      <a:pt x="117" y="218"/>
                    </a:moveTo>
                    <a:cubicBezTo>
                      <a:pt x="92" y="218"/>
                      <a:pt x="66" y="208"/>
                      <a:pt x="46" y="188"/>
                    </a:cubicBezTo>
                    <a:cubicBezTo>
                      <a:pt x="7" y="149"/>
                      <a:pt x="7" y="86"/>
                      <a:pt x="46" y="47"/>
                    </a:cubicBezTo>
                    <a:cubicBezTo>
                      <a:pt x="66" y="27"/>
                      <a:pt x="92" y="17"/>
                      <a:pt x="117" y="17"/>
                    </a:cubicBezTo>
                    <a:cubicBezTo>
                      <a:pt x="143" y="17"/>
                      <a:pt x="169" y="27"/>
                      <a:pt x="188" y="47"/>
                    </a:cubicBezTo>
                    <a:cubicBezTo>
                      <a:pt x="227" y="86"/>
                      <a:pt x="227" y="149"/>
                      <a:pt x="188" y="188"/>
                    </a:cubicBezTo>
                    <a:cubicBezTo>
                      <a:pt x="169" y="208"/>
                      <a:pt x="143" y="218"/>
                      <a:pt x="117" y="218"/>
                    </a:cubicBezTo>
                    <a:moveTo>
                      <a:pt x="117" y="0"/>
                    </a:moveTo>
                    <a:cubicBezTo>
                      <a:pt x="87" y="0"/>
                      <a:pt x="57" y="12"/>
                      <a:pt x="34" y="34"/>
                    </a:cubicBezTo>
                    <a:cubicBezTo>
                      <a:pt x="11" y="57"/>
                      <a:pt x="0" y="87"/>
                      <a:pt x="0" y="117"/>
                    </a:cubicBezTo>
                    <a:cubicBezTo>
                      <a:pt x="0" y="147"/>
                      <a:pt x="11" y="178"/>
                      <a:pt x="34" y="200"/>
                    </a:cubicBezTo>
                    <a:cubicBezTo>
                      <a:pt x="57" y="223"/>
                      <a:pt x="87" y="235"/>
                      <a:pt x="117" y="235"/>
                    </a:cubicBezTo>
                    <a:cubicBezTo>
                      <a:pt x="147" y="235"/>
                      <a:pt x="177" y="223"/>
                      <a:pt x="200" y="200"/>
                    </a:cubicBezTo>
                    <a:cubicBezTo>
                      <a:pt x="223" y="178"/>
                      <a:pt x="235" y="147"/>
                      <a:pt x="235" y="117"/>
                    </a:cubicBezTo>
                    <a:cubicBezTo>
                      <a:pt x="235" y="87"/>
                      <a:pt x="223" y="57"/>
                      <a:pt x="200" y="34"/>
                    </a:cubicBezTo>
                    <a:cubicBezTo>
                      <a:pt x="177" y="12"/>
                      <a:pt x="147" y="0"/>
                      <a:pt x="117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id-ID" kern="0">
                  <a:solidFill>
                    <a:srgbClr val="005825"/>
                  </a:solidFill>
                  <a:latin typeface="微软雅黑" pitchFamily="34" charset="-122"/>
                </a:endParaRPr>
              </a:p>
            </p:txBody>
          </p:sp>
          <p:sp>
            <p:nvSpPr>
              <p:cNvPr id="36" name="Freeform 26">
                <a:extLst>
                  <a:ext uri="{FF2B5EF4-FFF2-40B4-BE49-F238E27FC236}">
                    <a16:creationId xmlns:a16="http://schemas.microsoft.com/office/drawing/2014/main" id="{93D97E5D-D1B1-4249-BE36-363F3ABF445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894013" y="1827213"/>
                <a:ext cx="1265238" cy="1169988"/>
              </a:xfrm>
              <a:custGeom>
                <a:avLst/>
                <a:gdLst>
                  <a:gd name="T0" fmla="*/ 141 w 286"/>
                  <a:gd name="T1" fmla="*/ 261 h 264"/>
                  <a:gd name="T2" fmla="*/ 50 w 286"/>
                  <a:gd name="T3" fmla="*/ 223 h 264"/>
                  <a:gd name="T4" fmla="*/ 50 w 286"/>
                  <a:gd name="T5" fmla="*/ 41 h 264"/>
                  <a:gd name="T6" fmla="*/ 141 w 286"/>
                  <a:gd name="T7" fmla="*/ 4 h 264"/>
                  <a:gd name="T8" fmla="*/ 232 w 286"/>
                  <a:gd name="T9" fmla="*/ 41 h 264"/>
                  <a:gd name="T10" fmla="*/ 232 w 286"/>
                  <a:gd name="T11" fmla="*/ 223 h 264"/>
                  <a:gd name="T12" fmla="*/ 141 w 286"/>
                  <a:gd name="T13" fmla="*/ 261 h 264"/>
                  <a:gd name="T14" fmla="*/ 141 w 286"/>
                  <a:gd name="T15" fmla="*/ 0 h 264"/>
                  <a:gd name="T16" fmla="*/ 48 w 286"/>
                  <a:gd name="T17" fmla="*/ 39 h 264"/>
                  <a:gd name="T18" fmla="*/ 9 w 286"/>
                  <a:gd name="T19" fmla="*/ 132 h 264"/>
                  <a:gd name="T20" fmla="*/ 48 w 286"/>
                  <a:gd name="T21" fmla="*/ 226 h 264"/>
                  <a:gd name="T22" fmla="*/ 141 w 286"/>
                  <a:gd name="T23" fmla="*/ 264 h 264"/>
                  <a:gd name="T24" fmla="*/ 141 w 286"/>
                  <a:gd name="T25" fmla="*/ 264 h 264"/>
                  <a:gd name="T26" fmla="*/ 235 w 286"/>
                  <a:gd name="T27" fmla="*/ 226 h 264"/>
                  <a:gd name="T28" fmla="*/ 235 w 286"/>
                  <a:gd name="T29" fmla="*/ 39 h 264"/>
                  <a:gd name="T30" fmla="*/ 141 w 286"/>
                  <a:gd name="T31" fmla="*/ 0 h 2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86" h="264">
                    <a:moveTo>
                      <a:pt x="141" y="261"/>
                    </a:moveTo>
                    <a:cubicBezTo>
                      <a:pt x="107" y="261"/>
                      <a:pt x="75" y="248"/>
                      <a:pt x="50" y="223"/>
                    </a:cubicBezTo>
                    <a:cubicBezTo>
                      <a:pt x="0" y="173"/>
                      <a:pt x="0" y="92"/>
                      <a:pt x="50" y="41"/>
                    </a:cubicBezTo>
                    <a:cubicBezTo>
                      <a:pt x="75" y="17"/>
                      <a:pt x="107" y="4"/>
                      <a:pt x="141" y="4"/>
                    </a:cubicBezTo>
                    <a:cubicBezTo>
                      <a:pt x="176" y="4"/>
                      <a:pt x="208" y="17"/>
                      <a:pt x="232" y="41"/>
                    </a:cubicBezTo>
                    <a:cubicBezTo>
                      <a:pt x="283" y="92"/>
                      <a:pt x="283" y="173"/>
                      <a:pt x="232" y="223"/>
                    </a:cubicBezTo>
                    <a:cubicBezTo>
                      <a:pt x="208" y="248"/>
                      <a:pt x="176" y="261"/>
                      <a:pt x="141" y="261"/>
                    </a:cubicBezTo>
                    <a:moveTo>
                      <a:pt x="141" y="0"/>
                    </a:moveTo>
                    <a:cubicBezTo>
                      <a:pt x="106" y="0"/>
                      <a:pt x="73" y="14"/>
                      <a:pt x="48" y="39"/>
                    </a:cubicBezTo>
                    <a:cubicBezTo>
                      <a:pt x="23" y="64"/>
                      <a:pt x="9" y="97"/>
                      <a:pt x="9" y="132"/>
                    </a:cubicBezTo>
                    <a:cubicBezTo>
                      <a:pt x="9" y="168"/>
                      <a:pt x="23" y="201"/>
                      <a:pt x="48" y="226"/>
                    </a:cubicBezTo>
                    <a:cubicBezTo>
                      <a:pt x="73" y="251"/>
                      <a:pt x="106" y="264"/>
                      <a:pt x="141" y="264"/>
                    </a:cubicBezTo>
                    <a:cubicBezTo>
                      <a:pt x="141" y="264"/>
                      <a:pt x="141" y="264"/>
                      <a:pt x="141" y="264"/>
                    </a:cubicBezTo>
                    <a:cubicBezTo>
                      <a:pt x="177" y="264"/>
                      <a:pt x="210" y="251"/>
                      <a:pt x="235" y="226"/>
                    </a:cubicBezTo>
                    <a:cubicBezTo>
                      <a:pt x="286" y="174"/>
                      <a:pt x="286" y="91"/>
                      <a:pt x="235" y="39"/>
                    </a:cubicBezTo>
                    <a:cubicBezTo>
                      <a:pt x="210" y="14"/>
                      <a:pt x="177" y="0"/>
                      <a:pt x="14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id-ID" kern="0">
                  <a:solidFill>
                    <a:srgbClr val="005825"/>
                  </a:solidFill>
                  <a:latin typeface="微软雅黑" pitchFamily="34" charset="-122"/>
                </a:endParaRPr>
              </a:p>
            </p:txBody>
          </p:sp>
          <p:sp>
            <p:nvSpPr>
              <p:cNvPr id="37" name="Freeform 27">
                <a:extLst>
                  <a:ext uri="{FF2B5EF4-FFF2-40B4-BE49-F238E27FC236}">
                    <a16:creationId xmlns:a16="http://schemas.microsoft.com/office/drawing/2014/main" id="{3C66555F-035B-49A8-A918-F14C477AFE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2126" y="1970088"/>
                <a:ext cx="973138" cy="889000"/>
              </a:xfrm>
              <a:custGeom>
                <a:avLst/>
                <a:gdLst>
                  <a:gd name="T0" fmla="*/ 110 w 220"/>
                  <a:gd name="T1" fmla="*/ 0 h 201"/>
                  <a:gd name="T2" fmla="*/ 39 w 220"/>
                  <a:gd name="T3" fmla="*/ 30 h 201"/>
                  <a:gd name="T4" fmla="*/ 39 w 220"/>
                  <a:gd name="T5" fmla="*/ 171 h 201"/>
                  <a:gd name="T6" fmla="*/ 110 w 220"/>
                  <a:gd name="T7" fmla="*/ 201 h 201"/>
                  <a:gd name="T8" fmla="*/ 181 w 220"/>
                  <a:gd name="T9" fmla="*/ 171 h 201"/>
                  <a:gd name="T10" fmla="*/ 181 w 220"/>
                  <a:gd name="T11" fmla="*/ 30 h 201"/>
                  <a:gd name="T12" fmla="*/ 110 w 220"/>
                  <a:gd name="T13" fmla="*/ 0 h 2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20" h="201">
                    <a:moveTo>
                      <a:pt x="110" y="0"/>
                    </a:moveTo>
                    <a:cubicBezTo>
                      <a:pt x="85" y="0"/>
                      <a:pt x="59" y="10"/>
                      <a:pt x="39" y="30"/>
                    </a:cubicBezTo>
                    <a:cubicBezTo>
                      <a:pt x="0" y="69"/>
                      <a:pt x="0" y="132"/>
                      <a:pt x="39" y="171"/>
                    </a:cubicBezTo>
                    <a:cubicBezTo>
                      <a:pt x="59" y="191"/>
                      <a:pt x="85" y="201"/>
                      <a:pt x="110" y="201"/>
                    </a:cubicBezTo>
                    <a:cubicBezTo>
                      <a:pt x="136" y="201"/>
                      <a:pt x="162" y="191"/>
                      <a:pt x="181" y="171"/>
                    </a:cubicBezTo>
                    <a:cubicBezTo>
                      <a:pt x="220" y="132"/>
                      <a:pt x="220" y="69"/>
                      <a:pt x="181" y="30"/>
                    </a:cubicBezTo>
                    <a:cubicBezTo>
                      <a:pt x="162" y="10"/>
                      <a:pt x="136" y="0"/>
                      <a:pt x="110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id-ID" kern="0">
                  <a:solidFill>
                    <a:srgbClr val="005825"/>
                  </a:solidFill>
                  <a:latin typeface="微软雅黑" pitchFamily="34" charset="-122"/>
                </a:endParaRPr>
              </a:p>
            </p:txBody>
          </p:sp>
          <p:sp>
            <p:nvSpPr>
              <p:cNvPr id="38" name="Freeform 39">
                <a:extLst>
                  <a:ext uri="{FF2B5EF4-FFF2-40B4-BE49-F238E27FC236}">
                    <a16:creationId xmlns:a16="http://schemas.microsoft.com/office/drawing/2014/main" id="{DEF52928-9D74-4131-8739-D6C4947662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6363" y="2682875"/>
                <a:ext cx="323850" cy="327025"/>
              </a:xfrm>
              <a:custGeom>
                <a:avLst/>
                <a:gdLst>
                  <a:gd name="T0" fmla="*/ 181 w 204"/>
                  <a:gd name="T1" fmla="*/ 0 h 206"/>
                  <a:gd name="T2" fmla="*/ 0 w 204"/>
                  <a:gd name="T3" fmla="*/ 184 h 206"/>
                  <a:gd name="T4" fmla="*/ 204 w 204"/>
                  <a:gd name="T5" fmla="*/ 206 h 206"/>
                  <a:gd name="T6" fmla="*/ 181 w 204"/>
                  <a:gd name="T7" fmla="*/ 0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04" h="206">
                    <a:moveTo>
                      <a:pt x="181" y="0"/>
                    </a:moveTo>
                    <a:lnTo>
                      <a:pt x="0" y="184"/>
                    </a:lnTo>
                    <a:lnTo>
                      <a:pt x="204" y="206"/>
                    </a:lnTo>
                    <a:lnTo>
                      <a:pt x="18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id-ID" kern="0">
                  <a:solidFill>
                    <a:srgbClr val="005825"/>
                  </a:solidFill>
                  <a:latin typeface="微软雅黑" pitchFamily="34" charset="-122"/>
                </a:endParaRPr>
              </a:p>
            </p:txBody>
          </p:sp>
          <p:sp>
            <p:nvSpPr>
              <p:cNvPr id="39" name="Freeform 40">
                <a:extLst>
                  <a:ext uri="{FF2B5EF4-FFF2-40B4-BE49-F238E27FC236}">
                    <a16:creationId xmlns:a16="http://schemas.microsoft.com/office/drawing/2014/main" id="{0786E7C3-2140-41F3-B717-EE3282CC28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6363" y="2682875"/>
                <a:ext cx="323850" cy="327025"/>
              </a:xfrm>
              <a:custGeom>
                <a:avLst/>
                <a:gdLst>
                  <a:gd name="T0" fmla="*/ 181 w 204"/>
                  <a:gd name="T1" fmla="*/ 0 h 206"/>
                  <a:gd name="T2" fmla="*/ 0 w 204"/>
                  <a:gd name="T3" fmla="*/ 184 h 206"/>
                  <a:gd name="T4" fmla="*/ 204 w 204"/>
                  <a:gd name="T5" fmla="*/ 206 h 206"/>
                  <a:gd name="T6" fmla="*/ 181 w 204"/>
                  <a:gd name="T7" fmla="*/ 0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04" h="206">
                    <a:moveTo>
                      <a:pt x="181" y="0"/>
                    </a:moveTo>
                    <a:lnTo>
                      <a:pt x="0" y="184"/>
                    </a:lnTo>
                    <a:lnTo>
                      <a:pt x="204" y="206"/>
                    </a:lnTo>
                    <a:lnTo>
                      <a:pt x="181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id-ID" kern="0">
                  <a:solidFill>
                    <a:srgbClr val="005825"/>
                  </a:solidFill>
                  <a:latin typeface="微软雅黑" pitchFamily="34" charset="-122"/>
                </a:endParaRPr>
              </a:p>
            </p:txBody>
          </p:sp>
        </p:grpSp>
        <p:sp>
          <p:nvSpPr>
            <p:cNvPr id="40" name="Freeform 47">
              <a:extLst>
                <a:ext uri="{FF2B5EF4-FFF2-40B4-BE49-F238E27FC236}">
                  <a16:creationId xmlns:a16="http://schemas.microsoft.com/office/drawing/2014/main" id="{E99F09FE-C4D6-4A6B-A766-BC7D5E988C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0809" y="3106893"/>
              <a:ext cx="3553834" cy="2207534"/>
            </a:xfrm>
            <a:custGeom>
              <a:avLst/>
              <a:gdLst>
                <a:gd name="T0" fmla="*/ 2513 w 2513"/>
                <a:gd name="T1" fmla="*/ 0 h 1561"/>
                <a:gd name="T2" fmla="*/ 0 w 2513"/>
                <a:gd name="T3" fmla="*/ 0 h 1561"/>
                <a:gd name="T4" fmla="*/ 0 w 2513"/>
                <a:gd name="T5" fmla="*/ 1561 h 1561"/>
                <a:gd name="T6" fmla="*/ 2513 w 2513"/>
                <a:gd name="T7" fmla="*/ 0 h 15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13" h="1561">
                  <a:moveTo>
                    <a:pt x="2513" y="0"/>
                  </a:moveTo>
                  <a:lnTo>
                    <a:pt x="0" y="0"/>
                  </a:lnTo>
                  <a:lnTo>
                    <a:pt x="0" y="1561"/>
                  </a:lnTo>
                  <a:lnTo>
                    <a:pt x="251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88502"/>
              <a:endParaRPr lang="id-ID" sz="2100">
                <a:solidFill>
                  <a:prstClr val="black"/>
                </a:solidFill>
                <a:latin typeface="微软雅黑" pitchFamily="34" charset="-122"/>
              </a:endParaRPr>
            </a:p>
          </p:txBody>
        </p:sp>
        <p:grpSp>
          <p:nvGrpSpPr>
            <p:cNvPr id="41" name="Group 36">
              <a:extLst>
                <a:ext uri="{FF2B5EF4-FFF2-40B4-BE49-F238E27FC236}">
                  <a16:creationId xmlns:a16="http://schemas.microsoft.com/office/drawing/2014/main" id="{0DE7202B-F6AA-4C46-B620-E566D1AA035D}"/>
                </a:ext>
              </a:extLst>
            </p:cNvPr>
            <p:cNvGrpSpPr/>
            <p:nvPr/>
          </p:nvGrpSpPr>
          <p:grpSpPr>
            <a:xfrm>
              <a:off x="3179493" y="1780286"/>
              <a:ext cx="277647" cy="276819"/>
              <a:chOff x="2138511" y="2464802"/>
              <a:chExt cx="354012" cy="352956"/>
            </a:xfrm>
            <a:solidFill>
              <a:srgbClr val="005825"/>
            </a:solidFill>
          </p:grpSpPr>
          <p:sp>
            <p:nvSpPr>
              <p:cNvPr id="42" name="Oval 37">
                <a:extLst>
                  <a:ext uri="{FF2B5EF4-FFF2-40B4-BE49-F238E27FC236}">
                    <a16:creationId xmlns:a16="http://schemas.microsoft.com/office/drawing/2014/main" id="{F2507E24-70D6-46F9-8F55-640EB2EA5D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9830" y="2555417"/>
                <a:ext cx="171376" cy="17172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id-ID" kern="0">
                  <a:solidFill>
                    <a:prstClr val="black"/>
                  </a:solidFill>
                  <a:latin typeface="微软雅黑" pitchFamily="34" charset="-122"/>
                </a:endParaRPr>
              </a:p>
            </p:txBody>
          </p:sp>
          <p:sp>
            <p:nvSpPr>
              <p:cNvPr id="43" name="Freeform 38">
                <a:extLst>
                  <a:ext uri="{FF2B5EF4-FFF2-40B4-BE49-F238E27FC236}">
                    <a16:creationId xmlns:a16="http://schemas.microsoft.com/office/drawing/2014/main" id="{AE2FB076-1F81-41AD-A876-61048DCC133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138511" y="2464802"/>
                <a:ext cx="354012" cy="352956"/>
              </a:xfrm>
              <a:custGeom>
                <a:avLst/>
                <a:gdLst>
                  <a:gd name="T0" fmla="*/ 212 w 423"/>
                  <a:gd name="T1" fmla="*/ 0 h 424"/>
                  <a:gd name="T2" fmla="*/ 0 w 423"/>
                  <a:gd name="T3" fmla="*/ 212 h 424"/>
                  <a:gd name="T4" fmla="*/ 212 w 423"/>
                  <a:gd name="T5" fmla="*/ 424 h 424"/>
                  <a:gd name="T6" fmla="*/ 423 w 423"/>
                  <a:gd name="T7" fmla="*/ 212 h 424"/>
                  <a:gd name="T8" fmla="*/ 212 w 423"/>
                  <a:gd name="T9" fmla="*/ 0 h 424"/>
                  <a:gd name="T10" fmla="*/ 212 w 423"/>
                  <a:gd name="T11" fmla="*/ 386 h 424"/>
                  <a:gd name="T12" fmla="*/ 38 w 423"/>
                  <a:gd name="T13" fmla="*/ 212 h 424"/>
                  <a:gd name="T14" fmla="*/ 212 w 423"/>
                  <a:gd name="T15" fmla="*/ 38 h 424"/>
                  <a:gd name="T16" fmla="*/ 386 w 423"/>
                  <a:gd name="T17" fmla="*/ 212 h 424"/>
                  <a:gd name="T18" fmla="*/ 212 w 423"/>
                  <a:gd name="T19" fmla="*/ 386 h 4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23" h="424">
                    <a:moveTo>
                      <a:pt x="212" y="0"/>
                    </a:moveTo>
                    <a:cubicBezTo>
                      <a:pt x="95" y="0"/>
                      <a:pt x="0" y="95"/>
                      <a:pt x="0" y="212"/>
                    </a:cubicBezTo>
                    <a:cubicBezTo>
                      <a:pt x="0" y="329"/>
                      <a:pt x="95" y="424"/>
                      <a:pt x="212" y="424"/>
                    </a:cubicBezTo>
                    <a:cubicBezTo>
                      <a:pt x="329" y="424"/>
                      <a:pt x="423" y="329"/>
                      <a:pt x="423" y="212"/>
                    </a:cubicBezTo>
                    <a:cubicBezTo>
                      <a:pt x="423" y="95"/>
                      <a:pt x="329" y="0"/>
                      <a:pt x="212" y="0"/>
                    </a:cubicBezTo>
                    <a:close/>
                    <a:moveTo>
                      <a:pt x="212" y="386"/>
                    </a:moveTo>
                    <a:cubicBezTo>
                      <a:pt x="116" y="386"/>
                      <a:pt x="38" y="308"/>
                      <a:pt x="38" y="212"/>
                    </a:cubicBezTo>
                    <a:cubicBezTo>
                      <a:pt x="38" y="116"/>
                      <a:pt x="116" y="38"/>
                      <a:pt x="212" y="38"/>
                    </a:cubicBezTo>
                    <a:cubicBezTo>
                      <a:pt x="308" y="38"/>
                      <a:pt x="386" y="116"/>
                      <a:pt x="386" y="212"/>
                    </a:cubicBezTo>
                    <a:cubicBezTo>
                      <a:pt x="386" y="308"/>
                      <a:pt x="308" y="386"/>
                      <a:pt x="212" y="38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id-ID" kern="0">
                  <a:solidFill>
                    <a:prstClr val="black"/>
                  </a:solidFill>
                  <a:latin typeface="微软雅黑" pitchFamily="34" charset="-122"/>
                </a:endParaRPr>
              </a:p>
            </p:txBody>
          </p:sp>
        </p:grpSp>
        <p:grpSp>
          <p:nvGrpSpPr>
            <p:cNvPr id="44" name="Group 39">
              <a:extLst>
                <a:ext uri="{FF2B5EF4-FFF2-40B4-BE49-F238E27FC236}">
                  <a16:creationId xmlns:a16="http://schemas.microsoft.com/office/drawing/2014/main" id="{CD00603F-13EE-4D7C-99BE-CB60C74F34AD}"/>
                </a:ext>
              </a:extLst>
            </p:cNvPr>
            <p:cNvGrpSpPr/>
            <p:nvPr/>
          </p:nvGrpSpPr>
          <p:grpSpPr>
            <a:xfrm>
              <a:off x="8731448" y="1780286"/>
              <a:ext cx="277647" cy="276819"/>
              <a:chOff x="2138511" y="2464802"/>
              <a:chExt cx="354012" cy="352956"/>
            </a:xfrm>
            <a:solidFill>
              <a:srgbClr val="005825"/>
            </a:solidFill>
          </p:grpSpPr>
          <p:sp>
            <p:nvSpPr>
              <p:cNvPr id="45" name="Oval 40">
                <a:extLst>
                  <a:ext uri="{FF2B5EF4-FFF2-40B4-BE49-F238E27FC236}">
                    <a16:creationId xmlns:a16="http://schemas.microsoft.com/office/drawing/2014/main" id="{F3BAB8F1-8AB9-450F-8831-1A1DE11FF7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9829" y="2555417"/>
                <a:ext cx="171376" cy="17172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id-ID" kern="0">
                  <a:solidFill>
                    <a:prstClr val="black"/>
                  </a:solidFill>
                  <a:latin typeface="微软雅黑" pitchFamily="34" charset="-122"/>
                </a:endParaRPr>
              </a:p>
            </p:txBody>
          </p:sp>
          <p:sp>
            <p:nvSpPr>
              <p:cNvPr id="46" name="Freeform 41">
                <a:extLst>
                  <a:ext uri="{FF2B5EF4-FFF2-40B4-BE49-F238E27FC236}">
                    <a16:creationId xmlns:a16="http://schemas.microsoft.com/office/drawing/2014/main" id="{3513886B-8F76-4CEC-89A7-B7A6564517C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138511" y="2464802"/>
                <a:ext cx="354012" cy="352956"/>
              </a:xfrm>
              <a:custGeom>
                <a:avLst/>
                <a:gdLst>
                  <a:gd name="T0" fmla="*/ 212 w 423"/>
                  <a:gd name="T1" fmla="*/ 0 h 424"/>
                  <a:gd name="T2" fmla="*/ 0 w 423"/>
                  <a:gd name="T3" fmla="*/ 212 h 424"/>
                  <a:gd name="T4" fmla="*/ 212 w 423"/>
                  <a:gd name="T5" fmla="*/ 424 h 424"/>
                  <a:gd name="T6" fmla="*/ 423 w 423"/>
                  <a:gd name="T7" fmla="*/ 212 h 424"/>
                  <a:gd name="T8" fmla="*/ 212 w 423"/>
                  <a:gd name="T9" fmla="*/ 0 h 424"/>
                  <a:gd name="T10" fmla="*/ 212 w 423"/>
                  <a:gd name="T11" fmla="*/ 386 h 424"/>
                  <a:gd name="T12" fmla="*/ 38 w 423"/>
                  <a:gd name="T13" fmla="*/ 212 h 424"/>
                  <a:gd name="T14" fmla="*/ 212 w 423"/>
                  <a:gd name="T15" fmla="*/ 38 h 424"/>
                  <a:gd name="T16" fmla="*/ 386 w 423"/>
                  <a:gd name="T17" fmla="*/ 212 h 424"/>
                  <a:gd name="T18" fmla="*/ 212 w 423"/>
                  <a:gd name="T19" fmla="*/ 386 h 4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23" h="424">
                    <a:moveTo>
                      <a:pt x="212" y="0"/>
                    </a:moveTo>
                    <a:cubicBezTo>
                      <a:pt x="95" y="0"/>
                      <a:pt x="0" y="95"/>
                      <a:pt x="0" y="212"/>
                    </a:cubicBezTo>
                    <a:cubicBezTo>
                      <a:pt x="0" y="329"/>
                      <a:pt x="95" y="424"/>
                      <a:pt x="212" y="424"/>
                    </a:cubicBezTo>
                    <a:cubicBezTo>
                      <a:pt x="329" y="424"/>
                      <a:pt x="423" y="329"/>
                      <a:pt x="423" y="212"/>
                    </a:cubicBezTo>
                    <a:cubicBezTo>
                      <a:pt x="423" y="95"/>
                      <a:pt x="329" y="0"/>
                      <a:pt x="212" y="0"/>
                    </a:cubicBezTo>
                    <a:close/>
                    <a:moveTo>
                      <a:pt x="212" y="386"/>
                    </a:moveTo>
                    <a:cubicBezTo>
                      <a:pt x="116" y="386"/>
                      <a:pt x="38" y="308"/>
                      <a:pt x="38" y="212"/>
                    </a:cubicBezTo>
                    <a:cubicBezTo>
                      <a:pt x="38" y="116"/>
                      <a:pt x="116" y="38"/>
                      <a:pt x="212" y="38"/>
                    </a:cubicBezTo>
                    <a:cubicBezTo>
                      <a:pt x="308" y="38"/>
                      <a:pt x="386" y="116"/>
                      <a:pt x="386" y="212"/>
                    </a:cubicBezTo>
                    <a:cubicBezTo>
                      <a:pt x="386" y="308"/>
                      <a:pt x="308" y="386"/>
                      <a:pt x="212" y="38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id-ID" kern="0">
                  <a:solidFill>
                    <a:prstClr val="black"/>
                  </a:solidFill>
                  <a:latin typeface="微软雅黑" pitchFamily="34" charset="-122"/>
                </a:endParaRPr>
              </a:p>
            </p:txBody>
          </p:sp>
        </p:grpSp>
        <p:grpSp>
          <p:nvGrpSpPr>
            <p:cNvPr id="47" name="Group 42">
              <a:extLst>
                <a:ext uri="{FF2B5EF4-FFF2-40B4-BE49-F238E27FC236}">
                  <a16:creationId xmlns:a16="http://schemas.microsoft.com/office/drawing/2014/main" id="{3D82D988-9288-4239-B98F-CB26898F04C5}"/>
                </a:ext>
              </a:extLst>
            </p:cNvPr>
            <p:cNvGrpSpPr/>
            <p:nvPr/>
          </p:nvGrpSpPr>
          <p:grpSpPr>
            <a:xfrm>
              <a:off x="2446322" y="3945676"/>
              <a:ext cx="277647" cy="276819"/>
              <a:chOff x="2138511" y="2464802"/>
              <a:chExt cx="354012" cy="352956"/>
            </a:xfrm>
            <a:solidFill>
              <a:srgbClr val="005825"/>
            </a:solidFill>
          </p:grpSpPr>
          <p:sp>
            <p:nvSpPr>
              <p:cNvPr id="48" name="Oval 43">
                <a:extLst>
                  <a:ext uri="{FF2B5EF4-FFF2-40B4-BE49-F238E27FC236}">
                    <a16:creationId xmlns:a16="http://schemas.microsoft.com/office/drawing/2014/main" id="{5F74E6D1-D9F0-436C-BA79-98F2AC90D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9830" y="2555417"/>
                <a:ext cx="171376" cy="17172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id-ID" kern="0">
                  <a:solidFill>
                    <a:prstClr val="black"/>
                  </a:solidFill>
                  <a:latin typeface="微软雅黑" pitchFamily="34" charset="-122"/>
                </a:endParaRPr>
              </a:p>
            </p:txBody>
          </p:sp>
          <p:sp>
            <p:nvSpPr>
              <p:cNvPr id="49" name="Freeform 44">
                <a:extLst>
                  <a:ext uri="{FF2B5EF4-FFF2-40B4-BE49-F238E27FC236}">
                    <a16:creationId xmlns:a16="http://schemas.microsoft.com/office/drawing/2014/main" id="{8FAEB842-7BF3-404A-BBFE-DCBBADF2192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138511" y="2464802"/>
                <a:ext cx="354012" cy="352956"/>
              </a:xfrm>
              <a:custGeom>
                <a:avLst/>
                <a:gdLst>
                  <a:gd name="T0" fmla="*/ 212 w 423"/>
                  <a:gd name="T1" fmla="*/ 0 h 424"/>
                  <a:gd name="T2" fmla="*/ 0 w 423"/>
                  <a:gd name="T3" fmla="*/ 212 h 424"/>
                  <a:gd name="T4" fmla="*/ 212 w 423"/>
                  <a:gd name="T5" fmla="*/ 424 h 424"/>
                  <a:gd name="T6" fmla="*/ 423 w 423"/>
                  <a:gd name="T7" fmla="*/ 212 h 424"/>
                  <a:gd name="T8" fmla="*/ 212 w 423"/>
                  <a:gd name="T9" fmla="*/ 0 h 424"/>
                  <a:gd name="T10" fmla="*/ 212 w 423"/>
                  <a:gd name="T11" fmla="*/ 386 h 424"/>
                  <a:gd name="T12" fmla="*/ 38 w 423"/>
                  <a:gd name="T13" fmla="*/ 212 h 424"/>
                  <a:gd name="T14" fmla="*/ 212 w 423"/>
                  <a:gd name="T15" fmla="*/ 38 h 424"/>
                  <a:gd name="T16" fmla="*/ 386 w 423"/>
                  <a:gd name="T17" fmla="*/ 212 h 424"/>
                  <a:gd name="T18" fmla="*/ 212 w 423"/>
                  <a:gd name="T19" fmla="*/ 386 h 4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23" h="424">
                    <a:moveTo>
                      <a:pt x="212" y="0"/>
                    </a:moveTo>
                    <a:cubicBezTo>
                      <a:pt x="95" y="0"/>
                      <a:pt x="0" y="95"/>
                      <a:pt x="0" y="212"/>
                    </a:cubicBezTo>
                    <a:cubicBezTo>
                      <a:pt x="0" y="329"/>
                      <a:pt x="95" y="424"/>
                      <a:pt x="212" y="424"/>
                    </a:cubicBezTo>
                    <a:cubicBezTo>
                      <a:pt x="329" y="424"/>
                      <a:pt x="423" y="329"/>
                      <a:pt x="423" y="212"/>
                    </a:cubicBezTo>
                    <a:cubicBezTo>
                      <a:pt x="423" y="95"/>
                      <a:pt x="329" y="0"/>
                      <a:pt x="212" y="0"/>
                    </a:cubicBezTo>
                    <a:close/>
                    <a:moveTo>
                      <a:pt x="212" y="386"/>
                    </a:moveTo>
                    <a:cubicBezTo>
                      <a:pt x="116" y="386"/>
                      <a:pt x="38" y="308"/>
                      <a:pt x="38" y="212"/>
                    </a:cubicBezTo>
                    <a:cubicBezTo>
                      <a:pt x="38" y="116"/>
                      <a:pt x="116" y="38"/>
                      <a:pt x="212" y="38"/>
                    </a:cubicBezTo>
                    <a:cubicBezTo>
                      <a:pt x="308" y="38"/>
                      <a:pt x="386" y="116"/>
                      <a:pt x="386" y="212"/>
                    </a:cubicBezTo>
                    <a:cubicBezTo>
                      <a:pt x="386" y="308"/>
                      <a:pt x="308" y="386"/>
                      <a:pt x="212" y="38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id-ID" kern="0">
                  <a:solidFill>
                    <a:prstClr val="black"/>
                  </a:solidFill>
                  <a:latin typeface="微软雅黑" pitchFamily="34" charset="-122"/>
                </a:endParaRPr>
              </a:p>
            </p:txBody>
          </p:sp>
        </p:grpSp>
        <p:grpSp>
          <p:nvGrpSpPr>
            <p:cNvPr id="50" name="Group 45">
              <a:extLst>
                <a:ext uri="{FF2B5EF4-FFF2-40B4-BE49-F238E27FC236}">
                  <a16:creationId xmlns:a16="http://schemas.microsoft.com/office/drawing/2014/main" id="{00F351ED-4022-440B-88D4-DC9E8D31362F}"/>
                </a:ext>
              </a:extLst>
            </p:cNvPr>
            <p:cNvGrpSpPr/>
            <p:nvPr/>
          </p:nvGrpSpPr>
          <p:grpSpPr>
            <a:xfrm>
              <a:off x="9467404" y="3945676"/>
              <a:ext cx="277647" cy="276819"/>
              <a:chOff x="2138511" y="2464802"/>
              <a:chExt cx="354012" cy="352956"/>
            </a:xfrm>
            <a:solidFill>
              <a:srgbClr val="005825"/>
            </a:solidFill>
          </p:grpSpPr>
          <p:sp>
            <p:nvSpPr>
              <p:cNvPr id="51" name="Oval 46">
                <a:extLst>
                  <a:ext uri="{FF2B5EF4-FFF2-40B4-BE49-F238E27FC236}">
                    <a16:creationId xmlns:a16="http://schemas.microsoft.com/office/drawing/2014/main" id="{B8B06E50-62B3-4F37-A26A-C5C5320E1E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9830" y="2555417"/>
                <a:ext cx="171376" cy="17172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id-ID" kern="0">
                  <a:solidFill>
                    <a:prstClr val="black"/>
                  </a:solidFill>
                  <a:latin typeface="微软雅黑" pitchFamily="34" charset="-122"/>
                </a:endParaRPr>
              </a:p>
            </p:txBody>
          </p:sp>
          <p:sp>
            <p:nvSpPr>
              <p:cNvPr id="52" name="Freeform 47">
                <a:extLst>
                  <a:ext uri="{FF2B5EF4-FFF2-40B4-BE49-F238E27FC236}">
                    <a16:creationId xmlns:a16="http://schemas.microsoft.com/office/drawing/2014/main" id="{3048C67C-C38C-4B3B-9F2D-C9EC8F12A03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138511" y="2464802"/>
                <a:ext cx="354012" cy="352956"/>
              </a:xfrm>
              <a:custGeom>
                <a:avLst/>
                <a:gdLst>
                  <a:gd name="T0" fmla="*/ 212 w 423"/>
                  <a:gd name="T1" fmla="*/ 0 h 424"/>
                  <a:gd name="T2" fmla="*/ 0 w 423"/>
                  <a:gd name="T3" fmla="*/ 212 h 424"/>
                  <a:gd name="T4" fmla="*/ 212 w 423"/>
                  <a:gd name="T5" fmla="*/ 424 h 424"/>
                  <a:gd name="T6" fmla="*/ 423 w 423"/>
                  <a:gd name="T7" fmla="*/ 212 h 424"/>
                  <a:gd name="T8" fmla="*/ 212 w 423"/>
                  <a:gd name="T9" fmla="*/ 0 h 424"/>
                  <a:gd name="T10" fmla="*/ 212 w 423"/>
                  <a:gd name="T11" fmla="*/ 386 h 424"/>
                  <a:gd name="T12" fmla="*/ 38 w 423"/>
                  <a:gd name="T13" fmla="*/ 212 h 424"/>
                  <a:gd name="T14" fmla="*/ 212 w 423"/>
                  <a:gd name="T15" fmla="*/ 38 h 424"/>
                  <a:gd name="T16" fmla="*/ 386 w 423"/>
                  <a:gd name="T17" fmla="*/ 212 h 424"/>
                  <a:gd name="T18" fmla="*/ 212 w 423"/>
                  <a:gd name="T19" fmla="*/ 386 h 4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23" h="424">
                    <a:moveTo>
                      <a:pt x="212" y="0"/>
                    </a:moveTo>
                    <a:cubicBezTo>
                      <a:pt x="95" y="0"/>
                      <a:pt x="0" y="95"/>
                      <a:pt x="0" y="212"/>
                    </a:cubicBezTo>
                    <a:cubicBezTo>
                      <a:pt x="0" y="329"/>
                      <a:pt x="95" y="424"/>
                      <a:pt x="212" y="424"/>
                    </a:cubicBezTo>
                    <a:cubicBezTo>
                      <a:pt x="329" y="424"/>
                      <a:pt x="423" y="329"/>
                      <a:pt x="423" y="212"/>
                    </a:cubicBezTo>
                    <a:cubicBezTo>
                      <a:pt x="423" y="95"/>
                      <a:pt x="329" y="0"/>
                      <a:pt x="212" y="0"/>
                    </a:cubicBezTo>
                    <a:close/>
                    <a:moveTo>
                      <a:pt x="212" y="386"/>
                    </a:moveTo>
                    <a:cubicBezTo>
                      <a:pt x="116" y="386"/>
                      <a:pt x="38" y="308"/>
                      <a:pt x="38" y="212"/>
                    </a:cubicBezTo>
                    <a:cubicBezTo>
                      <a:pt x="38" y="116"/>
                      <a:pt x="116" y="38"/>
                      <a:pt x="212" y="38"/>
                    </a:cubicBezTo>
                    <a:cubicBezTo>
                      <a:pt x="308" y="38"/>
                      <a:pt x="386" y="116"/>
                      <a:pt x="386" y="212"/>
                    </a:cubicBezTo>
                    <a:cubicBezTo>
                      <a:pt x="386" y="308"/>
                      <a:pt x="308" y="386"/>
                      <a:pt x="212" y="38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id-ID" kern="0">
                  <a:solidFill>
                    <a:prstClr val="black"/>
                  </a:solidFill>
                  <a:latin typeface="微软雅黑" pitchFamily="34" charset="-122"/>
                </a:endParaRPr>
              </a:p>
            </p:txBody>
          </p:sp>
        </p:grpSp>
        <p:sp>
          <p:nvSpPr>
            <p:cNvPr id="53" name="TextBox 50">
              <a:extLst>
                <a:ext uri="{FF2B5EF4-FFF2-40B4-BE49-F238E27FC236}">
                  <a16:creationId xmlns:a16="http://schemas.microsoft.com/office/drawing/2014/main" id="{A85925A2-C34C-49BF-BFD1-BC6A3454EB21}"/>
                </a:ext>
              </a:extLst>
            </p:cNvPr>
            <p:cNvSpPr txBox="1"/>
            <p:nvPr/>
          </p:nvSpPr>
          <p:spPr>
            <a:xfrm>
              <a:off x="1468111" y="1718640"/>
              <a:ext cx="1849834" cy="4294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088502"/>
              <a:r>
                <a:rPr lang="zh-CN" altLang="en-US" sz="2000" b="1" dirty="0">
                  <a:solidFill>
                    <a:srgbClr val="005825"/>
                  </a:solidFill>
                  <a:latin typeface="微软雅黑" pitchFamily="34" charset="-122"/>
                </a:rPr>
                <a:t>输入标题文字</a:t>
              </a:r>
              <a:endParaRPr lang="id-ID" altLang="zh-CN" sz="2000" b="1" dirty="0">
                <a:solidFill>
                  <a:srgbClr val="005825"/>
                </a:solidFill>
                <a:latin typeface="微软雅黑" pitchFamily="34" charset="-122"/>
              </a:endParaRPr>
            </a:p>
          </p:txBody>
        </p:sp>
        <p:sp>
          <p:nvSpPr>
            <p:cNvPr id="54" name="TextBox 51">
              <a:extLst>
                <a:ext uri="{FF2B5EF4-FFF2-40B4-BE49-F238E27FC236}">
                  <a16:creationId xmlns:a16="http://schemas.microsoft.com/office/drawing/2014/main" id="{DC3E7157-4991-46F1-AE53-DA202EFAC3AA}"/>
                </a:ext>
              </a:extLst>
            </p:cNvPr>
            <p:cNvSpPr txBox="1"/>
            <p:nvPr/>
          </p:nvSpPr>
          <p:spPr>
            <a:xfrm>
              <a:off x="553498" y="2098277"/>
              <a:ext cx="2638162" cy="738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1088502">
                <a:lnSpc>
                  <a:spcPct val="150000"/>
                </a:lnSpc>
              </a:pPr>
              <a:r>
                <a:rPr lang="zh-CN" altLang="en-US" sz="1400">
                  <a:solidFill>
                    <a:srgbClr val="005825"/>
                  </a:solidFill>
                  <a:latin typeface="微软雅黑" pitchFamily="34" charset="-122"/>
                </a:rPr>
                <a:t>点击此处添加文本内容</a:t>
              </a:r>
              <a:r>
                <a:rPr lang="zh-CN" altLang="en-US" sz="1400" dirty="0">
                  <a:solidFill>
                    <a:srgbClr val="005825"/>
                  </a:solidFill>
                  <a:latin typeface="微软雅黑" pitchFamily="34" charset="-122"/>
                </a:rPr>
                <a:t>，如关键词、部分简单介绍等。</a:t>
              </a:r>
              <a:endParaRPr lang="en-US" sz="1400" dirty="0">
                <a:solidFill>
                  <a:srgbClr val="005825"/>
                </a:solidFill>
                <a:latin typeface="微软雅黑" pitchFamily="34" charset="-122"/>
              </a:endParaRPr>
            </a:p>
          </p:txBody>
        </p:sp>
        <p:sp>
          <p:nvSpPr>
            <p:cNvPr id="55" name="TextBox 52">
              <a:extLst>
                <a:ext uri="{FF2B5EF4-FFF2-40B4-BE49-F238E27FC236}">
                  <a16:creationId xmlns:a16="http://schemas.microsoft.com/office/drawing/2014/main" id="{CCC91872-2EFC-4DCC-ADB2-E3FFB223849F}"/>
                </a:ext>
              </a:extLst>
            </p:cNvPr>
            <p:cNvSpPr txBox="1"/>
            <p:nvPr/>
          </p:nvSpPr>
          <p:spPr>
            <a:xfrm>
              <a:off x="690539" y="3884030"/>
              <a:ext cx="1849834" cy="4294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088502"/>
              <a:r>
                <a:rPr lang="zh-CN" altLang="en-US" sz="2000" b="1" dirty="0">
                  <a:solidFill>
                    <a:srgbClr val="005825"/>
                  </a:solidFill>
                  <a:latin typeface="微软雅黑" pitchFamily="34" charset="-122"/>
                </a:rPr>
                <a:t>输入标题文字</a:t>
              </a:r>
              <a:endParaRPr lang="id-ID" altLang="zh-CN" sz="2000" b="1" dirty="0">
                <a:solidFill>
                  <a:srgbClr val="005825"/>
                </a:solidFill>
                <a:latin typeface="微软雅黑" pitchFamily="34" charset="-122"/>
              </a:endParaRPr>
            </a:p>
          </p:txBody>
        </p:sp>
        <p:sp>
          <p:nvSpPr>
            <p:cNvPr id="56" name="TextBox 53">
              <a:extLst>
                <a:ext uri="{FF2B5EF4-FFF2-40B4-BE49-F238E27FC236}">
                  <a16:creationId xmlns:a16="http://schemas.microsoft.com/office/drawing/2014/main" id="{80F7023A-1612-4328-BAC4-AD6F10598381}"/>
                </a:ext>
              </a:extLst>
            </p:cNvPr>
            <p:cNvSpPr txBox="1"/>
            <p:nvPr/>
          </p:nvSpPr>
          <p:spPr>
            <a:xfrm>
              <a:off x="-179529" y="4263667"/>
              <a:ext cx="2638162" cy="738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1088502">
                <a:lnSpc>
                  <a:spcPct val="150000"/>
                </a:lnSpc>
              </a:pPr>
              <a:r>
                <a:rPr lang="zh-CN" altLang="en-US" sz="1400">
                  <a:solidFill>
                    <a:srgbClr val="005825"/>
                  </a:solidFill>
                  <a:latin typeface="微软雅黑" pitchFamily="34" charset="-122"/>
                </a:rPr>
                <a:t>点击此处添加文本内容</a:t>
              </a:r>
              <a:r>
                <a:rPr lang="zh-CN" altLang="en-US" sz="1400" dirty="0">
                  <a:solidFill>
                    <a:srgbClr val="005825"/>
                  </a:solidFill>
                  <a:latin typeface="微软雅黑" pitchFamily="34" charset="-122"/>
                </a:rPr>
                <a:t>，如关键词、部分简单介绍等。</a:t>
              </a:r>
              <a:endParaRPr lang="en-US" altLang="zh-CN" sz="1400" dirty="0">
                <a:solidFill>
                  <a:srgbClr val="005825"/>
                </a:solidFill>
                <a:latin typeface="微软雅黑" pitchFamily="34" charset="-122"/>
              </a:endParaRPr>
            </a:p>
          </p:txBody>
        </p:sp>
        <p:sp>
          <p:nvSpPr>
            <p:cNvPr id="57" name="TextBox 54">
              <a:extLst>
                <a:ext uri="{FF2B5EF4-FFF2-40B4-BE49-F238E27FC236}">
                  <a16:creationId xmlns:a16="http://schemas.microsoft.com/office/drawing/2014/main" id="{8A4ED902-A232-4752-A02D-E08B38154B36}"/>
                </a:ext>
              </a:extLst>
            </p:cNvPr>
            <p:cNvSpPr txBox="1"/>
            <p:nvPr/>
          </p:nvSpPr>
          <p:spPr>
            <a:xfrm>
              <a:off x="9025072" y="1718640"/>
              <a:ext cx="1849834" cy="4294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088502"/>
              <a:r>
                <a:rPr lang="zh-CN" altLang="en-US" sz="2000" b="1" dirty="0">
                  <a:solidFill>
                    <a:srgbClr val="005825"/>
                  </a:solidFill>
                  <a:latin typeface="微软雅黑" pitchFamily="34" charset="-122"/>
                </a:rPr>
                <a:t>输入标题文字</a:t>
              </a:r>
              <a:endParaRPr lang="id-ID" sz="2000" b="1" dirty="0">
                <a:solidFill>
                  <a:srgbClr val="005825"/>
                </a:solidFill>
                <a:latin typeface="微软雅黑" pitchFamily="34" charset="-122"/>
              </a:endParaRPr>
            </a:p>
          </p:txBody>
        </p:sp>
        <p:sp>
          <p:nvSpPr>
            <p:cNvPr id="58" name="TextBox 55">
              <a:extLst>
                <a:ext uri="{FF2B5EF4-FFF2-40B4-BE49-F238E27FC236}">
                  <a16:creationId xmlns:a16="http://schemas.microsoft.com/office/drawing/2014/main" id="{F6E06FA9-F4EE-43F8-87EB-BA3D096B90F5}"/>
                </a:ext>
              </a:extLst>
            </p:cNvPr>
            <p:cNvSpPr txBox="1"/>
            <p:nvPr/>
          </p:nvSpPr>
          <p:spPr>
            <a:xfrm>
              <a:off x="9069876" y="2098277"/>
              <a:ext cx="2638162" cy="738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088502">
                <a:lnSpc>
                  <a:spcPct val="150000"/>
                </a:lnSpc>
              </a:pPr>
              <a:r>
                <a:rPr lang="zh-CN" altLang="en-US" sz="1400">
                  <a:solidFill>
                    <a:srgbClr val="005825"/>
                  </a:solidFill>
                  <a:latin typeface="微软雅黑" pitchFamily="34" charset="-122"/>
                </a:rPr>
                <a:t>点击此处添加文本内容</a:t>
              </a:r>
              <a:r>
                <a:rPr lang="zh-CN" altLang="en-US" sz="1400" dirty="0">
                  <a:solidFill>
                    <a:srgbClr val="005825"/>
                  </a:solidFill>
                  <a:latin typeface="微软雅黑" pitchFamily="34" charset="-122"/>
                </a:rPr>
                <a:t>，如关键词、部分简单介绍等。</a:t>
              </a:r>
              <a:endParaRPr lang="en-US" altLang="zh-CN" sz="1400" dirty="0">
                <a:solidFill>
                  <a:srgbClr val="005825"/>
                </a:solidFill>
                <a:latin typeface="微软雅黑" pitchFamily="34" charset="-122"/>
              </a:endParaRPr>
            </a:p>
          </p:txBody>
        </p:sp>
        <p:sp>
          <p:nvSpPr>
            <p:cNvPr id="61" name="TextBox 56">
              <a:extLst>
                <a:ext uri="{FF2B5EF4-FFF2-40B4-BE49-F238E27FC236}">
                  <a16:creationId xmlns:a16="http://schemas.microsoft.com/office/drawing/2014/main" id="{8412A32E-1D9E-4BEA-8BC9-C9D03CBFD38C}"/>
                </a:ext>
              </a:extLst>
            </p:cNvPr>
            <p:cNvSpPr txBox="1"/>
            <p:nvPr/>
          </p:nvSpPr>
          <p:spPr>
            <a:xfrm>
              <a:off x="9707817" y="3884030"/>
              <a:ext cx="1849834" cy="4294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088502"/>
              <a:r>
                <a:rPr lang="zh-CN" altLang="en-US" sz="2000" b="1" dirty="0">
                  <a:solidFill>
                    <a:srgbClr val="005825"/>
                  </a:solidFill>
                  <a:latin typeface="微软雅黑" pitchFamily="34" charset="-122"/>
                </a:rPr>
                <a:t>输入标题文字</a:t>
              </a:r>
              <a:endParaRPr lang="id-ID" altLang="zh-CN" sz="2000" b="1" dirty="0">
                <a:solidFill>
                  <a:srgbClr val="005825"/>
                </a:solidFill>
                <a:latin typeface="微软雅黑" pitchFamily="34" charset="-122"/>
              </a:endParaRPr>
            </a:p>
          </p:txBody>
        </p:sp>
        <p:sp>
          <p:nvSpPr>
            <p:cNvPr id="62" name="TextBox 57">
              <a:extLst>
                <a:ext uri="{FF2B5EF4-FFF2-40B4-BE49-F238E27FC236}">
                  <a16:creationId xmlns:a16="http://schemas.microsoft.com/office/drawing/2014/main" id="{FA0351CD-72A6-4625-828B-9201447BCE25}"/>
                </a:ext>
              </a:extLst>
            </p:cNvPr>
            <p:cNvSpPr txBox="1"/>
            <p:nvPr/>
          </p:nvSpPr>
          <p:spPr>
            <a:xfrm>
              <a:off x="9710417" y="4263667"/>
              <a:ext cx="2638162" cy="738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088502">
                <a:lnSpc>
                  <a:spcPct val="150000"/>
                </a:lnSpc>
              </a:pPr>
              <a:r>
                <a:rPr lang="zh-CN" altLang="en-US" sz="1400" dirty="0">
                  <a:solidFill>
                    <a:srgbClr val="005825"/>
                  </a:solidFill>
                  <a:latin typeface="微软雅黑" pitchFamily="34" charset="-122"/>
                </a:rPr>
                <a:t>点击此处添加文本内容，如关键词、部分简单介绍等。</a:t>
              </a:r>
              <a:endParaRPr lang="en-US" altLang="zh-CN" sz="1400" dirty="0">
                <a:solidFill>
                  <a:srgbClr val="005825"/>
                </a:solidFill>
                <a:latin typeface="微软雅黑" pitchFamily="34" charset="-122"/>
              </a:endParaRPr>
            </a:p>
          </p:txBody>
        </p:sp>
        <p:sp>
          <p:nvSpPr>
            <p:cNvPr id="66" name="Freeform 55">
              <a:extLst>
                <a:ext uri="{FF2B5EF4-FFF2-40B4-BE49-F238E27FC236}">
                  <a16:creationId xmlns:a16="http://schemas.microsoft.com/office/drawing/2014/main" id="{ECD3713D-00E7-4A34-B651-41D10035D6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6214" y="2056725"/>
              <a:ext cx="354812" cy="439711"/>
            </a:xfrm>
            <a:custGeom>
              <a:avLst/>
              <a:gdLst>
                <a:gd name="T0" fmla="*/ 2 w 491"/>
                <a:gd name="T1" fmla="*/ 370 h 608"/>
                <a:gd name="T2" fmla="*/ 49 w 491"/>
                <a:gd name="T3" fmla="*/ 332 h 608"/>
                <a:gd name="T4" fmla="*/ 112 w 491"/>
                <a:gd name="T5" fmla="*/ 338 h 608"/>
                <a:gd name="T6" fmla="*/ 112 w 491"/>
                <a:gd name="T7" fmla="*/ 337 h 608"/>
                <a:gd name="T8" fmla="*/ 62 w 491"/>
                <a:gd name="T9" fmla="*/ 331 h 608"/>
                <a:gd name="T10" fmla="*/ 29 w 491"/>
                <a:gd name="T11" fmla="*/ 285 h 608"/>
                <a:gd name="T12" fmla="*/ 71 w 491"/>
                <a:gd name="T13" fmla="*/ 247 h 608"/>
                <a:gd name="T14" fmla="*/ 238 w 491"/>
                <a:gd name="T15" fmla="*/ 264 h 608"/>
                <a:gd name="T16" fmla="*/ 262 w 491"/>
                <a:gd name="T17" fmla="*/ 264 h 608"/>
                <a:gd name="T18" fmla="*/ 254 w 491"/>
                <a:gd name="T19" fmla="*/ 124 h 608"/>
                <a:gd name="T20" fmla="*/ 350 w 491"/>
                <a:gd name="T21" fmla="*/ 47 h 608"/>
                <a:gd name="T22" fmla="*/ 355 w 491"/>
                <a:gd name="T23" fmla="*/ 168 h 608"/>
                <a:gd name="T24" fmla="*/ 440 w 491"/>
                <a:gd name="T25" fmla="*/ 342 h 608"/>
                <a:gd name="T26" fmla="*/ 491 w 491"/>
                <a:gd name="T27" fmla="*/ 368 h 608"/>
                <a:gd name="T28" fmla="*/ 491 w 491"/>
                <a:gd name="T29" fmla="*/ 579 h 608"/>
                <a:gd name="T30" fmla="*/ 292 w 491"/>
                <a:gd name="T31" fmla="*/ 608 h 608"/>
                <a:gd name="T32" fmla="*/ 166 w 491"/>
                <a:gd name="T33" fmla="*/ 595 h 608"/>
                <a:gd name="T34" fmla="*/ 62 w 491"/>
                <a:gd name="T35" fmla="*/ 584 h 608"/>
                <a:gd name="T36" fmla="*/ 33 w 491"/>
                <a:gd name="T37" fmla="*/ 539 h 608"/>
                <a:gd name="T38" fmla="*/ 59 w 491"/>
                <a:gd name="T39" fmla="*/ 502 h 608"/>
                <a:gd name="T40" fmla="*/ 45 w 491"/>
                <a:gd name="T41" fmla="*/ 500 h 608"/>
                <a:gd name="T42" fmla="*/ 12 w 491"/>
                <a:gd name="T43" fmla="*/ 454 h 608"/>
                <a:gd name="T44" fmla="*/ 45 w 491"/>
                <a:gd name="T45" fmla="*/ 417 h 608"/>
                <a:gd name="T46" fmla="*/ 40 w 491"/>
                <a:gd name="T47" fmla="*/ 416 h 608"/>
                <a:gd name="T48" fmla="*/ 2 w 491"/>
                <a:gd name="T49" fmla="*/ 370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91" h="608">
                  <a:moveTo>
                    <a:pt x="2" y="370"/>
                  </a:moveTo>
                  <a:cubicBezTo>
                    <a:pt x="5" y="347"/>
                    <a:pt x="25" y="330"/>
                    <a:pt x="49" y="332"/>
                  </a:cubicBezTo>
                  <a:cubicBezTo>
                    <a:pt x="112" y="338"/>
                    <a:pt x="112" y="338"/>
                    <a:pt x="112" y="338"/>
                  </a:cubicBezTo>
                  <a:cubicBezTo>
                    <a:pt x="112" y="337"/>
                    <a:pt x="112" y="337"/>
                    <a:pt x="112" y="337"/>
                  </a:cubicBezTo>
                  <a:cubicBezTo>
                    <a:pt x="62" y="331"/>
                    <a:pt x="62" y="331"/>
                    <a:pt x="62" y="331"/>
                  </a:cubicBezTo>
                  <a:cubicBezTo>
                    <a:pt x="42" y="329"/>
                    <a:pt x="27" y="309"/>
                    <a:pt x="29" y="285"/>
                  </a:cubicBezTo>
                  <a:cubicBezTo>
                    <a:pt x="32" y="262"/>
                    <a:pt x="50" y="245"/>
                    <a:pt x="71" y="247"/>
                  </a:cubicBezTo>
                  <a:cubicBezTo>
                    <a:pt x="238" y="264"/>
                    <a:pt x="238" y="264"/>
                    <a:pt x="238" y="264"/>
                  </a:cubicBezTo>
                  <a:cubicBezTo>
                    <a:pt x="262" y="264"/>
                    <a:pt x="262" y="264"/>
                    <a:pt x="262" y="264"/>
                  </a:cubicBezTo>
                  <a:cubicBezTo>
                    <a:pt x="262" y="264"/>
                    <a:pt x="228" y="249"/>
                    <a:pt x="254" y="124"/>
                  </a:cubicBezTo>
                  <a:cubicBezTo>
                    <a:pt x="280" y="0"/>
                    <a:pt x="350" y="47"/>
                    <a:pt x="350" y="47"/>
                  </a:cubicBezTo>
                  <a:cubicBezTo>
                    <a:pt x="350" y="47"/>
                    <a:pt x="351" y="153"/>
                    <a:pt x="355" y="168"/>
                  </a:cubicBezTo>
                  <a:cubicBezTo>
                    <a:pt x="359" y="183"/>
                    <a:pt x="440" y="342"/>
                    <a:pt x="440" y="342"/>
                  </a:cubicBezTo>
                  <a:cubicBezTo>
                    <a:pt x="440" y="351"/>
                    <a:pt x="491" y="359"/>
                    <a:pt x="491" y="368"/>
                  </a:cubicBezTo>
                  <a:cubicBezTo>
                    <a:pt x="490" y="441"/>
                    <a:pt x="491" y="503"/>
                    <a:pt x="491" y="579"/>
                  </a:cubicBezTo>
                  <a:cubicBezTo>
                    <a:pt x="437" y="565"/>
                    <a:pt x="408" y="608"/>
                    <a:pt x="292" y="608"/>
                  </a:cubicBezTo>
                  <a:cubicBezTo>
                    <a:pt x="254" y="608"/>
                    <a:pt x="206" y="601"/>
                    <a:pt x="166" y="595"/>
                  </a:cubicBezTo>
                  <a:cubicBezTo>
                    <a:pt x="62" y="584"/>
                    <a:pt x="62" y="584"/>
                    <a:pt x="62" y="584"/>
                  </a:cubicBezTo>
                  <a:cubicBezTo>
                    <a:pt x="44" y="582"/>
                    <a:pt x="31" y="562"/>
                    <a:pt x="33" y="539"/>
                  </a:cubicBezTo>
                  <a:cubicBezTo>
                    <a:pt x="35" y="521"/>
                    <a:pt x="46" y="506"/>
                    <a:pt x="59" y="502"/>
                  </a:cubicBezTo>
                  <a:cubicBezTo>
                    <a:pt x="45" y="500"/>
                    <a:pt x="45" y="500"/>
                    <a:pt x="45" y="500"/>
                  </a:cubicBezTo>
                  <a:cubicBezTo>
                    <a:pt x="25" y="498"/>
                    <a:pt x="10" y="478"/>
                    <a:pt x="12" y="454"/>
                  </a:cubicBezTo>
                  <a:cubicBezTo>
                    <a:pt x="14" y="434"/>
                    <a:pt x="28" y="420"/>
                    <a:pt x="45" y="417"/>
                  </a:cubicBezTo>
                  <a:cubicBezTo>
                    <a:pt x="40" y="416"/>
                    <a:pt x="40" y="416"/>
                    <a:pt x="40" y="416"/>
                  </a:cubicBezTo>
                  <a:cubicBezTo>
                    <a:pt x="17" y="414"/>
                    <a:pt x="0" y="393"/>
                    <a:pt x="2" y="370"/>
                  </a:cubicBez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id-ID" kern="0">
                <a:solidFill>
                  <a:prstClr val="black"/>
                </a:solidFill>
                <a:latin typeface="微软雅黑" pitchFamily="34" charset="-122"/>
              </a:endParaRPr>
            </a:p>
          </p:txBody>
        </p:sp>
        <p:grpSp>
          <p:nvGrpSpPr>
            <p:cNvPr id="67" name="Group 57">
              <a:extLst>
                <a:ext uri="{FF2B5EF4-FFF2-40B4-BE49-F238E27FC236}">
                  <a16:creationId xmlns:a16="http://schemas.microsoft.com/office/drawing/2014/main" id="{2D4F235E-9DCD-40DB-9234-BD00C0D79AFF}"/>
                </a:ext>
              </a:extLst>
            </p:cNvPr>
            <p:cNvGrpSpPr/>
            <p:nvPr/>
          </p:nvGrpSpPr>
          <p:grpSpPr>
            <a:xfrm>
              <a:off x="3069963" y="4224912"/>
              <a:ext cx="339725" cy="319217"/>
              <a:chOff x="3175" y="-1587"/>
              <a:chExt cx="1209675" cy="1136651"/>
            </a:xfrm>
            <a:solidFill>
              <a:sysClr val="window" lastClr="FFFFFF"/>
            </a:solidFill>
          </p:grpSpPr>
          <p:sp>
            <p:nvSpPr>
              <p:cNvPr id="68" name="Freeform 59">
                <a:extLst>
                  <a:ext uri="{FF2B5EF4-FFF2-40B4-BE49-F238E27FC236}">
                    <a16:creationId xmlns:a16="http://schemas.microsoft.com/office/drawing/2014/main" id="{6ECBE392-171D-4581-8594-EC3F81CAC1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5" y="-1587"/>
                <a:ext cx="1209675" cy="454025"/>
              </a:xfrm>
              <a:custGeom>
                <a:avLst/>
                <a:gdLst>
                  <a:gd name="T0" fmla="*/ 297 w 320"/>
                  <a:gd name="T1" fmla="*/ 41 h 120"/>
                  <a:gd name="T2" fmla="*/ 160 w 320"/>
                  <a:gd name="T3" fmla="*/ 0 h 120"/>
                  <a:gd name="T4" fmla="*/ 23 w 320"/>
                  <a:gd name="T5" fmla="*/ 41 h 120"/>
                  <a:gd name="T6" fmla="*/ 0 w 320"/>
                  <a:gd name="T7" fmla="*/ 79 h 120"/>
                  <a:gd name="T8" fmla="*/ 0 w 320"/>
                  <a:gd name="T9" fmla="*/ 100 h 120"/>
                  <a:gd name="T10" fmla="*/ 20 w 320"/>
                  <a:gd name="T11" fmla="*/ 120 h 120"/>
                  <a:gd name="T12" fmla="*/ 60 w 320"/>
                  <a:gd name="T13" fmla="*/ 120 h 120"/>
                  <a:gd name="T14" fmla="*/ 80 w 320"/>
                  <a:gd name="T15" fmla="*/ 100 h 120"/>
                  <a:gd name="T16" fmla="*/ 91 w 320"/>
                  <a:gd name="T17" fmla="*/ 67 h 120"/>
                  <a:gd name="T18" fmla="*/ 160 w 320"/>
                  <a:gd name="T19" fmla="*/ 41 h 120"/>
                  <a:gd name="T20" fmla="*/ 229 w 320"/>
                  <a:gd name="T21" fmla="*/ 67 h 120"/>
                  <a:gd name="T22" fmla="*/ 241 w 320"/>
                  <a:gd name="T23" fmla="*/ 100 h 120"/>
                  <a:gd name="T24" fmla="*/ 261 w 320"/>
                  <a:gd name="T25" fmla="*/ 120 h 120"/>
                  <a:gd name="T26" fmla="*/ 301 w 320"/>
                  <a:gd name="T27" fmla="*/ 120 h 120"/>
                  <a:gd name="T28" fmla="*/ 320 w 320"/>
                  <a:gd name="T29" fmla="*/ 100 h 120"/>
                  <a:gd name="T30" fmla="*/ 320 w 320"/>
                  <a:gd name="T31" fmla="*/ 79 h 120"/>
                  <a:gd name="T32" fmla="*/ 297 w 320"/>
                  <a:gd name="T33" fmla="*/ 41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20" h="120">
                    <a:moveTo>
                      <a:pt x="297" y="41"/>
                    </a:moveTo>
                    <a:cubicBezTo>
                      <a:pt x="273" y="20"/>
                      <a:pt x="240" y="0"/>
                      <a:pt x="160" y="0"/>
                    </a:cubicBezTo>
                    <a:cubicBezTo>
                      <a:pt x="80" y="0"/>
                      <a:pt x="48" y="20"/>
                      <a:pt x="23" y="41"/>
                    </a:cubicBezTo>
                    <a:cubicBezTo>
                      <a:pt x="9" y="53"/>
                      <a:pt x="0" y="61"/>
                      <a:pt x="0" y="79"/>
                    </a:cubicBezTo>
                    <a:cubicBezTo>
                      <a:pt x="0" y="100"/>
                      <a:pt x="0" y="100"/>
                      <a:pt x="0" y="100"/>
                    </a:cubicBezTo>
                    <a:cubicBezTo>
                      <a:pt x="0" y="111"/>
                      <a:pt x="9" y="120"/>
                      <a:pt x="20" y="120"/>
                    </a:cubicBezTo>
                    <a:cubicBezTo>
                      <a:pt x="60" y="120"/>
                      <a:pt x="60" y="120"/>
                      <a:pt x="60" y="120"/>
                    </a:cubicBezTo>
                    <a:cubicBezTo>
                      <a:pt x="71" y="120"/>
                      <a:pt x="80" y="111"/>
                      <a:pt x="80" y="100"/>
                    </a:cubicBezTo>
                    <a:cubicBezTo>
                      <a:pt x="80" y="89"/>
                      <a:pt x="82" y="80"/>
                      <a:pt x="91" y="67"/>
                    </a:cubicBezTo>
                    <a:cubicBezTo>
                      <a:pt x="101" y="55"/>
                      <a:pt x="120" y="40"/>
                      <a:pt x="160" y="41"/>
                    </a:cubicBezTo>
                    <a:cubicBezTo>
                      <a:pt x="200" y="40"/>
                      <a:pt x="220" y="55"/>
                      <a:pt x="229" y="67"/>
                    </a:cubicBezTo>
                    <a:cubicBezTo>
                      <a:pt x="239" y="80"/>
                      <a:pt x="241" y="89"/>
                      <a:pt x="241" y="100"/>
                    </a:cubicBezTo>
                    <a:cubicBezTo>
                      <a:pt x="241" y="111"/>
                      <a:pt x="250" y="120"/>
                      <a:pt x="261" y="120"/>
                    </a:cubicBezTo>
                    <a:cubicBezTo>
                      <a:pt x="301" y="120"/>
                      <a:pt x="301" y="120"/>
                      <a:pt x="301" y="120"/>
                    </a:cubicBezTo>
                    <a:cubicBezTo>
                      <a:pt x="312" y="120"/>
                      <a:pt x="320" y="111"/>
                      <a:pt x="320" y="100"/>
                    </a:cubicBezTo>
                    <a:cubicBezTo>
                      <a:pt x="320" y="79"/>
                      <a:pt x="320" y="79"/>
                      <a:pt x="320" y="79"/>
                    </a:cubicBezTo>
                    <a:cubicBezTo>
                      <a:pt x="320" y="61"/>
                      <a:pt x="311" y="53"/>
                      <a:pt x="297" y="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id-ID" kern="0">
                  <a:solidFill>
                    <a:prstClr val="black"/>
                  </a:solidFill>
                  <a:latin typeface="微软雅黑" pitchFamily="34" charset="-122"/>
                </a:endParaRPr>
              </a:p>
            </p:txBody>
          </p:sp>
          <p:sp>
            <p:nvSpPr>
              <p:cNvPr id="69" name="Oval 60">
                <a:extLst>
                  <a:ext uri="{FF2B5EF4-FFF2-40B4-BE49-F238E27FC236}">
                    <a16:creationId xmlns:a16="http://schemas.microsoft.com/office/drawing/2014/main" id="{9CF01547-CAE3-470D-B03A-1FEA75C0FF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7200" y="679451"/>
                <a:ext cx="301625" cy="3032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id-ID" kern="0">
                  <a:solidFill>
                    <a:prstClr val="black"/>
                  </a:solidFill>
                  <a:latin typeface="微软雅黑" pitchFamily="34" charset="-122"/>
                </a:endParaRPr>
              </a:p>
            </p:txBody>
          </p:sp>
          <p:sp>
            <p:nvSpPr>
              <p:cNvPr id="70" name="Freeform 61">
                <a:extLst>
                  <a:ext uri="{FF2B5EF4-FFF2-40B4-BE49-F238E27FC236}">
                    <a16:creationId xmlns:a16="http://schemas.microsoft.com/office/drawing/2014/main" id="{3B4B4B46-F0F9-4845-BAF2-43E908D792E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7788" y="301626"/>
                <a:ext cx="1060450" cy="833438"/>
              </a:xfrm>
              <a:custGeom>
                <a:avLst/>
                <a:gdLst>
                  <a:gd name="T0" fmla="*/ 210 w 280"/>
                  <a:gd name="T1" fmla="*/ 40 h 220"/>
                  <a:gd name="T2" fmla="*/ 200 w 280"/>
                  <a:gd name="T3" fmla="*/ 40 h 220"/>
                  <a:gd name="T4" fmla="*/ 200 w 280"/>
                  <a:gd name="T5" fmla="*/ 15 h 220"/>
                  <a:gd name="T6" fmla="*/ 180 w 280"/>
                  <a:gd name="T7" fmla="*/ 0 h 220"/>
                  <a:gd name="T8" fmla="*/ 160 w 280"/>
                  <a:gd name="T9" fmla="*/ 15 h 220"/>
                  <a:gd name="T10" fmla="*/ 160 w 280"/>
                  <a:gd name="T11" fmla="*/ 40 h 220"/>
                  <a:gd name="T12" fmla="*/ 120 w 280"/>
                  <a:gd name="T13" fmla="*/ 40 h 220"/>
                  <a:gd name="T14" fmla="*/ 120 w 280"/>
                  <a:gd name="T15" fmla="*/ 15 h 220"/>
                  <a:gd name="T16" fmla="*/ 100 w 280"/>
                  <a:gd name="T17" fmla="*/ 0 h 220"/>
                  <a:gd name="T18" fmla="*/ 80 w 280"/>
                  <a:gd name="T19" fmla="*/ 15 h 220"/>
                  <a:gd name="T20" fmla="*/ 80 w 280"/>
                  <a:gd name="T21" fmla="*/ 40 h 220"/>
                  <a:gd name="T22" fmla="*/ 71 w 280"/>
                  <a:gd name="T23" fmla="*/ 40 h 220"/>
                  <a:gd name="T24" fmla="*/ 54 w 280"/>
                  <a:gd name="T25" fmla="*/ 49 h 220"/>
                  <a:gd name="T26" fmla="*/ 0 w 280"/>
                  <a:gd name="T27" fmla="*/ 160 h 220"/>
                  <a:gd name="T28" fmla="*/ 0 w 280"/>
                  <a:gd name="T29" fmla="*/ 200 h 220"/>
                  <a:gd name="T30" fmla="*/ 20 w 280"/>
                  <a:gd name="T31" fmla="*/ 220 h 220"/>
                  <a:gd name="T32" fmla="*/ 260 w 280"/>
                  <a:gd name="T33" fmla="*/ 220 h 220"/>
                  <a:gd name="T34" fmla="*/ 280 w 280"/>
                  <a:gd name="T35" fmla="*/ 200 h 220"/>
                  <a:gd name="T36" fmla="*/ 280 w 280"/>
                  <a:gd name="T37" fmla="*/ 162 h 220"/>
                  <a:gd name="T38" fmla="*/ 226 w 280"/>
                  <a:gd name="T39" fmla="*/ 48 h 220"/>
                  <a:gd name="T40" fmla="*/ 210 w 280"/>
                  <a:gd name="T41" fmla="*/ 40 h 220"/>
                  <a:gd name="T42" fmla="*/ 140 w 280"/>
                  <a:gd name="T43" fmla="*/ 200 h 220"/>
                  <a:gd name="T44" fmla="*/ 80 w 280"/>
                  <a:gd name="T45" fmla="*/ 140 h 220"/>
                  <a:gd name="T46" fmla="*/ 140 w 280"/>
                  <a:gd name="T47" fmla="*/ 80 h 220"/>
                  <a:gd name="T48" fmla="*/ 200 w 280"/>
                  <a:gd name="T49" fmla="*/ 140 h 220"/>
                  <a:gd name="T50" fmla="*/ 140 w 280"/>
                  <a:gd name="T51" fmla="*/ 200 h 2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0" h="220">
                    <a:moveTo>
                      <a:pt x="210" y="40"/>
                    </a:moveTo>
                    <a:cubicBezTo>
                      <a:pt x="200" y="40"/>
                      <a:pt x="200" y="40"/>
                      <a:pt x="200" y="40"/>
                    </a:cubicBezTo>
                    <a:cubicBezTo>
                      <a:pt x="200" y="15"/>
                      <a:pt x="200" y="15"/>
                      <a:pt x="200" y="15"/>
                    </a:cubicBezTo>
                    <a:cubicBezTo>
                      <a:pt x="200" y="7"/>
                      <a:pt x="191" y="0"/>
                      <a:pt x="180" y="0"/>
                    </a:cubicBezTo>
                    <a:cubicBezTo>
                      <a:pt x="169" y="0"/>
                      <a:pt x="160" y="7"/>
                      <a:pt x="160" y="15"/>
                    </a:cubicBezTo>
                    <a:cubicBezTo>
                      <a:pt x="160" y="40"/>
                      <a:pt x="160" y="40"/>
                      <a:pt x="160" y="40"/>
                    </a:cubicBezTo>
                    <a:cubicBezTo>
                      <a:pt x="120" y="40"/>
                      <a:pt x="120" y="40"/>
                      <a:pt x="120" y="40"/>
                    </a:cubicBezTo>
                    <a:cubicBezTo>
                      <a:pt x="120" y="15"/>
                      <a:pt x="120" y="15"/>
                      <a:pt x="120" y="15"/>
                    </a:cubicBezTo>
                    <a:cubicBezTo>
                      <a:pt x="120" y="7"/>
                      <a:pt x="111" y="0"/>
                      <a:pt x="100" y="0"/>
                    </a:cubicBezTo>
                    <a:cubicBezTo>
                      <a:pt x="89" y="0"/>
                      <a:pt x="80" y="7"/>
                      <a:pt x="80" y="15"/>
                    </a:cubicBezTo>
                    <a:cubicBezTo>
                      <a:pt x="80" y="40"/>
                      <a:pt x="80" y="40"/>
                      <a:pt x="80" y="40"/>
                    </a:cubicBezTo>
                    <a:cubicBezTo>
                      <a:pt x="71" y="40"/>
                      <a:pt x="71" y="40"/>
                      <a:pt x="71" y="40"/>
                    </a:cubicBezTo>
                    <a:cubicBezTo>
                      <a:pt x="64" y="40"/>
                      <a:pt x="58" y="43"/>
                      <a:pt x="54" y="49"/>
                    </a:cubicBezTo>
                    <a:cubicBezTo>
                      <a:pt x="39" y="72"/>
                      <a:pt x="0" y="133"/>
                      <a:pt x="0" y="160"/>
                    </a:cubicBezTo>
                    <a:cubicBezTo>
                      <a:pt x="0" y="200"/>
                      <a:pt x="0" y="200"/>
                      <a:pt x="0" y="200"/>
                    </a:cubicBezTo>
                    <a:cubicBezTo>
                      <a:pt x="0" y="211"/>
                      <a:pt x="9" y="220"/>
                      <a:pt x="20" y="220"/>
                    </a:cubicBezTo>
                    <a:cubicBezTo>
                      <a:pt x="260" y="220"/>
                      <a:pt x="260" y="220"/>
                      <a:pt x="260" y="220"/>
                    </a:cubicBezTo>
                    <a:cubicBezTo>
                      <a:pt x="271" y="220"/>
                      <a:pt x="280" y="211"/>
                      <a:pt x="280" y="200"/>
                    </a:cubicBezTo>
                    <a:cubicBezTo>
                      <a:pt x="280" y="183"/>
                      <a:pt x="280" y="162"/>
                      <a:pt x="280" y="162"/>
                    </a:cubicBezTo>
                    <a:cubicBezTo>
                      <a:pt x="280" y="127"/>
                      <a:pt x="241" y="70"/>
                      <a:pt x="226" y="48"/>
                    </a:cubicBezTo>
                    <a:cubicBezTo>
                      <a:pt x="222" y="43"/>
                      <a:pt x="216" y="40"/>
                      <a:pt x="210" y="40"/>
                    </a:cubicBezTo>
                    <a:close/>
                    <a:moveTo>
                      <a:pt x="140" y="200"/>
                    </a:moveTo>
                    <a:cubicBezTo>
                      <a:pt x="107" y="200"/>
                      <a:pt x="80" y="173"/>
                      <a:pt x="80" y="140"/>
                    </a:cubicBezTo>
                    <a:cubicBezTo>
                      <a:pt x="80" y="107"/>
                      <a:pt x="107" y="80"/>
                      <a:pt x="140" y="80"/>
                    </a:cubicBezTo>
                    <a:cubicBezTo>
                      <a:pt x="173" y="80"/>
                      <a:pt x="200" y="107"/>
                      <a:pt x="200" y="140"/>
                    </a:cubicBezTo>
                    <a:cubicBezTo>
                      <a:pt x="200" y="173"/>
                      <a:pt x="173" y="200"/>
                      <a:pt x="140" y="20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id-ID" kern="0">
                  <a:solidFill>
                    <a:prstClr val="black"/>
                  </a:solidFill>
                  <a:latin typeface="微软雅黑" pitchFamily="34" charset="-122"/>
                </a:endParaRPr>
              </a:p>
            </p:txBody>
          </p:sp>
        </p:grpSp>
        <p:grpSp>
          <p:nvGrpSpPr>
            <p:cNvPr id="71" name="Group 61">
              <a:extLst>
                <a:ext uri="{FF2B5EF4-FFF2-40B4-BE49-F238E27FC236}">
                  <a16:creationId xmlns:a16="http://schemas.microsoft.com/office/drawing/2014/main" id="{A8ADC65A-6199-472F-986E-8279496900FA}"/>
                </a:ext>
              </a:extLst>
            </p:cNvPr>
            <p:cNvGrpSpPr/>
            <p:nvPr/>
          </p:nvGrpSpPr>
          <p:grpSpPr>
            <a:xfrm>
              <a:off x="8763679" y="4267842"/>
              <a:ext cx="370858" cy="255576"/>
              <a:chOff x="3175" y="4763"/>
              <a:chExt cx="3130550" cy="2157412"/>
            </a:xfrm>
            <a:solidFill>
              <a:sysClr val="window" lastClr="FFFFFF"/>
            </a:solidFill>
          </p:grpSpPr>
          <p:sp>
            <p:nvSpPr>
              <p:cNvPr id="72" name="Freeform 65">
                <a:extLst>
                  <a:ext uri="{FF2B5EF4-FFF2-40B4-BE49-F238E27FC236}">
                    <a16:creationId xmlns:a16="http://schemas.microsoft.com/office/drawing/2014/main" id="{A1B9A747-8ADA-4CD7-A43A-800BA08723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7350" y="396875"/>
                <a:ext cx="917575" cy="833437"/>
              </a:xfrm>
              <a:custGeom>
                <a:avLst/>
                <a:gdLst>
                  <a:gd name="T0" fmla="*/ 242 w 244"/>
                  <a:gd name="T1" fmla="*/ 221 h 221"/>
                  <a:gd name="T2" fmla="*/ 237 w 244"/>
                  <a:gd name="T3" fmla="*/ 188 h 221"/>
                  <a:gd name="T4" fmla="*/ 182 w 244"/>
                  <a:gd name="T5" fmla="*/ 159 h 221"/>
                  <a:gd name="T6" fmla="*/ 152 w 244"/>
                  <a:gd name="T7" fmla="*/ 146 h 221"/>
                  <a:gd name="T8" fmla="*/ 152 w 244"/>
                  <a:gd name="T9" fmla="*/ 123 h 221"/>
                  <a:gd name="T10" fmla="*/ 164 w 244"/>
                  <a:gd name="T11" fmla="*/ 94 h 221"/>
                  <a:gd name="T12" fmla="*/ 176 w 244"/>
                  <a:gd name="T13" fmla="*/ 81 h 221"/>
                  <a:gd name="T14" fmla="*/ 168 w 244"/>
                  <a:gd name="T15" fmla="*/ 63 h 221"/>
                  <a:gd name="T16" fmla="*/ 170 w 244"/>
                  <a:gd name="T17" fmla="*/ 38 h 221"/>
                  <a:gd name="T18" fmla="*/ 122 w 244"/>
                  <a:gd name="T19" fmla="*/ 0 h 221"/>
                  <a:gd name="T20" fmla="*/ 74 w 244"/>
                  <a:gd name="T21" fmla="*/ 38 h 221"/>
                  <a:gd name="T22" fmla="*/ 76 w 244"/>
                  <a:gd name="T23" fmla="*/ 63 h 221"/>
                  <a:gd name="T24" fmla="*/ 68 w 244"/>
                  <a:gd name="T25" fmla="*/ 81 h 221"/>
                  <a:gd name="T26" fmla="*/ 80 w 244"/>
                  <a:gd name="T27" fmla="*/ 94 h 221"/>
                  <a:gd name="T28" fmla="*/ 92 w 244"/>
                  <a:gd name="T29" fmla="*/ 123 h 221"/>
                  <a:gd name="T30" fmla="*/ 92 w 244"/>
                  <a:gd name="T31" fmla="*/ 146 h 221"/>
                  <a:gd name="T32" fmla="*/ 62 w 244"/>
                  <a:gd name="T33" fmla="*/ 159 h 221"/>
                  <a:gd name="T34" fmla="*/ 7 w 244"/>
                  <a:gd name="T35" fmla="*/ 188 h 221"/>
                  <a:gd name="T36" fmla="*/ 2 w 244"/>
                  <a:gd name="T37" fmla="*/ 221 h 221"/>
                  <a:gd name="T38" fmla="*/ 242 w 244"/>
                  <a:gd name="T39" fmla="*/ 221 h 2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244" h="221">
                    <a:moveTo>
                      <a:pt x="242" y="221"/>
                    </a:moveTo>
                    <a:cubicBezTo>
                      <a:pt x="242" y="221"/>
                      <a:pt x="244" y="198"/>
                      <a:pt x="237" y="188"/>
                    </a:cubicBezTo>
                    <a:cubicBezTo>
                      <a:pt x="230" y="176"/>
                      <a:pt x="206" y="169"/>
                      <a:pt x="182" y="159"/>
                    </a:cubicBezTo>
                    <a:cubicBezTo>
                      <a:pt x="158" y="149"/>
                      <a:pt x="152" y="146"/>
                      <a:pt x="152" y="146"/>
                    </a:cubicBezTo>
                    <a:cubicBezTo>
                      <a:pt x="152" y="123"/>
                      <a:pt x="152" y="123"/>
                      <a:pt x="152" y="123"/>
                    </a:cubicBezTo>
                    <a:cubicBezTo>
                      <a:pt x="152" y="123"/>
                      <a:pt x="161" y="116"/>
                      <a:pt x="164" y="94"/>
                    </a:cubicBezTo>
                    <a:cubicBezTo>
                      <a:pt x="169" y="96"/>
                      <a:pt x="175" y="86"/>
                      <a:pt x="176" y="81"/>
                    </a:cubicBezTo>
                    <a:cubicBezTo>
                      <a:pt x="176" y="76"/>
                      <a:pt x="175" y="62"/>
                      <a:pt x="168" y="63"/>
                    </a:cubicBezTo>
                    <a:cubicBezTo>
                      <a:pt x="169" y="52"/>
                      <a:pt x="170" y="43"/>
                      <a:pt x="170" y="38"/>
                    </a:cubicBezTo>
                    <a:cubicBezTo>
                      <a:pt x="168" y="19"/>
                      <a:pt x="150" y="0"/>
                      <a:pt x="122" y="0"/>
                    </a:cubicBezTo>
                    <a:cubicBezTo>
                      <a:pt x="94" y="0"/>
                      <a:pt x="76" y="19"/>
                      <a:pt x="74" y="38"/>
                    </a:cubicBezTo>
                    <a:cubicBezTo>
                      <a:pt x="74" y="43"/>
                      <a:pt x="75" y="52"/>
                      <a:pt x="76" y="63"/>
                    </a:cubicBezTo>
                    <a:cubicBezTo>
                      <a:pt x="69" y="62"/>
                      <a:pt x="68" y="76"/>
                      <a:pt x="68" y="81"/>
                    </a:cubicBezTo>
                    <a:cubicBezTo>
                      <a:pt x="69" y="86"/>
                      <a:pt x="75" y="96"/>
                      <a:pt x="80" y="94"/>
                    </a:cubicBezTo>
                    <a:cubicBezTo>
                      <a:pt x="83" y="116"/>
                      <a:pt x="92" y="123"/>
                      <a:pt x="92" y="123"/>
                    </a:cubicBezTo>
                    <a:cubicBezTo>
                      <a:pt x="92" y="146"/>
                      <a:pt x="92" y="146"/>
                      <a:pt x="92" y="146"/>
                    </a:cubicBezTo>
                    <a:cubicBezTo>
                      <a:pt x="92" y="146"/>
                      <a:pt x="86" y="149"/>
                      <a:pt x="62" y="159"/>
                    </a:cubicBezTo>
                    <a:cubicBezTo>
                      <a:pt x="38" y="169"/>
                      <a:pt x="14" y="176"/>
                      <a:pt x="7" y="188"/>
                    </a:cubicBezTo>
                    <a:cubicBezTo>
                      <a:pt x="0" y="198"/>
                      <a:pt x="2" y="221"/>
                      <a:pt x="2" y="221"/>
                    </a:cubicBezTo>
                    <a:lnTo>
                      <a:pt x="242" y="22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id-ID" kern="0">
                  <a:solidFill>
                    <a:prstClr val="black"/>
                  </a:solidFill>
                  <a:latin typeface="微软雅黑" pitchFamily="34" charset="-122"/>
                </a:endParaRPr>
              </a:p>
            </p:txBody>
          </p:sp>
          <p:sp>
            <p:nvSpPr>
              <p:cNvPr id="73" name="Rectangle 66">
                <a:extLst>
                  <a:ext uri="{FF2B5EF4-FFF2-40B4-BE49-F238E27FC236}">
                    <a16:creationId xmlns:a16="http://schemas.microsoft.com/office/drawing/2014/main" id="{F0D67035-7295-44B9-A7EA-F17176A3AA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68450" y="396875"/>
                <a:ext cx="782638" cy="19685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id-ID" kern="0">
                  <a:solidFill>
                    <a:prstClr val="black"/>
                  </a:solidFill>
                  <a:latin typeface="微软雅黑" pitchFamily="34" charset="-122"/>
                </a:endParaRPr>
              </a:p>
            </p:txBody>
          </p:sp>
          <p:sp>
            <p:nvSpPr>
              <p:cNvPr id="74" name="Rectangle 67">
                <a:extLst>
                  <a:ext uri="{FF2B5EF4-FFF2-40B4-BE49-F238E27FC236}">
                    <a16:creationId xmlns:a16="http://schemas.microsoft.com/office/drawing/2014/main" id="{131EC6A3-EF67-4366-AB15-C5B048B76E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68450" y="788988"/>
                <a:ext cx="1174750" cy="19685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id-ID" kern="0">
                  <a:solidFill>
                    <a:prstClr val="black"/>
                  </a:solidFill>
                  <a:latin typeface="微软雅黑" pitchFamily="34" charset="-122"/>
                </a:endParaRPr>
              </a:p>
            </p:txBody>
          </p:sp>
          <p:sp>
            <p:nvSpPr>
              <p:cNvPr id="75" name="Rectangle 68">
                <a:extLst>
                  <a:ext uri="{FF2B5EF4-FFF2-40B4-BE49-F238E27FC236}">
                    <a16:creationId xmlns:a16="http://schemas.microsoft.com/office/drawing/2014/main" id="{6A7991CC-0469-4C39-BE34-C62C0B4C08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68450" y="1181100"/>
                <a:ext cx="979488" cy="19685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id-ID" kern="0">
                  <a:solidFill>
                    <a:prstClr val="black"/>
                  </a:solidFill>
                  <a:latin typeface="微软雅黑" pitchFamily="34" charset="-122"/>
                </a:endParaRPr>
              </a:p>
            </p:txBody>
          </p:sp>
          <p:sp>
            <p:nvSpPr>
              <p:cNvPr id="76" name="Freeform 69">
                <a:extLst>
                  <a:ext uri="{FF2B5EF4-FFF2-40B4-BE49-F238E27FC236}">
                    <a16:creationId xmlns:a16="http://schemas.microsoft.com/office/drawing/2014/main" id="{42C9B71F-63EF-4819-B210-F94E4E9A614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175" y="4763"/>
                <a:ext cx="3130550" cy="2157412"/>
              </a:xfrm>
              <a:custGeom>
                <a:avLst/>
                <a:gdLst>
                  <a:gd name="T0" fmla="*/ 0 w 832"/>
                  <a:gd name="T1" fmla="*/ 0 h 572"/>
                  <a:gd name="T2" fmla="*/ 0 w 832"/>
                  <a:gd name="T3" fmla="*/ 572 h 572"/>
                  <a:gd name="T4" fmla="*/ 832 w 832"/>
                  <a:gd name="T5" fmla="*/ 572 h 572"/>
                  <a:gd name="T6" fmla="*/ 832 w 832"/>
                  <a:gd name="T7" fmla="*/ 0 h 572"/>
                  <a:gd name="T8" fmla="*/ 0 w 832"/>
                  <a:gd name="T9" fmla="*/ 0 h 572"/>
                  <a:gd name="T10" fmla="*/ 780 w 832"/>
                  <a:gd name="T11" fmla="*/ 520 h 572"/>
                  <a:gd name="T12" fmla="*/ 671 w 832"/>
                  <a:gd name="T13" fmla="*/ 520 h 572"/>
                  <a:gd name="T14" fmla="*/ 676 w 832"/>
                  <a:gd name="T15" fmla="*/ 494 h 572"/>
                  <a:gd name="T16" fmla="*/ 598 w 832"/>
                  <a:gd name="T17" fmla="*/ 416 h 572"/>
                  <a:gd name="T18" fmla="*/ 520 w 832"/>
                  <a:gd name="T19" fmla="*/ 494 h 572"/>
                  <a:gd name="T20" fmla="*/ 525 w 832"/>
                  <a:gd name="T21" fmla="*/ 520 h 572"/>
                  <a:gd name="T22" fmla="*/ 307 w 832"/>
                  <a:gd name="T23" fmla="*/ 520 h 572"/>
                  <a:gd name="T24" fmla="*/ 312 w 832"/>
                  <a:gd name="T25" fmla="*/ 494 h 572"/>
                  <a:gd name="T26" fmla="*/ 234 w 832"/>
                  <a:gd name="T27" fmla="*/ 416 h 572"/>
                  <a:gd name="T28" fmla="*/ 156 w 832"/>
                  <a:gd name="T29" fmla="*/ 494 h 572"/>
                  <a:gd name="T30" fmla="*/ 161 w 832"/>
                  <a:gd name="T31" fmla="*/ 520 h 572"/>
                  <a:gd name="T32" fmla="*/ 52 w 832"/>
                  <a:gd name="T33" fmla="*/ 520 h 572"/>
                  <a:gd name="T34" fmla="*/ 52 w 832"/>
                  <a:gd name="T35" fmla="*/ 52 h 572"/>
                  <a:gd name="T36" fmla="*/ 780 w 832"/>
                  <a:gd name="T37" fmla="*/ 52 h 572"/>
                  <a:gd name="T38" fmla="*/ 780 w 832"/>
                  <a:gd name="T39" fmla="*/ 520 h 5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832" h="572">
                    <a:moveTo>
                      <a:pt x="0" y="0"/>
                    </a:moveTo>
                    <a:cubicBezTo>
                      <a:pt x="0" y="572"/>
                      <a:pt x="0" y="572"/>
                      <a:pt x="0" y="572"/>
                    </a:cubicBezTo>
                    <a:cubicBezTo>
                      <a:pt x="832" y="572"/>
                      <a:pt x="832" y="572"/>
                      <a:pt x="832" y="572"/>
                    </a:cubicBezTo>
                    <a:cubicBezTo>
                      <a:pt x="832" y="0"/>
                      <a:pt x="832" y="0"/>
                      <a:pt x="832" y="0"/>
                    </a:cubicBezTo>
                    <a:lnTo>
                      <a:pt x="0" y="0"/>
                    </a:lnTo>
                    <a:close/>
                    <a:moveTo>
                      <a:pt x="780" y="520"/>
                    </a:moveTo>
                    <a:cubicBezTo>
                      <a:pt x="671" y="520"/>
                      <a:pt x="671" y="520"/>
                      <a:pt x="671" y="520"/>
                    </a:cubicBezTo>
                    <a:cubicBezTo>
                      <a:pt x="674" y="512"/>
                      <a:pt x="676" y="503"/>
                      <a:pt x="676" y="494"/>
                    </a:cubicBezTo>
                    <a:cubicBezTo>
                      <a:pt x="676" y="451"/>
                      <a:pt x="641" y="416"/>
                      <a:pt x="598" y="416"/>
                    </a:cubicBezTo>
                    <a:cubicBezTo>
                      <a:pt x="555" y="416"/>
                      <a:pt x="520" y="451"/>
                      <a:pt x="520" y="494"/>
                    </a:cubicBezTo>
                    <a:cubicBezTo>
                      <a:pt x="520" y="503"/>
                      <a:pt x="522" y="512"/>
                      <a:pt x="525" y="520"/>
                    </a:cubicBezTo>
                    <a:cubicBezTo>
                      <a:pt x="307" y="520"/>
                      <a:pt x="307" y="520"/>
                      <a:pt x="307" y="520"/>
                    </a:cubicBezTo>
                    <a:cubicBezTo>
                      <a:pt x="310" y="512"/>
                      <a:pt x="312" y="503"/>
                      <a:pt x="312" y="494"/>
                    </a:cubicBezTo>
                    <a:cubicBezTo>
                      <a:pt x="312" y="451"/>
                      <a:pt x="277" y="416"/>
                      <a:pt x="234" y="416"/>
                    </a:cubicBezTo>
                    <a:cubicBezTo>
                      <a:pt x="191" y="416"/>
                      <a:pt x="156" y="451"/>
                      <a:pt x="156" y="494"/>
                    </a:cubicBezTo>
                    <a:cubicBezTo>
                      <a:pt x="156" y="503"/>
                      <a:pt x="158" y="512"/>
                      <a:pt x="161" y="520"/>
                    </a:cubicBezTo>
                    <a:cubicBezTo>
                      <a:pt x="52" y="520"/>
                      <a:pt x="52" y="520"/>
                      <a:pt x="52" y="520"/>
                    </a:cubicBezTo>
                    <a:cubicBezTo>
                      <a:pt x="52" y="52"/>
                      <a:pt x="52" y="52"/>
                      <a:pt x="52" y="52"/>
                    </a:cubicBezTo>
                    <a:cubicBezTo>
                      <a:pt x="780" y="52"/>
                      <a:pt x="780" y="52"/>
                      <a:pt x="780" y="52"/>
                    </a:cubicBezTo>
                    <a:lnTo>
                      <a:pt x="780" y="52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id-ID" kern="0">
                  <a:solidFill>
                    <a:prstClr val="black"/>
                  </a:solidFill>
                  <a:latin typeface="微软雅黑" pitchFamily="34" charset="-122"/>
                </a:endParaRPr>
              </a:p>
            </p:txBody>
          </p:sp>
        </p:grpSp>
        <p:sp>
          <p:nvSpPr>
            <p:cNvPr id="77" name="Freeform 73">
              <a:extLst>
                <a:ext uri="{FF2B5EF4-FFF2-40B4-BE49-F238E27FC236}">
                  <a16:creationId xmlns:a16="http://schemas.microsoft.com/office/drawing/2014/main" id="{7171A79B-27BE-4C86-8743-6DC209D41162}"/>
                </a:ext>
              </a:extLst>
            </p:cNvPr>
            <p:cNvSpPr>
              <a:spLocks/>
            </p:cNvSpPr>
            <p:nvPr/>
          </p:nvSpPr>
          <p:spPr bwMode="auto">
            <a:xfrm>
              <a:off x="7996115" y="2131620"/>
              <a:ext cx="309377" cy="308223"/>
            </a:xfrm>
            <a:custGeom>
              <a:avLst/>
              <a:gdLst>
                <a:gd name="T0" fmla="*/ 366 w 451"/>
                <a:gd name="T1" fmla="*/ 355 h 449"/>
                <a:gd name="T2" fmla="*/ 320 w 451"/>
                <a:gd name="T3" fmla="*/ 391 h 449"/>
                <a:gd name="T4" fmla="*/ 173 w 451"/>
                <a:gd name="T5" fmla="*/ 391 h 449"/>
                <a:gd name="T6" fmla="*/ 154 w 451"/>
                <a:gd name="T7" fmla="*/ 363 h 449"/>
                <a:gd name="T8" fmla="*/ 173 w 451"/>
                <a:gd name="T9" fmla="*/ 304 h 449"/>
                <a:gd name="T10" fmla="*/ 405 w 451"/>
                <a:gd name="T11" fmla="*/ 304 h 449"/>
                <a:gd name="T12" fmla="*/ 451 w 451"/>
                <a:gd name="T13" fmla="*/ 103 h 449"/>
                <a:gd name="T14" fmla="*/ 84 w 451"/>
                <a:gd name="T15" fmla="*/ 54 h 449"/>
                <a:gd name="T16" fmla="*/ 55 w 451"/>
                <a:gd name="T17" fmla="*/ 35 h 449"/>
                <a:gd name="T18" fmla="*/ 56 w 451"/>
                <a:gd name="T19" fmla="*/ 28 h 449"/>
                <a:gd name="T20" fmla="*/ 28 w 451"/>
                <a:gd name="T21" fmla="*/ 0 h 449"/>
                <a:gd name="T22" fmla="*/ 0 w 451"/>
                <a:gd name="T23" fmla="*/ 28 h 449"/>
                <a:gd name="T24" fmla="*/ 28 w 451"/>
                <a:gd name="T25" fmla="*/ 56 h 449"/>
                <a:gd name="T26" fmla="*/ 33 w 451"/>
                <a:gd name="T27" fmla="*/ 55 h 449"/>
                <a:gd name="T28" fmla="*/ 68 w 451"/>
                <a:gd name="T29" fmla="*/ 78 h 449"/>
                <a:gd name="T30" fmla="*/ 125 w 451"/>
                <a:gd name="T31" fmla="*/ 304 h 449"/>
                <a:gd name="T32" fmla="*/ 142 w 451"/>
                <a:gd name="T33" fmla="*/ 304 h 449"/>
                <a:gd name="T34" fmla="*/ 127 w 451"/>
                <a:gd name="T35" fmla="*/ 353 h 449"/>
                <a:gd name="T36" fmla="*/ 125 w 451"/>
                <a:gd name="T37" fmla="*/ 353 h 449"/>
                <a:gd name="T38" fmla="*/ 77 w 451"/>
                <a:gd name="T39" fmla="*/ 401 h 449"/>
                <a:gd name="T40" fmla="*/ 125 w 451"/>
                <a:gd name="T41" fmla="*/ 449 h 449"/>
                <a:gd name="T42" fmla="*/ 170 w 451"/>
                <a:gd name="T43" fmla="*/ 420 h 449"/>
                <a:gd name="T44" fmla="*/ 322 w 451"/>
                <a:gd name="T45" fmla="*/ 420 h 449"/>
                <a:gd name="T46" fmla="*/ 366 w 451"/>
                <a:gd name="T47" fmla="*/ 449 h 449"/>
                <a:gd name="T48" fmla="*/ 413 w 451"/>
                <a:gd name="T49" fmla="*/ 402 h 449"/>
                <a:gd name="T50" fmla="*/ 366 w 451"/>
                <a:gd name="T51" fmla="*/ 355 h 4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51" h="449">
                  <a:moveTo>
                    <a:pt x="366" y="355"/>
                  </a:moveTo>
                  <a:cubicBezTo>
                    <a:pt x="343" y="355"/>
                    <a:pt x="325" y="371"/>
                    <a:pt x="320" y="391"/>
                  </a:cubicBezTo>
                  <a:cubicBezTo>
                    <a:pt x="173" y="391"/>
                    <a:pt x="173" y="391"/>
                    <a:pt x="173" y="391"/>
                  </a:cubicBezTo>
                  <a:cubicBezTo>
                    <a:pt x="170" y="380"/>
                    <a:pt x="164" y="370"/>
                    <a:pt x="154" y="363"/>
                  </a:cubicBezTo>
                  <a:cubicBezTo>
                    <a:pt x="173" y="304"/>
                    <a:pt x="173" y="304"/>
                    <a:pt x="173" y="304"/>
                  </a:cubicBezTo>
                  <a:cubicBezTo>
                    <a:pt x="405" y="304"/>
                    <a:pt x="405" y="304"/>
                    <a:pt x="405" y="304"/>
                  </a:cubicBezTo>
                  <a:cubicBezTo>
                    <a:pt x="451" y="103"/>
                    <a:pt x="451" y="103"/>
                    <a:pt x="451" y="103"/>
                  </a:cubicBezTo>
                  <a:cubicBezTo>
                    <a:pt x="84" y="54"/>
                    <a:pt x="84" y="54"/>
                    <a:pt x="84" y="54"/>
                  </a:cubicBezTo>
                  <a:cubicBezTo>
                    <a:pt x="55" y="35"/>
                    <a:pt x="55" y="35"/>
                    <a:pt x="55" y="35"/>
                  </a:cubicBezTo>
                  <a:cubicBezTo>
                    <a:pt x="56" y="28"/>
                    <a:pt x="56" y="28"/>
                    <a:pt x="56" y="28"/>
                  </a:cubicBezTo>
                  <a:cubicBezTo>
                    <a:pt x="56" y="13"/>
                    <a:pt x="43" y="0"/>
                    <a:pt x="28" y="0"/>
                  </a:cubicBezTo>
                  <a:cubicBezTo>
                    <a:pt x="12" y="0"/>
                    <a:pt x="0" y="13"/>
                    <a:pt x="0" y="28"/>
                  </a:cubicBezTo>
                  <a:cubicBezTo>
                    <a:pt x="0" y="44"/>
                    <a:pt x="12" y="56"/>
                    <a:pt x="28" y="56"/>
                  </a:cubicBezTo>
                  <a:cubicBezTo>
                    <a:pt x="33" y="55"/>
                    <a:pt x="33" y="55"/>
                    <a:pt x="33" y="55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125" y="304"/>
                    <a:pt x="125" y="304"/>
                    <a:pt x="125" y="304"/>
                  </a:cubicBezTo>
                  <a:cubicBezTo>
                    <a:pt x="142" y="304"/>
                    <a:pt x="142" y="304"/>
                    <a:pt x="142" y="304"/>
                  </a:cubicBezTo>
                  <a:cubicBezTo>
                    <a:pt x="127" y="353"/>
                    <a:pt x="127" y="353"/>
                    <a:pt x="127" y="353"/>
                  </a:cubicBezTo>
                  <a:cubicBezTo>
                    <a:pt x="125" y="353"/>
                    <a:pt x="125" y="353"/>
                    <a:pt x="125" y="353"/>
                  </a:cubicBezTo>
                  <a:cubicBezTo>
                    <a:pt x="99" y="353"/>
                    <a:pt x="77" y="374"/>
                    <a:pt x="77" y="401"/>
                  </a:cubicBezTo>
                  <a:cubicBezTo>
                    <a:pt x="77" y="428"/>
                    <a:pt x="99" y="449"/>
                    <a:pt x="125" y="449"/>
                  </a:cubicBezTo>
                  <a:cubicBezTo>
                    <a:pt x="145" y="449"/>
                    <a:pt x="162" y="437"/>
                    <a:pt x="170" y="420"/>
                  </a:cubicBezTo>
                  <a:cubicBezTo>
                    <a:pt x="322" y="420"/>
                    <a:pt x="322" y="420"/>
                    <a:pt x="322" y="420"/>
                  </a:cubicBezTo>
                  <a:cubicBezTo>
                    <a:pt x="329" y="437"/>
                    <a:pt x="346" y="449"/>
                    <a:pt x="366" y="449"/>
                  </a:cubicBezTo>
                  <a:cubicBezTo>
                    <a:pt x="392" y="449"/>
                    <a:pt x="413" y="428"/>
                    <a:pt x="413" y="402"/>
                  </a:cubicBezTo>
                  <a:cubicBezTo>
                    <a:pt x="413" y="376"/>
                    <a:pt x="392" y="355"/>
                    <a:pt x="366" y="355"/>
                  </a:cubicBez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id-ID" kern="0">
                <a:solidFill>
                  <a:prstClr val="black"/>
                </a:solidFill>
                <a:latin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645602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图片 63">
            <a:extLst>
              <a:ext uri="{FF2B5EF4-FFF2-40B4-BE49-F238E27FC236}">
                <a16:creationId xmlns:a16="http://schemas.microsoft.com/office/drawing/2014/main" id="{3B67F843-08A8-4E3B-80F9-AF5591D28CA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3" b="78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5" name="矩形 64">
            <a:extLst>
              <a:ext uri="{FF2B5EF4-FFF2-40B4-BE49-F238E27FC236}">
                <a16:creationId xmlns:a16="http://schemas.microsoft.com/office/drawing/2014/main" id="{7D6B3F08-FEEB-43A5-BDE7-EC95A07E8EF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D0D41A9-C451-4D36-9614-D42257C7A75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5570" y="179061"/>
            <a:ext cx="2162258" cy="5455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3E36ADF9-64AB-4450-A972-DC03712A0BE9}"/>
              </a:ext>
            </a:extLst>
          </p:cNvPr>
          <p:cNvGrpSpPr/>
          <p:nvPr/>
        </p:nvGrpSpPr>
        <p:grpSpPr>
          <a:xfrm>
            <a:off x="229435" y="144004"/>
            <a:ext cx="3658643" cy="646331"/>
            <a:chOff x="368331" y="209716"/>
            <a:chExt cx="3658643" cy="646331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B81BBF6F-960C-4894-9188-B0BC95D25783}"/>
                </a:ext>
              </a:extLst>
            </p:cNvPr>
            <p:cNvGrpSpPr/>
            <p:nvPr/>
          </p:nvGrpSpPr>
          <p:grpSpPr>
            <a:xfrm>
              <a:off x="368331" y="209716"/>
              <a:ext cx="575110" cy="646331"/>
              <a:chOff x="368331" y="348215"/>
              <a:chExt cx="936000" cy="1051912"/>
            </a:xfrm>
          </p:grpSpPr>
          <p:sp>
            <p:nvSpPr>
              <p:cNvPr id="59" name="椭圆 58">
                <a:extLst>
                  <a:ext uri="{FF2B5EF4-FFF2-40B4-BE49-F238E27FC236}">
                    <a16:creationId xmlns:a16="http://schemas.microsoft.com/office/drawing/2014/main" id="{A5D48676-B157-4558-951B-BFB4E5889968}"/>
                  </a:ext>
                </a:extLst>
              </p:cNvPr>
              <p:cNvSpPr/>
              <p:nvPr/>
            </p:nvSpPr>
            <p:spPr>
              <a:xfrm>
                <a:off x="368331" y="388046"/>
                <a:ext cx="936000" cy="936000"/>
              </a:xfrm>
              <a:prstGeom prst="ellipse">
                <a:avLst/>
              </a:prstGeom>
              <a:solidFill>
                <a:srgbClr val="005825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50" b="1">
                  <a:cs typeface="+mn-ea"/>
                  <a:sym typeface="+mn-lt"/>
                </a:endParaRPr>
              </a:p>
            </p:txBody>
          </p:sp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6DD61D0D-8498-432F-932D-ADF5FD30970C}"/>
                  </a:ext>
                </a:extLst>
              </p:cNvPr>
              <p:cNvSpPr txBox="1"/>
              <p:nvPr/>
            </p:nvSpPr>
            <p:spPr>
              <a:xfrm>
                <a:off x="416209" y="348215"/>
                <a:ext cx="840245" cy="10519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3600" b="1" dirty="0">
                    <a:solidFill>
                      <a:srgbClr val="FCFCFC"/>
                    </a:solidFill>
                    <a:cs typeface="+mn-ea"/>
                    <a:sym typeface="+mn-lt"/>
                  </a:rPr>
                  <a:t>1</a:t>
                </a:r>
                <a:endParaRPr lang="zh-CN" altLang="en-US" sz="3600" b="1" dirty="0">
                  <a:solidFill>
                    <a:srgbClr val="FCFCFC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45036A13-C542-4D43-B32E-26EA4801BB61}"/>
                </a:ext>
              </a:extLst>
            </p:cNvPr>
            <p:cNvSpPr txBox="1"/>
            <p:nvPr/>
          </p:nvSpPr>
          <p:spPr>
            <a:xfrm>
              <a:off x="1182495" y="302049"/>
              <a:ext cx="28444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5825"/>
                  </a:solidFill>
                  <a:cs typeface="+mn-ea"/>
                  <a:sym typeface="+mn-lt"/>
                </a:rPr>
                <a:t>课题背景及内容</a:t>
              </a:r>
            </a:p>
          </p:txBody>
        </p:sp>
      </p:grp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155567E-A2CB-45C2-8E11-E9373EFAA595}"/>
              </a:ext>
            </a:extLst>
          </p:cNvPr>
          <p:cNvCxnSpPr/>
          <p:nvPr/>
        </p:nvCxnSpPr>
        <p:spPr>
          <a:xfrm>
            <a:off x="0" y="856047"/>
            <a:ext cx="12192000" cy="0"/>
          </a:xfrm>
          <a:prstGeom prst="line">
            <a:avLst/>
          </a:prstGeom>
          <a:ln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>
            <a:extLst>
              <a:ext uri="{FF2B5EF4-FFF2-40B4-BE49-F238E27FC236}">
                <a16:creationId xmlns:a16="http://schemas.microsoft.com/office/drawing/2014/main" id="{2D9C7181-5766-424A-B11E-721AB344885F}"/>
              </a:ext>
            </a:extLst>
          </p:cNvPr>
          <p:cNvGrpSpPr/>
          <p:nvPr/>
        </p:nvGrpSpPr>
        <p:grpSpPr>
          <a:xfrm>
            <a:off x="909437" y="1580671"/>
            <a:ext cx="10137662" cy="4727908"/>
            <a:chOff x="909437" y="1580671"/>
            <a:chExt cx="10137662" cy="4727908"/>
          </a:xfrm>
        </p:grpSpPr>
        <p:sp>
          <p:nvSpPr>
            <p:cNvPr id="69" name="淘宝店chenying0907出品 2">
              <a:extLst>
                <a:ext uri="{FF2B5EF4-FFF2-40B4-BE49-F238E27FC236}">
                  <a16:creationId xmlns:a16="http://schemas.microsoft.com/office/drawing/2014/main" id="{3F6F34AC-493B-45FD-970E-A852BE323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86272" y="1580671"/>
              <a:ext cx="4883150" cy="2333625"/>
            </a:xfrm>
            <a:prstGeom prst="rect">
              <a:avLst/>
            </a:prstGeom>
            <a:blipFill dpi="0" rotWithShape="1">
              <a:blip r:embed="rId5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914400"/>
              <a:endParaRPr lang="zh-CN" altLang="zh-CN">
                <a:solidFill>
                  <a:srgbClr val="FFFFFF"/>
                </a:solidFill>
                <a:latin typeface="Calibri" panose="020F0502020204030204" pitchFamily="34" charset="0"/>
                <a:sym typeface="Calibri" panose="020F0502020204030204" pitchFamily="34" charset="0"/>
              </a:endParaRPr>
            </a:p>
          </p:txBody>
        </p:sp>
        <p:sp>
          <p:nvSpPr>
            <p:cNvPr id="70" name="淘宝店chenying0907出品 3">
              <a:extLst>
                <a:ext uri="{FF2B5EF4-FFF2-40B4-BE49-F238E27FC236}">
                  <a16:creationId xmlns:a16="http://schemas.microsoft.com/office/drawing/2014/main" id="{B8BC74C1-DA52-441C-9AD2-CD9816EB9D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9472" y="1580671"/>
              <a:ext cx="4876800" cy="2336800"/>
            </a:xfrm>
            <a:prstGeom prst="rect">
              <a:avLst/>
            </a:prstGeom>
            <a:solidFill>
              <a:srgbClr val="005825"/>
            </a:solidFill>
            <a:ln>
              <a:noFill/>
            </a:ln>
            <a:extLst/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914400"/>
              <a:endParaRPr lang="zh-CN" altLang="zh-CN" sz="3200">
                <a:solidFill>
                  <a:srgbClr val="FFFFFF"/>
                </a:solidFill>
                <a:latin typeface="Calibri" panose="020F0502020204030204" pitchFamily="34" charset="0"/>
                <a:sym typeface="Calibri" panose="020F0502020204030204" pitchFamily="34" charset="0"/>
              </a:endParaRPr>
            </a:p>
          </p:txBody>
        </p:sp>
        <p:sp>
          <p:nvSpPr>
            <p:cNvPr id="112" name="淘宝店chenying0907出品 104">
              <a:extLst>
                <a:ext uri="{FF2B5EF4-FFF2-40B4-BE49-F238E27FC236}">
                  <a16:creationId xmlns:a16="http://schemas.microsoft.com/office/drawing/2014/main" id="{EB9A7290-7F25-484E-9DA2-0E8C74CF2F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0002" y="1876169"/>
              <a:ext cx="2031308" cy="4616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1" tIns="45716" rIns="91431" bIns="45716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 defTabSz="914400"/>
              <a:r>
                <a:rPr lang="zh-CN" altLang="en-US" sz="24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方正兰亭黑_GBK" pitchFamily="2" charset="-122"/>
                </a:rPr>
                <a:t>输入标题文字</a:t>
              </a:r>
              <a:endParaRPr lang="en-US" altLang="zh-CN" sz="2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兰亭黑_GBK" pitchFamily="2" charset="-122"/>
              </a:endParaRPr>
            </a:p>
          </p:txBody>
        </p:sp>
        <p:sp>
          <p:nvSpPr>
            <p:cNvPr id="113" name="淘宝店chenying0907出品 47">
              <a:extLst>
                <a:ext uri="{FF2B5EF4-FFF2-40B4-BE49-F238E27FC236}">
                  <a16:creationId xmlns:a16="http://schemas.microsoft.com/office/drawing/2014/main" id="{F0CBCE27-2802-4878-A32A-6DF2C83FED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547" y="2415696"/>
              <a:ext cx="4195763" cy="1126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  <a:headEnd/>
                  <a:tailEnd/>
                </a14:hiddenLine>
              </a:ext>
            </a:extLst>
          </p:spPr>
          <p:txBody>
            <a:bodyPr lIns="91431" tIns="45716" rIns="91431" bIns="45716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anose="020F0502020204030204" pitchFamily="34" charset="0"/>
                </a:defRPr>
              </a:lvl9pPr>
            </a:lstStyle>
            <a:p>
              <a:pPr algn="r" defTabSz="914400">
                <a:lnSpc>
                  <a:spcPct val="120000"/>
                </a:lnSpc>
                <a:spcBef>
                  <a:spcPct val="0"/>
                </a:spcBef>
                <a:buNone/>
              </a:pPr>
              <a:r>
                <a:rPr lang="zh-CN" altLang="en-US" sz="14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方正兰亭黑_GBK" pitchFamily="2" charset="-122"/>
                </a:rPr>
                <a:t>点击此处添加文本内容，如关键词、部分简单介绍等。点击此处添加文本内容，如关键词、部分简单介绍等。点击此处添加文本内容，如关键词、部分简单介绍等。</a:t>
              </a:r>
            </a:p>
          </p:txBody>
        </p:sp>
        <p:grpSp>
          <p:nvGrpSpPr>
            <p:cNvPr id="123" name="组合 122">
              <a:extLst>
                <a:ext uri="{FF2B5EF4-FFF2-40B4-BE49-F238E27FC236}">
                  <a16:creationId xmlns:a16="http://schemas.microsoft.com/office/drawing/2014/main" id="{6D8E7687-82C1-40A9-8618-87ADBCA8C8DD}"/>
                </a:ext>
              </a:extLst>
            </p:cNvPr>
            <p:cNvGrpSpPr/>
            <p:nvPr/>
          </p:nvGrpSpPr>
          <p:grpSpPr>
            <a:xfrm>
              <a:off x="909437" y="4180767"/>
              <a:ext cx="2408142" cy="2127812"/>
              <a:chOff x="909437" y="4093683"/>
              <a:chExt cx="2408142" cy="2127812"/>
            </a:xfrm>
          </p:grpSpPr>
          <p:sp>
            <p:nvSpPr>
              <p:cNvPr id="71" name="Oval 4">
                <a:extLst>
                  <a:ext uri="{FF2B5EF4-FFF2-40B4-BE49-F238E27FC236}">
                    <a16:creationId xmlns:a16="http://schemas.microsoft.com/office/drawing/2014/main" id="{B4B46176-9D88-4518-BFA3-A8201D3953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5671" y="4093683"/>
                <a:ext cx="955675" cy="960438"/>
              </a:xfrm>
              <a:prstGeom prst="ellipse">
                <a:avLst/>
              </a:prstGeom>
              <a:solidFill>
                <a:srgbClr val="005825"/>
              </a:solidFill>
              <a:ln>
                <a:noFill/>
              </a:ln>
              <a:extLst/>
            </p:spPr>
            <p:txBody>
              <a:bodyPr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defTabSz="914400"/>
                <a:endParaRPr lang="zh-CN" altLang="zh-CN" sz="3200">
                  <a:solidFill>
                    <a:srgbClr val="FFFFFF"/>
                  </a:solidFill>
                  <a:latin typeface="Calibri" panose="020F0502020204030204" pitchFamily="34" charset="0"/>
                  <a:sym typeface="Calibri" panose="020F0502020204030204" pitchFamily="34" charset="0"/>
                </a:endParaRPr>
              </a:p>
            </p:txBody>
          </p:sp>
          <p:grpSp>
            <p:nvGrpSpPr>
              <p:cNvPr id="75" name="Group 20">
                <a:extLst>
                  <a:ext uri="{FF2B5EF4-FFF2-40B4-BE49-F238E27FC236}">
                    <a16:creationId xmlns:a16="http://schemas.microsoft.com/office/drawing/2014/main" id="{6CCE8943-4152-478D-8B20-56F6B1B7F66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46015" y="4301646"/>
                <a:ext cx="534987" cy="539750"/>
                <a:chOff x="0" y="0"/>
                <a:chExt cx="401822" cy="404317"/>
              </a:xfrm>
            </p:grpSpPr>
            <p:sp>
              <p:nvSpPr>
                <p:cNvPr id="76" name="淘宝店chenying0907出品 42">
                  <a:extLst>
                    <a:ext uri="{FF2B5EF4-FFF2-40B4-BE49-F238E27FC236}">
                      <a16:creationId xmlns:a16="http://schemas.microsoft.com/office/drawing/2014/main" id="{9E74E762-61C9-4036-AFAF-D281CCB1F1CF}"/>
                    </a:ext>
                  </a:extLst>
                </p:cNvPr>
                <p:cNvSpPr>
                  <a:spLocks noEditPoints="1" noChangeArrowheads="1"/>
                </p:cNvSpPr>
                <p:nvPr/>
              </p:nvSpPr>
              <p:spPr bwMode="auto">
                <a:xfrm>
                  <a:off x="0" y="0"/>
                  <a:ext cx="401822" cy="404317"/>
                </a:xfrm>
                <a:custGeom>
                  <a:avLst/>
                  <a:gdLst>
                    <a:gd name="T0" fmla="*/ 199251 w 121"/>
                    <a:gd name="T1" fmla="*/ 0 h 121"/>
                    <a:gd name="T2" fmla="*/ 0 w 121"/>
                    <a:gd name="T3" fmla="*/ 203829 h 121"/>
                    <a:gd name="T4" fmla="*/ 199251 w 121"/>
                    <a:gd name="T5" fmla="*/ 404317 h 121"/>
                    <a:gd name="T6" fmla="*/ 401822 w 121"/>
                    <a:gd name="T7" fmla="*/ 203829 h 121"/>
                    <a:gd name="T8" fmla="*/ 199251 w 121"/>
                    <a:gd name="T9" fmla="*/ 0 h 121"/>
                    <a:gd name="T10" fmla="*/ 199251 w 121"/>
                    <a:gd name="T11" fmla="*/ 370902 h 121"/>
                    <a:gd name="T12" fmla="*/ 33208 w 121"/>
                    <a:gd name="T13" fmla="*/ 203829 h 121"/>
                    <a:gd name="T14" fmla="*/ 199251 w 121"/>
                    <a:gd name="T15" fmla="*/ 33415 h 121"/>
                    <a:gd name="T16" fmla="*/ 368614 w 121"/>
                    <a:gd name="T17" fmla="*/ 203829 h 121"/>
                    <a:gd name="T18" fmla="*/ 199251 w 121"/>
                    <a:gd name="T19" fmla="*/ 370902 h 121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121"/>
                    <a:gd name="T31" fmla="*/ 0 h 121"/>
                    <a:gd name="T32" fmla="*/ 121 w 121"/>
                    <a:gd name="T33" fmla="*/ 121 h 121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121" h="121">
                      <a:moveTo>
                        <a:pt x="60" y="0"/>
                      </a:moveTo>
                      <a:cubicBezTo>
                        <a:pt x="27" y="0"/>
                        <a:pt x="0" y="27"/>
                        <a:pt x="0" y="61"/>
                      </a:cubicBezTo>
                      <a:cubicBezTo>
                        <a:pt x="0" y="94"/>
                        <a:pt x="27" y="121"/>
                        <a:pt x="60" y="121"/>
                      </a:cubicBezTo>
                      <a:cubicBezTo>
                        <a:pt x="94" y="121"/>
                        <a:pt x="121" y="94"/>
                        <a:pt x="121" y="61"/>
                      </a:cubicBezTo>
                      <a:cubicBezTo>
                        <a:pt x="121" y="27"/>
                        <a:pt x="94" y="0"/>
                        <a:pt x="60" y="0"/>
                      </a:cubicBezTo>
                      <a:close/>
                      <a:moveTo>
                        <a:pt x="60" y="111"/>
                      </a:moveTo>
                      <a:cubicBezTo>
                        <a:pt x="32" y="111"/>
                        <a:pt x="10" y="89"/>
                        <a:pt x="10" y="61"/>
                      </a:cubicBezTo>
                      <a:cubicBezTo>
                        <a:pt x="10" y="33"/>
                        <a:pt x="32" y="10"/>
                        <a:pt x="60" y="10"/>
                      </a:cubicBezTo>
                      <a:cubicBezTo>
                        <a:pt x="88" y="10"/>
                        <a:pt x="111" y="33"/>
                        <a:pt x="111" y="61"/>
                      </a:cubicBezTo>
                      <a:cubicBezTo>
                        <a:pt x="111" y="89"/>
                        <a:pt x="88" y="111"/>
                        <a:pt x="60" y="111"/>
                      </a:cubicBezTo>
                      <a:close/>
                    </a:path>
                  </a:pathLst>
                </a:custGeom>
                <a:solidFill>
                  <a:sysClr val="window" lastClr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mpd="sng">
                      <a:solidFill>
                        <a:srgbClr val="000000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7" name="淘宝店chenying0907出品 43">
                  <a:extLst>
                    <a:ext uri="{FF2B5EF4-FFF2-40B4-BE49-F238E27FC236}">
                      <a16:creationId xmlns:a16="http://schemas.microsoft.com/office/drawing/2014/main" id="{54327649-F790-4E63-88E0-3D2546B5024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320" y="97336"/>
                  <a:ext cx="139764" cy="199662"/>
                </a:xfrm>
                <a:custGeom>
                  <a:avLst/>
                  <a:gdLst>
                    <a:gd name="T0" fmla="*/ 139764 w 42"/>
                    <a:gd name="T1" fmla="*/ 199662 h 60"/>
                    <a:gd name="T2" fmla="*/ 139764 w 42"/>
                    <a:gd name="T3" fmla="*/ 0 h 60"/>
                    <a:gd name="T4" fmla="*/ 0 w 42"/>
                    <a:gd name="T5" fmla="*/ 139763 h 60"/>
                    <a:gd name="T6" fmla="*/ 139764 w 42"/>
                    <a:gd name="T7" fmla="*/ 199662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2"/>
                    <a:gd name="T13" fmla="*/ 0 h 60"/>
                    <a:gd name="T14" fmla="*/ 42 w 4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2" h="60">
                      <a:moveTo>
                        <a:pt x="42" y="60"/>
                      </a:moveTo>
                      <a:cubicBezTo>
                        <a:pt x="42" y="0"/>
                        <a:pt x="42" y="0"/>
                        <a:pt x="42" y="0"/>
                      </a:cubicBezTo>
                      <a:cubicBezTo>
                        <a:pt x="0" y="42"/>
                        <a:pt x="0" y="42"/>
                        <a:pt x="0" y="42"/>
                      </a:cubicBezTo>
                      <a:cubicBezTo>
                        <a:pt x="29" y="42"/>
                        <a:pt x="42" y="60"/>
                        <a:pt x="42" y="60"/>
                      </a:cubicBezTo>
                      <a:close/>
                    </a:path>
                  </a:pathLst>
                </a:custGeom>
                <a:solidFill>
                  <a:sysClr val="window" lastClr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mpd="sng">
                      <a:solidFill>
                        <a:srgbClr val="000000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14" name="淘宝店chenying0907出品 106">
                <a:extLst>
                  <a:ext uri="{FF2B5EF4-FFF2-40B4-BE49-F238E27FC236}">
                    <a16:creationId xmlns:a16="http://schemas.microsoft.com/office/drawing/2014/main" id="{8F85C83D-110D-4643-BB5E-94476DF3BA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5260" y="5168421"/>
                <a:ext cx="2276496" cy="4001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31" tIns="45716" rIns="91431" bIns="45716"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defTabSz="914400"/>
                <a:r>
                  <a:rPr lang="zh-CN" altLang="en-US" sz="2000" b="1" dirty="0">
                    <a:solidFill>
                      <a:srgbClr val="005825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方正兰亭黑_GBK" pitchFamily="2" charset="-122"/>
                  </a:rPr>
                  <a:t>输入标题文字</a:t>
                </a:r>
                <a:endParaRPr lang="en-US" altLang="zh-CN" sz="2000" b="1" dirty="0">
                  <a:solidFill>
                    <a:srgbClr val="00582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方正兰亭黑_GBK" pitchFamily="2" charset="-122"/>
                </a:endParaRPr>
              </a:p>
            </p:txBody>
          </p:sp>
          <p:sp>
            <p:nvSpPr>
              <p:cNvPr id="115" name="淘宝店chenying0907出品 47">
                <a:extLst>
                  <a:ext uri="{FF2B5EF4-FFF2-40B4-BE49-F238E27FC236}">
                    <a16:creationId xmlns:a16="http://schemas.microsoft.com/office/drawing/2014/main" id="{AD738CB3-0F56-4D87-ABA5-D94E08C2E0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9437" y="5612105"/>
                <a:ext cx="2408142" cy="6093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wrap="square" lIns="91431" tIns="45716" rIns="91431" bIns="45716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9pPr>
              </a:lstStyle>
              <a:p>
                <a:pPr algn="ctr" defTabSz="914400">
                  <a:lnSpc>
                    <a:spcPct val="120000"/>
                  </a:lnSpc>
                  <a:spcBef>
                    <a:spcPct val="0"/>
                  </a:spcBef>
                  <a:buNone/>
                </a:pPr>
                <a:r>
                  <a:rPr lang="zh-CN" altLang="en-US" sz="1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方正兰亭黑_GBK" pitchFamily="2" charset="-122"/>
                  </a:rPr>
                  <a:t>点击此处添加文本内容，如关键词、部分简单介绍等。</a:t>
                </a:r>
                <a:endParaRPr lang="zh-CN" altLang="en-US" sz="18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22" name="组合 121">
              <a:extLst>
                <a:ext uri="{FF2B5EF4-FFF2-40B4-BE49-F238E27FC236}">
                  <a16:creationId xmlns:a16="http://schemas.microsoft.com/office/drawing/2014/main" id="{AB265690-D9C1-4D99-9336-1B871E1C8A1E}"/>
                </a:ext>
              </a:extLst>
            </p:cNvPr>
            <p:cNvGrpSpPr/>
            <p:nvPr/>
          </p:nvGrpSpPr>
          <p:grpSpPr>
            <a:xfrm>
              <a:off x="3485944" y="4180767"/>
              <a:ext cx="2408142" cy="2127812"/>
              <a:chOff x="3503640" y="4093683"/>
              <a:chExt cx="2408142" cy="2127812"/>
            </a:xfrm>
          </p:grpSpPr>
          <p:sp>
            <p:nvSpPr>
              <p:cNvPr id="72" name="Oval 12">
                <a:extLst>
                  <a:ext uri="{FF2B5EF4-FFF2-40B4-BE49-F238E27FC236}">
                    <a16:creationId xmlns:a16="http://schemas.microsoft.com/office/drawing/2014/main" id="{2A67925C-717F-4B8A-8E36-2D971CEFFB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9080" y="4093683"/>
                <a:ext cx="957262" cy="960438"/>
              </a:xfrm>
              <a:prstGeom prst="ellipse">
                <a:avLst/>
              </a:prstGeom>
              <a:solidFill>
                <a:srgbClr val="348534"/>
              </a:solidFill>
              <a:ln>
                <a:noFill/>
              </a:ln>
              <a:extLst/>
            </p:spPr>
            <p:txBody>
              <a:bodyPr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zh-CN" altLang="zh-CN" sz="3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endParaRPr>
              </a:p>
            </p:txBody>
          </p:sp>
          <p:grpSp>
            <p:nvGrpSpPr>
              <p:cNvPr id="78" name="Group 23">
                <a:extLst>
                  <a:ext uri="{FF2B5EF4-FFF2-40B4-BE49-F238E27FC236}">
                    <a16:creationId xmlns:a16="http://schemas.microsoft.com/office/drawing/2014/main" id="{B2A6571D-0F51-45C8-93FD-A7A381239C0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93875" y="4360383"/>
                <a:ext cx="519112" cy="452438"/>
                <a:chOff x="0" y="0"/>
                <a:chExt cx="389342" cy="339426"/>
              </a:xfrm>
            </p:grpSpPr>
            <p:sp>
              <p:nvSpPr>
                <p:cNvPr id="79" name="淘宝店chenying0907出品 110">
                  <a:extLst>
                    <a:ext uri="{FF2B5EF4-FFF2-40B4-BE49-F238E27FC236}">
                      <a16:creationId xmlns:a16="http://schemas.microsoft.com/office/drawing/2014/main" id="{229E2927-C6D8-4735-B75D-14E8DF40D5F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9561" y="102327"/>
                  <a:ext cx="102328" cy="102328"/>
                </a:xfrm>
                <a:custGeom>
                  <a:avLst/>
                  <a:gdLst>
                    <a:gd name="T0" fmla="*/ 0 w 41"/>
                    <a:gd name="T1" fmla="*/ 97336 h 41"/>
                    <a:gd name="T2" fmla="*/ 7487 w 41"/>
                    <a:gd name="T3" fmla="*/ 102328 h 41"/>
                    <a:gd name="T4" fmla="*/ 102328 w 41"/>
                    <a:gd name="T5" fmla="*/ 7487 h 41"/>
                    <a:gd name="T6" fmla="*/ 97336 w 41"/>
                    <a:gd name="T7" fmla="*/ 0 h 41"/>
                    <a:gd name="T8" fmla="*/ 0 w 41"/>
                    <a:gd name="T9" fmla="*/ 97336 h 4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1"/>
                    <a:gd name="T16" fmla="*/ 0 h 41"/>
                    <a:gd name="T17" fmla="*/ 41 w 41"/>
                    <a:gd name="T18" fmla="*/ 41 h 4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1" h="41">
                      <a:moveTo>
                        <a:pt x="0" y="39"/>
                      </a:moveTo>
                      <a:lnTo>
                        <a:pt x="3" y="41"/>
                      </a:lnTo>
                      <a:lnTo>
                        <a:pt x="41" y="3"/>
                      </a:lnTo>
                      <a:lnTo>
                        <a:pt x="39" y="0"/>
                      </a:lnTo>
                      <a:lnTo>
                        <a:pt x="0" y="39"/>
                      </a:lnTo>
                      <a:close/>
                    </a:path>
                  </a:pathLst>
                </a:custGeom>
                <a:solidFill>
                  <a:sysClr val="window" lastClr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mpd="sng">
                      <a:solidFill>
                        <a:srgbClr val="000000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0" name="淘宝店chenying0907出品 111">
                  <a:extLst>
                    <a:ext uri="{FF2B5EF4-FFF2-40B4-BE49-F238E27FC236}">
                      <a16:creationId xmlns:a16="http://schemas.microsoft.com/office/drawing/2014/main" id="{FE885B4F-AB88-446E-BD7A-4644706D1A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7098" y="74873"/>
                  <a:ext cx="109814" cy="114806"/>
                </a:xfrm>
                <a:custGeom>
                  <a:avLst/>
                  <a:gdLst>
                    <a:gd name="T0" fmla="*/ 92344 w 44"/>
                    <a:gd name="T1" fmla="*/ 0 h 46"/>
                    <a:gd name="T2" fmla="*/ 0 w 44"/>
                    <a:gd name="T3" fmla="*/ 97336 h 46"/>
                    <a:gd name="T4" fmla="*/ 14975 w 44"/>
                    <a:gd name="T5" fmla="*/ 114806 h 46"/>
                    <a:gd name="T6" fmla="*/ 109814 w 44"/>
                    <a:gd name="T7" fmla="*/ 19966 h 46"/>
                    <a:gd name="T8" fmla="*/ 92344 w 44"/>
                    <a:gd name="T9" fmla="*/ 0 h 4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4"/>
                    <a:gd name="T16" fmla="*/ 0 h 46"/>
                    <a:gd name="T17" fmla="*/ 44 w 44"/>
                    <a:gd name="T18" fmla="*/ 46 h 4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4" h="46">
                      <a:moveTo>
                        <a:pt x="37" y="0"/>
                      </a:moveTo>
                      <a:lnTo>
                        <a:pt x="0" y="39"/>
                      </a:lnTo>
                      <a:lnTo>
                        <a:pt x="6" y="46"/>
                      </a:lnTo>
                      <a:lnTo>
                        <a:pt x="44" y="8"/>
                      </a:lnTo>
                      <a:lnTo>
                        <a:pt x="37" y="0"/>
                      </a:lnTo>
                      <a:close/>
                    </a:path>
                  </a:pathLst>
                </a:custGeom>
                <a:solidFill>
                  <a:sysClr val="window" lastClr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mpd="sng">
                      <a:solidFill>
                        <a:srgbClr val="000000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1" name="淘宝店chenying0907出品 112">
                  <a:extLst>
                    <a:ext uri="{FF2B5EF4-FFF2-40B4-BE49-F238E27FC236}">
                      <a16:creationId xmlns:a16="http://schemas.microsoft.com/office/drawing/2014/main" id="{DE05EE07-E295-4FA2-A8C1-BE613C2A98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132" y="59898"/>
                  <a:ext cx="104823" cy="104823"/>
                </a:xfrm>
                <a:custGeom>
                  <a:avLst/>
                  <a:gdLst>
                    <a:gd name="T0" fmla="*/ 0 w 42"/>
                    <a:gd name="T1" fmla="*/ 94840 h 42"/>
                    <a:gd name="T2" fmla="*/ 9983 w 42"/>
                    <a:gd name="T3" fmla="*/ 104823 h 42"/>
                    <a:gd name="T4" fmla="*/ 104823 w 42"/>
                    <a:gd name="T5" fmla="*/ 9983 h 42"/>
                    <a:gd name="T6" fmla="*/ 94840 w 42"/>
                    <a:gd name="T7" fmla="*/ 0 h 42"/>
                    <a:gd name="T8" fmla="*/ 0 w 42"/>
                    <a:gd name="T9" fmla="*/ 94840 h 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2"/>
                    <a:gd name="T16" fmla="*/ 0 h 42"/>
                    <a:gd name="T17" fmla="*/ 42 w 42"/>
                    <a:gd name="T18" fmla="*/ 42 h 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2" h="42">
                      <a:moveTo>
                        <a:pt x="0" y="38"/>
                      </a:moveTo>
                      <a:lnTo>
                        <a:pt x="4" y="42"/>
                      </a:lnTo>
                      <a:lnTo>
                        <a:pt x="42" y="4"/>
                      </a:lnTo>
                      <a:lnTo>
                        <a:pt x="38" y="0"/>
                      </a:ln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ysClr val="window" lastClr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mpd="sng">
                      <a:solidFill>
                        <a:srgbClr val="000000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2" name="淘宝店chenying0907出品 113">
                  <a:extLst>
                    <a:ext uri="{FF2B5EF4-FFF2-40B4-BE49-F238E27FC236}">
                      <a16:creationId xmlns:a16="http://schemas.microsoft.com/office/drawing/2014/main" id="{6A6273F0-76B1-454D-89ED-23C6548BF0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9679" y="162226"/>
                  <a:ext cx="69882" cy="69882"/>
                </a:xfrm>
                <a:custGeom>
                  <a:avLst/>
                  <a:gdLst>
                    <a:gd name="T0" fmla="*/ 69882 w 28"/>
                    <a:gd name="T1" fmla="*/ 49916 h 28"/>
                    <a:gd name="T2" fmla="*/ 19966 w 28"/>
                    <a:gd name="T3" fmla="*/ 0 h 28"/>
                    <a:gd name="T4" fmla="*/ 0 w 28"/>
                    <a:gd name="T5" fmla="*/ 49916 h 28"/>
                    <a:gd name="T6" fmla="*/ 22462 w 28"/>
                    <a:gd name="T7" fmla="*/ 69882 h 28"/>
                    <a:gd name="T8" fmla="*/ 69882 w 28"/>
                    <a:gd name="T9" fmla="*/ 49916 h 2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8"/>
                    <a:gd name="T16" fmla="*/ 0 h 28"/>
                    <a:gd name="T17" fmla="*/ 28 w 28"/>
                    <a:gd name="T18" fmla="*/ 28 h 2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8" h="28">
                      <a:moveTo>
                        <a:pt x="28" y="20"/>
                      </a:moveTo>
                      <a:lnTo>
                        <a:pt x="8" y="0"/>
                      </a:lnTo>
                      <a:lnTo>
                        <a:pt x="0" y="20"/>
                      </a:lnTo>
                      <a:lnTo>
                        <a:pt x="9" y="28"/>
                      </a:lnTo>
                      <a:lnTo>
                        <a:pt x="28" y="20"/>
                      </a:lnTo>
                      <a:close/>
                    </a:path>
                  </a:pathLst>
                </a:custGeom>
                <a:solidFill>
                  <a:sysClr val="window" lastClr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mpd="sng">
                      <a:solidFill>
                        <a:srgbClr val="000000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3" name="淘宝店chenying0907出品 114">
                  <a:extLst>
                    <a:ext uri="{FF2B5EF4-FFF2-40B4-BE49-F238E27FC236}">
                      <a16:creationId xmlns:a16="http://schemas.microsoft.com/office/drawing/2014/main" id="{1120664E-7E0D-42C1-BEAC-D80B063259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2208" y="219628"/>
                  <a:ext cx="34941" cy="32446"/>
                </a:xfrm>
                <a:custGeom>
                  <a:avLst/>
                  <a:gdLst>
                    <a:gd name="T0" fmla="*/ 0 w 14"/>
                    <a:gd name="T1" fmla="*/ 32446 h 13"/>
                    <a:gd name="T2" fmla="*/ 34941 w 14"/>
                    <a:gd name="T3" fmla="*/ 14975 h 13"/>
                    <a:gd name="T4" fmla="*/ 14975 w 14"/>
                    <a:gd name="T5" fmla="*/ 0 h 13"/>
                    <a:gd name="T6" fmla="*/ 0 w 14"/>
                    <a:gd name="T7" fmla="*/ 32446 h 1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4"/>
                    <a:gd name="T13" fmla="*/ 0 h 13"/>
                    <a:gd name="T14" fmla="*/ 14 w 14"/>
                    <a:gd name="T15" fmla="*/ 13 h 1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4" h="13">
                      <a:moveTo>
                        <a:pt x="0" y="13"/>
                      </a:moveTo>
                      <a:lnTo>
                        <a:pt x="14" y="6"/>
                      </a:lnTo>
                      <a:lnTo>
                        <a:pt x="6" y="0"/>
                      </a:lnTo>
                      <a:lnTo>
                        <a:pt x="0" y="13"/>
                      </a:lnTo>
                      <a:close/>
                    </a:path>
                  </a:pathLst>
                </a:custGeom>
                <a:solidFill>
                  <a:sysClr val="window" lastClr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mpd="sng">
                      <a:solidFill>
                        <a:srgbClr val="000000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4" name="淘宝店chenying0907出品 115">
                  <a:extLst>
                    <a:ext uri="{FF2B5EF4-FFF2-40B4-BE49-F238E27FC236}">
                      <a16:creationId xmlns:a16="http://schemas.microsoft.com/office/drawing/2014/main" id="{4911D747-369C-497D-90D6-2AEBBC08EE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9460" y="34941"/>
                  <a:ext cx="69882" cy="69882"/>
                </a:xfrm>
                <a:custGeom>
                  <a:avLst/>
                  <a:gdLst>
                    <a:gd name="T0" fmla="*/ 17471 w 28"/>
                    <a:gd name="T1" fmla="*/ 0 h 28"/>
                    <a:gd name="T2" fmla="*/ 0 w 28"/>
                    <a:gd name="T3" fmla="*/ 19966 h 28"/>
                    <a:gd name="T4" fmla="*/ 49916 w 28"/>
                    <a:gd name="T5" fmla="*/ 69882 h 28"/>
                    <a:gd name="T6" fmla="*/ 69882 w 28"/>
                    <a:gd name="T7" fmla="*/ 49916 h 28"/>
                    <a:gd name="T8" fmla="*/ 17471 w 28"/>
                    <a:gd name="T9" fmla="*/ 0 h 2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8"/>
                    <a:gd name="T16" fmla="*/ 0 h 28"/>
                    <a:gd name="T17" fmla="*/ 28 w 28"/>
                    <a:gd name="T18" fmla="*/ 28 h 2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8" h="28">
                      <a:moveTo>
                        <a:pt x="7" y="0"/>
                      </a:moveTo>
                      <a:lnTo>
                        <a:pt x="0" y="8"/>
                      </a:lnTo>
                      <a:lnTo>
                        <a:pt x="20" y="28"/>
                      </a:lnTo>
                      <a:lnTo>
                        <a:pt x="28" y="20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solidFill>
                  <a:sysClr val="window" lastClr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mpd="sng">
                      <a:solidFill>
                        <a:srgbClr val="000000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5" name="淘宝店chenying0907出品 116">
                  <a:extLst>
                    <a:ext uri="{FF2B5EF4-FFF2-40B4-BE49-F238E27FC236}">
                      <a16:creationId xmlns:a16="http://schemas.microsoft.com/office/drawing/2014/main" id="{D788B8F1-E52E-482B-9BFC-291AD1A79E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279527" cy="339426"/>
                </a:xfrm>
                <a:custGeom>
                  <a:avLst/>
                  <a:gdLst>
                    <a:gd name="T0" fmla="*/ 259561 w 112"/>
                    <a:gd name="T1" fmla="*/ 252074 h 136"/>
                    <a:gd name="T2" fmla="*/ 207149 w 112"/>
                    <a:gd name="T3" fmla="*/ 252074 h 136"/>
                    <a:gd name="T4" fmla="*/ 207149 w 112"/>
                    <a:gd name="T5" fmla="*/ 321956 h 136"/>
                    <a:gd name="T6" fmla="*/ 17470 w 112"/>
                    <a:gd name="T7" fmla="*/ 321956 h 136"/>
                    <a:gd name="T8" fmla="*/ 17470 w 112"/>
                    <a:gd name="T9" fmla="*/ 79865 h 136"/>
                    <a:gd name="T10" fmla="*/ 259561 w 112"/>
                    <a:gd name="T11" fmla="*/ 79865 h 136"/>
                    <a:gd name="T12" fmla="*/ 259561 w 112"/>
                    <a:gd name="T13" fmla="*/ 99831 h 136"/>
                    <a:gd name="T14" fmla="*/ 279527 w 112"/>
                    <a:gd name="T15" fmla="*/ 79865 h 136"/>
                    <a:gd name="T16" fmla="*/ 279527 w 112"/>
                    <a:gd name="T17" fmla="*/ 14975 h 136"/>
                    <a:gd name="T18" fmla="*/ 242090 w 112"/>
                    <a:gd name="T19" fmla="*/ 14975 h 136"/>
                    <a:gd name="T20" fmla="*/ 242090 w 112"/>
                    <a:gd name="T21" fmla="*/ 49916 h 136"/>
                    <a:gd name="T22" fmla="*/ 237099 w 112"/>
                    <a:gd name="T23" fmla="*/ 49916 h 136"/>
                    <a:gd name="T24" fmla="*/ 237099 w 112"/>
                    <a:gd name="T25" fmla="*/ 0 h 136"/>
                    <a:gd name="T26" fmla="*/ 222124 w 112"/>
                    <a:gd name="T27" fmla="*/ 0 h 136"/>
                    <a:gd name="T28" fmla="*/ 222124 w 112"/>
                    <a:gd name="T29" fmla="*/ 49916 h 136"/>
                    <a:gd name="T30" fmla="*/ 217133 w 112"/>
                    <a:gd name="T31" fmla="*/ 49916 h 136"/>
                    <a:gd name="T32" fmla="*/ 217133 w 112"/>
                    <a:gd name="T33" fmla="*/ 14975 h 136"/>
                    <a:gd name="T34" fmla="*/ 197166 w 112"/>
                    <a:gd name="T35" fmla="*/ 14975 h 136"/>
                    <a:gd name="T36" fmla="*/ 197166 w 112"/>
                    <a:gd name="T37" fmla="*/ 49916 h 136"/>
                    <a:gd name="T38" fmla="*/ 189679 w 112"/>
                    <a:gd name="T39" fmla="*/ 49916 h 136"/>
                    <a:gd name="T40" fmla="*/ 189679 w 112"/>
                    <a:gd name="T41" fmla="*/ 0 h 136"/>
                    <a:gd name="T42" fmla="*/ 179696 w 112"/>
                    <a:gd name="T43" fmla="*/ 0 h 136"/>
                    <a:gd name="T44" fmla="*/ 179696 w 112"/>
                    <a:gd name="T45" fmla="*/ 49916 h 136"/>
                    <a:gd name="T46" fmla="*/ 169713 w 112"/>
                    <a:gd name="T47" fmla="*/ 49916 h 136"/>
                    <a:gd name="T48" fmla="*/ 169713 w 112"/>
                    <a:gd name="T49" fmla="*/ 14975 h 136"/>
                    <a:gd name="T50" fmla="*/ 149747 w 112"/>
                    <a:gd name="T51" fmla="*/ 14975 h 136"/>
                    <a:gd name="T52" fmla="*/ 149747 w 112"/>
                    <a:gd name="T53" fmla="*/ 49916 h 136"/>
                    <a:gd name="T54" fmla="*/ 142259 w 112"/>
                    <a:gd name="T55" fmla="*/ 49916 h 136"/>
                    <a:gd name="T56" fmla="*/ 142259 w 112"/>
                    <a:gd name="T57" fmla="*/ 0 h 136"/>
                    <a:gd name="T58" fmla="*/ 132276 w 112"/>
                    <a:gd name="T59" fmla="*/ 0 h 136"/>
                    <a:gd name="T60" fmla="*/ 132276 w 112"/>
                    <a:gd name="T61" fmla="*/ 49916 h 136"/>
                    <a:gd name="T62" fmla="*/ 127285 w 112"/>
                    <a:gd name="T63" fmla="*/ 49916 h 136"/>
                    <a:gd name="T64" fmla="*/ 127285 w 112"/>
                    <a:gd name="T65" fmla="*/ 14975 h 136"/>
                    <a:gd name="T66" fmla="*/ 107318 w 112"/>
                    <a:gd name="T67" fmla="*/ 14975 h 136"/>
                    <a:gd name="T68" fmla="*/ 107318 w 112"/>
                    <a:gd name="T69" fmla="*/ 49916 h 136"/>
                    <a:gd name="T70" fmla="*/ 99831 w 112"/>
                    <a:gd name="T71" fmla="*/ 49916 h 136"/>
                    <a:gd name="T72" fmla="*/ 99831 w 112"/>
                    <a:gd name="T73" fmla="*/ 0 h 136"/>
                    <a:gd name="T74" fmla="*/ 87352 w 112"/>
                    <a:gd name="T75" fmla="*/ 0 h 136"/>
                    <a:gd name="T76" fmla="*/ 87352 w 112"/>
                    <a:gd name="T77" fmla="*/ 49916 h 136"/>
                    <a:gd name="T78" fmla="*/ 79865 w 112"/>
                    <a:gd name="T79" fmla="*/ 49916 h 136"/>
                    <a:gd name="T80" fmla="*/ 79865 w 112"/>
                    <a:gd name="T81" fmla="*/ 14975 h 136"/>
                    <a:gd name="T82" fmla="*/ 62394 w 112"/>
                    <a:gd name="T83" fmla="*/ 14975 h 136"/>
                    <a:gd name="T84" fmla="*/ 62394 w 112"/>
                    <a:gd name="T85" fmla="*/ 49916 h 136"/>
                    <a:gd name="T86" fmla="*/ 57403 w 112"/>
                    <a:gd name="T87" fmla="*/ 49916 h 136"/>
                    <a:gd name="T88" fmla="*/ 57403 w 112"/>
                    <a:gd name="T89" fmla="*/ 0 h 136"/>
                    <a:gd name="T90" fmla="*/ 42428 w 112"/>
                    <a:gd name="T91" fmla="*/ 0 h 136"/>
                    <a:gd name="T92" fmla="*/ 42428 w 112"/>
                    <a:gd name="T93" fmla="*/ 49916 h 136"/>
                    <a:gd name="T94" fmla="*/ 37437 w 112"/>
                    <a:gd name="T95" fmla="*/ 49916 h 136"/>
                    <a:gd name="T96" fmla="*/ 37437 w 112"/>
                    <a:gd name="T97" fmla="*/ 14975 h 136"/>
                    <a:gd name="T98" fmla="*/ 0 w 112"/>
                    <a:gd name="T99" fmla="*/ 14975 h 136"/>
                    <a:gd name="T100" fmla="*/ 0 w 112"/>
                    <a:gd name="T101" fmla="*/ 59899 h 136"/>
                    <a:gd name="T102" fmla="*/ 0 w 112"/>
                    <a:gd name="T103" fmla="*/ 69882 h 136"/>
                    <a:gd name="T104" fmla="*/ 0 w 112"/>
                    <a:gd name="T105" fmla="*/ 339426 h 136"/>
                    <a:gd name="T106" fmla="*/ 222124 w 112"/>
                    <a:gd name="T107" fmla="*/ 339426 h 136"/>
                    <a:gd name="T108" fmla="*/ 279527 w 112"/>
                    <a:gd name="T109" fmla="*/ 274536 h 136"/>
                    <a:gd name="T110" fmla="*/ 279527 w 112"/>
                    <a:gd name="T111" fmla="*/ 209645 h 136"/>
                    <a:gd name="T112" fmla="*/ 259561 w 112"/>
                    <a:gd name="T113" fmla="*/ 229612 h 136"/>
                    <a:gd name="T114" fmla="*/ 259561 w 112"/>
                    <a:gd name="T115" fmla="*/ 252074 h 1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w 112"/>
                    <a:gd name="T175" fmla="*/ 0 h 136"/>
                    <a:gd name="T176" fmla="*/ 112 w 112"/>
                    <a:gd name="T177" fmla="*/ 136 h 136"/>
                  </a:gdLst>
                  <a:ahLst/>
                  <a:cxnLst>
                    <a:cxn ang="T116">
                      <a:pos x="T0" y="T1"/>
                    </a:cxn>
                    <a:cxn ang="T117">
                      <a:pos x="T2" y="T3"/>
                    </a:cxn>
                    <a:cxn ang="T118">
                      <a:pos x="T4" y="T5"/>
                    </a:cxn>
                    <a:cxn ang="T119">
                      <a:pos x="T6" y="T7"/>
                    </a:cxn>
                    <a:cxn ang="T120">
                      <a:pos x="T8" y="T9"/>
                    </a:cxn>
                    <a:cxn ang="T121">
                      <a:pos x="T10" y="T11"/>
                    </a:cxn>
                    <a:cxn ang="T122">
                      <a:pos x="T12" y="T13"/>
                    </a:cxn>
                    <a:cxn ang="T123">
                      <a:pos x="T14" y="T15"/>
                    </a:cxn>
                    <a:cxn ang="T124">
                      <a:pos x="T16" y="T17"/>
                    </a:cxn>
                    <a:cxn ang="T125">
                      <a:pos x="T18" y="T19"/>
                    </a:cxn>
                    <a:cxn ang="T126">
                      <a:pos x="T20" y="T21"/>
                    </a:cxn>
                    <a:cxn ang="T127">
                      <a:pos x="T22" y="T23"/>
                    </a:cxn>
                    <a:cxn ang="T128">
                      <a:pos x="T24" y="T25"/>
                    </a:cxn>
                    <a:cxn ang="T129">
                      <a:pos x="T26" y="T27"/>
                    </a:cxn>
                    <a:cxn ang="T130">
                      <a:pos x="T28" y="T29"/>
                    </a:cxn>
                    <a:cxn ang="T131">
                      <a:pos x="T30" y="T31"/>
                    </a:cxn>
                    <a:cxn ang="T132">
                      <a:pos x="T32" y="T33"/>
                    </a:cxn>
                    <a:cxn ang="T133">
                      <a:pos x="T34" y="T35"/>
                    </a:cxn>
                    <a:cxn ang="T134">
                      <a:pos x="T36" y="T37"/>
                    </a:cxn>
                    <a:cxn ang="T135">
                      <a:pos x="T38" y="T39"/>
                    </a:cxn>
                    <a:cxn ang="T136">
                      <a:pos x="T40" y="T41"/>
                    </a:cxn>
                    <a:cxn ang="T137">
                      <a:pos x="T42" y="T43"/>
                    </a:cxn>
                    <a:cxn ang="T138">
                      <a:pos x="T44" y="T45"/>
                    </a:cxn>
                    <a:cxn ang="T139">
                      <a:pos x="T46" y="T47"/>
                    </a:cxn>
                    <a:cxn ang="T140">
                      <a:pos x="T48" y="T49"/>
                    </a:cxn>
                    <a:cxn ang="T141">
                      <a:pos x="T50" y="T51"/>
                    </a:cxn>
                    <a:cxn ang="T142">
                      <a:pos x="T52" y="T53"/>
                    </a:cxn>
                    <a:cxn ang="T143">
                      <a:pos x="T54" y="T55"/>
                    </a:cxn>
                    <a:cxn ang="T144">
                      <a:pos x="T56" y="T57"/>
                    </a:cxn>
                    <a:cxn ang="T145">
                      <a:pos x="T58" y="T59"/>
                    </a:cxn>
                    <a:cxn ang="T146">
                      <a:pos x="T60" y="T61"/>
                    </a:cxn>
                    <a:cxn ang="T147">
                      <a:pos x="T62" y="T63"/>
                    </a:cxn>
                    <a:cxn ang="T148">
                      <a:pos x="T64" y="T65"/>
                    </a:cxn>
                    <a:cxn ang="T149">
                      <a:pos x="T66" y="T67"/>
                    </a:cxn>
                    <a:cxn ang="T150">
                      <a:pos x="T68" y="T69"/>
                    </a:cxn>
                    <a:cxn ang="T151">
                      <a:pos x="T70" y="T71"/>
                    </a:cxn>
                    <a:cxn ang="T152">
                      <a:pos x="T72" y="T73"/>
                    </a:cxn>
                    <a:cxn ang="T153">
                      <a:pos x="T74" y="T75"/>
                    </a:cxn>
                    <a:cxn ang="T154">
                      <a:pos x="T76" y="T77"/>
                    </a:cxn>
                    <a:cxn ang="T155">
                      <a:pos x="T78" y="T79"/>
                    </a:cxn>
                    <a:cxn ang="T156">
                      <a:pos x="T80" y="T81"/>
                    </a:cxn>
                    <a:cxn ang="T157">
                      <a:pos x="T82" y="T83"/>
                    </a:cxn>
                    <a:cxn ang="T158">
                      <a:pos x="T84" y="T85"/>
                    </a:cxn>
                    <a:cxn ang="T159">
                      <a:pos x="T86" y="T87"/>
                    </a:cxn>
                    <a:cxn ang="T160">
                      <a:pos x="T88" y="T89"/>
                    </a:cxn>
                    <a:cxn ang="T161">
                      <a:pos x="T90" y="T91"/>
                    </a:cxn>
                    <a:cxn ang="T162">
                      <a:pos x="T92" y="T93"/>
                    </a:cxn>
                    <a:cxn ang="T163">
                      <a:pos x="T94" y="T95"/>
                    </a:cxn>
                    <a:cxn ang="T164">
                      <a:pos x="T96" y="T97"/>
                    </a:cxn>
                    <a:cxn ang="T165">
                      <a:pos x="T98" y="T99"/>
                    </a:cxn>
                    <a:cxn ang="T166">
                      <a:pos x="T100" y="T101"/>
                    </a:cxn>
                    <a:cxn ang="T167">
                      <a:pos x="T102" y="T103"/>
                    </a:cxn>
                    <a:cxn ang="T168">
                      <a:pos x="T104" y="T105"/>
                    </a:cxn>
                    <a:cxn ang="T169">
                      <a:pos x="T106" y="T107"/>
                    </a:cxn>
                    <a:cxn ang="T170">
                      <a:pos x="T108" y="T109"/>
                    </a:cxn>
                    <a:cxn ang="T171">
                      <a:pos x="T110" y="T111"/>
                    </a:cxn>
                    <a:cxn ang="T172">
                      <a:pos x="T112" y="T113"/>
                    </a:cxn>
                    <a:cxn ang="T173">
                      <a:pos x="T114" y="T115"/>
                    </a:cxn>
                  </a:cxnLst>
                  <a:rect l="T174" t="T175" r="T176" b="T177"/>
                  <a:pathLst>
                    <a:path w="112" h="136">
                      <a:moveTo>
                        <a:pt x="104" y="101"/>
                      </a:moveTo>
                      <a:lnTo>
                        <a:pt x="83" y="101"/>
                      </a:lnTo>
                      <a:lnTo>
                        <a:pt x="83" y="129"/>
                      </a:lnTo>
                      <a:lnTo>
                        <a:pt x="7" y="129"/>
                      </a:lnTo>
                      <a:lnTo>
                        <a:pt x="7" y="32"/>
                      </a:lnTo>
                      <a:lnTo>
                        <a:pt x="104" y="32"/>
                      </a:lnTo>
                      <a:lnTo>
                        <a:pt x="104" y="40"/>
                      </a:lnTo>
                      <a:lnTo>
                        <a:pt x="112" y="32"/>
                      </a:lnTo>
                      <a:lnTo>
                        <a:pt x="112" y="6"/>
                      </a:lnTo>
                      <a:lnTo>
                        <a:pt x="97" y="6"/>
                      </a:lnTo>
                      <a:lnTo>
                        <a:pt x="97" y="20"/>
                      </a:lnTo>
                      <a:lnTo>
                        <a:pt x="95" y="20"/>
                      </a:lnTo>
                      <a:lnTo>
                        <a:pt x="95" y="0"/>
                      </a:lnTo>
                      <a:lnTo>
                        <a:pt x="89" y="0"/>
                      </a:lnTo>
                      <a:lnTo>
                        <a:pt x="89" y="20"/>
                      </a:lnTo>
                      <a:lnTo>
                        <a:pt x="87" y="20"/>
                      </a:lnTo>
                      <a:lnTo>
                        <a:pt x="87" y="6"/>
                      </a:lnTo>
                      <a:lnTo>
                        <a:pt x="79" y="6"/>
                      </a:lnTo>
                      <a:lnTo>
                        <a:pt x="79" y="20"/>
                      </a:lnTo>
                      <a:lnTo>
                        <a:pt x="76" y="20"/>
                      </a:lnTo>
                      <a:lnTo>
                        <a:pt x="76" y="0"/>
                      </a:lnTo>
                      <a:lnTo>
                        <a:pt x="72" y="0"/>
                      </a:lnTo>
                      <a:lnTo>
                        <a:pt x="72" y="20"/>
                      </a:lnTo>
                      <a:lnTo>
                        <a:pt x="68" y="20"/>
                      </a:lnTo>
                      <a:lnTo>
                        <a:pt x="68" y="6"/>
                      </a:lnTo>
                      <a:lnTo>
                        <a:pt x="60" y="6"/>
                      </a:lnTo>
                      <a:lnTo>
                        <a:pt x="60" y="20"/>
                      </a:lnTo>
                      <a:lnTo>
                        <a:pt x="57" y="20"/>
                      </a:lnTo>
                      <a:lnTo>
                        <a:pt x="57" y="0"/>
                      </a:lnTo>
                      <a:lnTo>
                        <a:pt x="53" y="0"/>
                      </a:lnTo>
                      <a:lnTo>
                        <a:pt x="53" y="20"/>
                      </a:lnTo>
                      <a:lnTo>
                        <a:pt x="51" y="20"/>
                      </a:lnTo>
                      <a:lnTo>
                        <a:pt x="51" y="6"/>
                      </a:lnTo>
                      <a:lnTo>
                        <a:pt x="43" y="6"/>
                      </a:lnTo>
                      <a:lnTo>
                        <a:pt x="43" y="20"/>
                      </a:lnTo>
                      <a:lnTo>
                        <a:pt x="40" y="20"/>
                      </a:lnTo>
                      <a:lnTo>
                        <a:pt x="40" y="0"/>
                      </a:lnTo>
                      <a:lnTo>
                        <a:pt x="35" y="0"/>
                      </a:lnTo>
                      <a:lnTo>
                        <a:pt x="35" y="20"/>
                      </a:lnTo>
                      <a:lnTo>
                        <a:pt x="32" y="20"/>
                      </a:lnTo>
                      <a:lnTo>
                        <a:pt x="32" y="6"/>
                      </a:lnTo>
                      <a:lnTo>
                        <a:pt x="25" y="6"/>
                      </a:lnTo>
                      <a:lnTo>
                        <a:pt x="25" y="20"/>
                      </a:lnTo>
                      <a:lnTo>
                        <a:pt x="23" y="20"/>
                      </a:lnTo>
                      <a:lnTo>
                        <a:pt x="23" y="0"/>
                      </a:lnTo>
                      <a:lnTo>
                        <a:pt x="17" y="0"/>
                      </a:lnTo>
                      <a:lnTo>
                        <a:pt x="17" y="20"/>
                      </a:lnTo>
                      <a:lnTo>
                        <a:pt x="15" y="20"/>
                      </a:lnTo>
                      <a:lnTo>
                        <a:pt x="15" y="6"/>
                      </a:lnTo>
                      <a:lnTo>
                        <a:pt x="0" y="6"/>
                      </a:lnTo>
                      <a:lnTo>
                        <a:pt x="0" y="24"/>
                      </a:lnTo>
                      <a:lnTo>
                        <a:pt x="0" y="28"/>
                      </a:lnTo>
                      <a:lnTo>
                        <a:pt x="0" y="136"/>
                      </a:lnTo>
                      <a:lnTo>
                        <a:pt x="89" y="136"/>
                      </a:lnTo>
                      <a:lnTo>
                        <a:pt x="112" y="110"/>
                      </a:lnTo>
                      <a:lnTo>
                        <a:pt x="112" y="84"/>
                      </a:lnTo>
                      <a:lnTo>
                        <a:pt x="104" y="92"/>
                      </a:lnTo>
                      <a:lnTo>
                        <a:pt x="104" y="101"/>
                      </a:lnTo>
                      <a:close/>
                    </a:path>
                  </a:pathLst>
                </a:custGeom>
                <a:solidFill>
                  <a:sysClr val="window" lastClr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mpd="sng">
                      <a:solidFill>
                        <a:srgbClr val="000000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6" name="淘宝店chenying0907出品 117">
                  <a:extLst>
                    <a:ext uri="{FF2B5EF4-FFF2-40B4-BE49-F238E27FC236}">
                      <a16:creationId xmlns:a16="http://schemas.microsoft.com/office/drawing/2014/main" id="{038153C0-457F-4775-9F91-A9FA5CCF46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916" y="114806"/>
                  <a:ext cx="109814" cy="17471"/>
                </a:xfrm>
                <a:prstGeom prst="rect">
                  <a:avLst/>
                </a:prstGeom>
                <a:solidFill>
                  <a:sysClr val="window" lastClr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  <a:defRPr/>
                  </a:pPr>
                  <a:endParaRPr kumimoji="0" lang="zh-CN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endParaRPr>
                </a:p>
              </p:txBody>
            </p:sp>
            <p:sp>
              <p:nvSpPr>
                <p:cNvPr id="87" name="淘宝店chenying0907出品 118">
                  <a:extLst>
                    <a:ext uri="{FF2B5EF4-FFF2-40B4-BE49-F238E27FC236}">
                      <a16:creationId xmlns:a16="http://schemas.microsoft.com/office/drawing/2014/main" id="{9EF666A0-00C4-4C14-89CC-874D86E7E1F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916" y="154738"/>
                  <a:ext cx="109814" cy="17471"/>
                </a:xfrm>
                <a:prstGeom prst="rect">
                  <a:avLst/>
                </a:prstGeom>
                <a:solidFill>
                  <a:sysClr val="window" lastClr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  <a:defRPr/>
                  </a:pPr>
                  <a:endParaRPr kumimoji="0" lang="zh-CN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endParaRPr>
                </a:p>
              </p:txBody>
            </p:sp>
            <p:sp>
              <p:nvSpPr>
                <p:cNvPr id="88" name="淘宝店chenying0907出品 119">
                  <a:extLst>
                    <a:ext uri="{FF2B5EF4-FFF2-40B4-BE49-F238E27FC236}">
                      <a16:creationId xmlns:a16="http://schemas.microsoft.com/office/drawing/2014/main" id="{1EEE58C3-4238-4FDF-B349-2492D43ABE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916" y="199662"/>
                  <a:ext cx="109814" cy="14975"/>
                </a:xfrm>
                <a:prstGeom prst="rect">
                  <a:avLst/>
                </a:prstGeom>
                <a:solidFill>
                  <a:sysClr val="window" lastClr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  <a:defRPr/>
                  </a:pPr>
                  <a:endParaRPr kumimoji="0" lang="zh-CN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endParaRPr>
                </a:p>
              </p:txBody>
            </p:sp>
            <p:sp>
              <p:nvSpPr>
                <p:cNvPr id="89" name="淘宝店chenying0907出品 120">
                  <a:extLst>
                    <a:ext uri="{FF2B5EF4-FFF2-40B4-BE49-F238E27FC236}">
                      <a16:creationId xmlns:a16="http://schemas.microsoft.com/office/drawing/2014/main" id="{75568E67-A442-4940-A6E2-04B465D636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916" y="242091"/>
                  <a:ext cx="109814" cy="17471"/>
                </a:xfrm>
                <a:prstGeom prst="rect">
                  <a:avLst/>
                </a:prstGeom>
                <a:solidFill>
                  <a:sysClr val="window" lastClr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  <a:defRPr/>
                  </a:pPr>
                  <a:endParaRPr kumimoji="0" lang="zh-CN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endParaRPr>
                </a:p>
              </p:txBody>
            </p:sp>
          </p:grpSp>
          <p:sp>
            <p:nvSpPr>
              <p:cNvPr id="116" name="淘宝店chenying0907出品 108">
                <a:extLst>
                  <a:ext uri="{FF2B5EF4-FFF2-40B4-BE49-F238E27FC236}">
                    <a16:creationId xmlns:a16="http://schemas.microsoft.com/office/drawing/2014/main" id="{9063EDED-DC6E-4F0E-881A-550A3FF50F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0627" y="5168421"/>
                <a:ext cx="2274168" cy="4001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31" tIns="45716" rIns="91431" bIns="45716"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defTabSz="914400"/>
                <a:r>
                  <a:rPr lang="zh-CN" altLang="en-US" sz="2000" b="1" dirty="0">
                    <a:solidFill>
                      <a:srgbClr val="34853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方正兰亭黑_GBK" pitchFamily="2" charset="-122"/>
                  </a:rPr>
                  <a:t>输入标题文字</a:t>
                </a:r>
                <a:endParaRPr lang="en-US" altLang="zh-CN" sz="2000" b="1" dirty="0">
                  <a:solidFill>
                    <a:srgbClr val="34853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方正兰亭黑_GBK" pitchFamily="2" charset="-122"/>
                </a:endParaRPr>
              </a:p>
            </p:txBody>
          </p:sp>
          <p:sp>
            <p:nvSpPr>
              <p:cNvPr id="117" name="淘宝店chenying0907出品 47">
                <a:extLst>
                  <a:ext uri="{FF2B5EF4-FFF2-40B4-BE49-F238E27FC236}">
                    <a16:creationId xmlns:a16="http://schemas.microsoft.com/office/drawing/2014/main" id="{369AC4B5-95BF-4C3B-8C07-8321B5465B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03640" y="5612105"/>
                <a:ext cx="2408142" cy="6093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wrap="square" lIns="91431" tIns="45716" rIns="91431" bIns="45716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9pPr>
              </a:lstStyle>
              <a:p>
                <a:pPr algn="ctr" defTabSz="914400">
                  <a:lnSpc>
                    <a:spcPct val="120000"/>
                  </a:lnSpc>
                  <a:spcBef>
                    <a:spcPct val="0"/>
                  </a:spcBef>
                  <a:buNone/>
                </a:pPr>
                <a:r>
                  <a:rPr lang="zh-CN" altLang="en-US" sz="1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方正兰亭黑_GBK" pitchFamily="2" charset="-122"/>
                  </a:rPr>
                  <a:t>点击此处添加文本内容，如关键词、部分简单介绍等。</a:t>
                </a:r>
                <a:endParaRPr lang="zh-CN" altLang="en-US" sz="18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9A6AEB6B-A7E0-4136-B4B4-20E8B6EE0AFE}"/>
                </a:ext>
              </a:extLst>
            </p:cNvPr>
            <p:cNvGrpSpPr/>
            <p:nvPr/>
          </p:nvGrpSpPr>
          <p:grpSpPr>
            <a:xfrm>
              <a:off x="8638957" y="4180767"/>
              <a:ext cx="2408142" cy="2127812"/>
              <a:chOff x="8827612" y="4093683"/>
              <a:chExt cx="2408142" cy="2127812"/>
            </a:xfrm>
          </p:grpSpPr>
          <p:sp>
            <p:nvSpPr>
              <p:cNvPr id="74" name="Oval 16">
                <a:extLst>
                  <a:ext uri="{FF2B5EF4-FFF2-40B4-BE49-F238E27FC236}">
                    <a16:creationId xmlns:a16="http://schemas.microsoft.com/office/drawing/2014/main" id="{A76127B0-2C07-4373-B378-CACD5BA99B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4639" y="4093683"/>
                <a:ext cx="954088" cy="960438"/>
              </a:xfrm>
              <a:prstGeom prst="ellipse">
                <a:avLst/>
              </a:prstGeom>
              <a:solidFill>
                <a:srgbClr val="348534"/>
              </a:solidFill>
              <a:ln>
                <a:noFill/>
              </a:ln>
              <a:extLst/>
            </p:spPr>
            <p:txBody>
              <a:bodyPr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zh-CN" altLang="zh-CN" sz="3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endParaRPr>
              </a:p>
            </p:txBody>
          </p:sp>
          <p:grpSp>
            <p:nvGrpSpPr>
              <p:cNvPr id="90" name="Group 35">
                <a:extLst>
                  <a:ext uri="{FF2B5EF4-FFF2-40B4-BE49-F238E27FC236}">
                    <a16:creationId xmlns:a16="http://schemas.microsoft.com/office/drawing/2014/main" id="{587AC5AD-A2BD-47B2-B7E3-601374BA780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778477" y="4314346"/>
                <a:ext cx="506412" cy="501650"/>
                <a:chOff x="0" y="0"/>
                <a:chExt cx="379359" cy="376864"/>
              </a:xfrm>
            </p:grpSpPr>
            <p:sp>
              <p:nvSpPr>
                <p:cNvPr id="91" name="淘宝店chenying0907出品 150">
                  <a:extLst>
                    <a:ext uri="{FF2B5EF4-FFF2-40B4-BE49-F238E27FC236}">
                      <a16:creationId xmlns:a16="http://schemas.microsoft.com/office/drawing/2014/main" id="{2BBABC5B-23ED-4866-928D-51A0A6EAABD4}"/>
                    </a:ext>
                  </a:extLst>
                </p:cNvPr>
                <p:cNvSpPr>
                  <a:spLocks noEditPoints="1" noChangeArrowheads="1"/>
                </p:cNvSpPr>
                <p:nvPr/>
              </p:nvSpPr>
              <p:spPr bwMode="auto">
                <a:xfrm>
                  <a:off x="0" y="0"/>
                  <a:ext cx="379359" cy="376864"/>
                </a:xfrm>
                <a:custGeom>
                  <a:avLst/>
                  <a:gdLst>
                    <a:gd name="T0" fmla="*/ 189680 w 114"/>
                    <a:gd name="T1" fmla="*/ 0 h 114"/>
                    <a:gd name="T2" fmla="*/ 0 w 114"/>
                    <a:gd name="T3" fmla="*/ 188432 h 114"/>
                    <a:gd name="T4" fmla="*/ 189680 w 114"/>
                    <a:gd name="T5" fmla="*/ 376864 h 114"/>
                    <a:gd name="T6" fmla="*/ 379359 w 114"/>
                    <a:gd name="T7" fmla="*/ 188432 h 114"/>
                    <a:gd name="T8" fmla="*/ 189680 w 114"/>
                    <a:gd name="T9" fmla="*/ 0 h 114"/>
                    <a:gd name="T10" fmla="*/ 189680 w 114"/>
                    <a:gd name="T11" fmla="*/ 357029 h 114"/>
                    <a:gd name="T12" fmla="*/ 19966 w 114"/>
                    <a:gd name="T13" fmla="*/ 188432 h 114"/>
                    <a:gd name="T14" fmla="*/ 189680 w 114"/>
                    <a:gd name="T15" fmla="*/ 19835 h 114"/>
                    <a:gd name="T16" fmla="*/ 359393 w 114"/>
                    <a:gd name="T17" fmla="*/ 188432 h 114"/>
                    <a:gd name="T18" fmla="*/ 189680 w 114"/>
                    <a:gd name="T19" fmla="*/ 357029 h 11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114"/>
                    <a:gd name="T31" fmla="*/ 0 h 114"/>
                    <a:gd name="T32" fmla="*/ 114 w 114"/>
                    <a:gd name="T33" fmla="*/ 114 h 114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114" h="114">
                      <a:moveTo>
                        <a:pt x="57" y="0"/>
                      </a:moveTo>
                      <a:cubicBezTo>
                        <a:pt x="25" y="0"/>
                        <a:pt x="0" y="25"/>
                        <a:pt x="0" y="57"/>
                      </a:cubicBezTo>
                      <a:cubicBezTo>
                        <a:pt x="0" y="89"/>
                        <a:pt x="25" y="114"/>
                        <a:pt x="57" y="114"/>
                      </a:cubicBezTo>
                      <a:cubicBezTo>
                        <a:pt x="89" y="114"/>
                        <a:pt x="114" y="89"/>
                        <a:pt x="114" y="57"/>
                      </a:cubicBezTo>
                      <a:cubicBezTo>
                        <a:pt x="114" y="25"/>
                        <a:pt x="89" y="0"/>
                        <a:pt x="57" y="0"/>
                      </a:cubicBezTo>
                      <a:close/>
                      <a:moveTo>
                        <a:pt x="57" y="108"/>
                      </a:moveTo>
                      <a:cubicBezTo>
                        <a:pt x="29" y="108"/>
                        <a:pt x="6" y="85"/>
                        <a:pt x="6" y="57"/>
                      </a:cubicBezTo>
                      <a:cubicBezTo>
                        <a:pt x="6" y="29"/>
                        <a:pt x="29" y="6"/>
                        <a:pt x="57" y="6"/>
                      </a:cubicBezTo>
                      <a:cubicBezTo>
                        <a:pt x="85" y="6"/>
                        <a:pt x="108" y="29"/>
                        <a:pt x="108" y="57"/>
                      </a:cubicBezTo>
                      <a:cubicBezTo>
                        <a:pt x="108" y="85"/>
                        <a:pt x="85" y="108"/>
                        <a:pt x="57" y="108"/>
                      </a:cubicBezTo>
                      <a:close/>
                    </a:path>
                  </a:pathLst>
                </a:custGeom>
                <a:solidFill>
                  <a:sysClr val="window" lastClr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mpd="sng">
                      <a:solidFill>
                        <a:srgbClr val="000000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2" name="淘宝店chenying0907出品 151">
                  <a:extLst>
                    <a:ext uri="{FF2B5EF4-FFF2-40B4-BE49-F238E27FC236}">
                      <a16:creationId xmlns:a16="http://schemas.microsoft.com/office/drawing/2014/main" id="{581DD44C-1889-4C6E-9726-C2DE5FD26A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4756" y="272040"/>
                  <a:ext cx="22463" cy="42429"/>
                </a:xfrm>
                <a:prstGeom prst="rect">
                  <a:avLst/>
                </a:prstGeom>
                <a:solidFill>
                  <a:sysClr val="window" lastClr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  <a:defRPr/>
                  </a:pPr>
                  <a:endParaRPr kumimoji="0" lang="zh-CN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endParaRPr>
                </a:p>
              </p:txBody>
            </p:sp>
            <p:sp>
              <p:nvSpPr>
                <p:cNvPr id="93" name="淘宝店chenying0907出品 152">
                  <a:extLst>
                    <a:ext uri="{FF2B5EF4-FFF2-40B4-BE49-F238E27FC236}">
                      <a16:creationId xmlns:a16="http://schemas.microsoft.com/office/drawing/2014/main" id="{ABB0CBCF-8404-400A-B82B-4C14B6D838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697" y="272040"/>
                  <a:ext cx="19966" cy="42429"/>
                </a:xfrm>
                <a:prstGeom prst="rect">
                  <a:avLst/>
                </a:prstGeom>
                <a:solidFill>
                  <a:sysClr val="window" lastClr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  <a:defRPr/>
                  </a:pPr>
                  <a:endParaRPr kumimoji="0" lang="zh-CN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endParaRPr>
                </a:p>
              </p:txBody>
            </p:sp>
            <p:sp>
              <p:nvSpPr>
                <p:cNvPr id="94" name="淘宝店chenying0907出品 153">
                  <a:extLst>
                    <a:ext uri="{FF2B5EF4-FFF2-40B4-BE49-F238E27FC236}">
                      <a16:creationId xmlns:a16="http://schemas.microsoft.com/office/drawing/2014/main" id="{2886E48C-DEF0-4391-9210-9139B7E076B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4638" y="272040"/>
                  <a:ext cx="19966" cy="42429"/>
                </a:xfrm>
                <a:prstGeom prst="rect">
                  <a:avLst/>
                </a:prstGeom>
                <a:solidFill>
                  <a:sysClr val="window" lastClr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  <a:defRPr/>
                  </a:pPr>
                  <a:endParaRPr kumimoji="0" lang="zh-CN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endParaRPr>
                </a:p>
              </p:txBody>
            </p:sp>
            <p:sp>
              <p:nvSpPr>
                <p:cNvPr id="95" name="淘宝店chenying0907出品 154">
                  <a:extLst>
                    <a:ext uri="{FF2B5EF4-FFF2-40B4-BE49-F238E27FC236}">
                      <a16:creationId xmlns:a16="http://schemas.microsoft.com/office/drawing/2014/main" id="{C46685EE-40B9-4C5A-93C6-40797F13EE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7303" y="107318"/>
                  <a:ext cx="82362" cy="84857"/>
                </a:xfrm>
                <a:custGeom>
                  <a:avLst/>
                  <a:gdLst>
                    <a:gd name="T0" fmla="*/ 62595 w 25"/>
                    <a:gd name="T1" fmla="*/ 74674 h 25"/>
                    <a:gd name="T2" fmla="*/ 72479 w 25"/>
                    <a:gd name="T3" fmla="*/ 84857 h 25"/>
                    <a:gd name="T4" fmla="*/ 82362 w 25"/>
                    <a:gd name="T5" fmla="*/ 74674 h 25"/>
                    <a:gd name="T6" fmla="*/ 72479 w 25"/>
                    <a:gd name="T7" fmla="*/ 64491 h 25"/>
                    <a:gd name="T8" fmla="*/ 69184 w 25"/>
                    <a:gd name="T9" fmla="*/ 64491 h 25"/>
                    <a:gd name="T10" fmla="*/ 0 w 25"/>
                    <a:gd name="T11" fmla="*/ 0 h 25"/>
                    <a:gd name="T12" fmla="*/ 62595 w 25"/>
                    <a:gd name="T13" fmla="*/ 74674 h 25"/>
                    <a:gd name="T14" fmla="*/ 62595 w 25"/>
                    <a:gd name="T15" fmla="*/ 74674 h 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25"/>
                    <a:gd name="T25" fmla="*/ 0 h 25"/>
                    <a:gd name="T26" fmla="*/ 25 w 25"/>
                    <a:gd name="T27" fmla="*/ 25 h 25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25" h="25">
                      <a:moveTo>
                        <a:pt x="19" y="22"/>
                      </a:moveTo>
                      <a:cubicBezTo>
                        <a:pt x="19" y="24"/>
                        <a:pt x="20" y="25"/>
                        <a:pt x="22" y="25"/>
                      </a:cubicBezTo>
                      <a:cubicBezTo>
                        <a:pt x="24" y="25"/>
                        <a:pt x="25" y="24"/>
                        <a:pt x="25" y="22"/>
                      </a:cubicBezTo>
                      <a:cubicBezTo>
                        <a:pt x="25" y="21"/>
                        <a:pt x="24" y="19"/>
                        <a:pt x="22" y="19"/>
                      </a:cubicBezTo>
                      <a:cubicBezTo>
                        <a:pt x="22" y="19"/>
                        <a:pt x="22" y="19"/>
                        <a:pt x="21" y="1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9" y="22"/>
                        <a:pt x="19" y="22"/>
                        <a:pt x="19" y="22"/>
                      </a:cubicBezTo>
                      <a:cubicBezTo>
                        <a:pt x="19" y="22"/>
                        <a:pt x="19" y="22"/>
                        <a:pt x="19" y="22"/>
                      </a:cubicBezTo>
                      <a:close/>
                    </a:path>
                  </a:pathLst>
                </a:custGeom>
                <a:solidFill>
                  <a:sysClr val="window" lastClr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mpd="sng">
                      <a:solidFill>
                        <a:srgbClr val="000000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6" name="淘宝店chenying0907出品 155">
                  <a:extLst>
                    <a:ext uri="{FF2B5EF4-FFF2-40B4-BE49-F238E27FC236}">
                      <a16:creationId xmlns:a16="http://schemas.microsoft.com/office/drawing/2014/main" id="{6775E900-574B-43FF-956B-B6734F79DA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7387" y="272040"/>
                  <a:ext cx="22463" cy="19966"/>
                </a:xfrm>
                <a:custGeom>
                  <a:avLst/>
                  <a:gdLst>
                    <a:gd name="T0" fmla="*/ 0 w 9"/>
                    <a:gd name="T1" fmla="*/ 14975 h 8"/>
                    <a:gd name="T2" fmla="*/ 7488 w 9"/>
                    <a:gd name="T3" fmla="*/ 19966 h 8"/>
                    <a:gd name="T4" fmla="*/ 22463 w 9"/>
                    <a:gd name="T5" fmla="*/ 2496 h 8"/>
                    <a:gd name="T6" fmla="*/ 17471 w 9"/>
                    <a:gd name="T7" fmla="*/ 0 h 8"/>
                    <a:gd name="T8" fmla="*/ 0 w 9"/>
                    <a:gd name="T9" fmla="*/ 14975 h 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"/>
                    <a:gd name="T16" fmla="*/ 0 h 8"/>
                    <a:gd name="T17" fmla="*/ 9 w 9"/>
                    <a:gd name="T18" fmla="*/ 8 h 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" h="8">
                      <a:moveTo>
                        <a:pt x="0" y="6"/>
                      </a:moveTo>
                      <a:lnTo>
                        <a:pt x="3" y="8"/>
                      </a:lnTo>
                      <a:lnTo>
                        <a:pt x="9" y="1"/>
                      </a:lnTo>
                      <a:lnTo>
                        <a:pt x="7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ysClr val="window" lastClr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mpd="sng">
                      <a:solidFill>
                        <a:srgbClr val="000000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7" name="淘宝店chenying0907出品 156">
                  <a:extLst>
                    <a:ext uri="{FF2B5EF4-FFF2-40B4-BE49-F238E27FC236}">
                      <a16:creationId xmlns:a16="http://schemas.microsoft.com/office/drawing/2014/main" id="{2E143D5C-E0E4-4018-979F-34E8FC70CE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421" y="227116"/>
                  <a:ext cx="27454" cy="14975"/>
                </a:xfrm>
                <a:custGeom>
                  <a:avLst/>
                  <a:gdLst>
                    <a:gd name="T0" fmla="*/ 22462 w 11"/>
                    <a:gd name="T1" fmla="*/ 0 h 6"/>
                    <a:gd name="T2" fmla="*/ 0 w 11"/>
                    <a:gd name="T3" fmla="*/ 7488 h 6"/>
                    <a:gd name="T4" fmla="*/ 2496 w 11"/>
                    <a:gd name="T5" fmla="*/ 14975 h 6"/>
                    <a:gd name="T6" fmla="*/ 27454 w 11"/>
                    <a:gd name="T7" fmla="*/ 7488 h 6"/>
                    <a:gd name="T8" fmla="*/ 22462 w 11"/>
                    <a:gd name="T9" fmla="*/ 0 h 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"/>
                    <a:gd name="T16" fmla="*/ 0 h 6"/>
                    <a:gd name="T17" fmla="*/ 11 w 11"/>
                    <a:gd name="T18" fmla="*/ 6 h 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" h="6">
                      <a:moveTo>
                        <a:pt x="9" y="0"/>
                      </a:moveTo>
                      <a:lnTo>
                        <a:pt x="0" y="3"/>
                      </a:lnTo>
                      <a:lnTo>
                        <a:pt x="1" y="6"/>
                      </a:lnTo>
                      <a:lnTo>
                        <a:pt x="11" y="3"/>
                      </a:lnTo>
                      <a:lnTo>
                        <a:pt x="9" y="0"/>
                      </a:lnTo>
                      <a:close/>
                    </a:path>
                  </a:pathLst>
                </a:custGeom>
                <a:solidFill>
                  <a:sysClr val="window" lastClr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mpd="sng">
                      <a:solidFill>
                        <a:srgbClr val="000000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8" name="淘宝店chenying0907出品 157">
                  <a:extLst>
                    <a:ext uri="{FF2B5EF4-FFF2-40B4-BE49-F238E27FC236}">
                      <a16:creationId xmlns:a16="http://schemas.microsoft.com/office/drawing/2014/main" id="{E2D23AF8-9AC9-4A4C-843B-811DD2594C1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9865" y="74874"/>
                  <a:ext cx="19966" cy="22463"/>
                </a:xfrm>
                <a:custGeom>
                  <a:avLst/>
                  <a:gdLst>
                    <a:gd name="T0" fmla="*/ 0 w 8"/>
                    <a:gd name="T1" fmla="*/ 7488 h 9"/>
                    <a:gd name="T2" fmla="*/ 17470 w 8"/>
                    <a:gd name="T3" fmla="*/ 22463 h 9"/>
                    <a:gd name="T4" fmla="*/ 19966 w 8"/>
                    <a:gd name="T5" fmla="*/ 17471 h 9"/>
                    <a:gd name="T6" fmla="*/ 4992 w 8"/>
                    <a:gd name="T7" fmla="*/ 0 h 9"/>
                    <a:gd name="T8" fmla="*/ 0 w 8"/>
                    <a:gd name="T9" fmla="*/ 7488 h 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8"/>
                    <a:gd name="T16" fmla="*/ 0 h 9"/>
                    <a:gd name="T17" fmla="*/ 8 w 8"/>
                    <a:gd name="T18" fmla="*/ 9 h 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8" h="9">
                      <a:moveTo>
                        <a:pt x="0" y="3"/>
                      </a:moveTo>
                      <a:lnTo>
                        <a:pt x="7" y="9"/>
                      </a:lnTo>
                      <a:lnTo>
                        <a:pt x="8" y="7"/>
                      </a:lnTo>
                      <a:lnTo>
                        <a:pt x="2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ysClr val="window" lastClr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mpd="sng">
                      <a:solidFill>
                        <a:srgbClr val="000000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9" name="淘宝店chenying0907出品 158">
                  <a:extLst>
                    <a:ext uri="{FF2B5EF4-FFF2-40B4-BE49-F238E27FC236}">
                      <a16:creationId xmlns:a16="http://schemas.microsoft.com/office/drawing/2014/main" id="{2F727A4C-8900-41D2-873D-E198964EB7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916" y="124789"/>
                  <a:ext cx="27454" cy="12480"/>
                </a:xfrm>
                <a:custGeom>
                  <a:avLst/>
                  <a:gdLst>
                    <a:gd name="T0" fmla="*/ 27454 w 11"/>
                    <a:gd name="T1" fmla="*/ 7488 h 5"/>
                    <a:gd name="T2" fmla="*/ 4992 w 11"/>
                    <a:gd name="T3" fmla="*/ 0 h 5"/>
                    <a:gd name="T4" fmla="*/ 0 w 11"/>
                    <a:gd name="T5" fmla="*/ 7488 h 5"/>
                    <a:gd name="T6" fmla="*/ 24958 w 11"/>
                    <a:gd name="T7" fmla="*/ 12480 h 5"/>
                    <a:gd name="T8" fmla="*/ 27454 w 11"/>
                    <a:gd name="T9" fmla="*/ 7488 h 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"/>
                    <a:gd name="T16" fmla="*/ 0 h 5"/>
                    <a:gd name="T17" fmla="*/ 11 w 11"/>
                    <a:gd name="T18" fmla="*/ 5 h 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" h="5">
                      <a:moveTo>
                        <a:pt x="11" y="3"/>
                      </a:moveTo>
                      <a:lnTo>
                        <a:pt x="2" y="0"/>
                      </a:lnTo>
                      <a:lnTo>
                        <a:pt x="0" y="3"/>
                      </a:lnTo>
                      <a:lnTo>
                        <a:pt x="10" y="5"/>
                      </a:lnTo>
                      <a:lnTo>
                        <a:pt x="11" y="3"/>
                      </a:lnTo>
                      <a:close/>
                    </a:path>
                  </a:pathLst>
                </a:custGeom>
                <a:solidFill>
                  <a:sysClr val="window" lastClr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mpd="sng">
                      <a:solidFill>
                        <a:srgbClr val="000000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0" name="淘宝店chenying0907出品 159">
                  <a:extLst>
                    <a:ext uri="{FF2B5EF4-FFF2-40B4-BE49-F238E27FC236}">
                      <a16:creationId xmlns:a16="http://schemas.microsoft.com/office/drawing/2014/main" id="{37A77EC8-A651-4299-9976-A4569B93376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185" y="34941"/>
                  <a:ext cx="7488" cy="22463"/>
                </a:xfrm>
                <a:prstGeom prst="rect">
                  <a:avLst/>
                </a:prstGeom>
                <a:solidFill>
                  <a:sysClr val="window" lastClr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  <a:defRPr/>
                  </a:pPr>
                  <a:endParaRPr kumimoji="0" lang="zh-CN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endParaRPr>
                </a:p>
              </p:txBody>
            </p:sp>
            <p:sp>
              <p:nvSpPr>
                <p:cNvPr id="101" name="淘宝店chenying0907出品 160">
                  <a:extLst>
                    <a:ext uri="{FF2B5EF4-FFF2-40B4-BE49-F238E27FC236}">
                      <a16:creationId xmlns:a16="http://schemas.microsoft.com/office/drawing/2014/main" id="{13CEC4E2-0F7C-41A2-ABFD-3DDD490E31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9798" y="44924"/>
                  <a:ext cx="17471" cy="22463"/>
                </a:xfrm>
                <a:custGeom>
                  <a:avLst/>
                  <a:gdLst>
                    <a:gd name="T0" fmla="*/ 17471 w 7"/>
                    <a:gd name="T1" fmla="*/ 19967 h 9"/>
                    <a:gd name="T2" fmla="*/ 7488 w 7"/>
                    <a:gd name="T3" fmla="*/ 0 h 9"/>
                    <a:gd name="T4" fmla="*/ 0 w 7"/>
                    <a:gd name="T5" fmla="*/ 4992 h 9"/>
                    <a:gd name="T6" fmla="*/ 9983 w 7"/>
                    <a:gd name="T7" fmla="*/ 22463 h 9"/>
                    <a:gd name="T8" fmla="*/ 17471 w 7"/>
                    <a:gd name="T9" fmla="*/ 19967 h 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"/>
                    <a:gd name="T16" fmla="*/ 0 h 9"/>
                    <a:gd name="T17" fmla="*/ 7 w 7"/>
                    <a:gd name="T18" fmla="*/ 9 h 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" h="9">
                      <a:moveTo>
                        <a:pt x="7" y="8"/>
                      </a:moveTo>
                      <a:lnTo>
                        <a:pt x="3" y="0"/>
                      </a:lnTo>
                      <a:lnTo>
                        <a:pt x="0" y="2"/>
                      </a:lnTo>
                      <a:lnTo>
                        <a:pt x="4" y="9"/>
                      </a:lnTo>
                      <a:lnTo>
                        <a:pt x="7" y="8"/>
                      </a:lnTo>
                      <a:close/>
                    </a:path>
                  </a:pathLst>
                </a:custGeom>
                <a:solidFill>
                  <a:sysClr val="window" lastClr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mpd="sng">
                      <a:solidFill>
                        <a:srgbClr val="000000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2" name="淘宝店chenying0907出品 161">
                  <a:extLst>
                    <a:ext uri="{FF2B5EF4-FFF2-40B4-BE49-F238E27FC236}">
                      <a16:creationId xmlns:a16="http://schemas.microsoft.com/office/drawing/2014/main" id="{BA282EF5-56FA-46EF-92F4-00F10B162E6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604" y="44924"/>
                  <a:ext cx="12480" cy="27454"/>
                </a:xfrm>
                <a:custGeom>
                  <a:avLst/>
                  <a:gdLst>
                    <a:gd name="T0" fmla="*/ 0 w 5"/>
                    <a:gd name="T1" fmla="*/ 22462 h 11"/>
                    <a:gd name="T2" fmla="*/ 4992 w 5"/>
                    <a:gd name="T3" fmla="*/ 27454 h 11"/>
                    <a:gd name="T4" fmla="*/ 12480 w 5"/>
                    <a:gd name="T5" fmla="*/ 4992 h 11"/>
                    <a:gd name="T6" fmla="*/ 4992 w 5"/>
                    <a:gd name="T7" fmla="*/ 0 h 11"/>
                    <a:gd name="T8" fmla="*/ 0 w 5"/>
                    <a:gd name="T9" fmla="*/ 22462 h 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"/>
                    <a:gd name="T16" fmla="*/ 0 h 11"/>
                    <a:gd name="T17" fmla="*/ 5 w 5"/>
                    <a:gd name="T18" fmla="*/ 11 h 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" h="11">
                      <a:moveTo>
                        <a:pt x="0" y="9"/>
                      </a:moveTo>
                      <a:lnTo>
                        <a:pt x="2" y="11"/>
                      </a:lnTo>
                      <a:lnTo>
                        <a:pt x="5" y="2"/>
                      </a:lnTo>
                      <a:lnTo>
                        <a:pt x="2" y="0"/>
                      </a:lnTo>
                      <a:lnTo>
                        <a:pt x="0" y="9"/>
                      </a:lnTo>
                      <a:close/>
                    </a:path>
                  </a:pathLst>
                </a:custGeom>
                <a:solidFill>
                  <a:sysClr val="window" lastClr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mpd="sng">
                      <a:solidFill>
                        <a:srgbClr val="000000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3" name="淘宝店chenying0907出品 162">
                  <a:extLst>
                    <a:ext uri="{FF2B5EF4-FFF2-40B4-BE49-F238E27FC236}">
                      <a16:creationId xmlns:a16="http://schemas.microsoft.com/office/drawing/2014/main" id="{EF87B039-A7E7-46EE-96F6-9D87C4A065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7033" y="272040"/>
                  <a:ext cx="22463" cy="19966"/>
                </a:xfrm>
                <a:custGeom>
                  <a:avLst/>
                  <a:gdLst>
                    <a:gd name="T0" fmla="*/ 0 w 9"/>
                    <a:gd name="T1" fmla="*/ 2496 h 8"/>
                    <a:gd name="T2" fmla="*/ 19967 w 9"/>
                    <a:gd name="T3" fmla="*/ 19966 h 8"/>
                    <a:gd name="T4" fmla="*/ 22463 w 9"/>
                    <a:gd name="T5" fmla="*/ 14975 h 8"/>
                    <a:gd name="T6" fmla="*/ 7488 w 9"/>
                    <a:gd name="T7" fmla="*/ 0 h 8"/>
                    <a:gd name="T8" fmla="*/ 0 w 9"/>
                    <a:gd name="T9" fmla="*/ 2496 h 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"/>
                    <a:gd name="T16" fmla="*/ 0 h 8"/>
                    <a:gd name="T17" fmla="*/ 9 w 9"/>
                    <a:gd name="T18" fmla="*/ 8 h 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" h="8">
                      <a:moveTo>
                        <a:pt x="0" y="1"/>
                      </a:moveTo>
                      <a:lnTo>
                        <a:pt x="8" y="8"/>
                      </a:lnTo>
                      <a:lnTo>
                        <a:pt x="9" y="6"/>
                      </a:lnTo>
                      <a:lnTo>
                        <a:pt x="3" y="0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ysClr val="window" lastClr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mpd="sng">
                      <a:solidFill>
                        <a:srgbClr val="000000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4" name="淘宝店chenying0907出品 163">
                  <a:extLst>
                    <a:ext uri="{FF2B5EF4-FFF2-40B4-BE49-F238E27FC236}">
                      <a16:creationId xmlns:a16="http://schemas.microsoft.com/office/drawing/2014/main" id="{AC3A0637-452B-456F-9439-67CDBE3D9D0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4486" y="227116"/>
                  <a:ext cx="24958" cy="14975"/>
                </a:xfrm>
                <a:custGeom>
                  <a:avLst/>
                  <a:gdLst>
                    <a:gd name="T0" fmla="*/ 0 w 10"/>
                    <a:gd name="T1" fmla="*/ 7488 h 6"/>
                    <a:gd name="T2" fmla="*/ 22462 w 10"/>
                    <a:gd name="T3" fmla="*/ 14975 h 6"/>
                    <a:gd name="T4" fmla="*/ 24958 w 10"/>
                    <a:gd name="T5" fmla="*/ 7488 h 6"/>
                    <a:gd name="T6" fmla="*/ 2496 w 10"/>
                    <a:gd name="T7" fmla="*/ 0 h 6"/>
                    <a:gd name="T8" fmla="*/ 0 w 10"/>
                    <a:gd name="T9" fmla="*/ 7488 h 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0"/>
                    <a:gd name="T16" fmla="*/ 0 h 6"/>
                    <a:gd name="T17" fmla="*/ 10 w 10"/>
                    <a:gd name="T18" fmla="*/ 6 h 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0" h="6">
                      <a:moveTo>
                        <a:pt x="0" y="3"/>
                      </a:moveTo>
                      <a:lnTo>
                        <a:pt x="9" y="6"/>
                      </a:lnTo>
                      <a:lnTo>
                        <a:pt x="10" y="3"/>
                      </a:lnTo>
                      <a:lnTo>
                        <a:pt x="1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ysClr val="window" lastClr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mpd="sng">
                      <a:solidFill>
                        <a:srgbClr val="000000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5" name="淘宝店chenying0907出品 164">
                  <a:extLst>
                    <a:ext uri="{FF2B5EF4-FFF2-40B4-BE49-F238E27FC236}">
                      <a16:creationId xmlns:a16="http://schemas.microsoft.com/office/drawing/2014/main" id="{C467E79D-BFBF-459B-AABA-93702A2305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4536" y="74874"/>
                  <a:ext cx="22463" cy="22463"/>
                </a:xfrm>
                <a:custGeom>
                  <a:avLst/>
                  <a:gdLst>
                    <a:gd name="T0" fmla="*/ 22463 w 9"/>
                    <a:gd name="T1" fmla="*/ 7488 h 9"/>
                    <a:gd name="T2" fmla="*/ 19967 w 9"/>
                    <a:gd name="T3" fmla="*/ 0 h 9"/>
                    <a:gd name="T4" fmla="*/ 0 w 9"/>
                    <a:gd name="T5" fmla="*/ 17471 h 9"/>
                    <a:gd name="T6" fmla="*/ 4992 w 9"/>
                    <a:gd name="T7" fmla="*/ 22463 h 9"/>
                    <a:gd name="T8" fmla="*/ 22463 w 9"/>
                    <a:gd name="T9" fmla="*/ 7488 h 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"/>
                    <a:gd name="T16" fmla="*/ 0 h 9"/>
                    <a:gd name="T17" fmla="*/ 9 w 9"/>
                    <a:gd name="T18" fmla="*/ 9 h 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" h="9">
                      <a:moveTo>
                        <a:pt x="9" y="3"/>
                      </a:moveTo>
                      <a:lnTo>
                        <a:pt x="8" y="0"/>
                      </a:lnTo>
                      <a:lnTo>
                        <a:pt x="0" y="7"/>
                      </a:lnTo>
                      <a:lnTo>
                        <a:pt x="2" y="9"/>
                      </a:lnTo>
                      <a:lnTo>
                        <a:pt x="9" y="3"/>
                      </a:lnTo>
                      <a:close/>
                    </a:path>
                  </a:pathLst>
                </a:custGeom>
                <a:solidFill>
                  <a:sysClr val="window" lastClr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mpd="sng">
                      <a:solidFill>
                        <a:srgbClr val="000000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6" name="淘宝店chenying0907出品 165">
                  <a:extLst>
                    <a:ext uri="{FF2B5EF4-FFF2-40B4-BE49-F238E27FC236}">
                      <a16:creationId xmlns:a16="http://schemas.microsoft.com/office/drawing/2014/main" id="{FC01E2D0-8F25-4F61-9D44-573DE329FC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9494" y="124789"/>
                  <a:ext cx="27454" cy="12480"/>
                </a:xfrm>
                <a:custGeom>
                  <a:avLst/>
                  <a:gdLst>
                    <a:gd name="T0" fmla="*/ 24958 w 11"/>
                    <a:gd name="T1" fmla="*/ 0 h 5"/>
                    <a:gd name="T2" fmla="*/ 0 w 11"/>
                    <a:gd name="T3" fmla="*/ 7488 h 5"/>
                    <a:gd name="T4" fmla="*/ 4992 w 11"/>
                    <a:gd name="T5" fmla="*/ 12480 h 5"/>
                    <a:gd name="T6" fmla="*/ 27454 w 11"/>
                    <a:gd name="T7" fmla="*/ 7488 h 5"/>
                    <a:gd name="T8" fmla="*/ 24958 w 11"/>
                    <a:gd name="T9" fmla="*/ 0 h 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"/>
                    <a:gd name="T16" fmla="*/ 0 h 5"/>
                    <a:gd name="T17" fmla="*/ 11 w 11"/>
                    <a:gd name="T18" fmla="*/ 5 h 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" h="5">
                      <a:moveTo>
                        <a:pt x="10" y="0"/>
                      </a:moveTo>
                      <a:lnTo>
                        <a:pt x="0" y="3"/>
                      </a:lnTo>
                      <a:lnTo>
                        <a:pt x="2" y="5"/>
                      </a:lnTo>
                      <a:lnTo>
                        <a:pt x="11" y="3"/>
                      </a:lnTo>
                      <a:lnTo>
                        <a:pt x="10" y="0"/>
                      </a:lnTo>
                      <a:close/>
                    </a:path>
                  </a:pathLst>
                </a:custGeom>
                <a:solidFill>
                  <a:sysClr val="window" lastClr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mpd="sng">
                      <a:solidFill>
                        <a:srgbClr val="000000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7" name="淘宝店chenying0907出品 166">
                  <a:extLst>
                    <a:ext uri="{FF2B5EF4-FFF2-40B4-BE49-F238E27FC236}">
                      <a16:creationId xmlns:a16="http://schemas.microsoft.com/office/drawing/2014/main" id="{A81562EF-A0A1-4C8B-BB5A-B5C46CA3BB5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933" y="174705"/>
                  <a:ext cx="24958" cy="7488"/>
                </a:xfrm>
                <a:prstGeom prst="rect">
                  <a:avLst/>
                </a:prstGeom>
                <a:solidFill>
                  <a:sysClr val="window" lastClr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  <a:defRPr/>
                  </a:pPr>
                  <a:endParaRPr kumimoji="0" lang="zh-CN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endParaRPr>
                </a:p>
              </p:txBody>
            </p:sp>
            <p:sp>
              <p:nvSpPr>
                <p:cNvPr id="108" name="淘宝店chenying0907出品 167">
                  <a:extLst>
                    <a:ext uri="{FF2B5EF4-FFF2-40B4-BE49-F238E27FC236}">
                      <a16:creationId xmlns:a16="http://schemas.microsoft.com/office/drawing/2014/main" id="{4FD32AB0-9486-45A3-B91D-81DDD2C73A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6965" y="177200"/>
                  <a:ext cx="27454" cy="7488"/>
                </a:xfrm>
                <a:prstGeom prst="rect">
                  <a:avLst/>
                </a:prstGeom>
                <a:solidFill>
                  <a:sysClr val="window" lastClr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  <a:defRPr/>
                  </a:pPr>
                  <a:endParaRPr kumimoji="0" lang="zh-CN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endParaRPr>
                </a:p>
              </p:txBody>
            </p:sp>
          </p:grpSp>
          <p:sp>
            <p:nvSpPr>
              <p:cNvPr id="118" name="淘宝店chenying0907出品 110">
                <a:extLst>
                  <a:ext uri="{FF2B5EF4-FFF2-40B4-BE49-F238E27FC236}">
                    <a16:creationId xmlns:a16="http://schemas.microsoft.com/office/drawing/2014/main" id="{9A9958C5-43CE-4D46-9F36-EBF21F5CBF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3435" y="5168421"/>
                <a:ext cx="2276496" cy="4001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31" tIns="45716" rIns="91431" bIns="45716"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defTabSz="914400"/>
                <a:r>
                  <a:rPr lang="zh-CN" altLang="en-US" sz="2000" b="1" dirty="0">
                    <a:solidFill>
                      <a:srgbClr val="34853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方正兰亭黑_GBK" pitchFamily="2" charset="-122"/>
                  </a:rPr>
                  <a:t>输入标题文字</a:t>
                </a:r>
                <a:endParaRPr lang="en-US" altLang="zh-CN" sz="2000" b="1" dirty="0">
                  <a:solidFill>
                    <a:srgbClr val="34853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方正兰亭黑_GBK" pitchFamily="2" charset="-122"/>
                </a:endParaRPr>
              </a:p>
            </p:txBody>
          </p:sp>
          <p:sp>
            <p:nvSpPr>
              <p:cNvPr id="119" name="淘宝店chenying0907出品 47">
                <a:extLst>
                  <a:ext uri="{FF2B5EF4-FFF2-40B4-BE49-F238E27FC236}">
                    <a16:creationId xmlns:a16="http://schemas.microsoft.com/office/drawing/2014/main" id="{FF0ED7C6-BC4B-4407-875F-04D6C7B549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27612" y="5612105"/>
                <a:ext cx="2408142" cy="6093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wrap="square" lIns="91431" tIns="45716" rIns="91431" bIns="45716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9pPr>
              </a:lstStyle>
              <a:p>
                <a:pPr algn="ctr" defTabSz="914400">
                  <a:lnSpc>
                    <a:spcPct val="120000"/>
                  </a:lnSpc>
                  <a:spcBef>
                    <a:spcPct val="0"/>
                  </a:spcBef>
                  <a:buNone/>
                </a:pPr>
                <a:r>
                  <a:rPr lang="zh-CN" altLang="en-US" sz="1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方正兰亭黑_GBK" pitchFamily="2" charset="-122"/>
                  </a:rPr>
                  <a:t>点击此处添加文本内容，如关键词、部分简单介绍等。</a:t>
                </a:r>
                <a:endParaRPr lang="zh-CN" altLang="en-US" sz="18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2B5DC66C-8582-4F0B-88A7-E70EC9F96DF6}"/>
                </a:ext>
              </a:extLst>
            </p:cNvPr>
            <p:cNvGrpSpPr/>
            <p:nvPr/>
          </p:nvGrpSpPr>
          <p:grpSpPr>
            <a:xfrm>
              <a:off x="6062451" y="4180767"/>
              <a:ext cx="2408142" cy="2127812"/>
              <a:chOff x="6187876" y="4093683"/>
              <a:chExt cx="2408142" cy="2127812"/>
            </a:xfrm>
          </p:grpSpPr>
          <p:sp>
            <p:nvSpPr>
              <p:cNvPr id="73" name="Oval 14">
                <a:extLst>
                  <a:ext uri="{FF2B5EF4-FFF2-40B4-BE49-F238E27FC236}">
                    <a16:creationId xmlns:a16="http://schemas.microsoft.com/office/drawing/2014/main" id="{56F66339-A1D0-4E75-BFE5-47A266FB59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14110" y="4093683"/>
                <a:ext cx="955675" cy="960438"/>
              </a:xfrm>
              <a:prstGeom prst="ellipse">
                <a:avLst/>
              </a:prstGeom>
              <a:solidFill>
                <a:srgbClr val="005825"/>
              </a:solidFill>
              <a:ln>
                <a:noFill/>
              </a:ln>
              <a:extLst/>
            </p:spPr>
            <p:txBody>
              <a:bodyPr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defTabSz="914400"/>
                <a:endParaRPr lang="zh-CN" altLang="zh-CN" sz="3200">
                  <a:solidFill>
                    <a:srgbClr val="FFFFFF"/>
                  </a:solidFill>
                  <a:latin typeface="Calibri" panose="020F0502020204030204" pitchFamily="34" charset="0"/>
                  <a:sym typeface="Calibri" panose="020F0502020204030204" pitchFamily="34" charset="0"/>
                </a:endParaRPr>
              </a:p>
            </p:txBody>
          </p:sp>
          <p:grpSp>
            <p:nvGrpSpPr>
              <p:cNvPr id="109" name="Group 54">
                <a:extLst>
                  <a:ext uri="{FF2B5EF4-FFF2-40B4-BE49-F238E27FC236}">
                    <a16:creationId xmlns:a16="http://schemas.microsoft.com/office/drawing/2014/main" id="{1B75E042-60F0-4662-9278-920F77C977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191922" y="4361971"/>
                <a:ext cx="400050" cy="519112"/>
                <a:chOff x="0" y="0"/>
                <a:chExt cx="299494" cy="389342"/>
              </a:xfrm>
            </p:grpSpPr>
            <p:sp>
              <p:nvSpPr>
                <p:cNvPr id="110" name="淘宝店chenying0907出品 170">
                  <a:extLst>
                    <a:ext uri="{FF2B5EF4-FFF2-40B4-BE49-F238E27FC236}">
                      <a16:creationId xmlns:a16="http://schemas.microsoft.com/office/drawing/2014/main" id="{EE33C193-2440-4985-9C6F-8C4326EA8C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12310"/>
                  <a:ext cx="299494" cy="277032"/>
                </a:xfrm>
                <a:custGeom>
                  <a:avLst/>
                  <a:gdLst>
                    <a:gd name="T0" fmla="*/ 149747 w 90"/>
                    <a:gd name="T1" fmla="*/ 277032 h 83"/>
                    <a:gd name="T2" fmla="*/ 299494 w 90"/>
                    <a:gd name="T3" fmla="*/ 0 h 83"/>
                    <a:gd name="T4" fmla="*/ 0 w 90"/>
                    <a:gd name="T5" fmla="*/ 0 h 83"/>
                    <a:gd name="T6" fmla="*/ 149747 w 90"/>
                    <a:gd name="T7" fmla="*/ 277032 h 8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0"/>
                    <a:gd name="T13" fmla="*/ 0 h 83"/>
                    <a:gd name="T14" fmla="*/ 90 w 90"/>
                    <a:gd name="T15" fmla="*/ 83 h 8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0" h="83">
                      <a:moveTo>
                        <a:pt x="45" y="83"/>
                      </a:moveTo>
                      <a:cubicBezTo>
                        <a:pt x="90" y="59"/>
                        <a:pt x="90" y="0"/>
                        <a:pt x="9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59"/>
                        <a:pt x="45" y="83"/>
                      </a:cubicBezTo>
                      <a:close/>
                    </a:path>
                  </a:pathLst>
                </a:custGeom>
                <a:solidFill>
                  <a:sysClr val="window" lastClr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mpd="sng">
                      <a:solidFill>
                        <a:srgbClr val="000000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1" name="淘宝店chenying0907出品 171">
                  <a:extLst>
                    <a:ext uri="{FF2B5EF4-FFF2-40B4-BE49-F238E27FC236}">
                      <a16:creationId xmlns:a16="http://schemas.microsoft.com/office/drawing/2014/main" id="{AB90053B-DE92-4BEB-AC48-61C0D2D371B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299494" cy="94840"/>
                </a:xfrm>
                <a:custGeom>
                  <a:avLst/>
                  <a:gdLst>
                    <a:gd name="T0" fmla="*/ 279528 w 90"/>
                    <a:gd name="T1" fmla="*/ 0 h 29"/>
                    <a:gd name="T2" fmla="*/ 226284 w 90"/>
                    <a:gd name="T3" fmla="*/ 52326 h 29"/>
                    <a:gd name="T4" fmla="*/ 173041 w 90"/>
                    <a:gd name="T5" fmla="*/ 0 h 29"/>
                    <a:gd name="T6" fmla="*/ 129781 w 90"/>
                    <a:gd name="T7" fmla="*/ 0 h 29"/>
                    <a:gd name="T8" fmla="*/ 76537 w 90"/>
                    <a:gd name="T9" fmla="*/ 52326 h 29"/>
                    <a:gd name="T10" fmla="*/ 23294 w 90"/>
                    <a:gd name="T11" fmla="*/ 0 h 29"/>
                    <a:gd name="T12" fmla="*/ 0 w 90"/>
                    <a:gd name="T13" fmla="*/ 0 h 29"/>
                    <a:gd name="T14" fmla="*/ 0 w 90"/>
                    <a:gd name="T15" fmla="*/ 94840 h 29"/>
                    <a:gd name="T16" fmla="*/ 299494 w 90"/>
                    <a:gd name="T17" fmla="*/ 94840 h 29"/>
                    <a:gd name="T18" fmla="*/ 299494 w 90"/>
                    <a:gd name="T19" fmla="*/ 0 h 29"/>
                    <a:gd name="T20" fmla="*/ 279528 w 90"/>
                    <a:gd name="T21" fmla="*/ 0 h 29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90"/>
                    <a:gd name="T34" fmla="*/ 0 h 29"/>
                    <a:gd name="T35" fmla="*/ 90 w 90"/>
                    <a:gd name="T36" fmla="*/ 29 h 29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90" h="29">
                      <a:moveTo>
                        <a:pt x="84" y="0"/>
                      </a:moveTo>
                      <a:cubicBezTo>
                        <a:pt x="84" y="9"/>
                        <a:pt x="77" y="16"/>
                        <a:pt x="68" y="16"/>
                      </a:cubicBezTo>
                      <a:cubicBezTo>
                        <a:pt x="59" y="16"/>
                        <a:pt x="52" y="9"/>
                        <a:pt x="52" y="0"/>
                      </a:cubicBezTo>
                      <a:cubicBezTo>
                        <a:pt x="39" y="0"/>
                        <a:pt x="39" y="0"/>
                        <a:pt x="39" y="0"/>
                      </a:cubicBezTo>
                      <a:cubicBezTo>
                        <a:pt x="39" y="9"/>
                        <a:pt x="32" y="16"/>
                        <a:pt x="23" y="16"/>
                      </a:cubicBezTo>
                      <a:cubicBezTo>
                        <a:pt x="14" y="16"/>
                        <a:pt x="7" y="9"/>
                        <a:pt x="7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29"/>
                        <a:pt x="0" y="29"/>
                        <a:pt x="0" y="29"/>
                      </a:cubicBezTo>
                      <a:cubicBezTo>
                        <a:pt x="90" y="29"/>
                        <a:pt x="90" y="29"/>
                        <a:pt x="90" y="29"/>
                      </a:cubicBezTo>
                      <a:cubicBezTo>
                        <a:pt x="90" y="0"/>
                        <a:pt x="90" y="0"/>
                        <a:pt x="90" y="0"/>
                      </a:cubicBezTo>
                      <a:lnTo>
                        <a:pt x="84" y="0"/>
                      </a:lnTo>
                      <a:close/>
                    </a:path>
                  </a:pathLst>
                </a:custGeom>
                <a:solidFill>
                  <a:sysClr val="window" lastClr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mpd="sng">
                      <a:solidFill>
                        <a:srgbClr val="000000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20" name="淘宝店chenying0907出品 112">
                <a:extLst>
                  <a:ext uri="{FF2B5EF4-FFF2-40B4-BE49-F238E27FC236}">
                    <a16:creationId xmlns:a16="http://schemas.microsoft.com/office/drawing/2014/main" id="{C4B7B85F-13D0-4A15-A199-F35561611B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4862" y="5168421"/>
                <a:ext cx="2274170" cy="4001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31" tIns="45716" rIns="91431" bIns="45716"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defTabSz="914400"/>
                <a:r>
                  <a:rPr lang="zh-CN" altLang="en-US" sz="2000" b="1" dirty="0">
                    <a:solidFill>
                      <a:srgbClr val="005825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方正兰亭黑_GBK" pitchFamily="2" charset="-122"/>
                  </a:rPr>
                  <a:t>输入标题文字</a:t>
                </a:r>
                <a:endParaRPr lang="en-US" altLang="zh-CN" sz="2000" b="1" dirty="0">
                  <a:solidFill>
                    <a:srgbClr val="00582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方正兰亭黑_GBK" pitchFamily="2" charset="-122"/>
                </a:endParaRPr>
              </a:p>
            </p:txBody>
          </p:sp>
          <p:sp>
            <p:nvSpPr>
              <p:cNvPr id="121" name="淘宝店chenying0907出品 47">
                <a:extLst>
                  <a:ext uri="{FF2B5EF4-FFF2-40B4-BE49-F238E27FC236}">
                    <a16:creationId xmlns:a16="http://schemas.microsoft.com/office/drawing/2014/main" id="{816D0BCC-0FD5-4D38-9731-B64A852D18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7876" y="5612105"/>
                <a:ext cx="2408142" cy="6093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wrap="square" lIns="91431" tIns="45716" rIns="91431" bIns="45716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9pPr>
              </a:lstStyle>
              <a:p>
                <a:pPr algn="ctr" defTabSz="914400">
                  <a:lnSpc>
                    <a:spcPct val="120000"/>
                  </a:lnSpc>
                  <a:spcBef>
                    <a:spcPct val="0"/>
                  </a:spcBef>
                  <a:buNone/>
                </a:pPr>
                <a:r>
                  <a:rPr lang="zh-CN" altLang="en-US" sz="1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方正兰亭黑_GBK" pitchFamily="2" charset="-122"/>
                  </a:rPr>
                  <a:t>点击此处添加文本内容，如关键词、部分简单介绍等。</a:t>
                </a:r>
                <a:endParaRPr lang="zh-CN" altLang="en-US" sz="18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186965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14CA6FC-CE59-4FFC-B904-2A664216454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3" b="7813"/>
          <a:stretch/>
        </p:blipFill>
        <p:spPr>
          <a:xfrm>
            <a:off x="-11312" y="-23006"/>
            <a:ext cx="12192000" cy="6858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D4405355-57C9-4A89-9717-F3AF5E0781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20830C2E-0BA9-4EBD-84D4-995AA4F8C682}"/>
              </a:ext>
            </a:extLst>
          </p:cNvPr>
          <p:cNvSpPr/>
          <p:nvPr/>
        </p:nvSpPr>
        <p:spPr>
          <a:xfrm>
            <a:off x="7068138" y="1349143"/>
            <a:ext cx="936000" cy="936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9E599BE-7155-4FBD-AC92-85C2F7694E79}"/>
              </a:ext>
            </a:extLst>
          </p:cNvPr>
          <p:cNvSpPr/>
          <p:nvPr/>
        </p:nvSpPr>
        <p:spPr>
          <a:xfrm>
            <a:off x="4656138" y="1170501"/>
            <a:ext cx="2880000" cy="2880000"/>
          </a:xfrm>
          <a:prstGeom prst="ellipse">
            <a:avLst/>
          </a:prstGeom>
          <a:solidFill>
            <a:srgbClr val="0058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A414EA7B-3A6B-46FB-8ECA-570A6766F8A9}"/>
              </a:ext>
            </a:extLst>
          </p:cNvPr>
          <p:cNvGrpSpPr/>
          <p:nvPr/>
        </p:nvGrpSpPr>
        <p:grpSpPr>
          <a:xfrm>
            <a:off x="2708035" y="2204641"/>
            <a:ext cx="1152000" cy="1152000"/>
            <a:chOff x="3672591" y="1229194"/>
            <a:chExt cx="1152000" cy="1152000"/>
          </a:xfrm>
        </p:grpSpPr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FB2BD411-6EE4-4A38-8D56-CBB4482AB067}"/>
                </a:ext>
              </a:extLst>
            </p:cNvPr>
            <p:cNvCxnSpPr/>
            <p:nvPr/>
          </p:nvCxnSpPr>
          <p:spPr>
            <a:xfrm>
              <a:off x="3672591" y="1229194"/>
              <a:ext cx="1152000" cy="0"/>
            </a:xfrm>
            <a:prstGeom prst="line">
              <a:avLst/>
            </a:prstGeom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858601C8-62E9-449F-A92E-C155801713A6}"/>
                </a:ext>
              </a:extLst>
            </p:cNvPr>
            <p:cNvCxnSpPr/>
            <p:nvPr/>
          </p:nvCxnSpPr>
          <p:spPr>
            <a:xfrm>
              <a:off x="3672591" y="2381194"/>
              <a:ext cx="1152000" cy="0"/>
            </a:xfrm>
            <a:prstGeom prst="line">
              <a:avLst/>
            </a:prstGeom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C9B17DF4-296E-46A6-94CC-60E047B6CA86}"/>
                </a:ext>
              </a:extLst>
            </p:cNvPr>
            <p:cNvCxnSpPr/>
            <p:nvPr/>
          </p:nvCxnSpPr>
          <p:spPr>
            <a:xfrm rot="16200000">
              <a:off x="3096591" y="1805194"/>
              <a:ext cx="1152000" cy="0"/>
            </a:xfrm>
            <a:prstGeom prst="line">
              <a:avLst/>
            </a:prstGeom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F852FB1B-5AC7-4DE3-BEDD-1E7979F4B32C}"/>
              </a:ext>
            </a:extLst>
          </p:cNvPr>
          <p:cNvGrpSpPr/>
          <p:nvPr/>
        </p:nvGrpSpPr>
        <p:grpSpPr>
          <a:xfrm flipH="1">
            <a:off x="8319664" y="2218000"/>
            <a:ext cx="1152000" cy="1152000"/>
            <a:chOff x="3672591" y="1229194"/>
            <a:chExt cx="1152000" cy="1152000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52E448CB-AFDE-45CC-951D-FDD7F517CEC3}"/>
                </a:ext>
              </a:extLst>
            </p:cNvPr>
            <p:cNvCxnSpPr/>
            <p:nvPr/>
          </p:nvCxnSpPr>
          <p:spPr>
            <a:xfrm>
              <a:off x="3672591" y="1229194"/>
              <a:ext cx="1152000" cy="0"/>
            </a:xfrm>
            <a:prstGeom prst="line">
              <a:avLst/>
            </a:prstGeom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818DB6D4-4E18-44E4-8E45-7C53A5D4D877}"/>
                </a:ext>
              </a:extLst>
            </p:cNvPr>
            <p:cNvCxnSpPr/>
            <p:nvPr/>
          </p:nvCxnSpPr>
          <p:spPr>
            <a:xfrm>
              <a:off x="3672591" y="2381194"/>
              <a:ext cx="1152000" cy="0"/>
            </a:xfrm>
            <a:prstGeom prst="line">
              <a:avLst/>
            </a:prstGeom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563217E4-5FA7-4E00-BE2B-2978D92677FC}"/>
                </a:ext>
              </a:extLst>
            </p:cNvPr>
            <p:cNvCxnSpPr/>
            <p:nvPr/>
          </p:nvCxnSpPr>
          <p:spPr>
            <a:xfrm rot="16200000">
              <a:off x="3096591" y="1805194"/>
              <a:ext cx="1152000" cy="0"/>
            </a:xfrm>
            <a:prstGeom prst="line">
              <a:avLst/>
            </a:prstGeom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8DF394DF-E4C9-487A-8493-0CCEACC5654F}"/>
              </a:ext>
            </a:extLst>
          </p:cNvPr>
          <p:cNvCxnSpPr>
            <a:cxnSpLocks/>
          </p:cNvCxnSpPr>
          <p:nvPr/>
        </p:nvCxnSpPr>
        <p:spPr>
          <a:xfrm>
            <a:off x="2098889" y="4949248"/>
            <a:ext cx="7994222" cy="0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57C1289E-37F5-49D4-81D4-BFC7C38D1CA2}"/>
              </a:ext>
            </a:extLst>
          </p:cNvPr>
          <p:cNvSpPr txBox="1"/>
          <p:nvPr/>
        </p:nvSpPr>
        <p:spPr>
          <a:xfrm>
            <a:off x="1967461" y="3938660"/>
            <a:ext cx="82570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400" b="1" dirty="0">
                <a:solidFill>
                  <a:schemeClr val="bg1"/>
                </a:solidFill>
                <a:cs typeface="+mn-ea"/>
                <a:sym typeface="+mn-lt"/>
              </a:rPr>
              <a:t>感谢各位的仔细聆听</a:t>
            </a: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540078A6-DCB9-4443-906C-F87D19FD30BB}"/>
              </a:ext>
            </a:extLst>
          </p:cNvPr>
          <p:cNvSpPr/>
          <p:nvPr/>
        </p:nvSpPr>
        <p:spPr>
          <a:xfrm>
            <a:off x="4494138" y="3403487"/>
            <a:ext cx="432000" cy="43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982D55CA-FBB4-4F51-AE80-E2C9F5E42F1A}"/>
              </a:ext>
            </a:extLst>
          </p:cNvPr>
          <p:cNvGrpSpPr/>
          <p:nvPr/>
        </p:nvGrpSpPr>
        <p:grpSpPr>
          <a:xfrm>
            <a:off x="4854644" y="1369420"/>
            <a:ext cx="2482989" cy="2482163"/>
            <a:chOff x="-6316663" y="-2459037"/>
            <a:chExt cx="4772025" cy="4770437"/>
          </a:xfrm>
          <a:solidFill>
            <a:schemeClr val="bg1"/>
          </a:solidFill>
        </p:grpSpPr>
        <p:sp>
          <p:nvSpPr>
            <p:cNvPr id="33" name="Freeform 10">
              <a:extLst>
                <a:ext uri="{FF2B5EF4-FFF2-40B4-BE49-F238E27FC236}">
                  <a16:creationId xmlns:a16="http://schemas.microsoft.com/office/drawing/2014/main" id="{B77E2662-5E90-4E2B-8753-5A4940750D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3179763" y="-1497013"/>
              <a:ext cx="679450" cy="636588"/>
            </a:xfrm>
            <a:custGeom>
              <a:avLst/>
              <a:gdLst>
                <a:gd name="T0" fmla="*/ 485 w 1822"/>
                <a:gd name="T1" fmla="*/ 692 h 1706"/>
                <a:gd name="T2" fmla="*/ 854 w 1822"/>
                <a:gd name="T3" fmla="*/ 991 h 1706"/>
                <a:gd name="T4" fmla="*/ 577 w 1822"/>
                <a:gd name="T5" fmla="*/ 1061 h 1706"/>
                <a:gd name="T6" fmla="*/ 508 w 1822"/>
                <a:gd name="T7" fmla="*/ 1176 h 1706"/>
                <a:gd name="T8" fmla="*/ 185 w 1822"/>
                <a:gd name="T9" fmla="*/ 1453 h 1706"/>
                <a:gd name="T10" fmla="*/ 854 w 1822"/>
                <a:gd name="T11" fmla="*/ 1383 h 1706"/>
                <a:gd name="T12" fmla="*/ 992 w 1822"/>
                <a:gd name="T13" fmla="*/ 1152 h 1706"/>
                <a:gd name="T14" fmla="*/ 807 w 1822"/>
                <a:gd name="T15" fmla="*/ 24 h 1706"/>
                <a:gd name="T16" fmla="*/ 715 w 1822"/>
                <a:gd name="T17" fmla="*/ 438 h 1706"/>
                <a:gd name="T18" fmla="*/ 923 w 1822"/>
                <a:gd name="T19" fmla="*/ 484 h 1706"/>
                <a:gd name="T20" fmla="*/ 900 w 1822"/>
                <a:gd name="T21" fmla="*/ 784 h 1706"/>
                <a:gd name="T22" fmla="*/ 577 w 1822"/>
                <a:gd name="T23" fmla="*/ 669 h 1706"/>
                <a:gd name="T24" fmla="*/ 116 w 1822"/>
                <a:gd name="T25" fmla="*/ 785 h 1706"/>
                <a:gd name="T26" fmla="*/ 300 w 1822"/>
                <a:gd name="T27" fmla="*/ 347 h 1706"/>
                <a:gd name="T28" fmla="*/ 1015 w 1822"/>
                <a:gd name="T29" fmla="*/ 1244 h 1706"/>
                <a:gd name="T30" fmla="*/ 1108 w 1822"/>
                <a:gd name="T31" fmla="*/ 1613 h 1706"/>
                <a:gd name="T32" fmla="*/ 1084 w 1822"/>
                <a:gd name="T33" fmla="*/ 1129 h 1706"/>
                <a:gd name="T34" fmla="*/ 992 w 1822"/>
                <a:gd name="T35" fmla="*/ 1152 h 1706"/>
                <a:gd name="T36" fmla="*/ 1038 w 1822"/>
                <a:gd name="T37" fmla="*/ 162 h 1706"/>
                <a:gd name="T38" fmla="*/ 1084 w 1822"/>
                <a:gd name="T39" fmla="*/ 346 h 1706"/>
                <a:gd name="T40" fmla="*/ 1107 w 1822"/>
                <a:gd name="T41" fmla="*/ 830 h 1706"/>
                <a:gd name="T42" fmla="*/ 1038 w 1822"/>
                <a:gd name="T43" fmla="*/ 553 h 1706"/>
                <a:gd name="T44" fmla="*/ 1246 w 1822"/>
                <a:gd name="T45" fmla="*/ 991 h 1706"/>
                <a:gd name="T46" fmla="*/ 1269 w 1822"/>
                <a:gd name="T47" fmla="*/ 691 h 1706"/>
                <a:gd name="T48" fmla="*/ 1268 w 1822"/>
                <a:gd name="T49" fmla="*/ 300 h 1706"/>
                <a:gd name="T50" fmla="*/ 1061 w 1822"/>
                <a:gd name="T51" fmla="*/ 645 h 1706"/>
                <a:gd name="T52" fmla="*/ 1107 w 1822"/>
                <a:gd name="T53" fmla="*/ 830 h 1706"/>
                <a:gd name="T54" fmla="*/ 1131 w 1822"/>
                <a:gd name="T55" fmla="*/ 1313 h 1706"/>
                <a:gd name="T56" fmla="*/ 1269 w 1822"/>
                <a:gd name="T57" fmla="*/ 1083 h 1706"/>
                <a:gd name="T58" fmla="*/ 1131 w 1822"/>
                <a:gd name="T59" fmla="*/ 922 h 1706"/>
                <a:gd name="T60" fmla="*/ 1107 w 1822"/>
                <a:gd name="T61" fmla="*/ 46 h 1706"/>
                <a:gd name="T62" fmla="*/ 1245 w 1822"/>
                <a:gd name="T63" fmla="*/ 207 h 1706"/>
                <a:gd name="T64" fmla="*/ 1222 w 1822"/>
                <a:gd name="T65" fmla="*/ 115 h 1706"/>
                <a:gd name="T66" fmla="*/ 1338 w 1822"/>
                <a:gd name="T67" fmla="*/ 184 h 1706"/>
                <a:gd name="T68" fmla="*/ 1338 w 1822"/>
                <a:gd name="T69" fmla="*/ 576 h 1706"/>
                <a:gd name="T70" fmla="*/ 1430 w 1822"/>
                <a:gd name="T71" fmla="*/ 944 h 1706"/>
                <a:gd name="T72" fmla="*/ 1246 w 1822"/>
                <a:gd name="T73" fmla="*/ 991 h 1706"/>
                <a:gd name="T74" fmla="*/ 1292 w 1822"/>
                <a:gd name="T75" fmla="*/ 783 h 1706"/>
                <a:gd name="T76" fmla="*/ 1223 w 1822"/>
                <a:gd name="T77" fmla="*/ 507 h 1706"/>
                <a:gd name="T78" fmla="*/ 1268 w 1822"/>
                <a:gd name="T79" fmla="*/ 300 h 1706"/>
                <a:gd name="T80" fmla="*/ 1430 w 1822"/>
                <a:gd name="T81" fmla="*/ 944 h 1706"/>
                <a:gd name="T82" fmla="*/ 1407 w 1822"/>
                <a:gd name="T83" fmla="*/ 1244 h 1706"/>
                <a:gd name="T84" fmla="*/ 1453 w 1822"/>
                <a:gd name="T85" fmla="*/ 253 h 1706"/>
                <a:gd name="T86" fmla="*/ 1499 w 1822"/>
                <a:gd name="T87" fmla="*/ 438 h 1706"/>
                <a:gd name="T88" fmla="*/ 1522 w 1822"/>
                <a:gd name="T89" fmla="*/ 530 h 1706"/>
                <a:gd name="T90" fmla="*/ 1753 w 1822"/>
                <a:gd name="T91" fmla="*/ 668 h 1706"/>
                <a:gd name="T92" fmla="*/ 1361 w 1822"/>
                <a:gd name="T93" fmla="*/ 668 h 1706"/>
                <a:gd name="T94" fmla="*/ 1453 w 1822"/>
                <a:gd name="T95" fmla="*/ 253 h 1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822" h="1706">
                  <a:moveTo>
                    <a:pt x="992" y="1152"/>
                  </a:moveTo>
                  <a:cubicBezTo>
                    <a:pt x="1015" y="853"/>
                    <a:pt x="1015" y="853"/>
                    <a:pt x="1015" y="853"/>
                  </a:cubicBezTo>
                  <a:cubicBezTo>
                    <a:pt x="808" y="807"/>
                    <a:pt x="785" y="715"/>
                    <a:pt x="692" y="738"/>
                  </a:cubicBezTo>
                  <a:cubicBezTo>
                    <a:pt x="692" y="738"/>
                    <a:pt x="577" y="669"/>
                    <a:pt x="485" y="692"/>
                  </a:cubicBezTo>
                  <a:cubicBezTo>
                    <a:pt x="485" y="692"/>
                    <a:pt x="485" y="692"/>
                    <a:pt x="508" y="784"/>
                  </a:cubicBezTo>
                  <a:cubicBezTo>
                    <a:pt x="531" y="876"/>
                    <a:pt x="531" y="876"/>
                    <a:pt x="623" y="853"/>
                  </a:cubicBezTo>
                  <a:cubicBezTo>
                    <a:pt x="715" y="830"/>
                    <a:pt x="738" y="922"/>
                    <a:pt x="738" y="922"/>
                  </a:cubicBezTo>
                  <a:cubicBezTo>
                    <a:pt x="831" y="899"/>
                    <a:pt x="946" y="968"/>
                    <a:pt x="854" y="991"/>
                  </a:cubicBezTo>
                  <a:cubicBezTo>
                    <a:pt x="854" y="991"/>
                    <a:pt x="854" y="991"/>
                    <a:pt x="854" y="991"/>
                  </a:cubicBezTo>
                  <a:cubicBezTo>
                    <a:pt x="762" y="1014"/>
                    <a:pt x="646" y="945"/>
                    <a:pt x="646" y="945"/>
                  </a:cubicBezTo>
                  <a:cubicBezTo>
                    <a:pt x="669" y="1037"/>
                    <a:pt x="669" y="1037"/>
                    <a:pt x="577" y="1061"/>
                  </a:cubicBezTo>
                  <a:cubicBezTo>
                    <a:pt x="577" y="1061"/>
                    <a:pt x="577" y="1061"/>
                    <a:pt x="577" y="1061"/>
                  </a:cubicBezTo>
                  <a:cubicBezTo>
                    <a:pt x="462" y="992"/>
                    <a:pt x="346" y="923"/>
                    <a:pt x="231" y="854"/>
                  </a:cubicBezTo>
                  <a:cubicBezTo>
                    <a:pt x="231" y="854"/>
                    <a:pt x="139" y="877"/>
                    <a:pt x="162" y="969"/>
                  </a:cubicBezTo>
                  <a:cubicBezTo>
                    <a:pt x="162" y="969"/>
                    <a:pt x="162" y="969"/>
                    <a:pt x="185" y="1061"/>
                  </a:cubicBezTo>
                  <a:cubicBezTo>
                    <a:pt x="300" y="1130"/>
                    <a:pt x="393" y="1107"/>
                    <a:pt x="508" y="1176"/>
                  </a:cubicBezTo>
                  <a:cubicBezTo>
                    <a:pt x="531" y="1268"/>
                    <a:pt x="623" y="1245"/>
                    <a:pt x="531" y="1268"/>
                  </a:cubicBezTo>
                  <a:cubicBezTo>
                    <a:pt x="554" y="1360"/>
                    <a:pt x="462" y="1383"/>
                    <a:pt x="462" y="1383"/>
                  </a:cubicBezTo>
                  <a:cubicBezTo>
                    <a:pt x="370" y="1406"/>
                    <a:pt x="116" y="1176"/>
                    <a:pt x="139" y="1268"/>
                  </a:cubicBezTo>
                  <a:cubicBezTo>
                    <a:pt x="139" y="1268"/>
                    <a:pt x="162" y="1361"/>
                    <a:pt x="185" y="1453"/>
                  </a:cubicBezTo>
                  <a:cubicBezTo>
                    <a:pt x="208" y="1545"/>
                    <a:pt x="208" y="1545"/>
                    <a:pt x="231" y="1637"/>
                  </a:cubicBezTo>
                  <a:cubicBezTo>
                    <a:pt x="231" y="1637"/>
                    <a:pt x="347" y="1706"/>
                    <a:pt x="416" y="1591"/>
                  </a:cubicBezTo>
                  <a:cubicBezTo>
                    <a:pt x="508" y="1568"/>
                    <a:pt x="600" y="1544"/>
                    <a:pt x="600" y="1544"/>
                  </a:cubicBezTo>
                  <a:cubicBezTo>
                    <a:pt x="693" y="1521"/>
                    <a:pt x="739" y="1314"/>
                    <a:pt x="854" y="1383"/>
                  </a:cubicBezTo>
                  <a:cubicBezTo>
                    <a:pt x="854" y="1383"/>
                    <a:pt x="877" y="1475"/>
                    <a:pt x="993" y="1544"/>
                  </a:cubicBezTo>
                  <a:cubicBezTo>
                    <a:pt x="1015" y="1244"/>
                    <a:pt x="1015" y="1244"/>
                    <a:pt x="1015" y="1244"/>
                  </a:cubicBezTo>
                  <a:cubicBezTo>
                    <a:pt x="900" y="1175"/>
                    <a:pt x="808" y="1199"/>
                    <a:pt x="900" y="1175"/>
                  </a:cubicBezTo>
                  <a:cubicBezTo>
                    <a:pt x="900" y="1175"/>
                    <a:pt x="900" y="1175"/>
                    <a:pt x="992" y="1152"/>
                  </a:cubicBezTo>
                  <a:close/>
                  <a:moveTo>
                    <a:pt x="531" y="485"/>
                  </a:moveTo>
                  <a:cubicBezTo>
                    <a:pt x="531" y="485"/>
                    <a:pt x="531" y="485"/>
                    <a:pt x="531" y="485"/>
                  </a:cubicBezTo>
                  <a:cubicBezTo>
                    <a:pt x="531" y="485"/>
                    <a:pt x="761" y="231"/>
                    <a:pt x="738" y="139"/>
                  </a:cubicBezTo>
                  <a:cubicBezTo>
                    <a:pt x="830" y="116"/>
                    <a:pt x="807" y="24"/>
                    <a:pt x="807" y="24"/>
                  </a:cubicBezTo>
                  <a:cubicBezTo>
                    <a:pt x="899" y="0"/>
                    <a:pt x="899" y="0"/>
                    <a:pt x="899" y="0"/>
                  </a:cubicBezTo>
                  <a:cubicBezTo>
                    <a:pt x="922" y="93"/>
                    <a:pt x="922" y="93"/>
                    <a:pt x="946" y="185"/>
                  </a:cubicBezTo>
                  <a:cubicBezTo>
                    <a:pt x="876" y="300"/>
                    <a:pt x="853" y="208"/>
                    <a:pt x="876" y="300"/>
                  </a:cubicBezTo>
                  <a:cubicBezTo>
                    <a:pt x="784" y="323"/>
                    <a:pt x="715" y="438"/>
                    <a:pt x="715" y="438"/>
                  </a:cubicBezTo>
                  <a:cubicBezTo>
                    <a:pt x="738" y="530"/>
                    <a:pt x="738" y="530"/>
                    <a:pt x="738" y="530"/>
                  </a:cubicBezTo>
                  <a:cubicBezTo>
                    <a:pt x="807" y="415"/>
                    <a:pt x="876" y="300"/>
                    <a:pt x="946" y="185"/>
                  </a:cubicBezTo>
                  <a:cubicBezTo>
                    <a:pt x="1015" y="461"/>
                    <a:pt x="1015" y="461"/>
                    <a:pt x="1015" y="461"/>
                  </a:cubicBezTo>
                  <a:cubicBezTo>
                    <a:pt x="923" y="484"/>
                    <a:pt x="923" y="484"/>
                    <a:pt x="923" y="484"/>
                  </a:cubicBezTo>
                  <a:cubicBezTo>
                    <a:pt x="923" y="484"/>
                    <a:pt x="923" y="484"/>
                    <a:pt x="854" y="600"/>
                  </a:cubicBezTo>
                  <a:cubicBezTo>
                    <a:pt x="946" y="576"/>
                    <a:pt x="946" y="576"/>
                    <a:pt x="946" y="576"/>
                  </a:cubicBezTo>
                  <a:cubicBezTo>
                    <a:pt x="992" y="761"/>
                    <a:pt x="992" y="761"/>
                    <a:pt x="992" y="761"/>
                  </a:cubicBezTo>
                  <a:cubicBezTo>
                    <a:pt x="900" y="784"/>
                    <a:pt x="900" y="784"/>
                    <a:pt x="900" y="784"/>
                  </a:cubicBezTo>
                  <a:cubicBezTo>
                    <a:pt x="877" y="692"/>
                    <a:pt x="877" y="692"/>
                    <a:pt x="877" y="692"/>
                  </a:cubicBezTo>
                  <a:cubicBezTo>
                    <a:pt x="785" y="715"/>
                    <a:pt x="785" y="715"/>
                    <a:pt x="785" y="715"/>
                  </a:cubicBezTo>
                  <a:cubicBezTo>
                    <a:pt x="692" y="738"/>
                    <a:pt x="669" y="646"/>
                    <a:pt x="669" y="646"/>
                  </a:cubicBezTo>
                  <a:cubicBezTo>
                    <a:pt x="669" y="646"/>
                    <a:pt x="669" y="646"/>
                    <a:pt x="577" y="669"/>
                  </a:cubicBezTo>
                  <a:cubicBezTo>
                    <a:pt x="577" y="669"/>
                    <a:pt x="554" y="577"/>
                    <a:pt x="462" y="600"/>
                  </a:cubicBezTo>
                  <a:cubicBezTo>
                    <a:pt x="369" y="623"/>
                    <a:pt x="392" y="715"/>
                    <a:pt x="300" y="738"/>
                  </a:cubicBezTo>
                  <a:cubicBezTo>
                    <a:pt x="208" y="761"/>
                    <a:pt x="208" y="761"/>
                    <a:pt x="208" y="761"/>
                  </a:cubicBezTo>
                  <a:cubicBezTo>
                    <a:pt x="116" y="785"/>
                    <a:pt x="116" y="785"/>
                    <a:pt x="116" y="785"/>
                  </a:cubicBezTo>
                  <a:cubicBezTo>
                    <a:pt x="0" y="716"/>
                    <a:pt x="69" y="600"/>
                    <a:pt x="69" y="600"/>
                  </a:cubicBezTo>
                  <a:cubicBezTo>
                    <a:pt x="162" y="577"/>
                    <a:pt x="139" y="485"/>
                    <a:pt x="231" y="462"/>
                  </a:cubicBezTo>
                  <a:cubicBezTo>
                    <a:pt x="231" y="462"/>
                    <a:pt x="231" y="462"/>
                    <a:pt x="208" y="370"/>
                  </a:cubicBezTo>
                  <a:cubicBezTo>
                    <a:pt x="300" y="347"/>
                    <a:pt x="300" y="347"/>
                    <a:pt x="300" y="347"/>
                  </a:cubicBezTo>
                  <a:cubicBezTo>
                    <a:pt x="392" y="323"/>
                    <a:pt x="392" y="323"/>
                    <a:pt x="415" y="416"/>
                  </a:cubicBezTo>
                  <a:cubicBezTo>
                    <a:pt x="415" y="416"/>
                    <a:pt x="415" y="416"/>
                    <a:pt x="415" y="416"/>
                  </a:cubicBezTo>
                  <a:cubicBezTo>
                    <a:pt x="438" y="508"/>
                    <a:pt x="531" y="485"/>
                    <a:pt x="531" y="485"/>
                  </a:cubicBezTo>
                  <a:close/>
                  <a:moveTo>
                    <a:pt x="1015" y="1244"/>
                  </a:moveTo>
                  <a:cubicBezTo>
                    <a:pt x="1015" y="1244"/>
                    <a:pt x="1015" y="1244"/>
                    <a:pt x="1015" y="1244"/>
                  </a:cubicBezTo>
                  <a:cubicBezTo>
                    <a:pt x="1038" y="1337"/>
                    <a:pt x="1038" y="1337"/>
                    <a:pt x="1038" y="1337"/>
                  </a:cubicBezTo>
                  <a:cubicBezTo>
                    <a:pt x="1131" y="1313"/>
                    <a:pt x="1131" y="1313"/>
                    <a:pt x="1131" y="1313"/>
                  </a:cubicBezTo>
                  <a:cubicBezTo>
                    <a:pt x="1108" y="1613"/>
                    <a:pt x="1108" y="1613"/>
                    <a:pt x="1108" y="1613"/>
                  </a:cubicBezTo>
                  <a:cubicBezTo>
                    <a:pt x="993" y="1544"/>
                    <a:pt x="993" y="1544"/>
                    <a:pt x="993" y="1544"/>
                  </a:cubicBezTo>
                  <a:lnTo>
                    <a:pt x="1015" y="1244"/>
                  </a:lnTo>
                  <a:close/>
                  <a:moveTo>
                    <a:pt x="1084" y="1129"/>
                  </a:moveTo>
                  <a:cubicBezTo>
                    <a:pt x="1084" y="1129"/>
                    <a:pt x="1084" y="1129"/>
                    <a:pt x="1084" y="1129"/>
                  </a:cubicBezTo>
                  <a:cubicBezTo>
                    <a:pt x="1131" y="922"/>
                    <a:pt x="1131" y="922"/>
                    <a:pt x="1131" y="922"/>
                  </a:cubicBezTo>
                  <a:cubicBezTo>
                    <a:pt x="1038" y="945"/>
                    <a:pt x="1015" y="853"/>
                    <a:pt x="1015" y="853"/>
                  </a:cubicBezTo>
                  <a:cubicBezTo>
                    <a:pt x="1015" y="853"/>
                    <a:pt x="1015" y="853"/>
                    <a:pt x="1015" y="853"/>
                  </a:cubicBezTo>
                  <a:cubicBezTo>
                    <a:pt x="992" y="1152"/>
                    <a:pt x="992" y="1152"/>
                    <a:pt x="992" y="1152"/>
                  </a:cubicBezTo>
                  <a:cubicBezTo>
                    <a:pt x="1084" y="1129"/>
                    <a:pt x="1084" y="1129"/>
                    <a:pt x="1084" y="1129"/>
                  </a:cubicBezTo>
                  <a:close/>
                  <a:moveTo>
                    <a:pt x="946" y="185"/>
                  </a:moveTo>
                  <a:cubicBezTo>
                    <a:pt x="946" y="185"/>
                    <a:pt x="946" y="185"/>
                    <a:pt x="946" y="185"/>
                  </a:cubicBezTo>
                  <a:cubicBezTo>
                    <a:pt x="1038" y="162"/>
                    <a:pt x="1038" y="162"/>
                    <a:pt x="1038" y="162"/>
                  </a:cubicBezTo>
                  <a:cubicBezTo>
                    <a:pt x="1015" y="69"/>
                    <a:pt x="1107" y="46"/>
                    <a:pt x="1107" y="46"/>
                  </a:cubicBezTo>
                  <a:cubicBezTo>
                    <a:pt x="1084" y="346"/>
                    <a:pt x="1084" y="346"/>
                    <a:pt x="1084" y="346"/>
                  </a:cubicBezTo>
                  <a:cubicBezTo>
                    <a:pt x="1084" y="346"/>
                    <a:pt x="1084" y="346"/>
                    <a:pt x="1084" y="346"/>
                  </a:cubicBezTo>
                  <a:cubicBezTo>
                    <a:pt x="1084" y="346"/>
                    <a:pt x="1084" y="346"/>
                    <a:pt x="1084" y="346"/>
                  </a:cubicBezTo>
                  <a:cubicBezTo>
                    <a:pt x="1084" y="737"/>
                    <a:pt x="1084" y="737"/>
                    <a:pt x="1084" y="737"/>
                  </a:cubicBezTo>
                  <a:cubicBezTo>
                    <a:pt x="1084" y="737"/>
                    <a:pt x="1061" y="645"/>
                    <a:pt x="1084" y="737"/>
                  </a:cubicBezTo>
                  <a:cubicBezTo>
                    <a:pt x="1084" y="737"/>
                    <a:pt x="1084" y="737"/>
                    <a:pt x="1084" y="737"/>
                  </a:cubicBezTo>
                  <a:cubicBezTo>
                    <a:pt x="1107" y="830"/>
                    <a:pt x="1107" y="830"/>
                    <a:pt x="1107" y="830"/>
                  </a:cubicBezTo>
                  <a:cubicBezTo>
                    <a:pt x="1107" y="830"/>
                    <a:pt x="1107" y="830"/>
                    <a:pt x="1107" y="830"/>
                  </a:cubicBezTo>
                  <a:cubicBezTo>
                    <a:pt x="1015" y="853"/>
                    <a:pt x="992" y="761"/>
                    <a:pt x="992" y="761"/>
                  </a:cubicBezTo>
                  <a:cubicBezTo>
                    <a:pt x="946" y="576"/>
                    <a:pt x="946" y="576"/>
                    <a:pt x="946" y="576"/>
                  </a:cubicBezTo>
                  <a:cubicBezTo>
                    <a:pt x="1038" y="553"/>
                    <a:pt x="1038" y="553"/>
                    <a:pt x="1038" y="553"/>
                  </a:cubicBezTo>
                  <a:cubicBezTo>
                    <a:pt x="1038" y="553"/>
                    <a:pt x="1107" y="438"/>
                    <a:pt x="1015" y="461"/>
                  </a:cubicBezTo>
                  <a:cubicBezTo>
                    <a:pt x="1015" y="461"/>
                    <a:pt x="1015" y="461"/>
                    <a:pt x="1015" y="461"/>
                  </a:cubicBezTo>
                  <a:lnTo>
                    <a:pt x="946" y="185"/>
                  </a:lnTo>
                  <a:close/>
                  <a:moveTo>
                    <a:pt x="1246" y="991"/>
                  </a:moveTo>
                  <a:cubicBezTo>
                    <a:pt x="1246" y="991"/>
                    <a:pt x="1246" y="991"/>
                    <a:pt x="1246" y="991"/>
                  </a:cubicBezTo>
                  <a:cubicBezTo>
                    <a:pt x="1200" y="806"/>
                    <a:pt x="1200" y="806"/>
                    <a:pt x="1200" y="806"/>
                  </a:cubicBezTo>
                  <a:cubicBezTo>
                    <a:pt x="1177" y="714"/>
                    <a:pt x="1177" y="714"/>
                    <a:pt x="1177" y="714"/>
                  </a:cubicBezTo>
                  <a:cubicBezTo>
                    <a:pt x="1269" y="691"/>
                    <a:pt x="1269" y="691"/>
                    <a:pt x="1269" y="691"/>
                  </a:cubicBezTo>
                  <a:cubicBezTo>
                    <a:pt x="1223" y="507"/>
                    <a:pt x="1223" y="507"/>
                    <a:pt x="1223" y="507"/>
                  </a:cubicBezTo>
                  <a:cubicBezTo>
                    <a:pt x="1223" y="507"/>
                    <a:pt x="1223" y="507"/>
                    <a:pt x="1223" y="507"/>
                  </a:cubicBezTo>
                  <a:cubicBezTo>
                    <a:pt x="1223" y="507"/>
                    <a:pt x="1223" y="507"/>
                    <a:pt x="1223" y="507"/>
                  </a:cubicBezTo>
                  <a:cubicBezTo>
                    <a:pt x="1268" y="300"/>
                    <a:pt x="1268" y="300"/>
                    <a:pt x="1268" y="300"/>
                  </a:cubicBezTo>
                  <a:cubicBezTo>
                    <a:pt x="1176" y="323"/>
                    <a:pt x="1176" y="323"/>
                    <a:pt x="1176" y="323"/>
                  </a:cubicBezTo>
                  <a:cubicBezTo>
                    <a:pt x="1084" y="346"/>
                    <a:pt x="1084" y="346"/>
                    <a:pt x="1084" y="346"/>
                  </a:cubicBezTo>
                  <a:cubicBezTo>
                    <a:pt x="1084" y="737"/>
                    <a:pt x="1084" y="737"/>
                    <a:pt x="1084" y="737"/>
                  </a:cubicBezTo>
                  <a:cubicBezTo>
                    <a:pt x="1061" y="645"/>
                    <a:pt x="1061" y="645"/>
                    <a:pt x="1061" y="645"/>
                  </a:cubicBezTo>
                  <a:cubicBezTo>
                    <a:pt x="1153" y="622"/>
                    <a:pt x="1084" y="737"/>
                    <a:pt x="1084" y="737"/>
                  </a:cubicBezTo>
                  <a:cubicBezTo>
                    <a:pt x="1177" y="714"/>
                    <a:pt x="1177" y="714"/>
                    <a:pt x="1084" y="737"/>
                  </a:cubicBezTo>
                  <a:cubicBezTo>
                    <a:pt x="1084" y="737"/>
                    <a:pt x="1084" y="737"/>
                    <a:pt x="1084" y="737"/>
                  </a:cubicBezTo>
                  <a:cubicBezTo>
                    <a:pt x="1107" y="830"/>
                    <a:pt x="1107" y="830"/>
                    <a:pt x="1107" y="830"/>
                  </a:cubicBezTo>
                  <a:cubicBezTo>
                    <a:pt x="1131" y="922"/>
                    <a:pt x="1223" y="899"/>
                    <a:pt x="1246" y="991"/>
                  </a:cubicBezTo>
                  <a:close/>
                  <a:moveTo>
                    <a:pt x="1131" y="1313"/>
                  </a:moveTo>
                  <a:cubicBezTo>
                    <a:pt x="1131" y="1313"/>
                    <a:pt x="1131" y="1313"/>
                    <a:pt x="1131" y="1313"/>
                  </a:cubicBezTo>
                  <a:cubicBezTo>
                    <a:pt x="1131" y="1313"/>
                    <a:pt x="1131" y="1313"/>
                    <a:pt x="1131" y="1313"/>
                  </a:cubicBezTo>
                  <a:cubicBezTo>
                    <a:pt x="1154" y="1406"/>
                    <a:pt x="1154" y="1406"/>
                    <a:pt x="1177" y="1498"/>
                  </a:cubicBezTo>
                  <a:cubicBezTo>
                    <a:pt x="1085" y="1521"/>
                    <a:pt x="1108" y="1613"/>
                    <a:pt x="1108" y="1613"/>
                  </a:cubicBezTo>
                  <a:lnTo>
                    <a:pt x="1131" y="1313"/>
                  </a:lnTo>
                  <a:close/>
                  <a:moveTo>
                    <a:pt x="1269" y="1083"/>
                  </a:moveTo>
                  <a:cubicBezTo>
                    <a:pt x="1269" y="1083"/>
                    <a:pt x="1269" y="1083"/>
                    <a:pt x="1269" y="1083"/>
                  </a:cubicBezTo>
                  <a:cubicBezTo>
                    <a:pt x="1177" y="1106"/>
                    <a:pt x="1177" y="1106"/>
                    <a:pt x="1177" y="1106"/>
                  </a:cubicBezTo>
                  <a:cubicBezTo>
                    <a:pt x="1177" y="1106"/>
                    <a:pt x="1177" y="1106"/>
                    <a:pt x="1084" y="1129"/>
                  </a:cubicBezTo>
                  <a:cubicBezTo>
                    <a:pt x="1131" y="922"/>
                    <a:pt x="1131" y="922"/>
                    <a:pt x="1131" y="922"/>
                  </a:cubicBezTo>
                  <a:cubicBezTo>
                    <a:pt x="1246" y="991"/>
                    <a:pt x="1246" y="991"/>
                    <a:pt x="1246" y="991"/>
                  </a:cubicBezTo>
                  <a:lnTo>
                    <a:pt x="1269" y="1083"/>
                  </a:lnTo>
                  <a:close/>
                  <a:moveTo>
                    <a:pt x="1107" y="46"/>
                  </a:moveTo>
                  <a:cubicBezTo>
                    <a:pt x="1107" y="46"/>
                    <a:pt x="1107" y="46"/>
                    <a:pt x="1107" y="46"/>
                  </a:cubicBezTo>
                  <a:cubicBezTo>
                    <a:pt x="1107" y="46"/>
                    <a:pt x="1107" y="46"/>
                    <a:pt x="1107" y="46"/>
                  </a:cubicBezTo>
                  <a:cubicBezTo>
                    <a:pt x="1199" y="23"/>
                    <a:pt x="1199" y="23"/>
                    <a:pt x="1222" y="115"/>
                  </a:cubicBezTo>
                  <a:cubicBezTo>
                    <a:pt x="1245" y="207"/>
                    <a:pt x="1245" y="207"/>
                    <a:pt x="1245" y="207"/>
                  </a:cubicBezTo>
                  <a:cubicBezTo>
                    <a:pt x="1245" y="207"/>
                    <a:pt x="1245" y="207"/>
                    <a:pt x="1245" y="207"/>
                  </a:cubicBezTo>
                  <a:cubicBezTo>
                    <a:pt x="1153" y="231"/>
                    <a:pt x="1153" y="231"/>
                    <a:pt x="1153" y="231"/>
                  </a:cubicBezTo>
                  <a:cubicBezTo>
                    <a:pt x="1153" y="231"/>
                    <a:pt x="1153" y="231"/>
                    <a:pt x="1084" y="346"/>
                  </a:cubicBezTo>
                  <a:lnTo>
                    <a:pt x="1107" y="46"/>
                  </a:lnTo>
                  <a:close/>
                  <a:moveTo>
                    <a:pt x="1222" y="115"/>
                  </a:moveTo>
                  <a:cubicBezTo>
                    <a:pt x="1222" y="115"/>
                    <a:pt x="1222" y="115"/>
                    <a:pt x="1222" y="115"/>
                  </a:cubicBezTo>
                  <a:cubicBezTo>
                    <a:pt x="1222" y="115"/>
                    <a:pt x="1222" y="115"/>
                    <a:pt x="1222" y="115"/>
                  </a:cubicBezTo>
                  <a:cubicBezTo>
                    <a:pt x="1315" y="92"/>
                    <a:pt x="1315" y="92"/>
                    <a:pt x="1315" y="92"/>
                  </a:cubicBezTo>
                  <a:cubicBezTo>
                    <a:pt x="1315" y="92"/>
                    <a:pt x="1315" y="92"/>
                    <a:pt x="1338" y="184"/>
                  </a:cubicBezTo>
                  <a:cubicBezTo>
                    <a:pt x="1338" y="184"/>
                    <a:pt x="1338" y="184"/>
                    <a:pt x="1453" y="253"/>
                  </a:cubicBezTo>
                  <a:cubicBezTo>
                    <a:pt x="1430" y="553"/>
                    <a:pt x="1430" y="553"/>
                    <a:pt x="1430" y="553"/>
                  </a:cubicBezTo>
                  <a:cubicBezTo>
                    <a:pt x="1430" y="553"/>
                    <a:pt x="1430" y="553"/>
                    <a:pt x="1430" y="553"/>
                  </a:cubicBezTo>
                  <a:cubicBezTo>
                    <a:pt x="1338" y="576"/>
                    <a:pt x="1338" y="576"/>
                    <a:pt x="1338" y="576"/>
                  </a:cubicBezTo>
                  <a:cubicBezTo>
                    <a:pt x="1361" y="668"/>
                    <a:pt x="1361" y="668"/>
                    <a:pt x="1361" y="668"/>
                  </a:cubicBezTo>
                  <a:cubicBezTo>
                    <a:pt x="1361" y="668"/>
                    <a:pt x="1361" y="668"/>
                    <a:pt x="1361" y="668"/>
                  </a:cubicBezTo>
                  <a:cubicBezTo>
                    <a:pt x="1430" y="944"/>
                    <a:pt x="1430" y="944"/>
                    <a:pt x="1430" y="944"/>
                  </a:cubicBezTo>
                  <a:cubicBezTo>
                    <a:pt x="1430" y="944"/>
                    <a:pt x="1430" y="944"/>
                    <a:pt x="1430" y="944"/>
                  </a:cubicBezTo>
                  <a:cubicBezTo>
                    <a:pt x="1407" y="1244"/>
                    <a:pt x="1407" y="1244"/>
                    <a:pt x="1407" y="1244"/>
                  </a:cubicBezTo>
                  <a:cubicBezTo>
                    <a:pt x="1407" y="1244"/>
                    <a:pt x="1292" y="1175"/>
                    <a:pt x="1269" y="1083"/>
                  </a:cubicBezTo>
                  <a:cubicBezTo>
                    <a:pt x="1246" y="991"/>
                    <a:pt x="1246" y="991"/>
                    <a:pt x="1246" y="991"/>
                  </a:cubicBezTo>
                  <a:cubicBezTo>
                    <a:pt x="1246" y="991"/>
                    <a:pt x="1246" y="991"/>
                    <a:pt x="1246" y="991"/>
                  </a:cubicBezTo>
                  <a:cubicBezTo>
                    <a:pt x="1269" y="1083"/>
                    <a:pt x="1361" y="1060"/>
                    <a:pt x="1338" y="968"/>
                  </a:cubicBezTo>
                  <a:cubicBezTo>
                    <a:pt x="1246" y="991"/>
                    <a:pt x="1246" y="991"/>
                    <a:pt x="1246" y="991"/>
                  </a:cubicBezTo>
                  <a:cubicBezTo>
                    <a:pt x="1200" y="806"/>
                    <a:pt x="1200" y="806"/>
                    <a:pt x="1200" y="806"/>
                  </a:cubicBezTo>
                  <a:cubicBezTo>
                    <a:pt x="1292" y="783"/>
                    <a:pt x="1292" y="783"/>
                    <a:pt x="1292" y="783"/>
                  </a:cubicBezTo>
                  <a:cubicBezTo>
                    <a:pt x="1292" y="783"/>
                    <a:pt x="1292" y="783"/>
                    <a:pt x="1292" y="783"/>
                  </a:cubicBezTo>
                  <a:cubicBezTo>
                    <a:pt x="1292" y="783"/>
                    <a:pt x="1292" y="783"/>
                    <a:pt x="1269" y="691"/>
                  </a:cubicBezTo>
                  <a:cubicBezTo>
                    <a:pt x="1269" y="691"/>
                    <a:pt x="1269" y="691"/>
                    <a:pt x="1269" y="691"/>
                  </a:cubicBezTo>
                  <a:cubicBezTo>
                    <a:pt x="1223" y="507"/>
                    <a:pt x="1223" y="507"/>
                    <a:pt x="1223" y="507"/>
                  </a:cubicBezTo>
                  <a:cubicBezTo>
                    <a:pt x="1223" y="507"/>
                    <a:pt x="1223" y="507"/>
                    <a:pt x="1223" y="507"/>
                  </a:cubicBezTo>
                  <a:cubicBezTo>
                    <a:pt x="1315" y="484"/>
                    <a:pt x="1315" y="484"/>
                    <a:pt x="1223" y="507"/>
                  </a:cubicBezTo>
                  <a:cubicBezTo>
                    <a:pt x="1223" y="507"/>
                    <a:pt x="1223" y="507"/>
                    <a:pt x="1223" y="507"/>
                  </a:cubicBezTo>
                  <a:cubicBezTo>
                    <a:pt x="1268" y="300"/>
                    <a:pt x="1268" y="300"/>
                    <a:pt x="1268" y="300"/>
                  </a:cubicBezTo>
                  <a:cubicBezTo>
                    <a:pt x="1245" y="207"/>
                    <a:pt x="1245" y="207"/>
                    <a:pt x="1245" y="207"/>
                  </a:cubicBezTo>
                  <a:lnTo>
                    <a:pt x="1222" y="115"/>
                  </a:lnTo>
                  <a:close/>
                  <a:moveTo>
                    <a:pt x="1430" y="944"/>
                  </a:moveTo>
                  <a:cubicBezTo>
                    <a:pt x="1430" y="944"/>
                    <a:pt x="1430" y="944"/>
                    <a:pt x="1430" y="944"/>
                  </a:cubicBezTo>
                  <a:cubicBezTo>
                    <a:pt x="1430" y="944"/>
                    <a:pt x="1430" y="944"/>
                    <a:pt x="1430" y="944"/>
                  </a:cubicBezTo>
                  <a:cubicBezTo>
                    <a:pt x="1546" y="1013"/>
                    <a:pt x="1546" y="1013"/>
                    <a:pt x="1569" y="1106"/>
                  </a:cubicBezTo>
                  <a:cubicBezTo>
                    <a:pt x="1592" y="1198"/>
                    <a:pt x="1592" y="1198"/>
                    <a:pt x="1523" y="1313"/>
                  </a:cubicBezTo>
                  <a:cubicBezTo>
                    <a:pt x="1523" y="1313"/>
                    <a:pt x="1431" y="1336"/>
                    <a:pt x="1407" y="1244"/>
                  </a:cubicBezTo>
                  <a:lnTo>
                    <a:pt x="1430" y="944"/>
                  </a:lnTo>
                  <a:close/>
                  <a:moveTo>
                    <a:pt x="1453" y="253"/>
                  </a:moveTo>
                  <a:cubicBezTo>
                    <a:pt x="1453" y="253"/>
                    <a:pt x="1453" y="253"/>
                    <a:pt x="1453" y="253"/>
                  </a:cubicBezTo>
                  <a:cubicBezTo>
                    <a:pt x="1453" y="253"/>
                    <a:pt x="1453" y="253"/>
                    <a:pt x="1453" y="253"/>
                  </a:cubicBezTo>
                  <a:cubicBezTo>
                    <a:pt x="1545" y="230"/>
                    <a:pt x="1522" y="138"/>
                    <a:pt x="1614" y="115"/>
                  </a:cubicBezTo>
                  <a:cubicBezTo>
                    <a:pt x="1637" y="207"/>
                    <a:pt x="1637" y="207"/>
                    <a:pt x="1661" y="299"/>
                  </a:cubicBezTo>
                  <a:cubicBezTo>
                    <a:pt x="1661" y="299"/>
                    <a:pt x="1684" y="391"/>
                    <a:pt x="1476" y="345"/>
                  </a:cubicBezTo>
                  <a:cubicBezTo>
                    <a:pt x="1499" y="438"/>
                    <a:pt x="1476" y="345"/>
                    <a:pt x="1499" y="438"/>
                  </a:cubicBezTo>
                  <a:cubicBezTo>
                    <a:pt x="1499" y="438"/>
                    <a:pt x="1499" y="438"/>
                    <a:pt x="1430" y="553"/>
                  </a:cubicBezTo>
                  <a:cubicBezTo>
                    <a:pt x="1545" y="622"/>
                    <a:pt x="1545" y="622"/>
                    <a:pt x="1545" y="622"/>
                  </a:cubicBezTo>
                  <a:cubicBezTo>
                    <a:pt x="1545" y="622"/>
                    <a:pt x="1545" y="622"/>
                    <a:pt x="1545" y="622"/>
                  </a:cubicBezTo>
                  <a:cubicBezTo>
                    <a:pt x="1545" y="622"/>
                    <a:pt x="1545" y="622"/>
                    <a:pt x="1522" y="530"/>
                  </a:cubicBezTo>
                  <a:cubicBezTo>
                    <a:pt x="1499" y="438"/>
                    <a:pt x="1499" y="438"/>
                    <a:pt x="1499" y="438"/>
                  </a:cubicBezTo>
                  <a:cubicBezTo>
                    <a:pt x="1591" y="414"/>
                    <a:pt x="1591" y="414"/>
                    <a:pt x="1615" y="507"/>
                  </a:cubicBezTo>
                  <a:cubicBezTo>
                    <a:pt x="1707" y="483"/>
                    <a:pt x="1707" y="483"/>
                    <a:pt x="1730" y="576"/>
                  </a:cubicBezTo>
                  <a:cubicBezTo>
                    <a:pt x="1822" y="552"/>
                    <a:pt x="1822" y="552"/>
                    <a:pt x="1753" y="668"/>
                  </a:cubicBezTo>
                  <a:cubicBezTo>
                    <a:pt x="1776" y="760"/>
                    <a:pt x="1776" y="760"/>
                    <a:pt x="1684" y="783"/>
                  </a:cubicBezTo>
                  <a:cubicBezTo>
                    <a:pt x="1684" y="783"/>
                    <a:pt x="1592" y="806"/>
                    <a:pt x="1499" y="829"/>
                  </a:cubicBezTo>
                  <a:cubicBezTo>
                    <a:pt x="1499" y="829"/>
                    <a:pt x="1407" y="852"/>
                    <a:pt x="1430" y="944"/>
                  </a:cubicBezTo>
                  <a:cubicBezTo>
                    <a:pt x="1361" y="668"/>
                    <a:pt x="1361" y="668"/>
                    <a:pt x="1361" y="668"/>
                  </a:cubicBezTo>
                  <a:cubicBezTo>
                    <a:pt x="1453" y="645"/>
                    <a:pt x="1453" y="645"/>
                    <a:pt x="1453" y="645"/>
                  </a:cubicBezTo>
                  <a:cubicBezTo>
                    <a:pt x="1453" y="645"/>
                    <a:pt x="1453" y="645"/>
                    <a:pt x="1453" y="645"/>
                  </a:cubicBezTo>
                  <a:cubicBezTo>
                    <a:pt x="1453" y="645"/>
                    <a:pt x="1453" y="645"/>
                    <a:pt x="1430" y="553"/>
                  </a:cubicBezTo>
                  <a:lnTo>
                    <a:pt x="1453" y="25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4" name="Freeform 11">
              <a:extLst>
                <a:ext uri="{FF2B5EF4-FFF2-40B4-BE49-F238E27FC236}">
                  <a16:creationId xmlns:a16="http://schemas.microsoft.com/office/drawing/2014/main" id="{1AC7550E-EEBE-4BA7-8EAD-5B7CCEE73CD1}"/>
                </a:ext>
              </a:extLst>
            </p:cNvPr>
            <p:cNvSpPr>
              <a:spLocks/>
            </p:cNvSpPr>
            <p:nvPr/>
          </p:nvSpPr>
          <p:spPr bwMode="auto">
            <a:xfrm>
              <a:off x="-3849688" y="-1951038"/>
              <a:ext cx="611188" cy="644525"/>
            </a:xfrm>
            <a:custGeom>
              <a:avLst/>
              <a:gdLst>
                <a:gd name="T0" fmla="*/ 530 w 1638"/>
                <a:gd name="T1" fmla="*/ 392 h 1728"/>
                <a:gd name="T2" fmla="*/ 738 w 1638"/>
                <a:gd name="T3" fmla="*/ 438 h 1728"/>
                <a:gd name="T4" fmla="*/ 761 w 1638"/>
                <a:gd name="T5" fmla="*/ 139 h 1728"/>
                <a:gd name="T6" fmla="*/ 830 w 1638"/>
                <a:gd name="T7" fmla="*/ 23 h 1728"/>
                <a:gd name="T8" fmla="*/ 922 w 1638"/>
                <a:gd name="T9" fmla="*/ 0 h 1728"/>
                <a:gd name="T10" fmla="*/ 1060 w 1638"/>
                <a:gd name="T11" fmla="*/ 161 h 1728"/>
                <a:gd name="T12" fmla="*/ 1107 w 1638"/>
                <a:gd name="T13" fmla="*/ 346 h 1728"/>
                <a:gd name="T14" fmla="*/ 1014 w 1638"/>
                <a:gd name="T15" fmla="*/ 369 h 1728"/>
                <a:gd name="T16" fmla="*/ 1130 w 1638"/>
                <a:gd name="T17" fmla="*/ 438 h 1728"/>
                <a:gd name="T18" fmla="*/ 1337 w 1638"/>
                <a:gd name="T19" fmla="*/ 484 h 1728"/>
                <a:gd name="T20" fmla="*/ 1360 w 1638"/>
                <a:gd name="T21" fmla="*/ 576 h 1728"/>
                <a:gd name="T22" fmla="*/ 1176 w 1638"/>
                <a:gd name="T23" fmla="*/ 622 h 1728"/>
                <a:gd name="T24" fmla="*/ 899 w 1638"/>
                <a:gd name="T25" fmla="*/ 691 h 1728"/>
                <a:gd name="T26" fmla="*/ 1269 w 1638"/>
                <a:gd name="T27" fmla="*/ 1382 h 1728"/>
                <a:gd name="T28" fmla="*/ 1407 w 1638"/>
                <a:gd name="T29" fmla="*/ 1543 h 1728"/>
                <a:gd name="T30" fmla="*/ 1546 w 1638"/>
                <a:gd name="T31" fmla="*/ 1704 h 1728"/>
                <a:gd name="T32" fmla="*/ 1038 w 1638"/>
                <a:gd name="T33" fmla="*/ 1636 h 1728"/>
                <a:gd name="T34" fmla="*/ 761 w 1638"/>
                <a:gd name="T35" fmla="*/ 922 h 1728"/>
                <a:gd name="T36" fmla="*/ 761 w 1638"/>
                <a:gd name="T37" fmla="*/ 922 h 1728"/>
                <a:gd name="T38" fmla="*/ 346 w 1638"/>
                <a:gd name="T39" fmla="*/ 1222 h 1728"/>
                <a:gd name="T40" fmla="*/ 162 w 1638"/>
                <a:gd name="T41" fmla="*/ 1268 h 1728"/>
                <a:gd name="T42" fmla="*/ 0 w 1638"/>
                <a:gd name="T43" fmla="*/ 1015 h 1728"/>
                <a:gd name="T44" fmla="*/ 0 w 1638"/>
                <a:gd name="T45" fmla="*/ 1015 h 1728"/>
                <a:gd name="T46" fmla="*/ 392 w 1638"/>
                <a:gd name="T47" fmla="*/ 1015 h 1728"/>
                <a:gd name="T48" fmla="*/ 599 w 1638"/>
                <a:gd name="T49" fmla="*/ 669 h 1728"/>
                <a:gd name="T50" fmla="*/ 184 w 1638"/>
                <a:gd name="T51" fmla="*/ 577 h 1728"/>
                <a:gd name="T52" fmla="*/ 415 w 1638"/>
                <a:gd name="T53" fmla="*/ 323 h 1728"/>
                <a:gd name="T54" fmla="*/ 530 w 1638"/>
                <a:gd name="T55" fmla="*/ 392 h 1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638" h="1728">
                  <a:moveTo>
                    <a:pt x="530" y="392"/>
                  </a:moveTo>
                  <a:cubicBezTo>
                    <a:pt x="645" y="461"/>
                    <a:pt x="738" y="438"/>
                    <a:pt x="738" y="438"/>
                  </a:cubicBezTo>
                  <a:cubicBezTo>
                    <a:pt x="715" y="346"/>
                    <a:pt x="784" y="231"/>
                    <a:pt x="761" y="139"/>
                  </a:cubicBezTo>
                  <a:cubicBezTo>
                    <a:pt x="737" y="46"/>
                    <a:pt x="830" y="23"/>
                    <a:pt x="830" y="23"/>
                  </a:cubicBezTo>
                  <a:cubicBezTo>
                    <a:pt x="922" y="0"/>
                    <a:pt x="922" y="0"/>
                    <a:pt x="922" y="0"/>
                  </a:cubicBezTo>
                  <a:cubicBezTo>
                    <a:pt x="1037" y="69"/>
                    <a:pt x="1037" y="69"/>
                    <a:pt x="1060" y="161"/>
                  </a:cubicBezTo>
                  <a:cubicBezTo>
                    <a:pt x="1084" y="253"/>
                    <a:pt x="1153" y="138"/>
                    <a:pt x="1107" y="346"/>
                  </a:cubicBezTo>
                  <a:cubicBezTo>
                    <a:pt x="1014" y="369"/>
                    <a:pt x="1014" y="369"/>
                    <a:pt x="1014" y="369"/>
                  </a:cubicBezTo>
                  <a:cubicBezTo>
                    <a:pt x="1037" y="461"/>
                    <a:pt x="1130" y="438"/>
                    <a:pt x="1130" y="438"/>
                  </a:cubicBezTo>
                  <a:cubicBezTo>
                    <a:pt x="1222" y="415"/>
                    <a:pt x="1291" y="299"/>
                    <a:pt x="1337" y="484"/>
                  </a:cubicBezTo>
                  <a:cubicBezTo>
                    <a:pt x="1360" y="576"/>
                    <a:pt x="1360" y="576"/>
                    <a:pt x="1360" y="576"/>
                  </a:cubicBezTo>
                  <a:cubicBezTo>
                    <a:pt x="1360" y="576"/>
                    <a:pt x="1268" y="599"/>
                    <a:pt x="1176" y="622"/>
                  </a:cubicBezTo>
                  <a:cubicBezTo>
                    <a:pt x="1084" y="645"/>
                    <a:pt x="899" y="691"/>
                    <a:pt x="899" y="691"/>
                  </a:cubicBezTo>
                  <a:cubicBezTo>
                    <a:pt x="945" y="876"/>
                    <a:pt x="1015" y="1152"/>
                    <a:pt x="1269" y="1382"/>
                  </a:cubicBezTo>
                  <a:cubicBezTo>
                    <a:pt x="1292" y="1474"/>
                    <a:pt x="1407" y="1543"/>
                    <a:pt x="1407" y="1543"/>
                  </a:cubicBezTo>
                  <a:cubicBezTo>
                    <a:pt x="1522" y="1612"/>
                    <a:pt x="1638" y="1681"/>
                    <a:pt x="1546" y="1704"/>
                  </a:cubicBezTo>
                  <a:cubicBezTo>
                    <a:pt x="1453" y="1728"/>
                    <a:pt x="1153" y="1705"/>
                    <a:pt x="1038" y="1636"/>
                  </a:cubicBezTo>
                  <a:cubicBezTo>
                    <a:pt x="923" y="1567"/>
                    <a:pt x="784" y="1014"/>
                    <a:pt x="761" y="922"/>
                  </a:cubicBezTo>
                  <a:cubicBezTo>
                    <a:pt x="761" y="922"/>
                    <a:pt x="761" y="922"/>
                    <a:pt x="761" y="922"/>
                  </a:cubicBezTo>
                  <a:cubicBezTo>
                    <a:pt x="692" y="1037"/>
                    <a:pt x="438" y="1199"/>
                    <a:pt x="346" y="1222"/>
                  </a:cubicBezTo>
                  <a:cubicBezTo>
                    <a:pt x="277" y="1337"/>
                    <a:pt x="162" y="1268"/>
                    <a:pt x="162" y="1268"/>
                  </a:cubicBezTo>
                  <a:cubicBezTo>
                    <a:pt x="139" y="1176"/>
                    <a:pt x="23" y="1107"/>
                    <a:pt x="0" y="1015"/>
                  </a:cubicBezTo>
                  <a:cubicBezTo>
                    <a:pt x="0" y="1015"/>
                    <a:pt x="0" y="1015"/>
                    <a:pt x="0" y="1015"/>
                  </a:cubicBezTo>
                  <a:cubicBezTo>
                    <a:pt x="208" y="1061"/>
                    <a:pt x="300" y="1038"/>
                    <a:pt x="392" y="1015"/>
                  </a:cubicBezTo>
                  <a:cubicBezTo>
                    <a:pt x="553" y="876"/>
                    <a:pt x="623" y="761"/>
                    <a:pt x="599" y="669"/>
                  </a:cubicBezTo>
                  <a:cubicBezTo>
                    <a:pt x="323" y="738"/>
                    <a:pt x="300" y="646"/>
                    <a:pt x="184" y="577"/>
                  </a:cubicBezTo>
                  <a:cubicBezTo>
                    <a:pt x="115" y="301"/>
                    <a:pt x="299" y="254"/>
                    <a:pt x="415" y="323"/>
                  </a:cubicBezTo>
                  <a:cubicBezTo>
                    <a:pt x="438" y="415"/>
                    <a:pt x="530" y="392"/>
                    <a:pt x="530" y="39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5" name="Freeform 12">
              <a:extLst>
                <a:ext uri="{FF2B5EF4-FFF2-40B4-BE49-F238E27FC236}">
                  <a16:creationId xmlns:a16="http://schemas.microsoft.com/office/drawing/2014/main" id="{AB4F6013-894E-4E4A-BCC9-21291E4C944B}"/>
                </a:ext>
              </a:extLst>
            </p:cNvPr>
            <p:cNvSpPr>
              <a:spLocks/>
            </p:cNvSpPr>
            <p:nvPr/>
          </p:nvSpPr>
          <p:spPr bwMode="auto">
            <a:xfrm>
              <a:off x="-4614863" y="-1846263"/>
              <a:ext cx="481013" cy="541338"/>
            </a:xfrm>
            <a:custGeom>
              <a:avLst/>
              <a:gdLst>
                <a:gd name="T0" fmla="*/ 92 w 1291"/>
                <a:gd name="T1" fmla="*/ 737 h 1451"/>
                <a:gd name="T2" fmla="*/ 184 w 1291"/>
                <a:gd name="T3" fmla="*/ 714 h 1451"/>
                <a:gd name="T4" fmla="*/ 369 w 1291"/>
                <a:gd name="T5" fmla="*/ 1059 h 1451"/>
                <a:gd name="T6" fmla="*/ 438 w 1291"/>
                <a:gd name="T7" fmla="*/ 944 h 1451"/>
                <a:gd name="T8" fmla="*/ 530 w 1291"/>
                <a:gd name="T9" fmla="*/ 921 h 1451"/>
                <a:gd name="T10" fmla="*/ 253 w 1291"/>
                <a:gd name="T11" fmla="*/ 207 h 1451"/>
                <a:gd name="T12" fmla="*/ 253 w 1291"/>
                <a:gd name="T13" fmla="*/ 207 h 1451"/>
                <a:gd name="T14" fmla="*/ 299 w 1291"/>
                <a:gd name="T15" fmla="*/ 0 h 1451"/>
                <a:gd name="T16" fmla="*/ 506 w 1291"/>
                <a:gd name="T17" fmla="*/ 45 h 1451"/>
                <a:gd name="T18" fmla="*/ 599 w 1291"/>
                <a:gd name="T19" fmla="*/ 414 h 1451"/>
                <a:gd name="T20" fmla="*/ 761 w 1291"/>
                <a:gd name="T21" fmla="*/ 667 h 1451"/>
                <a:gd name="T22" fmla="*/ 945 w 1291"/>
                <a:gd name="T23" fmla="*/ 621 h 1451"/>
                <a:gd name="T24" fmla="*/ 968 w 1291"/>
                <a:gd name="T25" fmla="*/ 321 h 1451"/>
                <a:gd name="T26" fmla="*/ 1175 w 1291"/>
                <a:gd name="T27" fmla="*/ 367 h 1451"/>
                <a:gd name="T28" fmla="*/ 1245 w 1291"/>
                <a:gd name="T29" fmla="*/ 644 h 1451"/>
                <a:gd name="T30" fmla="*/ 1268 w 1291"/>
                <a:gd name="T31" fmla="*/ 736 h 1451"/>
                <a:gd name="T32" fmla="*/ 1245 w 1291"/>
                <a:gd name="T33" fmla="*/ 1035 h 1451"/>
                <a:gd name="T34" fmla="*/ 991 w 1291"/>
                <a:gd name="T35" fmla="*/ 805 h 1451"/>
                <a:gd name="T36" fmla="*/ 991 w 1291"/>
                <a:gd name="T37" fmla="*/ 805 h 1451"/>
                <a:gd name="T38" fmla="*/ 830 w 1291"/>
                <a:gd name="T39" fmla="*/ 944 h 1451"/>
                <a:gd name="T40" fmla="*/ 853 w 1291"/>
                <a:gd name="T41" fmla="*/ 1036 h 1451"/>
                <a:gd name="T42" fmla="*/ 507 w 1291"/>
                <a:gd name="T43" fmla="*/ 1220 h 1451"/>
                <a:gd name="T44" fmla="*/ 438 w 1291"/>
                <a:gd name="T45" fmla="*/ 1336 h 1451"/>
                <a:gd name="T46" fmla="*/ 346 w 1291"/>
                <a:gd name="T47" fmla="*/ 1359 h 1451"/>
                <a:gd name="T48" fmla="*/ 230 w 1291"/>
                <a:gd name="T49" fmla="*/ 1290 h 1451"/>
                <a:gd name="T50" fmla="*/ 92 w 1291"/>
                <a:gd name="T51" fmla="*/ 1129 h 1451"/>
                <a:gd name="T52" fmla="*/ 23 w 1291"/>
                <a:gd name="T53" fmla="*/ 852 h 1451"/>
                <a:gd name="T54" fmla="*/ 92 w 1291"/>
                <a:gd name="T55" fmla="*/ 737 h 1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291" h="1451">
                  <a:moveTo>
                    <a:pt x="92" y="737"/>
                  </a:moveTo>
                  <a:cubicBezTo>
                    <a:pt x="92" y="737"/>
                    <a:pt x="92" y="737"/>
                    <a:pt x="184" y="714"/>
                  </a:cubicBezTo>
                  <a:cubicBezTo>
                    <a:pt x="299" y="783"/>
                    <a:pt x="346" y="967"/>
                    <a:pt x="369" y="1059"/>
                  </a:cubicBezTo>
                  <a:cubicBezTo>
                    <a:pt x="369" y="1059"/>
                    <a:pt x="369" y="1059"/>
                    <a:pt x="438" y="944"/>
                  </a:cubicBezTo>
                  <a:cubicBezTo>
                    <a:pt x="530" y="921"/>
                    <a:pt x="530" y="921"/>
                    <a:pt x="530" y="921"/>
                  </a:cubicBezTo>
                  <a:cubicBezTo>
                    <a:pt x="507" y="829"/>
                    <a:pt x="276" y="299"/>
                    <a:pt x="253" y="207"/>
                  </a:cubicBezTo>
                  <a:cubicBezTo>
                    <a:pt x="253" y="207"/>
                    <a:pt x="253" y="207"/>
                    <a:pt x="253" y="207"/>
                  </a:cubicBezTo>
                  <a:cubicBezTo>
                    <a:pt x="114" y="46"/>
                    <a:pt x="207" y="23"/>
                    <a:pt x="299" y="0"/>
                  </a:cubicBezTo>
                  <a:cubicBezTo>
                    <a:pt x="506" y="45"/>
                    <a:pt x="506" y="45"/>
                    <a:pt x="506" y="45"/>
                  </a:cubicBezTo>
                  <a:cubicBezTo>
                    <a:pt x="530" y="138"/>
                    <a:pt x="576" y="322"/>
                    <a:pt x="599" y="414"/>
                  </a:cubicBezTo>
                  <a:cubicBezTo>
                    <a:pt x="645" y="598"/>
                    <a:pt x="761" y="667"/>
                    <a:pt x="761" y="667"/>
                  </a:cubicBezTo>
                  <a:cubicBezTo>
                    <a:pt x="784" y="759"/>
                    <a:pt x="853" y="644"/>
                    <a:pt x="945" y="621"/>
                  </a:cubicBezTo>
                  <a:cubicBezTo>
                    <a:pt x="1014" y="506"/>
                    <a:pt x="876" y="345"/>
                    <a:pt x="968" y="321"/>
                  </a:cubicBezTo>
                  <a:cubicBezTo>
                    <a:pt x="945" y="229"/>
                    <a:pt x="1037" y="206"/>
                    <a:pt x="1175" y="367"/>
                  </a:cubicBezTo>
                  <a:cubicBezTo>
                    <a:pt x="1199" y="459"/>
                    <a:pt x="1222" y="552"/>
                    <a:pt x="1245" y="644"/>
                  </a:cubicBezTo>
                  <a:cubicBezTo>
                    <a:pt x="1268" y="736"/>
                    <a:pt x="1268" y="736"/>
                    <a:pt x="1268" y="736"/>
                  </a:cubicBezTo>
                  <a:cubicBezTo>
                    <a:pt x="1291" y="828"/>
                    <a:pt x="1222" y="943"/>
                    <a:pt x="1245" y="1035"/>
                  </a:cubicBezTo>
                  <a:cubicBezTo>
                    <a:pt x="1153" y="1058"/>
                    <a:pt x="1107" y="874"/>
                    <a:pt x="991" y="805"/>
                  </a:cubicBezTo>
                  <a:cubicBezTo>
                    <a:pt x="991" y="805"/>
                    <a:pt x="991" y="805"/>
                    <a:pt x="991" y="805"/>
                  </a:cubicBezTo>
                  <a:cubicBezTo>
                    <a:pt x="991" y="805"/>
                    <a:pt x="899" y="828"/>
                    <a:pt x="830" y="944"/>
                  </a:cubicBezTo>
                  <a:cubicBezTo>
                    <a:pt x="830" y="944"/>
                    <a:pt x="830" y="944"/>
                    <a:pt x="853" y="1036"/>
                  </a:cubicBezTo>
                  <a:cubicBezTo>
                    <a:pt x="668" y="1082"/>
                    <a:pt x="484" y="1128"/>
                    <a:pt x="507" y="1220"/>
                  </a:cubicBezTo>
                  <a:cubicBezTo>
                    <a:pt x="438" y="1336"/>
                    <a:pt x="438" y="1336"/>
                    <a:pt x="438" y="1336"/>
                  </a:cubicBezTo>
                  <a:cubicBezTo>
                    <a:pt x="346" y="1359"/>
                    <a:pt x="346" y="1359"/>
                    <a:pt x="346" y="1359"/>
                  </a:cubicBezTo>
                  <a:cubicBezTo>
                    <a:pt x="369" y="1451"/>
                    <a:pt x="254" y="1382"/>
                    <a:pt x="230" y="1290"/>
                  </a:cubicBezTo>
                  <a:cubicBezTo>
                    <a:pt x="138" y="1313"/>
                    <a:pt x="115" y="1221"/>
                    <a:pt x="92" y="1129"/>
                  </a:cubicBezTo>
                  <a:cubicBezTo>
                    <a:pt x="184" y="1106"/>
                    <a:pt x="46" y="944"/>
                    <a:pt x="23" y="852"/>
                  </a:cubicBezTo>
                  <a:cubicBezTo>
                    <a:pt x="23" y="852"/>
                    <a:pt x="0" y="760"/>
                    <a:pt x="92" y="73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6" name="Freeform 13">
              <a:extLst>
                <a:ext uri="{FF2B5EF4-FFF2-40B4-BE49-F238E27FC236}">
                  <a16:creationId xmlns:a16="http://schemas.microsoft.com/office/drawing/2014/main" id="{A11228C6-39CD-453B-A1EA-D521393B4A6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5319713" y="-1562100"/>
              <a:ext cx="619125" cy="687388"/>
            </a:xfrm>
            <a:custGeom>
              <a:avLst/>
              <a:gdLst>
                <a:gd name="T0" fmla="*/ 185 w 1661"/>
                <a:gd name="T1" fmla="*/ 1015 h 1843"/>
                <a:gd name="T2" fmla="*/ 254 w 1661"/>
                <a:gd name="T3" fmla="*/ 899 h 1843"/>
                <a:gd name="T4" fmla="*/ 300 w 1661"/>
                <a:gd name="T5" fmla="*/ 692 h 1843"/>
                <a:gd name="T6" fmla="*/ 138 w 1661"/>
                <a:gd name="T7" fmla="*/ 439 h 1843"/>
                <a:gd name="T8" fmla="*/ 46 w 1661"/>
                <a:gd name="T9" fmla="*/ 462 h 1843"/>
                <a:gd name="T10" fmla="*/ 23 w 1661"/>
                <a:gd name="T11" fmla="*/ 370 h 1843"/>
                <a:gd name="T12" fmla="*/ 23 w 1661"/>
                <a:gd name="T13" fmla="*/ 370 h 1843"/>
                <a:gd name="T14" fmla="*/ 92 w 1661"/>
                <a:gd name="T15" fmla="*/ 254 h 1843"/>
                <a:gd name="T16" fmla="*/ 276 w 1661"/>
                <a:gd name="T17" fmla="*/ 208 h 1843"/>
                <a:gd name="T18" fmla="*/ 415 w 1661"/>
                <a:gd name="T19" fmla="*/ 369 h 1843"/>
                <a:gd name="T20" fmla="*/ 415 w 1661"/>
                <a:gd name="T21" fmla="*/ 369 h 1843"/>
                <a:gd name="T22" fmla="*/ 438 w 1661"/>
                <a:gd name="T23" fmla="*/ 853 h 1843"/>
                <a:gd name="T24" fmla="*/ 438 w 1661"/>
                <a:gd name="T25" fmla="*/ 853 h 1843"/>
                <a:gd name="T26" fmla="*/ 438 w 1661"/>
                <a:gd name="T27" fmla="*/ 853 h 1843"/>
                <a:gd name="T28" fmla="*/ 369 w 1661"/>
                <a:gd name="T29" fmla="*/ 968 h 1843"/>
                <a:gd name="T30" fmla="*/ 507 w 1661"/>
                <a:gd name="T31" fmla="*/ 1130 h 1843"/>
                <a:gd name="T32" fmla="*/ 508 w 1661"/>
                <a:gd name="T33" fmla="*/ 1521 h 1843"/>
                <a:gd name="T34" fmla="*/ 415 w 1661"/>
                <a:gd name="T35" fmla="*/ 1544 h 1843"/>
                <a:gd name="T36" fmla="*/ 300 w 1661"/>
                <a:gd name="T37" fmla="*/ 1475 h 1843"/>
                <a:gd name="T38" fmla="*/ 254 w 1661"/>
                <a:gd name="T39" fmla="*/ 1291 h 1843"/>
                <a:gd name="T40" fmla="*/ 162 w 1661"/>
                <a:gd name="T41" fmla="*/ 1314 h 1843"/>
                <a:gd name="T42" fmla="*/ 115 w 1661"/>
                <a:gd name="T43" fmla="*/ 1130 h 1843"/>
                <a:gd name="T44" fmla="*/ 185 w 1661"/>
                <a:gd name="T45" fmla="*/ 1015 h 1843"/>
                <a:gd name="T46" fmla="*/ 415 w 1661"/>
                <a:gd name="T47" fmla="*/ 369 h 1843"/>
                <a:gd name="T48" fmla="*/ 415 w 1661"/>
                <a:gd name="T49" fmla="*/ 369 h 1843"/>
                <a:gd name="T50" fmla="*/ 576 w 1661"/>
                <a:gd name="T51" fmla="*/ 231 h 1843"/>
                <a:gd name="T52" fmla="*/ 645 w 1661"/>
                <a:gd name="T53" fmla="*/ 116 h 1843"/>
                <a:gd name="T54" fmla="*/ 645 w 1661"/>
                <a:gd name="T55" fmla="*/ 116 h 1843"/>
                <a:gd name="T56" fmla="*/ 715 w 1661"/>
                <a:gd name="T57" fmla="*/ 392 h 1843"/>
                <a:gd name="T58" fmla="*/ 553 w 1661"/>
                <a:gd name="T59" fmla="*/ 530 h 1843"/>
                <a:gd name="T60" fmla="*/ 669 w 1661"/>
                <a:gd name="T61" fmla="*/ 599 h 1843"/>
                <a:gd name="T62" fmla="*/ 692 w 1661"/>
                <a:gd name="T63" fmla="*/ 1475 h 1843"/>
                <a:gd name="T64" fmla="*/ 623 w 1661"/>
                <a:gd name="T65" fmla="*/ 1590 h 1843"/>
                <a:gd name="T66" fmla="*/ 508 w 1661"/>
                <a:gd name="T67" fmla="*/ 1521 h 1843"/>
                <a:gd name="T68" fmla="*/ 507 w 1661"/>
                <a:gd name="T69" fmla="*/ 1130 h 1843"/>
                <a:gd name="T70" fmla="*/ 507 w 1661"/>
                <a:gd name="T71" fmla="*/ 1130 h 1843"/>
                <a:gd name="T72" fmla="*/ 577 w 1661"/>
                <a:gd name="T73" fmla="*/ 1014 h 1843"/>
                <a:gd name="T74" fmla="*/ 438 w 1661"/>
                <a:gd name="T75" fmla="*/ 853 h 1843"/>
                <a:gd name="T76" fmla="*/ 415 w 1661"/>
                <a:gd name="T77" fmla="*/ 369 h 1843"/>
                <a:gd name="T78" fmla="*/ 645 w 1661"/>
                <a:gd name="T79" fmla="*/ 116 h 1843"/>
                <a:gd name="T80" fmla="*/ 645 w 1661"/>
                <a:gd name="T81" fmla="*/ 116 h 1843"/>
                <a:gd name="T82" fmla="*/ 922 w 1661"/>
                <a:gd name="T83" fmla="*/ 46 h 1843"/>
                <a:gd name="T84" fmla="*/ 968 w 1661"/>
                <a:gd name="T85" fmla="*/ 230 h 1843"/>
                <a:gd name="T86" fmla="*/ 968 w 1661"/>
                <a:gd name="T87" fmla="*/ 230 h 1843"/>
                <a:gd name="T88" fmla="*/ 1014 w 1661"/>
                <a:gd name="T89" fmla="*/ 415 h 1843"/>
                <a:gd name="T90" fmla="*/ 1014 w 1661"/>
                <a:gd name="T91" fmla="*/ 415 h 1843"/>
                <a:gd name="T92" fmla="*/ 1061 w 1661"/>
                <a:gd name="T93" fmla="*/ 599 h 1843"/>
                <a:gd name="T94" fmla="*/ 1084 w 1661"/>
                <a:gd name="T95" fmla="*/ 691 h 1843"/>
                <a:gd name="T96" fmla="*/ 945 w 1661"/>
                <a:gd name="T97" fmla="*/ 922 h 1843"/>
                <a:gd name="T98" fmla="*/ 1476 w 1661"/>
                <a:gd name="T99" fmla="*/ 1474 h 1843"/>
                <a:gd name="T100" fmla="*/ 1661 w 1661"/>
                <a:gd name="T101" fmla="*/ 1820 h 1843"/>
                <a:gd name="T102" fmla="*/ 1315 w 1661"/>
                <a:gd name="T103" fmla="*/ 1613 h 1843"/>
                <a:gd name="T104" fmla="*/ 807 w 1661"/>
                <a:gd name="T105" fmla="*/ 1152 h 1843"/>
                <a:gd name="T106" fmla="*/ 669 w 1661"/>
                <a:gd name="T107" fmla="*/ 1383 h 1843"/>
                <a:gd name="T108" fmla="*/ 669 w 1661"/>
                <a:gd name="T109" fmla="*/ 1383 h 1843"/>
                <a:gd name="T110" fmla="*/ 692 w 1661"/>
                <a:gd name="T111" fmla="*/ 1475 h 1843"/>
                <a:gd name="T112" fmla="*/ 692 w 1661"/>
                <a:gd name="T113" fmla="*/ 1475 h 1843"/>
                <a:gd name="T114" fmla="*/ 669 w 1661"/>
                <a:gd name="T115" fmla="*/ 599 h 1843"/>
                <a:gd name="T116" fmla="*/ 692 w 1661"/>
                <a:gd name="T117" fmla="*/ 692 h 1843"/>
                <a:gd name="T118" fmla="*/ 738 w 1661"/>
                <a:gd name="T119" fmla="*/ 484 h 1843"/>
                <a:gd name="T120" fmla="*/ 715 w 1661"/>
                <a:gd name="T121" fmla="*/ 392 h 1843"/>
                <a:gd name="T122" fmla="*/ 715 w 1661"/>
                <a:gd name="T123" fmla="*/ 392 h 1843"/>
                <a:gd name="T124" fmla="*/ 645 w 1661"/>
                <a:gd name="T125" fmla="*/ 116 h 18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61" h="1843">
                  <a:moveTo>
                    <a:pt x="185" y="1015"/>
                  </a:moveTo>
                  <a:cubicBezTo>
                    <a:pt x="254" y="899"/>
                    <a:pt x="254" y="899"/>
                    <a:pt x="254" y="899"/>
                  </a:cubicBezTo>
                  <a:cubicBezTo>
                    <a:pt x="231" y="807"/>
                    <a:pt x="300" y="692"/>
                    <a:pt x="300" y="692"/>
                  </a:cubicBezTo>
                  <a:cubicBezTo>
                    <a:pt x="277" y="600"/>
                    <a:pt x="161" y="531"/>
                    <a:pt x="138" y="439"/>
                  </a:cubicBezTo>
                  <a:cubicBezTo>
                    <a:pt x="46" y="462"/>
                    <a:pt x="46" y="462"/>
                    <a:pt x="46" y="462"/>
                  </a:cubicBezTo>
                  <a:cubicBezTo>
                    <a:pt x="23" y="370"/>
                    <a:pt x="23" y="370"/>
                    <a:pt x="23" y="370"/>
                  </a:cubicBezTo>
                  <a:cubicBezTo>
                    <a:pt x="23" y="370"/>
                    <a:pt x="23" y="370"/>
                    <a:pt x="23" y="370"/>
                  </a:cubicBezTo>
                  <a:cubicBezTo>
                    <a:pt x="0" y="278"/>
                    <a:pt x="0" y="278"/>
                    <a:pt x="92" y="254"/>
                  </a:cubicBezTo>
                  <a:cubicBezTo>
                    <a:pt x="92" y="254"/>
                    <a:pt x="161" y="139"/>
                    <a:pt x="276" y="208"/>
                  </a:cubicBezTo>
                  <a:cubicBezTo>
                    <a:pt x="299" y="300"/>
                    <a:pt x="415" y="369"/>
                    <a:pt x="415" y="369"/>
                  </a:cubicBezTo>
                  <a:cubicBezTo>
                    <a:pt x="415" y="369"/>
                    <a:pt x="415" y="369"/>
                    <a:pt x="415" y="369"/>
                  </a:cubicBezTo>
                  <a:cubicBezTo>
                    <a:pt x="438" y="853"/>
                    <a:pt x="438" y="853"/>
                    <a:pt x="438" y="853"/>
                  </a:cubicBezTo>
                  <a:cubicBezTo>
                    <a:pt x="438" y="853"/>
                    <a:pt x="438" y="853"/>
                    <a:pt x="438" y="853"/>
                  </a:cubicBezTo>
                  <a:cubicBezTo>
                    <a:pt x="438" y="853"/>
                    <a:pt x="438" y="853"/>
                    <a:pt x="438" y="853"/>
                  </a:cubicBezTo>
                  <a:cubicBezTo>
                    <a:pt x="369" y="968"/>
                    <a:pt x="369" y="968"/>
                    <a:pt x="369" y="968"/>
                  </a:cubicBezTo>
                  <a:cubicBezTo>
                    <a:pt x="277" y="992"/>
                    <a:pt x="392" y="1061"/>
                    <a:pt x="507" y="1130"/>
                  </a:cubicBezTo>
                  <a:cubicBezTo>
                    <a:pt x="508" y="1521"/>
                    <a:pt x="508" y="1521"/>
                    <a:pt x="508" y="1521"/>
                  </a:cubicBezTo>
                  <a:cubicBezTo>
                    <a:pt x="415" y="1544"/>
                    <a:pt x="415" y="1544"/>
                    <a:pt x="415" y="1544"/>
                  </a:cubicBezTo>
                  <a:cubicBezTo>
                    <a:pt x="392" y="1452"/>
                    <a:pt x="300" y="1475"/>
                    <a:pt x="300" y="1475"/>
                  </a:cubicBezTo>
                  <a:cubicBezTo>
                    <a:pt x="277" y="1383"/>
                    <a:pt x="277" y="1383"/>
                    <a:pt x="254" y="1291"/>
                  </a:cubicBezTo>
                  <a:cubicBezTo>
                    <a:pt x="254" y="1291"/>
                    <a:pt x="254" y="1291"/>
                    <a:pt x="162" y="1314"/>
                  </a:cubicBezTo>
                  <a:cubicBezTo>
                    <a:pt x="139" y="1222"/>
                    <a:pt x="139" y="1222"/>
                    <a:pt x="115" y="1130"/>
                  </a:cubicBezTo>
                  <a:cubicBezTo>
                    <a:pt x="115" y="1130"/>
                    <a:pt x="92" y="1038"/>
                    <a:pt x="185" y="1015"/>
                  </a:cubicBezTo>
                  <a:close/>
                  <a:moveTo>
                    <a:pt x="415" y="369"/>
                  </a:moveTo>
                  <a:cubicBezTo>
                    <a:pt x="415" y="369"/>
                    <a:pt x="415" y="369"/>
                    <a:pt x="415" y="369"/>
                  </a:cubicBezTo>
                  <a:cubicBezTo>
                    <a:pt x="507" y="346"/>
                    <a:pt x="507" y="346"/>
                    <a:pt x="576" y="231"/>
                  </a:cubicBezTo>
                  <a:cubicBezTo>
                    <a:pt x="645" y="116"/>
                    <a:pt x="645" y="116"/>
                    <a:pt x="645" y="116"/>
                  </a:cubicBezTo>
                  <a:cubicBezTo>
                    <a:pt x="645" y="116"/>
                    <a:pt x="645" y="116"/>
                    <a:pt x="645" y="116"/>
                  </a:cubicBezTo>
                  <a:cubicBezTo>
                    <a:pt x="715" y="392"/>
                    <a:pt x="715" y="392"/>
                    <a:pt x="715" y="392"/>
                  </a:cubicBezTo>
                  <a:cubicBezTo>
                    <a:pt x="622" y="415"/>
                    <a:pt x="553" y="530"/>
                    <a:pt x="553" y="530"/>
                  </a:cubicBezTo>
                  <a:cubicBezTo>
                    <a:pt x="669" y="599"/>
                    <a:pt x="669" y="599"/>
                    <a:pt x="669" y="599"/>
                  </a:cubicBezTo>
                  <a:cubicBezTo>
                    <a:pt x="692" y="1475"/>
                    <a:pt x="692" y="1475"/>
                    <a:pt x="692" y="1475"/>
                  </a:cubicBezTo>
                  <a:cubicBezTo>
                    <a:pt x="623" y="1590"/>
                    <a:pt x="623" y="1590"/>
                    <a:pt x="623" y="1590"/>
                  </a:cubicBezTo>
                  <a:cubicBezTo>
                    <a:pt x="531" y="1613"/>
                    <a:pt x="508" y="1521"/>
                    <a:pt x="508" y="1521"/>
                  </a:cubicBezTo>
                  <a:cubicBezTo>
                    <a:pt x="507" y="1130"/>
                    <a:pt x="507" y="1130"/>
                    <a:pt x="507" y="1130"/>
                  </a:cubicBezTo>
                  <a:cubicBezTo>
                    <a:pt x="507" y="1130"/>
                    <a:pt x="507" y="1130"/>
                    <a:pt x="507" y="1130"/>
                  </a:cubicBezTo>
                  <a:cubicBezTo>
                    <a:pt x="600" y="1106"/>
                    <a:pt x="577" y="1014"/>
                    <a:pt x="577" y="1014"/>
                  </a:cubicBezTo>
                  <a:cubicBezTo>
                    <a:pt x="577" y="1014"/>
                    <a:pt x="553" y="922"/>
                    <a:pt x="438" y="853"/>
                  </a:cubicBezTo>
                  <a:lnTo>
                    <a:pt x="415" y="369"/>
                  </a:lnTo>
                  <a:close/>
                  <a:moveTo>
                    <a:pt x="645" y="116"/>
                  </a:moveTo>
                  <a:cubicBezTo>
                    <a:pt x="645" y="116"/>
                    <a:pt x="645" y="116"/>
                    <a:pt x="645" y="116"/>
                  </a:cubicBezTo>
                  <a:cubicBezTo>
                    <a:pt x="714" y="0"/>
                    <a:pt x="830" y="69"/>
                    <a:pt x="922" y="46"/>
                  </a:cubicBezTo>
                  <a:cubicBezTo>
                    <a:pt x="945" y="138"/>
                    <a:pt x="945" y="138"/>
                    <a:pt x="968" y="230"/>
                  </a:cubicBezTo>
                  <a:cubicBezTo>
                    <a:pt x="968" y="230"/>
                    <a:pt x="968" y="230"/>
                    <a:pt x="968" y="230"/>
                  </a:cubicBezTo>
                  <a:cubicBezTo>
                    <a:pt x="968" y="230"/>
                    <a:pt x="922" y="438"/>
                    <a:pt x="1014" y="415"/>
                  </a:cubicBezTo>
                  <a:cubicBezTo>
                    <a:pt x="1014" y="415"/>
                    <a:pt x="1014" y="415"/>
                    <a:pt x="1014" y="415"/>
                  </a:cubicBezTo>
                  <a:cubicBezTo>
                    <a:pt x="1107" y="392"/>
                    <a:pt x="1153" y="576"/>
                    <a:pt x="1061" y="599"/>
                  </a:cubicBezTo>
                  <a:cubicBezTo>
                    <a:pt x="1061" y="599"/>
                    <a:pt x="1061" y="599"/>
                    <a:pt x="1084" y="691"/>
                  </a:cubicBezTo>
                  <a:cubicBezTo>
                    <a:pt x="992" y="714"/>
                    <a:pt x="1015" y="806"/>
                    <a:pt x="945" y="922"/>
                  </a:cubicBezTo>
                  <a:cubicBezTo>
                    <a:pt x="1176" y="1060"/>
                    <a:pt x="1338" y="1313"/>
                    <a:pt x="1476" y="1474"/>
                  </a:cubicBezTo>
                  <a:cubicBezTo>
                    <a:pt x="1615" y="1635"/>
                    <a:pt x="1638" y="1727"/>
                    <a:pt x="1661" y="1820"/>
                  </a:cubicBezTo>
                  <a:cubicBezTo>
                    <a:pt x="1569" y="1843"/>
                    <a:pt x="1453" y="1774"/>
                    <a:pt x="1315" y="1613"/>
                  </a:cubicBezTo>
                  <a:cubicBezTo>
                    <a:pt x="807" y="1152"/>
                    <a:pt x="807" y="1152"/>
                    <a:pt x="807" y="1152"/>
                  </a:cubicBezTo>
                  <a:cubicBezTo>
                    <a:pt x="715" y="1175"/>
                    <a:pt x="738" y="1268"/>
                    <a:pt x="669" y="1383"/>
                  </a:cubicBezTo>
                  <a:cubicBezTo>
                    <a:pt x="669" y="1383"/>
                    <a:pt x="669" y="1383"/>
                    <a:pt x="669" y="1383"/>
                  </a:cubicBezTo>
                  <a:cubicBezTo>
                    <a:pt x="692" y="1475"/>
                    <a:pt x="692" y="1475"/>
                    <a:pt x="692" y="1475"/>
                  </a:cubicBezTo>
                  <a:cubicBezTo>
                    <a:pt x="692" y="1475"/>
                    <a:pt x="692" y="1475"/>
                    <a:pt x="692" y="1475"/>
                  </a:cubicBezTo>
                  <a:cubicBezTo>
                    <a:pt x="669" y="599"/>
                    <a:pt x="669" y="599"/>
                    <a:pt x="669" y="599"/>
                  </a:cubicBezTo>
                  <a:cubicBezTo>
                    <a:pt x="692" y="692"/>
                    <a:pt x="692" y="692"/>
                    <a:pt x="692" y="692"/>
                  </a:cubicBezTo>
                  <a:cubicBezTo>
                    <a:pt x="784" y="668"/>
                    <a:pt x="761" y="576"/>
                    <a:pt x="738" y="484"/>
                  </a:cubicBezTo>
                  <a:cubicBezTo>
                    <a:pt x="715" y="392"/>
                    <a:pt x="715" y="392"/>
                    <a:pt x="715" y="392"/>
                  </a:cubicBezTo>
                  <a:cubicBezTo>
                    <a:pt x="715" y="392"/>
                    <a:pt x="715" y="392"/>
                    <a:pt x="715" y="392"/>
                  </a:cubicBezTo>
                  <a:lnTo>
                    <a:pt x="645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7" name="Freeform 14">
              <a:extLst>
                <a:ext uri="{FF2B5EF4-FFF2-40B4-BE49-F238E27FC236}">
                  <a16:creationId xmlns:a16="http://schemas.microsoft.com/office/drawing/2014/main" id="{CE28B834-D3DC-459A-A61E-7AB4DF3DA98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6316663" y="-2459037"/>
              <a:ext cx="4772025" cy="4770437"/>
            </a:xfrm>
            <a:custGeom>
              <a:avLst/>
              <a:gdLst>
                <a:gd name="T0" fmla="*/ 6317 w 12803"/>
                <a:gd name="T1" fmla="*/ 4 h 12795"/>
                <a:gd name="T2" fmla="*/ 94 w 12803"/>
                <a:gd name="T3" fmla="*/ 6462 h 12795"/>
                <a:gd name="T4" fmla="*/ 6485 w 12803"/>
                <a:gd name="T5" fmla="*/ 12791 h 12795"/>
                <a:gd name="T6" fmla="*/ 12801 w 12803"/>
                <a:gd name="T7" fmla="*/ 6310 h 12795"/>
                <a:gd name="T8" fmla="*/ 6317 w 12803"/>
                <a:gd name="T9" fmla="*/ 4 h 12795"/>
                <a:gd name="T10" fmla="*/ 6462 w 12803"/>
                <a:gd name="T11" fmla="*/ 12307 h 12795"/>
                <a:gd name="T12" fmla="*/ 6462 w 12803"/>
                <a:gd name="T13" fmla="*/ 12307 h 12795"/>
                <a:gd name="T14" fmla="*/ 486 w 12803"/>
                <a:gd name="T15" fmla="*/ 6461 h 12795"/>
                <a:gd name="T16" fmla="*/ 6340 w 12803"/>
                <a:gd name="T17" fmla="*/ 488 h 12795"/>
                <a:gd name="T18" fmla="*/ 12317 w 12803"/>
                <a:gd name="T19" fmla="*/ 6334 h 12795"/>
                <a:gd name="T20" fmla="*/ 6462 w 12803"/>
                <a:gd name="T21" fmla="*/ 12307 h 12795"/>
                <a:gd name="T22" fmla="*/ 6363 w 12803"/>
                <a:gd name="T23" fmla="*/ 580 h 12795"/>
                <a:gd name="T24" fmla="*/ 6363 w 12803"/>
                <a:gd name="T25" fmla="*/ 580 h 12795"/>
                <a:gd name="T26" fmla="*/ 670 w 12803"/>
                <a:gd name="T27" fmla="*/ 6415 h 12795"/>
                <a:gd name="T28" fmla="*/ 6416 w 12803"/>
                <a:gd name="T29" fmla="*/ 12123 h 12795"/>
                <a:gd name="T30" fmla="*/ 12224 w 12803"/>
                <a:gd name="T31" fmla="*/ 6357 h 12795"/>
                <a:gd name="T32" fmla="*/ 6363 w 12803"/>
                <a:gd name="T33" fmla="*/ 580 h 12795"/>
                <a:gd name="T34" fmla="*/ 6485 w 12803"/>
                <a:gd name="T35" fmla="*/ 12008 h 12795"/>
                <a:gd name="T36" fmla="*/ 6485 w 12803"/>
                <a:gd name="T37" fmla="*/ 12008 h 12795"/>
                <a:gd name="T38" fmla="*/ 786 w 12803"/>
                <a:gd name="T39" fmla="*/ 6484 h 12795"/>
                <a:gd name="T40" fmla="*/ 6410 w 12803"/>
                <a:gd name="T41" fmla="*/ 764 h 12795"/>
                <a:gd name="T42" fmla="*/ 12017 w 12803"/>
                <a:gd name="T43" fmla="*/ 6311 h 12795"/>
                <a:gd name="T44" fmla="*/ 6485 w 12803"/>
                <a:gd name="T45" fmla="*/ 12008 h 127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803" h="12795">
                  <a:moveTo>
                    <a:pt x="6317" y="4"/>
                  </a:moveTo>
                  <a:cubicBezTo>
                    <a:pt x="2812" y="100"/>
                    <a:pt x="0" y="2960"/>
                    <a:pt x="94" y="6462"/>
                  </a:cubicBezTo>
                  <a:cubicBezTo>
                    <a:pt x="96" y="9987"/>
                    <a:pt x="2957" y="12795"/>
                    <a:pt x="6485" y="12791"/>
                  </a:cubicBezTo>
                  <a:cubicBezTo>
                    <a:pt x="9991" y="12695"/>
                    <a:pt x="12803" y="9835"/>
                    <a:pt x="12801" y="6310"/>
                  </a:cubicBezTo>
                  <a:cubicBezTo>
                    <a:pt x="12707" y="2808"/>
                    <a:pt x="9845" y="0"/>
                    <a:pt x="6317" y="4"/>
                  </a:cubicBezTo>
                  <a:close/>
                  <a:moveTo>
                    <a:pt x="6462" y="12307"/>
                  </a:moveTo>
                  <a:cubicBezTo>
                    <a:pt x="6462" y="12307"/>
                    <a:pt x="6462" y="12307"/>
                    <a:pt x="6462" y="12307"/>
                  </a:cubicBezTo>
                  <a:cubicBezTo>
                    <a:pt x="3141" y="12357"/>
                    <a:pt x="511" y="9687"/>
                    <a:pt x="486" y="6461"/>
                  </a:cubicBezTo>
                  <a:cubicBezTo>
                    <a:pt x="438" y="3144"/>
                    <a:pt x="3112" y="514"/>
                    <a:pt x="6340" y="488"/>
                  </a:cubicBezTo>
                  <a:cubicBezTo>
                    <a:pt x="9661" y="438"/>
                    <a:pt x="12269" y="3016"/>
                    <a:pt x="12317" y="6334"/>
                  </a:cubicBezTo>
                  <a:cubicBezTo>
                    <a:pt x="12364" y="9651"/>
                    <a:pt x="9783" y="12258"/>
                    <a:pt x="6462" y="12307"/>
                  </a:cubicBezTo>
                  <a:close/>
                  <a:moveTo>
                    <a:pt x="6363" y="580"/>
                  </a:moveTo>
                  <a:cubicBezTo>
                    <a:pt x="6363" y="580"/>
                    <a:pt x="6363" y="580"/>
                    <a:pt x="6363" y="580"/>
                  </a:cubicBezTo>
                  <a:cubicBezTo>
                    <a:pt x="3158" y="699"/>
                    <a:pt x="576" y="3305"/>
                    <a:pt x="670" y="6415"/>
                  </a:cubicBezTo>
                  <a:cubicBezTo>
                    <a:pt x="695" y="9641"/>
                    <a:pt x="3303" y="12218"/>
                    <a:pt x="6416" y="12123"/>
                  </a:cubicBezTo>
                  <a:cubicBezTo>
                    <a:pt x="9644" y="12096"/>
                    <a:pt x="12226" y="9490"/>
                    <a:pt x="12224" y="6357"/>
                  </a:cubicBezTo>
                  <a:cubicBezTo>
                    <a:pt x="12107" y="3154"/>
                    <a:pt x="9500" y="577"/>
                    <a:pt x="6363" y="580"/>
                  </a:cubicBezTo>
                  <a:close/>
                  <a:moveTo>
                    <a:pt x="6485" y="12008"/>
                  </a:moveTo>
                  <a:cubicBezTo>
                    <a:pt x="6485" y="12008"/>
                    <a:pt x="6485" y="12008"/>
                    <a:pt x="6485" y="12008"/>
                  </a:cubicBezTo>
                  <a:cubicBezTo>
                    <a:pt x="3372" y="12103"/>
                    <a:pt x="764" y="9525"/>
                    <a:pt x="786" y="6484"/>
                  </a:cubicBezTo>
                  <a:cubicBezTo>
                    <a:pt x="692" y="3374"/>
                    <a:pt x="3273" y="768"/>
                    <a:pt x="6410" y="764"/>
                  </a:cubicBezTo>
                  <a:cubicBezTo>
                    <a:pt x="9431" y="692"/>
                    <a:pt x="12015" y="3178"/>
                    <a:pt x="12017" y="6311"/>
                  </a:cubicBezTo>
                  <a:cubicBezTo>
                    <a:pt x="12111" y="9421"/>
                    <a:pt x="9621" y="12004"/>
                    <a:pt x="6485" y="1200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8" name="Freeform 15">
              <a:extLst>
                <a:ext uri="{FF2B5EF4-FFF2-40B4-BE49-F238E27FC236}">
                  <a16:creationId xmlns:a16="http://schemas.microsoft.com/office/drawing/2014/main" id="{B9C081AA-6620-49A6-A2FD-78EE9E631393}"/>
                </a:ext>
              </a:extLst>
            </p:cNvPr>
            <p:cNvSpPr>
              <a:spLocks/>
            </p:cNvSpPr>
            <p:nvPr/>
          </p:nvSpPr>
          <p:spPr bwMode="auto">
            <a:xfrm>
              <a:off x="-5722938" y="-746125"/>
              <a:ext cx="412750" cy="327025"/>
            </a:xfrm>
            <a:custGeom>
              <a:avLst/>
              <a:gdLst>
                <a:gd name="T0" fmla="*/ 900 w 1107"/>
                <a:gd name="T1" fmla="*/ 875 h 875"/>
                <a:gd name="T2" fmla="*/ 600 w 1107"/>
                <a:gd name="T3" fmla="*/ 852 h 875"/>
                <a:gd name="T4" fmla="*/ 692 w 1107"/>
                <a:gd name="T5" fmla="*/ 829 h 875"/>
                <a:gd name="T6" fmla="*/ 877 w 1107"/>
                <a:gd name="T7" fmla="*/ 782 h 875"/>
                <a:gd name="T8" fmla="*/ 923 w 1107"/>
                <a:gd name="T9" fmla="*/ 575 h 875"/>
                <a:gd name="T10" fmla="*/ 992 w 1107"/>
                <a:gd name="T11" fmla="*/ 460 h 875"/>
                <a:gd name="T12" fmla="*/ 876 w 1107"/>
                <a:gd name="T13" fmla="*/ 391 h 875"/>
                <a:gd name="T14" fmla="*/ 876 w 1107"/>
                <a:gd name="T15" fmla="*/ 391 h 875"/>
                <a:gd name="T16" fmla="*/ 784 w 1107"/>
                <a:gd name="T17" fmla="*/ 414 h 875"/>
                <a:gd name="T18" fmla="*/ 623 w 1107"/>
                <a:gd name="T19" fmla="*/ 552 h 875"/>
                <a:gd name="T20" fmla="*/ 392 w 1107"/>
                <a:gd name="T21" fmla="*/ 806 h 875"/>
                <a:gd name="T22" fmla="*/ 185 w 1107"/>
                <a:gd name="T23" fmla="*/ 760 h 875"/>
                <a:gd name="T24" fmla="*/ 46 w 1107"/>
                <a:gd name="T25" fmla="*/ 599 h 875"/>
                <a:gd name="T26" fmla="*/ 0 w 1107"/>
                <a:gd name="T27" fmla="*/ 415 h 875"/>
                <a:gd name="T28" fmla="*/ 69 w 1107"/>
                <a:gd name="T29" fmla="*/ 300 h 875"/>
                <a:gd name="T30" fmla="*/ 138 w 1107"/>
                <a:gd name="T31" fmla="*/ 184 h 875"/>
                <a:gd name="T32" fmla="*/ 138 w 1107"/>
                <a:gd name="T33" fmla="*/ 184 h 875"/>
                <a:gd name="T34" fmla="*/ 115 w 1107"/>
                <a:gd name="T35" fmla="*/ 92 h 875"/>
                <a:gd name="T36" fmla="*/ 115 w 1107"/>
                <a:gd name="T37" fmla="*/ 92 h 875"/>
                <a:gd name="T38" fmla="*/ 92 w 1107"/>
                <a:gd name="T39" fmla="*/ 0 h 875"/>
                <a:gd name="T40" fmla="*/ 507 w 1107"/>
                <a:gd name="T41" fmla="*/ 92 h 875"/>
                <a:gd name="T42" fmla="*/ 438 w 1107"/>
                <a:gd name="T43" fmla="*/ 207 h 875"/>
                <a:gd name="T44" fmla="*/ 230 w 1107"/>
                <a:gd name="T45" fmla="*/ 161 h 875"/>
                <a:gd name="T46" fmla="*/ 92 w 1107"/>
                <a:gd name="T47" fmla="*/ 392 h 875"/>
                <a:gd name="T48" fmla="*/ 115 w 1107"/>
                <a:gd name="T49" fmla="*/ 484 h 875"/>
                <a:gd name="T50" fmla="*/ 138 w 1107"/>
                <a:gd name="T51" fmla="*/ 576 h 875"/>
                <a:gd name="T52" fmla="*/ 231 w 1107"/>
                <a:gd name="T53" fmla="*/ 553 h 875"/>
                <a:gd name="T54" fmla="*/ 323 w 1107"/>
                <a:gd name="T55" fmla="*/ 530 h 875"/>
                <a:gd name="T56" fmla="*/ 392 w 1107"/>
                <a:gd name="T57" fmla="*/ 414 h 875"/>
                <a:gd name="T58" fmla="*/ 553 w 1107"/>
                <a:gd name="T59" fmla="*/ 276 h 875"/>
                <a:gd name="T60" fmla="*/ 738 w 1107"/>
                <a:gd name="T61" fmla="*/ 230 h 875"/>
                <a:gd name="T62" fmla="*/ 830 w 1107"/>
                <a:gd name="T63" fmla="*/ 207 h 875"/>
                <a:gd name="T64" fmla="*/ 968 w 1107"/>
                <a:gd name="T65" fmla="*/ 368 h 875"/>
                <a:gd name="T66" fmla="*/ 1038 w 1107"/>
                <a:gd name="T67" fmla="*/ 644 h 875"/>
                <a:gd name="T68" fmla="*/ 946 w 1107"/>
                <a:gd name="T69" fmla="*/ 667 h 875"/>
                <a:gd name="T70" fmla="*/ 969 w 1107"/>
                <a:gd name="T71" fmla="*/ 759 h 875"/>
                <a:gd name="T72" fmla="*/ 877 w 1107"/>
                <a:gd name="T73" fmla="*/ 782 h 875"/>
                <a:gd name="T74" fmla="*/ 900 w 1107"/>
                <a:gd name="T75" fmla="*/ 875 h 875"/>
                <a:gd name="T76" fmla="*/ 992 w 1107"/>
                <a:gd name="T77" fmla="*/ 852 h 875"/>
                <a:gd name="T78" fmla="*/ 900 w 1107"/>
                <a:gd name="T79" fmla="*/ 875 h 8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107" h="875">
                  <a:moveTo>
                    <a:pt x="900" y="875"/>
                  </a:moveTo>
                  <a:cubicBezTo>
                    <a:pt x="600" y="852"/>
                    <a:pt x="600" y="852"/>
                    <a:pt x="600" y="852"/>
                  </a:cubicBezTo>
                  <a:cubicBezTo>
                    <a:pt x="692" y="829"/>
                    <a:pt x="692" y="829"/>
                    <a:pt x="692" y="829"/>
                  </a:cubicBezTo>
                  <a:cubicBezTo>
                    <a:pt x="692" y="829"/>
                    <a:pt x="784" y="806"/>
                    <a:pt x="877" y="782"/>
                  </a:cubicBezTo>
                  <a:cubicBezTo>
                    <a:pt x="946" y="667"/>
                    <a:pt x="946" y="667"/>
                    <a:pt x="923" y="575"/>
                  </a:cubicBezTo>
                  <a:cubicBezTo>
                    <a:pt x="1015" y="552"/>
                    <a:pt x="992" y="460"/>
                    <a:pt x="992" y="460"/>
                  </a:cubicBezTo>
                  <a:cubicBezTo>
                    <a:pt x="876" y="391"/>
                    <a:pt x="876" y="391"/>
                    <a:pt x="876" y="391"/>
                  </a:cubicBezTo>
                  <a:cubicBezTo>
                    <a:pt x="876" y="391"/>
                    <a:pt x="876" y="391"/>
                    <a:pt x="876" y="391"/>
                  </a:cubicBezTo>
                  <a:cubicBezTo>
                    <a:pt x="784" y="414"/>
                    <a:pt x="784" y="414"/>
                    <a:pt x="784" y="414"/>
                  </a:cubicBezTo>
                  <a:cubicBezTo>
                    <a:pt x="692" y="437"/>
                    <a:pt x="715" y="529"/>
                    <a:pt x="623" y="552"/>
                  </a:cubicBezTo>
                  <a:cubicBezTo>
                    <a:pt x="554" y="668"/>
                    <a:pt x="485" y="783"/>
                    <a:pt x="392" y="806"/>
                  </a:cubicBezTo>
                  <a:cubicBezTo>
                    <a:pt x="392" y="806"/>
                    <a:pt x="300" y="829"/>
                    <a:pt x="185" y="760"/>
                  </a:cubicBezTo>
                  <a:cubicBezTo>
                    <a:pt x="185" y="760"/>
                    <a:pt x="69" y="691"/>
                    <a:pt x="46" y="599"/>
                  </a:cubicBezTo>
                  <a:cubicBezTo>
                    <a:pt x="23" y="507"/>
                    <a:pt x="23" y="507"/>
                    <a:pt x="0" y="415"/>
                  </a:cubicBezTo>
                  <a:cubicBezTo>
                    <a:pt x="69" y="300"/>
                    <a:pt x="69" y="300"/>
                    <a:pt x="69" y="300"/>
                  </a:cubicBezTo>
                  <a:cubicBezTo>
                    <a:pt x="69" y="300"/>
                    <a:pt x="46" y="207"/>
                    <a:pt x="138" y="184"/>
                  </a:cubicBezTo>
                  <a:cubicBezTo>
                    <a:pt x="138" y="184"/>
                    <a:pt x="138" y="184"/>
                    <a:pt x="138" y="184"/>
                  </a:cubicBezTo>
                  <a:cubicBezTo>
                    <a:pt x="115" y="92"/>
                    <a:pt x="115" y="92"/>
                    <a:pt x="115" y="92"/>
                  </a:cubicBezTo>
                  <a:cubicBezTo>
                    <a:pt x="115" y="92"/>
                    <a:pt x="115" y="92"/>
                    <a:pt x="115" y="92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507" y="92"/>
                    <a:pt x="507" y="92"/>
                    <a:pt x="507" y="92"/>
                  </a:cubicBezTo>
                  <a:cubicBezTo>
                    <a:pt x="438" y="207"/>
                    <a:pt x="438" y="207"/>
                    <a:pt x="438" y="207"/>
                  </a:cubicBezTo>
                  <a:cubicBezTo>
                    <a:pt x="323" y="138"/>
                    <a:pt x="323" y="138"/>
                    <a:pt x="230" y="161"/>
                  </a:cubicBezTo>
                  <a:cubicBezTo>
                    <a:pt x="161" y="276"/>
                    <a:pt x="69" y="300"/>
                    <a:pt x="92" y="392"/>
                  </a:cubicBezTo>
                  <a:cubicBezTo>
                    <a:pt x="115" y="484"/>
                    <a:pt x="115" y="484"/>
                    <a:pt x="115" y="484"/>
                  </a:cubicBezTo>
                  <a:cubicBezTo>
                    <a:pt x="138" y="576"/>
                    <a:pt x="138" y="576"/>
                    <a:pt x="138" y="576"/>
                  </a:cubicBezTo>
                  <a:cubicBezTo>
                    <a:pt x="231" y="553"/>
                    <a:pt x="231" y="553"/>
                    <a:pt x="231" y="553"/>
                  </a:cubicBezTo>
                  <a:cubicBezTo>
                    <a:pt x="323" y="530"/>
                    <a:pt x="323" y="530"/>
                    <a:pt x="323" y="530"/>
                  </a:cubicBezTo>
                  <a:cubicBezTo>
                    <a:pt x="323" y="530"/>
                    <a:pt x="415" y="507"/>
                    <a:pt x="392" y="414"/>
                  </a:cubicBezTo>
                  <a:cubicBezTo>
                    <a:pt x="484" y="391"/>
                    <a:pt x="553" y="276"/>
                    <a:pt x="553" y="276"/>
                  </a:cubicBezTo>
                  <a:cubicBezTo>
                    <a:pt x="646" y="253"/>
                    <a:pt x="646" y="253"/>
                    <a:pt x="738" y="230"/>
                  </a:cubicBezTo>
                  <a:cubicBezTo>
                    <a:pt x="830" y="207"/>
                    <a:pt x="830" y="207"/>
                    <a:pt x="830" y="207"/>
                  </a:cubicBezTo>
                  <a:cubicBezTo>
                    <a:pt x="945" y="276"/>
                    <a:pt x="945" y="276"/>
                    <a:pt x="968" y="368"/>
                  </a:cubicBezTo>
                  <a:cubicBezTo>
                    <a:pt x="1084" y="437"/>
                    <a:pt x="1107" y="529"/>
                    <a:pt x="1038" y="644"/>
                  </a:cubicBezTo>
                  <a:cubicBezTo>
                    <a:pt x="1038" y="644"/>
                    <a:pt x="1038" y="644"/>
                    <a:pt x="946" y="667"/>
                  </a:cubicBezTo>
                  <a:cubicBezTo>
                    <a:pt x="969" y="759"/>
                    <a:pt x="969" y="759"/>
                    <a:pt x="969" y="759"/>
                  </a:cubicBezTo>
                  <a:cubicBezTo>
                    <a:pt x="877" y="782"/>
                    <a:pt x="877" y="782"/>
                    <a:pt x="877" y="782"/>
                  </a:cubicBezTo>
                  <a:cubicBezTo>
                    <a:pt x="900" y="875"/>
                    <a:pt x="900" y="875"/>
                    <a:pt x="900" y="875"/>
                  </a:cubicBezTo>
                  <a:cubicBezTo>
                    <a:pt x="900" y="875"/>
                    <a:pt x="900" y="875"/>
                    <a:pt x="992" y="852"/>
                  </a:cubicBezTo>
                  <a:lnTo>
                    <a:pt x="900" y="8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9" name="Freeform 16">
              <a:extLst>
                <a:ext uri="{FF2B5EF4-FFF2-40B4-BE49-F238E27FC236}">
                  <a16:creationId xmlns:a16="http://schemas.microsoft.com/office/drawing/2014/main" id="{79B8080A-0EEA-4BCB-BEB2-D4E88786597F}"/>
                </a:ext>
              </a:extLst>
            </p:cNvPr>
            <p:cNvSpPr>
              <a:spLocks/>
            </p:cNvSpPr>
            <p:nvPr/>
          </p:nvSpPr>
          <p:spPr bwMode="auto">
            <a:xfrm>
              <a:off x="-5783263" y="-419100"/>
              <a:ext cx="404813" cy="377825"/>
            </a:xfrm>
            <a:custGeom>
              <a:avLst/>
              <a:gdLst>
                <a:gd name="T0" fmla="*/ 1084 w 1084"/>
                <a:gd name="T1" fmla="*/ 92 h 1014"/>
                <a:gd name="T2" fmla="*/ 992 w 1084"/>
                <a:gd name="T3" fmla="*/ 507 h 1014"/>
                <a:gd name="T4" fmla="*/ 992 w 1084"/>
                <a:gd name="T5" fmla="*/ 507 h 1014"/>
                <a:gd name="T6" fmla="*/ 992 w 1084"/>
                <a:gd name="T7" fmla="*/ 507 h 1014"/>
                <a:gd name="T8" fmla="*/ 969 w 1084"/>
                <a:gd name="T9" fmla="*/ 414 h 1014"/>
                <a:gd name="T10" fmla="*/ 969 w 1084"/>
                <a:gd name="T11" fmla="*/ 414 h 1014"/>
                <a:gd name="T12" fmla="*/ 853 w 1084"/>
                <a:gd name="T13" fmla="*/ 345 h 1014"/>
                <a:gd name="T14" fmla="*/ 369 w 1084"/>
                <a:gd name="T15" fmla="*/ 369 h 1014"/>
                <a:gd name="T16" fmla="*/ 161 w 1084"/>
                <a:gd name="T17" fmla="*/ 323 h 1014"/>
                <a:gd name="T18" fmla="*/ 69 w 1084"/>
                <a:gd name="T19" fmla="*/ 346 h 1014"/>
                <a:gd name="T20" fmla="*/ 92 w 1084"/>
                <a:gd name="T21" fmla="*/ 438 h 1014"/>
                <a:gd name="T22" fmla="*/ 139 w 1084"/>
                <a:gd name="T23" fmla="*/ 623 h 1014"/>
                <a:gd name="T24" fmla="*/ 162 w 1084"/>
                <a:gd name="T25" fmla="*/ 715 h 1014"/>
                <a:gd name="T26" fmla="*/ 369 w 1084"/>
                <a:gd name="T27" fmla="*/ 761 h 1014"/>
                <a:gd name="T28" fmla="*/ 784 w 1084"/>
                <a:gd name="T29" fmla="*/ 852 h 1014"/>
                <a:gd name="T30" fmla="*/ 877 w 1084"/>
                <a:gd name="T31" fmla="*/ 829 h 1014"/>
                <a:gd name="T32" fmla="*/ 969 w 1084"/>
                <a:gd name="T33" fmla="*/ 806 h 1014"/>
                <a:gd name="T34" fmla="*/ 946 w 1084"/>
                <a:gd name="T35" fmla="*/ 714 h 1014"/>
                <a:gd name="T36" fmla="*/ 946 w 1084"/>
                <a:gd name="T37" fmla="*/ 714 h 1014"/>
                <a:gd name="T38" fmla="*/ 923 w 1084"/>
                <a:gd name="T39" fmla="*/ 1014 h 1014"/>
                <a:gd name="T40" fmla="*/ 923 w 1084"/>
                <a:gd name="T41" fmla="*/ 1014 h 1014"/>
                <a:gd name="T42" fmla="*/ 923 w 1084"/>
                <a:gd name="T43" fmla="*/ 1014 h 1014"/>
                <a:gd name="T44" fmla="*/ 900 w 1084"/>
                <a:gd name="T45" fmla="*/ 921 h 1014"/>
                <a:gd name="T46" fmla="*/ 900 w 1084"/>
                <a:gd name="T47" fmla="*/ 921 h 1014"/>
                <a:gd name="T48" fmla="*/ 784 w 1084"/>
                <a:gd name="T49" fmla="*/ 852 h 1014"/>
                <a:gd name="T50" fmla="*/ 392 w 1084"/>
                <a:gd name="T51" fmla="*/ 853 h 1014"/>
                <a:gd name="T52" fmla="*/ 185 w 1084"/>
                <a:gd name="T53" fmla="*/ 807 h 1014"/>
                <a:gd name="T54" fmla="*/ 46 w 1084"/>
                <a:gd name="T55" fmla="*/ 646 h 1014"/>
                <a:gd name="T56" fmla="*/ 0 w 1084"/>
                <a:gd name="T57" fmla="*/ 462 h 1014"/>
                <a:gd name="T58" fmla="*/ 46 w 1084"/>
                <a:gd name="T59" fmla="*/ 254 h 1014"/>
                <a:gd name="T60" fmla="*/ 207 w 1084"/>
                <a:gd name="T61" fmla="*/ 116 h 1014"/>
                <a:gd name="T62" fmla="*/ 392 w 1084"/>
                <a:gd name="T63" fmla="*/ 69 h 1014"/>
                <a:gd name="T64" fmla="*/ 899 w 1084"/>
                <a:gd name="T65" fmla="*/ 138 h 1014"/>
                <a:gd name="T66" fmla="*/ 992 w 1084"/>
                <a:gd name="T67" fmla="*/ 115 h 1014"/>
                <a:gd name="T68" fmla="*/ 992 w 1084"/>
                <a:gd name="T69" fmla="*/ 115 h 1014"/>
                <a:gd name="T70" fmla="*/ 1061 w 1084"/>
                <a:gd name="T71" fmla="*/ 0 h 1014"/>
                <a:gd name="T72" fmla="*/ 1084 w 1084"/>
                <a:gd name="T73" fmla="*/ 92 h 10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84" h="1014">
                  <a:moveTo>
                    <a:pt x="1084" y="92"/>
                  </a:moveTo>
                  <a:cubicBezTo>
                    <a:pt x="992" y="507"/>
                    <a:pt x="992" y="507"/>
                    <a:pt x="992" y="507"/>
                  </a:cubicBezTo>
                  <a:cubicBezTo>
                    <a:pt x="992" y="507"/>
                    <a:pt x="992" y="507"/>
                    <a:pt x="992" y="507"/>
                  </a:cubicBezTo>
                  <a:cubicBezTo>
                    <a:pt x="992" y="507"/>
                    <a:pt x="992" y="507"/>
                    <a:pt x="992" y="507"/>
                  </a:cubicBezTo>
                  <a:cubicBezTo>
                    <a:pt x="969" y="414"/>
                    <a:pt x="969" y="414"/>
                    <a:pt x="969" y="414"/>
                  </a:cubicBezTo>
                  <a:cubicBezTo>
                    <a:pt x="969" y="414"/>
                    <a:pt x="969" y="414"/>
                    <a:pt x="969" y="414"/>
                  </a:cubicBezTo>
                  <a:cubicBezTo>
                    <a:pt x="969" y="414"/>
                    <a:pt x="876" y="438"/>
                    <a:pt x="853" y="345"/>
                  </a:cubicBezTo>
                  <a:cubicBezTo>
                    <a:pt x="369" y="369"/>
                    <a:pt x="369" y="369"/>
                    <a:pt x="369" y="369"/>
                  </a:cubicBezTo>
                  <a:cubicBezTo>
                    <a:pt x="254" y="300"/>
                    <a:pt x="254" y="300"/>
                    <a:pt x="161" y="323"/>
                  </a:cubicBezTo>
                  <a:cubicBezTo>
                    <a:pt x="161" y="323"/>
                    <a:pt x="161" y="323"/>
                    <a:pt x="69" y="346"/>
                  </a:cubicBezTo>
                  <a:cubicBezTo>
                    <a:pt x="92" y="438"/>
                    <a:pt x="92" y="438"/>
                    <a:pt x="92" y="438"/>
                  </a:cubicBezTo>
                  <a:cubicBezTo>
                    <a:pt x="23" y="554"/>
                    <a:pt x="23" y="554"/>
                    <a:pt x="139" y="623"/>
                  </a:cubicBezTo>
                  <a:cubicBezTo>
                    <a:pt x="162" y="715"/>
                    <a:pt x="162" y="715"/>
                    <a:pt x="162" y="715"/>
                  </a:cubicBezTo>
                  <a:cubicBezTo>
                    <a:pt x="162" y="715"/>
                    <a:pt x="277" y="784"/>
                    <a:pt x="369" y="761"/>
                  </a:cubicBezTo>
                  <a:cubicBezTo>
                    <a:pt x="784" y="852"/>
                    <a:pt x="784" y="852"/>
                    <a:pt x="784" y="852"/>
                  </a:cubicBezTo>
                  <a:cubicBezTo>
                    <a:pt x="877" y="829"/>
                    <a:pt x="877" y="829"/>
                    <a:pt x="877" y="829"/>
                  </a:cubicBezTo>
                  <a:cubicBezTo>
                    <a:pt x="877" y="829"/>
                    <a:pt x="877" y="829"/>
                    <a:pt x="969" y="806"/>
                  </a:cubicBezTo>
                  <a:cubicBezTo>
                    <a:pt x="946" y="714"/>
                    <a:pt x="946" y="714"/>
                    <a:pt x="946" y="714"/>
                  </a:cubicBezTo>
                  <a:cubicBezTo>
                    <a:pt x="946" y="714"/>
                    <a:pt x="946" y="714"/>
                    <a:pt x="946" y="714"/>
                  </a:cubicBezTo>
                  <a:cubicBezTo>
                    <a:pt x="923" y="1014"/>
                    <a:pt x="923" y="1014"/>
                    <a:pt x="923" y="1014"/>
                  </a:cubicBezTo>
                  <a:cubicBezTo>
                    <a:pt x="923" y="1014"/>
                    <a:pt x="923" y="1014"/>
                    <a:pt x="923" y="1014"/>
                  </a:cubicBezTo>
                  <a:cubicBezTo>
                    <a:pt x="923" y="1014"/>
                    <a:pt x="923" y="1014"/>
                    <a:pt x="923" y="1014"/>
                  </a:cubicBezTo>
                  <a:cubicBezTo>
                    <a:pt x="923" y="1014"/>
                    <a:pt x="923" y="1014"/>
                    <a:pt x="900" y="921"/>
                  </a:cubicBezTo>
                  <a:cubicBezTo>
                    <a:pt x="900" y="921"/>
                    <a:pt x="900" y="921"/>
                    <a:pt x="900" y="921"/>
                  </a:cubicBezTo>
                  <a:cubicBezTo>
                    <a:pt x="900" y="921"/>
                    <a:pt x="808" y="945"/>
                    <a:pt x="784" y="852"/>
                  </a:cubicBezTo>
                  <a:cubicBezTo>
                    <a:pt x="392" y="853"/>
                    <a:pt x="392" y="853"/>
                    <a:pt x="392" y="853"/>
                  </a:cubicBezTo>
                  <a:cubicBezTo>
                    <a:pt x="277" y="784"/>
                    <a:pt x="185" y="807"/>
                    <a:pt x="185" y="807"/>
                  </a:cubicBezTo>
                  <a:cubicBezTo>
                    <a:pt x="69" y="738"/>
                    <a:pt x="69" y="738"/>
                    <a:pt x="46" y="646"/>
                  </a:cubicBezTo>
                  <a:cubicBezTo>
                    <a:pt x="23" y="554"/>
                    <a:pt x="23" y="554"/>
                    <a:pt x="0" y="462"/>
                  </a:cubicBezTo>
                  <a:cubicBezTo>
                    <a:pt x="69" y="346"/>
                    <a:pt x="46" y="254"/>
                    <a:pt x="46" y="254"/>
                  </a:cubicBezTo>
                  <a:cubicBezTo>
                    <a:pt x="115" y="139"/>
                    <a:pt x="115" y="139"/>
                    <a:pt x="207" y="116"/>
                  </a:cubicBezTo>
                  <a:cubicBezTo>
                    <a:pt x="300" y="93"/>
                    <a:pt x="300" y="93"/>
                    <a:pt x="392" y="69"/>
                  </a:cubicBezTo>
                  <a:cubicBezTo>
                    <a:pt x="899" y="138"/>
                    <a:pt x="899" y="138"/>
                    <a:pt x="899" y="138"/>
                  </a:cubicBezTo>
                  <a:cubicBezTo>
                    <a:pt x="992" y="115"/>
                    <a:pt x="992" y="115"/>
                    <a:pt x="992" y="115"/>
                  </a:cubicBezTo>
                  <a:cubicBezTo>
                    <a:pt x="992" y="115"/>
                    <a:pt x="992" y="115"/>
                    <a:pt x="992" y="115"/>
                  </a:cubicBezTo>
                  <a:cubicBezTo>
                    <a:pt x="992" y="115"/>
                    <a:pt x="992" y="115"/>
                    <a:pt x="1061" y="0"/>
                  </a:cubicBezTo>
                  <a:lnTo>
                    <a:pt x="1084" y="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0" name="Freeform 17">
              <a:extLst>
                <a:ext uri="{FF2B5EF4-FFF2-40B4-BE49-F238E27FC236}">
                  <a16:creationId xmlns:a16="http://schemas.microsoft.com/office/drawing/2014/main" id="{6749FB7A-87CA-4DFA-B223-260F1487F7F8}"/>
                </a:ext>
              </a:extLst>
            </p:cNvPr>
            <p:cNvSpPr>
              <a:spLocks/>
            </p:cNvSpPr>
            <p:nvPr/>
          </p:nvSpPr>
          <p:spPr bwMode="auto">
            <a:xfrm>
              <a:off x="-5808663" y="-84138"/>
              <a:ext cx="412750" cy="368300"/>
            </a:xfrm>
            <a:custGeom>
              <a:avLst/>
              <a:gdLst>
                <a:gd name="T0" fmla="*/ 1038 w 1108"/>
                <a:gd name="T1" fmla="*/ 300 h 991"/>
                <a:gd name="T2" fmla="*/ 485 w 1108"/>
                <a:gd name="T3" fmla="*/ 830 h 991"/>
                <a:gd name="T4" fmla="*/ 877 w 1108"/>
                <a:gd name="T5" fmla="*/ 830 h 991"/>
                <a:gd name="T6" fmla="*/ 969 w 1108"/>
                <a:gd name="T7" fmla="*/ 807 h 991"/>
                <a:gd name="T8" fmla="*/ 1038 w 1108"/>
                <a:gd name="T9" fmla="*/ 691 h 991"/>
                <a:gd name="T10" fmla="*/ 1038 w 1108"/>
                <a:gd name="T11" fmla="*/ 691 h 991"/>
                <a:gd name="T12" fmla="*/ 1108 w 1108"/>
                <a:gd name="T13" fmla="*/ 968 h 991"/>
                <a:gd name="T14" fmla="*/ 1015 w 1108"/>
                <a:gd name="T15" fmla="*/ 991 h 991"/>
                <a:gd name="T16" fmla="*/ 992 w 1108"/>
                <a:gd name="T17" fmla="*/ 899 h 991"/>
                <a:gd name="T18" fmla="*/ 992 w 1108"/>
                <a:gd name="T19" fmla="*/ 899 h 991"/>
                <a:gd name="T20" fmla="*/ 900 w 1108"/>
                <a:gd name="T21" fmla="*/ 922 h 991"/>
                <a:gd name="T22" fmla="*/ 24 w 1108"/>
                <a:gd name="T23" fmla="*/ 946 h 991"/>
                <a:gd name="T24" fmla="*/ 24 w 1108"/>
                <a:gd name="T25" fmla="*/ 946 h 991"/>
                <a:gd name="T26" fmla="*/ 807 w 1108"/>
                <a:gd name="T27" fmla="*/ 162 h 991"/>
                <a:gd name="T28" fmla="*/ 231 w 1108"/>
                <a:gd name="T29" fmla="*/ 208 h 991"/>
                <a:gd name="T30" fmla="*/ 139 w 1108"/>
                <a:gd name="T31" fmla="*/ 232 h 991"/>
                <a:gd name="T32" fmla="*/ 69 w 1108"/>
                <a:gd name="T33" fmla="*/ 347 h 991"/>
                <a:gd name="T34" fmla="*/ 69 w 1108"/>
                <a:gd name="T35" fmla="*/ 347 h 991"/>
                <a:gd name="T36" fmla="*/ 69 w 1108"/>
                <a:gd name="T37" fmla="*/ 347 h 991"/>
                <a:gd name="T38" fmla="*/ 0 w 1108"/>
                <a:gd name="T39" fmla="*/ 71 h 991"/>
                <a:gd name="T40" fmla="*/ 92 w 1108"/>
                <a:gd name="T41" fmla="*/ 47 h 991"/>
                <a:gd name="T42" fmla="*/ 116 w 1108"/>
                <a:gd name="T43" fmla="*/ 139 h 991"/>
                <a:gd name="T44" fmla="*/ 231 w 1108"/>
                <a:gd name="T45" fmla="*/ 208 h 991"/>
                <a:gd name="T46" fmla="*/ 900 w 1108"/>
                <a:gd name="T47" fmla="*/ 139 h 991"/>
                <a:gd name="T48" fmla="*/ 900 w 1108"/>
                <a:gd name="T49" fmla="*/ 139 h 991"/>
                <a:gd name="T50" fmla="*/ 969 w 1108"/>
                <a:gd name="T51" fmla="*/ 23 h 991"/>
                <a:gd name="T52" fmla="*/ 969 w 1108"/>
                <a:gd name="T53" fmla="*/ 23 h 991"/>
                <a:gd name="T54" fmla="*/ 1061 w 1108"/>
                <a:gd name="T55" fmla="*/ 0 h 991"/>
                <a:gd name="T56" fmla="*/ 1038 w 1108"/>
                <a:gd name="T57" fmla="*/ 300 h 9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108" h="991">
                  <a:moveTo>
                    <a:pt x="1038" y="300"/>
                  </a:moveTo>
                  <a:cubicBezTo>
                    <a:pt x="485" y="830"/>
                    <a:pt x="485" y="830"/>
                    <a:pt x="485" y="830"/>
                  </a:cubicBezTo>
                  <a:cubicBezTo>
                    <a:pt x="877" y="830"/>
                    <a:pt x="877" y="830"/>
                    <a:pt x="877" y="830"/>
                  </a:cubicBezTo>
                  <a:cubicBezTo>
                    <a:pt x="969" y="807"/>
                    <a:pt x="969" y="807"/>
                    <a:pt x="969" y="807"/>
                  </a:cubicBezTo>
                  <a:cubicBezTo>
                    <a:pt x="1061" y="784"/>
                    <a:pt x="1038" y="691"/>
                    <a:pt x="1038" y="691"/>
                  </a:cubicBezTo>
                  <a:cubicBezTo>
                    <a:pt x="1038" y="691"/>
                    <a:pt x="1038" y="691"/>
                    <a:pt x="1038" y="691"/>
                  </a:cubicBezTo>
                  <a:cubicBezTo>
                    <a:pt x="1108" y="968"/>
                    <a:pt x="1108" y="968"/>
                    <a:pt x="1108" y="968"/>
                  </a:cubicBezTo>
                  <a:cubicBezTo>
                    <a:pt x="1015" y="991"/>
                    <a:pt x="1015" y="991"/>
                    <a:pt x="1015" y="991"/>
                  </a:cubicBezTo>
                  <a:cubicBezTo>
                    <a:pt x="992" y="899"/>
                    <a:pt x="992" y="899"/>
                    <a:pt x="992" y="899"/>
                  </a:cubicBezTo>
                  <a:cubicBezTo>
                    <a:pt x="992" y="899"/>
                    <a:pt x="992" y="899"/>
                    <a:pt x="992" y="899"/>
                  </a:cubicBezTo>
                  <a:cubicBezTo>
                    <a:pt x="900" y="922"/>
                    <a:pt x="900" y="922"/>
                    <a:pt x="900" y="922"/>
                  </a:cubicBezTo>
                  <a:cubicBezTo>
                    <a:pt x="24" y="946"/>
                    <a:pt x="24" y="946"/>
                    <a:pt x="24" y="946"/>
                  </a:cubicBezTo>
                  <a:cubicBezTo>
                    <a:pt x="24" y="946"/>
                    <a:pt x="24" y="946"/>
                    <a:pt x="24" y="946"/>
                  </a:cubicBezTo>
                  <a:cubicBezTo>
                    <a:pt x="807" y="162"/>
                    <a:pt x="807" y="162"/>
                    <a:pt x="807" y="162"/>
                  </a:cubicBezTo>
                  <a:cubicBezTo>
                    <a:pt x="231" y="208"/>
                    <a:pt x="231" y="208"/>
                    <a:pt x="231" y="208"/>
                  </a:cubicBezTo>
                  <a:cubicBezTo>
                    <a:pt x="139" y="232"/>
                    <a:pt x="139" y="232"/>
                    <a:pt x="139" y="232"/>
                  </a:cubicBezTo>
                  <a:cubicBezTo>
                    <a:pt x="69" y="347"/>
                    <a:pt x="69" y="347"/>
                    <a:pt x="69" y="347"/>
                  </a:cubicBezTo>
                  <a:cubicBezTo>
                    <a:pt x="69" y="347"/>
                    <a:pt x="69" y="347"/>
                    <a:pt x="69" y="347"/>
                  </a:cubicBezTo>
                  <a:cubicBezTo>
                    <a:pt x="69" y="347"/>
                    <a:pt x="69" y="347"/>
                    <a:pt x="69" y="347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92" y="47"/>
                    <a:pt x="92" y="47"/>
                    <a:pt x="92" y="47"/>
                  </a:cubicBezTo>
                  <a:cubicBezTo>
                    <a:pt x="116" y="139"/>
                    <a:pt x="116" y="139"/>
                    <a:pt x="116" y="139"/>
                  </a:cubicBezTo>
                  <a:cubicBezTo>
                    <a:pt x="116" y="139"/>
                    <a:pt x="139" y="232"/>
                    <a:pt x="231" y="208"/>
                  </a:cubicBezTo>
                  <a:cubicBezTo>
                    <a:pt x="900" y="139"/>
                    <a:pt x="900" y="139"/>
                    <a:pt x="900" y="139"/>
                  </a:cubicBezTo>
                  <a:cubicBezTo>
                    <a:pt x="900" y="139"/>
                    <a:pt x="900" y="139"/>
                    <a:pt x="900" y="139"/>
                  </a:cubicBezTo>
                  <a:cubicBezTo>
                    <a:pt x="992" y="116"/>
                    <a:pt x="992" y="116"/>
                    <a:pt x="969" y="23"/>
                  </a:cubicBezTo>
                  <a:cubicBezTo>
                    <a:pt x="969" y="23"/>
                    <a:pt x="969" y="23"/>
                    <a:pt x="969" y="23"/>
                  </a:cubicBezTo>
                  <a:cubicBezTo>
                    <a:pt x="1061" y="0"/>
                    <a:pt x="1061" y="0"/>
                    <a:pt x="1061" y="0"/>
                  </a:cubicBezTo>
                  <a:lnTo>
                    <a:pt x="1038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1" name="Freeform 18">
              <a:extLst>
                <a:ext uri="{FF2B5EF4-FFF2-40B4-BE49-F238E27FC236}">
                  <a16:creationId xmlns:a16="http://schemas.microsoft.com/office/drawing/2014/main" id="{EE9F8F69-D0FF-4292-8E7D-D2EEBB2CACA9}"/>
                </a:ext>
              </a:extLst>
            </p:cNvPr>
            <p:cNvSpPr>
              <a:spLocks/>
            </p:cNvSpPr>
            <p:nvPr/>
          </p:nvSpPr>
          <p:spPr bwMode="auto">
            <a:xfrm>
              <a:off x="-5678488" y="387350"/>
              <a:ext cx="428625" cy="387350"/>
            </a:xfrm>
            <a:custGeom>
              <a:avLst/>
              <a:gdLst>
                <a:gd name="T0" fmla="*/ 1153 w 1153"/>
                <a:gd name="T1" fmla="*/ 875 h 1038"/>
                <a:gd name="T2" fmla="*/ 1153 w 1153"/>
                <a:gd name="T3" fmla="*/ 875 h 1038"/>
                <a:gd name="T4" fmla="*/ 1061 w 1153"/>
                <a:gd name="T5" fmla="*/ 899 h 1038"/>
                <a:gd name="T6" fmla="*/ 854 w 1153"/>
                <a:gd name="T7" fmla="*/ 853 h 1038"/>
                <a:gd name="T8" fmla="*/ 438 w 1153"/>
                <a:gd name="T9" fmla="*/ 761 h 1038"/>
                <a:gd name="T10" fmla="*/ 254 w 1153"/>
                <a:gd name="T11" fmla="*/ 807 h 1038"/>
                <a:gd name="T12" fmla="*/ 185 w 1153"/>
                <a:gd name="T13" fmla="*/ 923 h 1038"/>
                <a:gd name="T14" fmla="*/ 185 w 1153"/>
                <a:gd name="T15" fmla="*/ 923 h 1038"/>
                <a:gd name="T16" fmla="*/ 208 w 1153"/>
                <a:gd name="T17" fmla="*/ 1015 h 1038"/>
                <a:gd name="T18" fmla="*/ 208 w 1153"/>
                <a:gd name="T19" fmla="*/ 1015 h 1038"/>
                <a:gd name="T20" fmla="*/ 116 w 1153"/>
                <a:gd name="T21" fmla="*/ 1038 h 1038"/>
                <a:gd name="T22" fmla="*/ 0 w 1153"/>
                <a:gd name="T23" fmla="*/ 577 h 1038"/>
                <a:gd name="T24" fmla="*/ 0 w 1153"/>
                <a:gd name="T25" fmla="*/ 577 h 1038"/>
                <a:gd name="T26" fmla="*/ 0 w 1153"/>
                <a:gd name="T27" fmla="*/ 577 h 1038"/>
                <a:gd name="T28" fmla="*/ 23 w 1153"/>
                <a:gd name="T29" fmla="*/ 669 h 1038"/>
                <a:gd name="T30" fmla="*/ 115 w 1153"/>
                <a:gd name="T31" fmla="*/ 646 h 1038"/>
                <a:gd name="T32" fmla="*/ 208 w 1153"/>
                <a:gd name="T33" fmla="*/ 623 h 1038"/>
                <a:gd name="T34" fmla="*/ 392 w 1153"/>
                <a:gd name="T35" fmla="*/ 577 h 1038"/>
                <a:gd name="T36" fmla="*/ 692 w 1153"/>
                <a:gd name="T37" fmla="*/ 208 h 1038"/>
                <a:gd name="T38" fmla="*/ 738 w 1153"/>
                <a:gd name="T39" fmla="*/ 0 h 1038"/>
                <a:gd name="T40" fmla="*/ 738 w 1153"/>
                <a:gd name="T41" fmla="*/ 0 h 1038"/>
                <a:gd name="T42" fmla="*/ 738 w 1153"/>
                <a:gd name="T43" fmla="*/ 0 h 1038"/>
                <a:gd name="T44" fmla="*/ 946 w 1153"/>
                <a:gd name="T45" fmla="*/ 438 h 1038"/>
                <a:gd name="T46" fmla="*/ 946 w 1153"/>
                <a:gd name="T47" fmla="*/ 438 h 1038"/>
                <a:gd name="T48" fmla="*/ 922 w 1153"/>
                <a:gd name="T49" fmla="*/ 346 h 1038"/>
                <a:gd name="T50" fmla="*/ 922 w 1153"/>
                <a:gd name="T51" fmla="*/ 346 h 1038"/>
                <a:gd name="T52" fmla="*/ 830 w 1153"/>
                <a:gd name="T53" fmla="*/ 369 h 1038"/>
                <a:gd name="T54" fmla="*/ 738 w 1153"/>
                <a:gd name="T55" fmla="*/ 392 h 1038"/>
                <a:gd name="T56" fmla="*/ 531 w 1153"/>
                <a:gd name="T57" fmla="*/ 738 h 1038"/>
                <a:gd name="T58" fmla="*/ 830 w 1153"/>
                <a:gd name="T59" fmla="*/ 761 h 1038"/>
                <a:gd name="T60" fmla="*/ 1038 w 1153"/>
                <a:gd name="T61" fmla="*/ 806 h 1038"/>
                <a:gd name="T62" fmla="*/ 1015 w 1153"/>
                <a:gd name="T63" fmla="*/ 714 h 1038"/>
                <a:gd name="T64" fmla="*/ 992 w 1153"/>
                <a:gd name="T65" fmla="*/ 622 h 1038"/>
                <a:gd name="T66" fmla="*/ 992 w 1153"/>
                <a:gd name="T67" fmla="*/ 622 h 1038"/>
                <a:gd name="T68" fmla="*/ 1153 w 1153"/>
                <a:gd name="T69" fmla="*/ 875 h 10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153" h="1038">
                  <a:moveTo>
                    <a:pt x="1153" y="875"/>
                  </a:moveTo>
                  <a:cubicBezTo>
                    <a:pt x="1153" y="875"/>
                    <a:pt x="1153" y="875"/>
                    <a:pt x="1153" y="875"/>
                  </a:cubicBezTo>
                  <a:cubicBezTo>
                    <a:pt x="1061" y="899"/>
                    <a:pt x="1061" y="899"/>
                    <a:pt x="1061" y="899"/>
                  </a:cubicBezTo>
                  <a:cubicBezTo>
                    <a:pt x="1061" y="899"/>
                    <a:pt x="946" y="830"/>
                    <a:pt x="854" y="853"/>
                  </a:cubicBezTo>
                  <a:cubicBezTo>
                    <a:pt x="438" y="761"/>
                    <a:pt x="438" y="761"/>
                    <a:pt x="438" y="761"/>
                  </a:cubicBezTo>
                  <a:cubicBezTo>
                    <a:pt x="254" y="807"/>
                    <a:pt x="254" y="807"/>
                    <a:pt x="254" y="807"/>
                  </a:cubicBezTo>
                  <a:cubicBezTo>
                    <a:pt x="185" y="923"/>
                    <a:pt x="185" y="923"/>
                    <a:pt x="185" y="923"/>
                  </a:cubicBezTo>
                  <a:cubicBezTo>
                    <a:pt x="185" y="923"/>
                    <a:pt x="185" y="923"/>
                    <a:pt x="185" y="923"/>
                  </a:cubicBezTo>
                  <a:cubicBezTo>
                    <a:pt x="185" y="923"/>
                    <a:pt x="185" y="923"/>
                    <a:pt x="208" y="1015"/>
                  </a:cubicBezTo>
                  <a:cubicBezTo>
                    <a:pt x="208" y="1015"/>
                    <a:pt x="208" y="1015"/>
                    <a:pt x="208" y="1015"/>
                  </a:cubicBezTo>
                  <a:cubicBezTo>
                    <a:pt x="116" y="1038"/>
                    <a:pt x="116" y="1038"/>
                    <a:pt x="116" y="1038"/>
                  </a:cubicBezTo>
                  <a:cubicBezTo>
                    <a:pt x="0" y="577"/>
                    <a:pt x="0" y="577"/>
                    <a:pt x="0" y="577"/>
                  </a:cubicBezTo>
                  <a:cubicBezTo>
                    <a:pt x="0" y="577"/>
                    <a:pt x="0" y="577"/>
                    <a:pt x="0" y="577"/>
                  </a:cubicBezTo>
                  <a:cubicBezTo>
                    <a:pt x="0" y="577"/>
                    <a:pt x="0" y="577"/>
                    <a:pt x="0" y="577"/>
                  </a:cubicBezTo>
                  <a:cubicBezTo>
                    <a:pt x="23" y="669"/>
                    <a:pt x="23" y="669"/>
                    <a:pt x="23" y="669"/>
                  </a:cubicBezTo>
                  <a:cubicBezTo>
                    <a:pt x="23" y="669"/>
                    <a:pt x="23" y="669"/>
                    <a:pt x="115" y="646"/>
                  </a:cubicBezTo>
                  <a:cubicBezTo>
                    <a:pt x="115" y="646"/>
                    <a:pt x="115" y="646"/>
                    <a:pt x="208" y="623"/>
                  </a:cubicBezTo>
                  <a:cubicBezTo>
                    <a:pt x="392" y="577"/>
                    <a:pt x="392" y="577"/>
                    <a:pt x="392" y="577"/>
                  </a:cubicBezTo>
                  <a:cubicBezTo>
                    <a:pt x="692" y="208"/>
                    <a:pt x="692" y="208"/>
                    <a:pt x="692" y="208"/>
                  </a:cubicBezTo>
                  <a:cubicBezTo>
                    <a:pt x="669" y="116"/>
                    <a:pt x="761" y="93"/>
                    <a:pt x="738" y="0"/>
                  </a:cubicBezTo>
                  <a:cubicBezTo>
                    <a:pt x="738" y="0"/>
                    <a:pt x="738" y="0"/>
                    <a:pt x="738" y="0"/>
                  </a:cubicBezTo>
                  <a:cubicBezTo>
                    <a:pt x="738" y="0"/>
                    <a:pt x="738" y="0"/>
                    <a:pt x="738" y="0"/>
                  </a:cubicBezTo>
                  <a:cubicBezTo>
                    <a:pt x="946" y="438"/>
                    <a:pt x="946" y="438"/>
                    <a:pt x="946" y="438"/>
                  </a:cubicBezTo>
                  <a:cubicBezTo>
                    <a:pt x="946" y="438"/>
                    <a:pt x="946" y="438"/>
                    <a:pt x="946" y="438"/>
                  </a:cubicBezTo>
                  <a:cubicBezTo>
                    <a:pt x="922" y="346"/>
                    <a:pt x="922" y="346"/>
                    <a:pt x="922" y="346"/>
                  </a:cubicBezTo>
                  <a:cubicBezTo>
                    <a:pt x="922" y="346"/>
                    <a:pt x="922" y="346"/>
                    <a:pt x="922" y="346"/>
                  </a:cubicBezTo>
                  <a:cubicBezTo>
                    <a:pt x="830" y="369"/>
                    <a:pt x="830" y="369"/>
                    <a:pt x="830" y="369"/>
                  </a:cubicBezTo>
                  <a:cubicBezTo>
                    <a:pt x="830" y="369"/>
                    <a:pt x="830" y="369"/>
                    <a:pt x="738" y="392"/>
                  </a:cubicBezTo>
                  <a:cubicBezTo>
                    <a:pt x="531" y="738"/>
                    <a:pt x="531" y="738"/>
                    <a:pt x="531" y="738"/>
                  </a:cubicBezTo>
                  <a:cubicBezTo>
                    <a:pt x="830" y="761"/>
                    <a:pt x="830" y="761"/>
                    <a:pt x="830" y="761"/>
                  </a:cubicBezTo>
                  <a:cubicBezTo>
                    <a:pt x="923" y="737"/>
                    <a:pt x="1038" y="806"/>
                    <a:pt x="1038" y="806"/>
                  </a:cubicBezTo>
                  <a:cubicBezTo>
                    <a:pt x="1015" y="714"/>
                    <a:pt x="1015" y="714"/>
                    <a:pt x="1015" y="714"/>
                  </a:cubicBezTo>
                  <a:cubicBezTo>
                    <a:pt x="1015" y="714"/>
                    <a:pt x="1015" y="714"/>
                    <a:pt x="992" y="622"/>
                  </a:cubicBezTo>
                  <a:cubicBezTo>
                    <a:pt x="992" y="622"/>
                    <a:pt x="992" y="622"/>
                    <a:pt x="992" y="622"/>
                  </a:cubicBezTo>
                  <a:lnTo>
                    <a:pt x="1153" y="8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2" name="Freeform 19">
              <a:extLst>
                <a:ext uri="{FF2B5EF4-FFF2-40B4-BE49-F238E27FC236}">
                  <a16:creationId xmlns:a16="http://schemas.microsoft.com/office/drawing/2014/main" id="{3C3655DF-B04D-4C2C-8E5C-263EA264D9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5618163" y="774700"/>
              <a:ext cx="420688" cy="377825"/>
            </a:xfrm>
            <a:custGeom>
              <a:avLst/>
              <a:gdLst>
                <a:gd name="T0" fmla="*/ 577 w 1130"/>
                <a:gd name="T1" fmla="*/ 530 h 1014"/>
                <a:gd name="T2" fmla="*/ 392 w 1130"/>
                <a:gd name="T3" fmla="*/ 185 h 1014"/>
                <a:gd name="T4" fmla="*/ 300 w 1130"/>
                <a:gd name="T5" fmla="*/ 208 h 1014"/>
                <a:gd name="T6" fmla="*/ 207 w 1130"/>
                <a:gd name="T7" fmla="*/ 231 h 1014"/>
                <a:gd name="T8" fmla="*/ 231 w 1130"/>
                <a:gd name="T9" fmla="*/ 323 h 1014"/>
                <a:gd name="T10" fmla="*/ 254 w 1130"/>
                <a:gd name="T11" fmla="*/ 415 h 1014"/>
                <a:gd name="T12" fmla="*/ 254 w 1130"/>
                <a:gd name="T13" fmla="*/ 415 h 1014"/>
                <a:gd name="T14" fmla="*/ 0 w 1130"/>
                <a:gd name="T15" fmla="*/ 185 h 1014"/>
                <a:gd name="T16" fmla="*/ 69 w 1130"/>
                <a:gd name="T17" fmla="*/ 70 h 1014"/>
                <a:gd name="T18" fmla="*/ 92 w 1130"/>
                <a:gd name="T19" fmla="*/ 162 h 1014"/>
                <a:gd name="T20" fmla="*/ 277 w 1130"/>
                <a:gd name="T21" fmla="*/ 116 h 1014"/>
                <a:gd name="T22" fmla="*/ 1130 w 1130"/>
                <a:gd name="T23" fmla="*/ 0 h 1014"/>
                <a:gd name="T24" fmla="*/ 1130 w 1130"/>
                <a:gd name="T25" fmla="*/ 0 h 1014"/>
                <a:gd name="T26" fmla="*/ 646 w 1130"/>
                <a:gd name="T27" fmla="*/ 806 h 1014"/>
                <a:gd name="T28" fmla="*/ 577 w 1130"/>
                <a:gd name="T29" fmla="*/ 922 h 1014"/>
                <a:gd name="T30" fmla="*/ 600 w 1130"/>
                <a:gd name="T31" fmla="*/ 1014 h 1014"/>
                <a:gd name="T32" fmla="*/ 600 w 1130"/>
                <a:gd name="T33" fmla="*/ 1014 h 1014"/>
                <a:gd name="T34" fmla="*/ 300 w 1130"/>
                <a:gd name="T35" fmla="*/ 599 h 1014"/>
                <a:gd name="T36" fmla="*/ 392 w 1130"/>
                <a:gd name="T37" fmla="*/ 576 h 1014"/>
                <a:gd name="T38" fmla="*/ 392 w 1130"/>
                <a:gd name="T39" fmla="*/ 576 h 1014"/>
                <a:gd name="T40" fmla="*/ 415 w 1130"/>
                <a:gd name="T41" fmla="*/ 669 h 1014"/>
                <a:gd name="T42" fmla="*/ 507 w 1130"/>
                <a:gd name="T43" fmla="*/ 645 h 1014"/>
                <a:gd name="T44" fmla="*/ 507 w 1130"/>
                <a:gd name="T45" fmla="*/ 645 h 1014"/>
                <a:gd name="T46" fmla="*/ 484 w 1130"/>
                <a:gd name="T47" fmla="*/ 553 h 1014"/>
                <a:gd name="T48" fmla="*/ 577 w 1130"/>
                <a:gd name="T49" fmla="*/ 530 h 1014"/>
                <a:gd name="T50" fmla="*/ 646 w 1130"/>
                <a:gd name="T51" fmla="*/ 415 h 1014"/>
                <a:gd name="T52" fmla="*/ 646 w 1130"/>
                <a:gd name="T53" fmla="*/ 415 h 1014"/>
                <a:gd name="T54" fmla="*/ 853 w 1130"/>
                <a:gd name="T55" fmla="*/ 69 h 1014"/>
                <a:gd name="T56" fmla="*/ 484 w 1130"/>
                <a:gd name="T57" fmla="*/ 162 h 1014"/>
                <a:gd name="T58" fmla="*/ 646 w 1130"/>
                <a:gd name="T59" fmla="*/ 415 h 10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130" h="1014">
                  <a:moveTo>
                    <a:pt x="577" y="530"/>
                  </a:moveTo>
                  <a:cubicBezTo>
                    <a:pt x="392" y="185"/>
                    <a:pt x="392" y="185"/>
                    <a:pt x="392" y="185"/>
                  </a:cubicBezTo>
                  <a:cubicBezTo>
                    <a:pt x="300" y="208"/>
                    <a:pt x="300" y="208"/>
                    <a:pt x="300" y="208"/>
                  </a:cubicBezTo>
                  <a:cubicBezTo>
                    <a:pt x="207" y="231"/>
                    <a:pt x="207" y="231"/>
                    <a:pt x="207" y="231"/>
                  </a:cubicBezTo>
                  <a:cubicBezTo>
                    <a:pt x="207" y="231"/>
                    <a:pt x="207" y="231"/>
                    <a:pt x="231" y="323"/>
                  </a:cubicBezTo>
                  <a:cubicBezTo>
                    <a:pt x="231" y="323"/>
                    <a:pt x="231" y="323"/>
                    <a:pt x="254" y="415"/>
                  </a:cubicBezTo>
                  <a:cubicBezTo>
                    <a:pt x="254" y="415"/>
                    <a:pt x="254" y="415"/>
                    <a:pt x="254" y="415"/>
                  </a:cubicBezTo>
                  <a:cubicBezTo>
                    <a:pt x="0" y="185"/>
                    <a:pt x="0" y="185"/>
                    <a:pt x="0" y="185"/>
                  </a:cubicBezTo>
                  <a:cubicBezTo>
                    <a:pt x="69" y="70"/>
                    <a:pt x="69" y="70"/>
                    <a:pt x="69" y="70"/>
                  </a:cubicBezTo>
                  <a:cubicBezTo>
                    <a:pt x="92" y="162"/>
                    <a:pt x="92" y="162"/>
                    <a:pt x="92" y="162"/>
                  </a:cubicBezTo>
                  <a:cubicBezTo>
                    <a:pt x="184" y="139"/>
                    <a:pt x="184" y="139"/>
                    <a:pt x="277" y="116"/>
                  </a:cubicBezTo>
                  <a:cubicBezTo>
                    <a:pt x="1130" y="0"/>
                    <a:pt x="1130" y="0"/>
                    <a:pt x="1130" y="0"/>
                  </a:cubicBezTo>
                  <a:cubicBezTo>
                    <a:pt x="1130" y="0"/>
                    <a:pt x="1130" y="0"/>
                    <a:pt x="1130" y="0"/>
                  </a:cubicBezTo>
                  <a:cubicBezTo>
                    <a:pt x="646" y="806"/>
                    <a:pt x="646" y="806"/>
                    <a:pt x="646" y="806"/>
                  </a:cubicBezTo>
                  <a:cubicBezTo>
                    <a:pt x="577" y="922"/>
                    <a:pt x="577" y="922"/>
                    <a:pt x="577" y="922"/>
                  </a:cubicBezTo>
                  <a:cubicBezTo>
                    <a:pt x="577" y="922"/>
                    <a:pt x="577" y="922"/>
                    <a:pt x="600" y="1014"/>
                  </a:cubicBezTo>
                  <a:cubicBezTo>
                    <a:pt x="600" y="1014"/>
                    <a:pt x="600" y="1014"/>
                    <a:pt x="600" y="1014"/>
                  </a:cubicBezTo>
                  <a:cubicBezTo>
                    <a:pt x="300" y="599"/>
                    <a:pt x="300" y="599"/>
                    <a:pt x="300" y="599"/>
                  </a:cubicBezTo>
                  <a:cubicBezTo>
                    <a:pt x="392" y="576"/>
                    <a:pt x="392" y="576"/>
                    <a:pt x="392" y="576"/>
                  </a:cubicBezTo>
                  <a:cubicBezTo>
                    <a:pt x="392" y="576"/>
                    <a:pt x="392" y="576"/>
                    <a:pt x="392" y="576"/>
                  </a:cubicBezTo>
                  <a:cubicBezTo>
                    <a:pt x="415" y="669"/>
                    <a:pt x="415" y="669"/>
                    <a:pt x="415" y="669"/>
                  </a:cubicBezTo>
                  <a:cubicBezTo>
                    <a:pt x="507" y="645"/>
                    <a:pt x="507" y="645"/>
                    <a:pt x="507" y="645"/>
                  </a:cubicBezTo>
                  <a:cubicBezTo>
                    <a:pt x="507" y="645"/>
                    <a:pt x="507" y="645"/>
                    <a:pt x="507" y="645"/>
                  </a:cubicBezTo>
                  <a:cubicBezTo>
                    <a:pt x="507" y="645"/>
                    <a:pt x="507" y="645"/>
                    <a:pt x="484" y="553"/>
                  </a:cubicBezTo>
                  <a:lnTo>
                    <a:pt x="577" y="530"/>
                  </a:lnTo>
                  <a:close/>
                  <a:moveTo>
                    <a:pt x="646" y="415"/>
                  </a:moveTo>
                  <a:cubicBezTo>
                    <a:pt x="646" y="415"/>
                    <a:pt x="646" y="415"/>
                    <a:pt x="646" y="415"/>
                  </a:cubicBezTo>
                  <a:cubicBezTo>
                    <a:pt x="853" y="69"/>
                    <a:pt x="853" y="69"/>
                    <a:pt x="853" y="69"/>
                  </a:cubicBezTo>
                  <a:cubicBezTo>
                    <a:pt x="484" y="162"/>
                    <a:pt x="484" y="162"/>
                    <a:pt x="484" y="162"/>
                  </a:cubicBezTo>
                  <a:lnTo>
                    <a:pt x="646" y="4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3" name="Freeform 20">
              <a:extLst>
                <a:ext uri="{FF2B5EF4-FFF2-40B4-BE49-F238E27FC236}">
                  <a16:creationId xmlns:a16="http://schemas.microsoft.com/office/drawing/2014/main" id="{EBCEE60D-B9BC-4C47-AB08-288BD0DFAC3A}"/>
                </a:ext>
              </a:extLst>
            </p:cNvPr>
            <p:cNvSpPr>
              <a:spLocks/>
            </p:cNvSpPr>
            <p:nvPr/>
          </p:nvSpPr>
          <p:spPr bwMode="auto">
            <a:xfrm>
              <a:off x="-5351463" y="868363"/>
              <a:ext cx="420688" cy="430213"/>
            </a:xfrm>
            <a:custGeom>
              <a:avLst/>
              <a:gdLst>
                <a:gd name="T0" fmla="*/ 1130 w 1130"/>
                <a:gd name="T1" fmla="*/ 644 h 1152"/>
                <a:gd name="T2" fmla="*/ 969 w 1130"/>
                <a:gd name="T3" fmla="*/ 783 h 1152"/>
                <a:gd name="T4" fmla="*/ 969 w 1130"/>
                <a:gd name="T5" fmla="*/ 783 h 1152"/>
                <a:gd name="T6" fmla="*/ 1038 w 1130"/>
                <a:gd name="T7" fmla="*/ 668 h 1152"/>
                <a:gd name="T8" fmla="*/ 1015 w 1130"/>
                <a:gd name="T9" fmla="*/ 575 h 1152"/>
                <a:gd name="T10" fmla="*/ 992 w 1130"/>
                <a:gd name="T11" fmla="*/ 483 h 1152"/>
                <a:gd name="T12" fmla="*/ 876 w 1130"/>
                <a:gd name="T13" fmla="*/ 414 h 1152"/>
                <a:gd name="T14" fmla="*/ 323 w 1130"/>
                <a:gd name="T15" fmla="*/ 945 h 1152"/>
                <a:gd name="T16" fmla="*/ 254 w 1130"/>
                <a:gd name="T17" fmla="*/ 1060 h 1152"/>
                <a:gd name="T18" fmla="*/ 254 w 1130"/>
                <a:gd name="T19" fmla="*/ 1060 h 1152"/>
                <a:gd name="T20" fmla="*/ 369 w 1130"/>
                <a:gd name="T21" fmla="*/ 1129 h 1152"/>
                <a:gd name="T22" fmla="*/ 369 w 1130"/>
                <a:gd name="T23" fmla="*/ 1129 h 1152"/>
                <a:gd name="T24" fmla="*/ 277 w 1130"/>
                <a:gd name="T25" fmla="*/ 1152 h 1152"/>
                <a:gd name="T26" fmla="*/ 0 w 1130"/>
                <a:gd name="T27" fmla="*/ 830 h 1152"/>
                <a:gd name="T28" fmla="*/ 0 w 1130"/>
                <a:gd name="T29" fmla="*/ 830 h 1152"/>
                <a:gd name="T30" fmla="*/ 0 w 1130"/>
                <a:gd name="T31" fmla="*/ 830 h 1152"/>
                <a:gd name="T32" fmla="*/ 116 w 1130"/>
                <a:gd name="T33" fmla="*/ 899 h 1152"/>
                <a:gd name="T34" fmla="*/ 116 w 1130"/>
                <a:gd name="T35" fmla="*/ 899 h 1152"/>
                <a:gd name="T36" fmla="*/ 185 w 1130"/>
                <a:gd name="T37" fmla="*/ 784 h 1152"/>
                <a:gd name="T38" fmla="*/ 738 w 1130"/>
                <a:gd name="T39" fmla="*/ 253 h 1152"/>
                <a:gd name="T40" fmla="*/ 738 w 1130"/>
                <a:gd name="T41" fmla="*/ 253 h 1152"/>
                <a:gd name="T42" fmla="*/ 530 w 1130"/>
                <a:gd name="T43" fmla="*/ 207 h 1152"/>
                <a:gd name="T44" fmla="*/ 346 w 1130"/>
                <a:gd name="T45" fmla="*/ 254 h 1152"/>
                <a:gd name="T46" fmla="*/ 323 w 1130"/>
                <a:gd name="T47" fmla="*/ 161 h 1152"/>
                <a:gd name="T48" fmla="*/ 576 w 1130"/>
                <a:gd name="T49" fmla="*/ 0 h 1152"/>
                <a:gd name="T50" fmla="*/ 1130 w 1130"/>
                <a:gd name="T51" fmla="*/ 644 h 1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130" h="1152">
                  <a:moveTo>
                    <a:pt x="1130" y="644"/>
                  </a:moveTo>
                  <a:cubicBezTo>
                    <a:pt x="969" y="783"/>
                    <a:pt x="969" y="783"/>
                    <a:pt x="969" y="783"/>
                  </a:cubicBezTo>
                  <a:cubicBezTo>
                    <a:pt x="969" y="783"/>
                    <a:pt x="969" y="783"/>
                    <a:pt x="969" y="783"/>
                  </a:cubicBezTo>
                  <a:cubicBezTo>
                    <a:pt x="1038" y="668"/>
                    <a:pt x="1038" y="668"/>
                    <a:pt x="1038" y="668"/>
                  </a:cubicBezTo>
                  <a:cubicBezTo>
                    <a:pt x="1015" y="575"/>
                    <a:pt x="1015" y="575"/>
                    <a:pt x="1015" y="575"/>
                  </a:cubicBezTo>
                  <a:cubicBezTo>
                    <a:pt x="992" y="483"/>
                    <a:pt x="992" y="483"/>
                    <a:pt x="992" y="483"/>
                  </a:cubicBezTo>
                  <a:cubicBezTo>
                    <a:pt x="876" y="414"/>
                    <a:pt x="876" y="414"/>
                    <a:pt x="876" y="414"/>
                  </a:cubicBezTo>
                  <a:cubicBezTo>
                    <a:pt x="323" y="945"/>
                    <a:pt x="323" y="945"/>
                    <a:pt x="323" y="945"/>
                  </a:cubicBezTo>
                  <a:cubicBezTo>
                    <a:pt x="346" y="1037"/>
                    <a:pt x="346" y="1037"/>
                    <a:pt x="254" y="1060"/>
                  </a:cubicBezTo>
                  <a:cubicBezTo>
                    <a:pt x="254" y="1060"/>
                    <a:pt x="254" y="1060"/>
                    <a:pt x="254" y="1060"/>
                  </a:cubicBezTo>
                  <a:cubicBezTo>
                    <a:pt x="277" y="1152"/>
                    <a:pt x="277" y="1152"/>
                    <a:pt x="369" y="1129"/>
                  </a:cubicBezTo>
                  <a:cubicBezTo>
                    <a:pt x="369" y="1129"/>
                    <a:pt x="369" y="1129"/>
                    <a:pt x="369" y="1129"/>
                  </a:cubicBezTo>
                  <a:cubicBezTo>
                    <a:pt x="277" y="1152"/>
                    <a:pt x="277" y="1152"/>
                    <a:pt x="277" y="1152"/>
                  </a:cubicBezTo>
                  <a:cubicBezTo>
                    <a:pt x="0" y="830"/>
                    <a:pt x="0" y="830"/>
                    <a:pt x="0" y="830"/>
                  </a:cubicBezTo>
                  <a:cubicBezTo>
                    <a:pt x="0" y="830"/>
                    <a:pt x="0" y="830"/>
                    <a:pt x="0" y="830"/>
                  </a:cubicBezTo>
                  <a:cubicBezTo>
                    <a:pt x="0" y="830"/>
                    <a:pt x="0" y="830"/>
                    <a:pt x="0" y="830"/>
                  </a:cubicBezTo>
                  <a:cubicBezTo>
                    <a:pt x="0" y="830"/>
                    <a:pt x="93" y="807"/>
                    <a:pt x="116" y="899"/>
                  </a:cubicBezTo>
                  <a:cubicBezTo>
                    <a:pt x="116" y="899"/>
                    <a:pt x="116" y="899"/>
                    <a:pt x="116" y="899"/>
                  </a:cubicBezTo>
                  <a:cubicBezTo>
                    <a:pt x="185" y="784"/>
                    <a:pt x="185" y="784"/>
                    <a:pt x="185" y="784"/>
                  </a:cubicBezTo>
                  <a:cubicBezTo>
                    <a:pt x="738" y="253"/>
                    <a:pt x="738" y="253"/>
                    <a:pt x="738" y="253"/>
                  </a:cubicBezTo>
                  <a:cubicBezTo>
                    <a:pt x="738" y="253"/>
                    <a:pt x="738" y="253"/>
                    <a:pt x="738" y="253"/>
                  </a:cubicBezTo>
                  <a:cubicBezTo>
                    <a:pt x="623" y="184"/>
                    <a:pt x="623" y="184"/>
                    <a:pt x="530" y="207"/>
                  </a:cubicBezTo>
                  <a:cubicBezTo>
                    <a:pt x="507" y="115"/>
                    <a:pt x="415" y="138"/>
                    <a:pt x="346" y="254"/>
                  </a:cubicBezTo>
                  <a:cubicBezTo>
                    <a:pt x="323" y="161"/>
                    <a:pt x="323" y="161"/>
                    <a:pt x="323" y="161"/>
                  </a:cubicBezTo>
                  <a:cubicBezTo>
                    <a:pt x="576" y="0"/>
                    <a:pt x="576" y="0"/>
                    <a:pt x="576" y="0"/>
                  </a:cubicBezTo>
                  <a:lnTo>
                    <a:pt x="1130" y="6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4" name="Freeform 21">
              <a:extLst>
                <a:ext uri="{FF2B5EF4-FFF2-40B4-BE49-F238E27FC236}">
                  <a16:creationId xmlns:a16="http://schemas.microsoft.com/office/drawing/2014/main" id="{41A0C309-FC3D-40A6-A207-5B2A3203DECF}"/>
                </a:ext>
              </a:extLst>
            </p:cNvPr>
            <p:cNvSpPr>
              <a:spLocks/>
            </p:cNvSpPr>
            <p:nvPr/>
          </p:nvSpPr>
          <p:spPr bwMode="auto">
            <a:xfrm>
              <a:off x="-5033963" y="1238250"/>
              <a:ext cx="120650" cy="128588"/>
            </a:xfrm>
            <a:custGeom>
              <a:avLst/>
              <a:gdLst>
                <a:gd name="T0" fmla="*/ 60 w 76"/>
                <a:gd name="T1" fmla="*/ 81 h 81"/>
                <a:gd name="T2" fmla="*/ 0 w 76"/>
                <a:gd name="T3" fmla="*/ 27 h 81"/>
                <a:gd name="T4" fmla="*/ 16 w 76"/>
                <a:gd name="T5" fmla="*/ 0 h 81"/>
                <a:gd name="T6" fmla="*/ 76 w 76"/>
                <a:gd name="T7" fmla="*/ 54 h 81"/>
                <a:gd name="T8" fmla="*/ 60 w 76"/>
                <a:gd name="T9" fmla="*/ 81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" h="81">
                  <a:moveTo>
                    <a:pt x="60" y="81"/>
                  </a:moveTo>
                  <a:lnTo>
                    <a:pt x="0" y="27"/>
                  </a:lnTo>
                  <a:lnTo>
                    <a:pt x="16" y="0"/>
                  </a:lnTo>
                  <a:lnTo>
                    <a:pt x="76" y="54"/>
                  </a:lnTo>
                  <a:lnTo>
                    <a:pt x="60" y="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Freeform 22">
              <a:extLst>
                <a:ext uri="{FF2B5EF4-FFF2-40B4-BE49-F238E27FC236}">
                  <a16:creationId xmlns:a16="http://schemas.microsoft.com/office/drawing/2014/main" id="{70E048D5-22F9-4A56-9AB4-511414185EF9}"/>
                </a:ext>
              </a:extLst>
            </p:cNvPr>
            <p:cNvSpPr>
              <a:spLocks/>
            </p:cNvSpPr>
            <p:nvPr/>
          </p:nvSpPr>
          <p:spPr bwMode="auto">
            <a:xfrm>
              <a:off x="-5016500" y="1211263"/>
              <a:ext cx="385763" cy="387350"/>
            </a:xfrm>
            <a:custGeom>
              <a:avLst/>
              <a:gdLst>
                <a:gd name="T0" fmla="*/ 1038 w 1038"/>
                <a:gd name="T1" fmla="*/ 207 h 1037"/>
                <a:gd name="T2" fmla="*/ 922 w 1038"/>
                <a:gd name="T3" fmla="*/ 530 h 1037"/>
                <a:gd name="T4" fmla="*/ 899 w 1038"/>
                <a:gd name="T5" fmla="*/ 438 h 1037"/>
                <a:gd name="T6" fmla="*/ 945 w 1038"/>
                <a:gd name="T7" fmla="*/ 231 h 1037"/>
                <a:gd name="T8" fmla="*/ 807 w 1038"/>
                <a:gd name="T9" fmla="*/ 69 h 1037"/>
                <a:gd name="T10" fmla="*/ 715 w 1038"/>
                <a:gd name="T11" fmla="*/ 93 h 1037"/>
                <a:gd name="T12" fmla="*/ 622 w 1038"/>
                <a:gd name="T13" fmla="*/ 116 h 1037"/>
                <a:gd name="T14" fmla="*/ 553 w 1038"/>
                <a:gd name="T15" fmla="*/ 231 h 1037"/>
                <a:gd name="T16" fmla="*/ 577 w 1038"/>
                <a:gd name="T17" fmla="*/ 323 h 1037"/>
                <a:gd name="T18" fmla="*/ 692 w 1038"/>
                <a:gd name="T19" fmla="*/ 392 h 1037"/>
                <a:gd name="T20" fmla="*/ 761 w 1038"/>
                <a:gd name="T21" fmla="*/ 668 h 1037"/>
                <a:gd name="T22" fmla="*/ 807 w 1038"/>
                <a:gd name="T23" fmla="*/ 853 h 1037"/>
                <a:gd name="T24" fmla="*/ 554 w 1038"/>
                <a:gd name="T25" fmla="*/ 1014 h 1037"/>
                <a:gd name="T26" fmla="*/ 346 w 1038"/>
                <a:gd name="T27" fmla="*/ 968 h 1037"/>
                <a:gd name="T28" fmla="*/ 231 w 1038"/>
                <a:gd name="T29" fmla="*/ 899 h 1037"/>
                <a:gd name="T30" fmla="*/ 208 w 1038"/>
                <a:gd name="T31" fmla="*/ 807 h 1037"/>
                <a:gd name="T32" fmla="*/ 92 w 1038"/>
                <a:gd name="T33" fmla="*/ 738 h 1037"/>
                <a:gd name="T34" fmla="*/ 92 w 1038"/>
                <a:gd name="T35" fmla="*/ 738 h 1037"/>
                <a:gd name="T36" fmla="*/ 0 w 1038"/>
                <a:gd name="T37" fmla="*/ 761 h 1037"/>
                <a:gd name="T38" fmla="*/ 0 w 1038"/>
                <a:gd name="T39" fmla="*/ 761 h 1037"/>
                <a:gd name="T40" fmla="*/ 208 w 1038"/>
                <a:gd name="T41" fmla="*/ 416 h 1037"/>
                <a:gd name="T42" fmla="*/ 231 w 1038"/>
                <a:gd name="T43" fmla="*/ 508 h 1037"/>
                <a:gd name="T44" fmla="*/ 185 w 1038"/>
                <a:gd name="T45" fmla="*/ 715 h 1037"/>
                <a:gd name="T46" fmla="*/ 323 w 1038"/>
                <a:gd name="T47" fmla="*/ 876 h 1037"/>
                <a:gd name="T48" fmla="*/ 438 w 1038"/>
                <a:gd name="T49" fmla="*/ 945 h 1037"/>
                <a:gd name="T50" fmla="*/ 623 w 1038"/>
                <a:gd name="T51" fmla="*/ 899 h 1037"/>
                <a:gd name="T52" fmla="*/ 600 w 1038"/>
                <a:gd name="T53" fmla="*/ 807 h 1037"/>
                <a:gd name="T54" fmla="*/ 577 w 1038"/>
                <a:gd name="T55" fmla="*/ 715 h 1037"/>
                <a:gd name="T56" fmla="*/ 554 w 1038"/>
                <a:gd name="T57" fmla="*/ 623 h 1037"/>
                <a:gd name="T58" fmla="*/ 392 w 1038"/>
                <a:gd name="T59" fmla="*/ 369 h 1037"/>
                <a:gd name="T60" fmla="*/ 369 w 1038"/>
                <a:gd name="T61" fmla="*/ 277 h 1037"/>
                <a:gd name="T62" fmla="*/ 438 w 1038"/>
                <a:gd name="T63" fmla="*/ 162 h 1037"/>
                <a:gd name="T64" fmla="*/ 599 w 1038"/>
                <a:gd name="T65" fmla="*/ 23 h 1037"/>
                <a:gd name="T66" fmla="*/ 807 w 1038"/>
                <a:gd name="T67" fmla="*/ 69 h 1037"/>
                <a:gd name="T68" fmla="*/ 922 w 1038"/>
                <a:gd name="T69" fmla="*/ 138 h 1037"/>
                <a:gd name="T70" fmla="*/ 922 w 1038"/>
                <a:gd name="T71" fmla="*/ 138 h 1037"/>
                <a:gd name="T72" fmla="*/ 945 w 1038"/>
                <a:gd name="T73" fmla="*/ 231 h 1037"/>
                <a:gd name="T74" fmla="*/ 1038 w 1038"/>
                <a:gd name="T75" fmla="*/ 207 h 1037"/>
                <a:gd name="T76" fmla="*/ 1038 w 1038"/>
                <a:gd name="T77" fmla="*/ 207 h 10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38" h="1037">
                  <a:moveTo>
                    <a:pt x="1038" y="207"/>
                  </a:moveTo>
                  <a:cubicBezTo>
                    <a:pt x="922" y="530"/>
                    <a:pt x="922" y="530"/>
                    <a:pt x="922" y="530"/>
                  </a:cubicBezTo>
                  <a:cubicBezTo>
                    <a:pt x="899" y="438"/>
                    <a:pt x="899" y="438"/>
                    <a:pt x="899" y="438"/>
                  </a:cubicBezTo>
                  <a:cubicBezTo>
                    <a:pt x="899" y="438"/>
                    <a:pt x="969" y="323"/>
                    <a:pt x="945" y="231"/>
                  </a:cubicBezTo>
                  <a:cubicBezTo>
                    <a:pt x="922" y="138"/>
                    <a:pt x="830" y="161"/>
                    <a:pt x="807" y="69"/>
                  </a:cubicBezTo>
                  <a:cubicBezTo>
                    <a:pt x="715" y="93"/>
                    <a:pt x="715" y="93"/>
                    <a:pt x="715" y="93"/>
                  </a:cubicBezTo>
                  <a:cubicBezTo>
                    <a:pt x="622" y="116"/>
                    <a:pt x="622" y="116"/>
                    <a:pt x="622" y="116"/>
                  </a:cubicBezTo>
                  <a:cubicBezTo>
                    <a:pt x="530" y="139"/>
                    <a:pt x="530" y="139"/>
                    <a:pt x="553" y="231"/>
                  </a:cubicBezTo>
                  <a:cubicBezTo>
                    <a:pt x="553" y="231"/>
                    <a:pt x="553" y="231"/>
                    <a:pt x="577" y="323"/>
                  </a:cubicBezTo>
                  <a:cubicBezTo>
                    <a:pt x="692" y="392"/>
                    <a:pt x="692" y="392"/>
                    <a:pt x="692" y="392"/>
                  </a:cubicBezTo>
                  <a:cubicBezTo>
                    <a:pt x="738" y="576"/>
                    <a:pt x="761" y="668"/>
                    <a:pt x="761" y="668"/>
                  </a:cubicBezTo>
                  <a:cubicBezTo>
                    <a:pt x="784" y="761"/>
                    <a:pt x="807" y="853"/>
                    <a:pt x="807" y="853"/>
                  </a:cubicBezTo>
                  <a:cubicBezTo>
                    <a:pt x="738" y="968"/>
                    <a:pt x="646" y="991"/>
                    <a:pt x="554" y="1014"/>
                  </a:cubicBezTo>
                  <a:cubicBezTo>
                    <a:pt x="462" y="1037"/>
                    <a:pt x="462" y="1037"/>
                    <a:pt x="346" y="968"/>
                  </a:cubicBezTo>
                  <a:cubicBezTo>
                    <a:pt x="231" y="899"/>
                    <a:pt x="231" y="899"/>
                    <a:pt x="231" y="899"/>
                  </a:cubicBezTo>
                  <a:cubicBezTo>
                    <a:pt x="208" y="807"/>
                    <a:pt x="208" y="807"/>
                    <a:pt x="208" y="807"/>
                  </a:cubicBezTo>
                  <a:cubicBezTo>
                    <a:pt x="208" y="807"/>
                    <a:pt x="208" y="807"/>
                    <a:pt x="92" y="738"/>
                  </a:cubicBezTo>
                  <a:cubicBezTo>
                    <a:pt x="92" y="738"/>
                    <a:pt x="92" y="738"/>
                    <a:pt x="92" y="738"/>
                  </a:cubicBezTo>
                  <a:cubicBezTo>
                    <a:pt x="92" y="738"/>
                    <a:pt x="92" y="738"/>
                    <a:pt x="0" y="761"/>
                  </a:cubicBezTo>
                  <a:cubicBezTo>
                    <a:pt x="0" y="761"/>
                    <a:pt x="0" y="761"/>
                    <a:pt x="0" y="761"/>
                  </a:cubicBezTo>
                  <a:cubicBezTo>
                    <a:pt x="208" y="416"/>
                    <a:pt x="208" y="416"/>
                    <a:pt x="208" y="416"/>
                  </a:cubicBezTo>
                  <a:cubicBezTo>
                    <a:pt x="231" y="508"/>
                    <a:pt x="231" y="508"/>
                    <a:pt x="231" y="508"/>
                  </a:cubicBezTo>
                  <a:cubicBezTo>
                    <a:pt x="254" y="600"/>
                    <a:pt x="161" y="623"/>
                    <a:pt x="185" y="715"/>
                  </a:cubicBezTo>
                  <a:cubicBezTo>
                    <a:pt x="208" y="807"/>
                    <a:pt x="323" y="876"/>
                    <a:pt x="323" y="876"/>
                  </a:cubicBezTo>
                  <a:cubicBezTo>
                    <a:pt x="438" y="945"/>
                    <a:pt x="438" y="945"/>
                    <a:pt x="438" y="945"/>
                  </a:cubicBezTo>
                  <a:cubicBezTo>
                    <a:pt x="531" y="922"/>
                    <a:pt x="531" y="922"/>
                    <a:pt x="623" y="899"/>
                  </a:cubicBezTo>
                  <a:cubicBezTo>
                    <a:pt x="600" y="807"/>
                    <a:pt x="600" y="807"/>
                    <a:pt x="600" y="807"/>
                  </a:cubicBezTo>
                  <a:cubicBezTo>
                    <a:pt x="577" y="715"/>
                    <a:pt x="577" y="715"/>
                    <a:pt x="577" y="715"/>
                  </a:cubicBezTo>
                  <a:cubicBezTo>
                    <a:pt x="554" y="623"/>
                    <a:pt x="554" y="623"/>
                    <a:pt x="554" y="623"/>
                  </a:cubicBezTo>
                  <a:cubicBezTo>
                    <a:pt x="438" y="554"/>
                    <a:pt x="415" y="461"/>
                    <a:pt x="392" y="369"/>
                  </a:cubicBezTo>
                  <a:cubicBezTo>
                    <a:pt x="369" y="277"/>
                    <a:pt x="369" y="277"/>
                    <a:pt x="369" y="277"/>
                  </a:cubicBezTo>
                  <a:cubicBezTo>
                    <a:pt x="346" y="185"/>
                    <a:pt x="346" y="185"/>
                    <a:pt x="438" y="162"/>
                  </a:cubicBezTo>
                  <a:cubicBezTo>
                    <a:pt x="415" y="70"/>
                    <a:pt x="507" y="47"/>
                    <a:pt x="599" y="23"/>
                  </a:cubicBezTo>
                  <a:cubicBezTo>
                    <a:pt x="692" y="0"/>
                    <a:pt x="692" y="0"/>
                    <a:pt x="807" y="69"/>
                  </a:cubicBezTo>
                  <a:cubicBezTo>
                    <a:pt x="807" y="69"/>
                    <a:pt x="899" y="46"/>
                    <a:pt x="922" y="138"/>
                  </a:cubicBezTo>
                  <a:cubicBezTo>
                    <a:pt x="922" y="138"/>
                    <a:pt x="922" y="138"/>
                    <a:pt x="922" y="138"/>
                  </a:cubicBezTo>
                  <a:cubicBezTo>
                    <a:pt x="945" y="231"/>
                    <a:pt x="945" y="231"/>
                    <a:pt x="945" y="231"/>
                  </a:cubicBezTo>
                  <a:cubicBezTo>
                    <a:pt x="1038" y="207"/>
                    <a:pt x="1038" y="207"/>
                    <a:pt x="1038" y="207"/>
                  </a:cubicBezTo>
                  <a:cubicBezTo>
                    <a:pt x="1038" y="207"/>
                    <a:pt x="1038" y="207"/>
                    <a:pt x="1038" y="20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Freeform 23">
              <a:extLst>
                <a:ext uri="{FF2B5EF4-FFF2-40B4-BE49-F238E27FC236}">
                  <a16:creationId xmlns:a16="http://schemas.microsoft.com/office/drawing/2014/main" id="{BAD3F8E4-4D1B-4556-854C-3BD7AD06E077}"/>
                </a:ext>
              </a:extLst>
            </p:cNvPr>
            <p:cNvSpPr>
              <a:spLocks/>
            </p:cNvSpPr>
            <p:nvPr/>
          </p:nvSpPr>
          <p:spPr bwMode="auto">
            <a:xfrm>
              <a:off x="-4759325" y="1289050"/>
              <a:ext cx="412750" cy="473075"/>
            </a:xfrm>
            <a:custGeom>
              <a:avLst/>
              <a:gdLst>
                <a:gd name="T0" fmla="*/ 692 w 1107"/>
                <a:gd name="T1" fmla="*/ 207 h 1267"/>
                <a:gd name="T2" fmla="*/ 600 w 1107"/>
                <a:gd name="T3" fmla="*/ 622 h 1267"/>
                <a:gd name="T4" fmla="*/ 600 w 1107"/>
                <a:gd name="T5" fmla="*/ 622 h 1267"/>
                <a:gd name="T6" fmla="*/ 692 w 1107"/>
                <a:gd name="T7" fmla="*/ 599 h 1267"/>
                <a:gd name="T8" fmla="*/ 853 w 1107"/>
                <a:gd name="T9" fmla="*/ 461 h 1267"/>
                <a:gd name="T10" fmla="*/ 853 w 1107"/>
                <a:gd name="T11" fmla="*/ 461 h 1267"/>
                <a:gd name="T12" fmla="*/ 669 w 1107"/>
                <a:gd name="T13" fmla="*/ 899 h 1267"/>
                <a:gd name="T14" fmla="*/ 669 w 1107"/>
                <a:gd name="T15" fmla="*/ 899 h 1267"/>
                <a:gd name="T16" fmla="*/ 646 w 1107"/>
                <a:gd name="T17" fmla="*/ 806 h 1267"/>
                <a:gd name="T18" fmla="*/ 623 w 1107"/>
                <a:gd name="T19" fmla="*/ 714 h 1267"/>
                <a:gd name="T20" fmla="*/ 507 w 1107"/>
                <a:gd name="T21" fmla="*/ 645 h 1267"/>
                <a:gd name="T22" fmla="*/ 461 w 1107"/>
                <a:gd name="T23" fmla="*/ 853 h 1267"/>
                <a:gd name="T24" fmla="*/ 392 w 1107"/>
                <a:gd name="T25" fmla="*/ 968 h 1267"/>
                <a:gd name="T26" fmla="*/ 415 w 1107"/>
                <a:gd name="T27" fmla="*/ 1060 h 1267"/>
                <a:gd name="T28" fmla="*/ 508 w 1107"/>
                <a:gd name="T29" fmla="*/ 1037 h 1267"/>
                <a:gd name="T30" fmla="*/ 531 w 1107"/>
                <a:gd name="T31" fmla="*/ 1129 h 1267"/>
                <a:gd name="T32" fmla="*/ 715 w 1107"/>
                <a:gd name="T33" fmla="*/ 1083 h 1267"/>
                <a:gd name="T34" fmla="*/ 969 w 1107"/>
                <a:gd name="T35" fmla="*/ 921 h 1267"/>
                <a:gd name="T36" fmla="*/ 992 w 1107"/>
                <a:gd name="T37" fmla="*/ 1013 h 1267"/>
                <a:gd name="T38" fmla="*/ 761 w 1107"/>
                <a:gd name="T39" fmla="*/ 1267 h 1267"/>
                <a:gd name="T40" fmla="*/ 0 w 1107"/>
                <a:gd name="T41" fmla="*/ 968 h 1267"/>
                <a:gd name="T42" fmla="*/ 0 w 1107"/>
                <a:gd name="T43" fmla="*/ 968 h 1267"/>
                <a:gd name="T44" fmla="*/ 93 w 1107"/>
                <a:gd name="T45" fmla="*/ 945 h 1267"/>
                <a:gd name="T46" fmla="*/ 93 w 1107"/>
                <a:gd name="T47" fmla="*/ 945 h 1267"/>
                <a:gd name="T48" fmla="*/ 185 w 1107"/>
                <a:gd name="T49" fmla="*/ 922 h 1267"/>
                <a:gd name="T50" fmla="*/ 162 w 1107"/>
                <a:gd name="T51" fmla="*/ 830 h 1267"/>
                <a:gd name="T52" fmla="*/ 415 w 1107"/>
                <a:gd name="T53" fmla="*/ 277 h 1267"/>
                <a:gd name="T54" fmla="*/ 484 w 1107"/>
                <a:gd name="T55" fmla="*/ 161 h 1267"/>
                <a:gd name="T56" fmla="*/ 461 w 1107"/>
                <a:gd name="T57" fmla="*/ 69 h 1267"/>
                <a:gd name="T58" fmla="*/ 369 w 1107"/>
                <a:gd name="T59" fmla="*/ 93 h 1267"/>
                <a:gd name="T60" fmla="*/ 369 w 1107"/>
                <a:gd name="T61" fmla="*/ 93 h 1267"/>
                <a:gd name="T62" fmla="*/ 346 w 1107"/>
                <a:gd name="T63" fmla="*/ 0 h 1267"/>
                <a:gd name="T64" fmla="*/ 1107 w 1107"/>
                <a:gd name="T65" fmla="*/ 299 h 1267"/>
                <a:gd name="T66" fmla="*/ 992 w 1107"/>
                <a:gd name="T67" fmla="*/ 622 h 1267"/>
                <a:gd name="T68" fmla="*/ 992 w 1107"/>
                <a:gd name="T69" fmla="*/ 622 h 1267"/>
                <a:gd name="T70" fmla="*/ 1038 w 1107"/>
                <a:gd name="T71" fmla="*/ 414 h 1267"/>
                <a:gd name="T72" fmla="*/ 922 w 1107"/>
                <a:gd name="T73" fmla="*/ 345 h 1267"/>
                <a:gd name="T74" fmla="*/ 807 w 1107"/>
                <a:gd name="T75" fmla="*/ 276 h 1267"/>
                <a:gd name="T76" fmla="*/ 692 w 1107"/>
                <a:gd name="T77" fmla="*/ 207 h 1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107" h="1267">
                  <a:moveTo>
                    <a:pt x="692" y="207"/>
                  </a:moveTo>
                  <a:cubicBezTo>
                    <a:pt x="600" y="622"/>
                    <a:pt x="600" y="622"/>
                    <a:pt x="600" y="622"/>
                  </a:cubicBezTo>
                  <a:cubicBezTo>
                    <a:pt x="600" y="622"/>
                    <a:pt x="600" y="622"/>
                    <a:pt x="600" y="622"/>
                  </a:cubicBezTo>
                  <a:cubicBezTo>
                    <a:pt x="692" y="599"/>
                    <a:pt x="692" y="599"/>
                    <a:pt x="692" y="599"/>
                  </a:cubicBezTo>
                  <a:cubicBezTo>
                    <a:pt x="784" y="576"/>
                    <a:pt x="761" y="484"/>
                    <a:pt x="853" y="461"/>
                  </a:cubicBezTo>
                  <a:cubicBezTo>
                    <a:pt x="853" y="461"/>
                    <a:pt x="853" y="461"/>
                    <a:pt x="853" y="461"/>
                  </a:cubicBezTo>
                  <a:cubicBezTo>
                    <a:pt x="669" y="899"/>
                    <a:pt x="669" y="899"/>
                    <a:pt x="669" y="899"/>
                  </a:cubicBezTo>
                  <a:cubicBezTo>
                    <a:pt x="669" y="899"/>
                    <a:pt x="669" y="899"/>
                    <a:pt x="669" y="899"/>
                  </a:cubicBezTo>
                  <a:cubicBezTo>
                    <a:pt x="646" y="806"/>
                    <a:pt x="646" y="806"/>
                    <a:pt x="646" y="806"/>
                  </a:cubicBezTo>
                  <a:cubicBezTo>
                    <a:pt x="623" y="714"/>
                    <a:pt x="623" y="714"/>
                    <a:pt x="623" y="714"/>
                  </a:cubicBezTo>
                  <a:cubicBezTo>
                    <a:pt x="623" y="714"/>
                    <a:pt x="600" y="622"/>
                    <a:pt x="507" y="645"/>
                  </a:cubicBezTo>
                  <a:cubicBezTo>
                    <a:pt x="461" y="853"/>
                    <a:pt x="461" y="853"/>
                    <a:pt x="461" y="853"/>
                  </a:cubicBezTo>
                  <a:cubicBezTo>
                    <a:pt x="392" y="968"/>
                    <a:pt x="392" y="968"/>
                    <a:pt x="392" y="968"/>
                  </a:cubicBezTo>
                  <a:cubicBezTo>
                    <a:pt x="415" y="1060"/>
                    <a:pt x="415" y="1060"/>
                    <a:pt x="415" y="1060"/>
                  </a:cubicBezTo>
                  <a:cubicBezTo>
                    <a:pt x="415" y="1060"/>
                    <a:pt x="415" y="1060"/>
                    <a:pt x="508" y="1037"/>
                  </a:cubicBezTo>
                  <a:cubicBezTo>
                    <a:pt x="531" y="1129"/>
                    <a:pt x="531" y="1129"/>
                    <a:pt x="531" y="1129"/>
                  </a:cubicBezTo>
                  <a:cubicBezTo>
                    <a:pt x="623" y="1106"/>
                    <a:pt x="715" y="1083"/>
                    <a:pt x="715" y="1083"/>
                  </a:cubicBezTo>
                  <a:cubicBezTo>
                    <a:pt x="807" y="1060"/>
                    <a:pt x="900" y="1037"/>
                    <a:pt x="969" y="921"/>
                  </a:cubicBezTo>
                  <a:cubicBezTo>
                    <a:pt x="992" y="1013"/>
                    <a:pt x="992" y="1013"/>
                    <a:pt x="992" y="1013"/>
                  </a:cubicBezTo>
                  <a:cubicBezTo>
                    <a:pt x="761" y="1267"/>
                    <a:pt x="761" y="1267"/>
                    <a:pt x="761" y="1267"/>
                  </a:cubicBezTo>
                  <a:cubicBezTo>
                    <a:pt x="0" y="968"/>
                    <a:pt x="0" y="968"/>
                    <a:pt x="0" y="968"/>
                  </a:cubicBezTo>
                  <a:cubicBezTo>
                    <a:pt x="0" y="968"/>
                    <a:pt x="0" y="968"/>
                    <a:pt x="0" y="968"/>
                  </a:cubicBezTo>
                  <a:cubicBezTo>
                    <a:pt x="93" y="945"/>
                    <a:pt x="93" y="945"/>
                    <a:pt x="93" y="945"/>
                  </a:cubicBezTo>
                  <a:cubicBezTo>
                    <a:pt x="93" y="945"/>
                    <a:pt x="93" y="945"/>
                    <a:pt x="93" y="945"/>
                  </a:cubicBezTo>
                  <a:cubicBezTo>
                    <a:pt x="185" y="922"/>
                    <a:pt x="185" y="922"/>
                    <a:pt x="185" y="922"/>
                  </a:cubicBezTo>
                  <a:cubicBezTo>
                    <a:pt x="185" y="922"/>
                    <a:pt x="185" y="922"/>
                    <a:pt x="162" y="830"/>
                  </a:cubicBezTo>
                  <a:cubicBezTo>
                    <a:pt x="415" y="277"/>
                    <a:pt x="415" y="277"/>
                    <a:pt x="415" y="277"/>
                  </a:cubicBezTo>
                  <a:cubicBezTo>
                    <a:pt x="484" y="161"/>
                    <a:pt x="484" y="161"/>
                    <a:pt x="484" y="161"/>
                  </a:cubicBezTo>
                  <a:cubicBezTo>
                    <a:pt x="484" y="161"/>
                    <a:pt x="484" y="161"/>
                    <a:pt x="461" y="69"/>
                  </a:cubicBezTo>
                  <a:cubicBezTo>
                    <a:pt x="461" y="69"/>
                    <a:pt x="461" y="69"/>
                    <a:pt x="369" y="93"/>
                  </a:cubicBezTo>
                  <a:cubicBezTo>
                    <a:pt x="369" y="93"/>
                    <a:pt x="369" y="93"/>
                    <a:pt x="369" y="93"/>
                  </a:cubicBezTo>
                  <a:cubicBezTo>
                    <a:pt x="346" y="0"/>
                    <a:pt x="346" y="0"/>
                    <a:pt x="346" y="0"/>
                  </a:cubicBezTo>
                  <a:cubicBezTo>
                    <a:pt x="1107" y="299"/>
                    <a:pt x="1107" y="299"/>
                    <a:pt x="1107" y="299"/>
                  </a:cubicBezTo>
                  <a:cubicBezTo>
                    <a:pt x="992" y="622"/>
                    <a:pt x="992" y="622"/>
                    <a:pt x="992" y="622"/>
                  </a:cubicBezTo>
                  <a:cubicBezTo>
                    <a:pt x="992" y="622"/>
                    <a:pt x="992" y="622"/>
                    <a:pt x="992" y="622"/>
                  </a:cubicBezTo>
                  <a:cubicBezTo>
                    <a:pt x="1061" y="506"/>
                    <a:pt x="1038" y="414"/>
                    <a:pt x="1038" y="414"/>
                  </a:cubicBezTo>
                  <a:cubicBezTo>
                    <a:pt x="922" y="345"/>
                    <a:pt x="922" y="345"/>
                    <a:pt x="922" y="345"/>
                  </a:cubicBezTo>
                  <a:cubicBezTo>
                    <a:pt x="922" y="345"/>
                    <a:pt x="899" y="253"/>
                    <a:pt x="807" y="276"/>
                  </a:cubicBezTo>
                  <a:lnTo>
                    <a:pt x="692" y="2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Freeform 24">
              <a:extLst>
                <a:ext uri="{FF2B5EF4-FFF2-40B4-BE49-F238E27FC236}">
                  <a16:creationId xmlns:a16="http://schemas.microsoft.com/office/drawing/2014/main" id="{E8168CE8-27D9-4D2B-AE20-BB2856E0E94B}"/>
                </a:ext>
              </a:extLst>
            </p:cNvPr>
            <p:cNvSpPr>
              <a:spLocks/>
            </p:cNvSpPr>
            <p:nvPr/>
          </p:nvSpPr>
          <p:spPr bwMode="auto">
            <a:xfrm>
              <a:off x="-4397375" y="1425575"/>
              <a:ext cx="438150" cy="420688"/>
            </a:xfrm>
            <a:custGeom>
              <a:avLst/>
              <a:gdLst>
                <a:gd name="T0" fmla="*/ 461 w 1176"/>
                <a:gd name="T1" fmla="*/ 46 h 1128"/>
                <a:gd name="T2" fmla="*/ 830 w 1176"/>
                <a:gd name="T3" fmla="*/ 737 h 1128"/>
                <a:gd name="T4" fmla="*/ 922 w 1176"/>
                <a:gd name="T5" fmla="*/ 322 h 1128"/>
                <a:gd name="T6" fmla="*/ 899 w 1176"/>
                <a:gd name="T7" fmla="*/ 230 h 1128"/>
                <a:gd name="T8" fmla="*/ 876 w 1176"/>
                <a:gd name="T9" fmla="*/ 138 h 1128"/>
                <a:gd name="T10" fmla="*/ 853 w 1176"/>
                <a:gd name="T11" fmla="*/ 46 h 1128"/>
                <a:gd name="T12" fmla="*/ 1176 w 1176"/>
                <a:gd name="T13" fmla="*/ 160 h 1128"/>
                <a:gd name="T14" fmla="*/ 1176 w 1176"/>
                <a:gd name="T15" fmla="*/ 160 h 1128"/>
                <a:gd name="T16" fmla="*/ 1083 w 1176"/>
                <a:gd name="T17" fmla="*/ 184 h 1128"/>
                <a:gd name="T18" fmla="*/ 991 w 1176"/>
                <a:gd name="T19" fmla="*/ 207 h 1128"/>
                <a:gd name="T20" fmla="*/ 1014 w 1176"/>
                <a:gd name="T21" fmla="*/ 299 h 1128"/>
                <a:gd name="T22" fmla="*/ 830 w 1176"/>
                <a:gd name="T23" fmla="*/ 1128 h 1128"/>
                <a:gd name="T24" fmla="*/ 830 w 1176"/>
                <a:gd name="T25" fmla="*/ 1128 h 1128"/>
                <a:gd name="T26" fmla="*/ 299 w 1176"/>
                <a:gd name="T27" fmla="*/ 184 h 1128"/>
                <a:gd name="T28" fmla="*/ 254 w 1176"/>
                <a:gd name="T29" fmla="*/ 783 h 1128"/>
                <a:gd name="T30" fmla="*/ 185 w 1176"/>
                <a:gd name="T31" fmla="*/ 899 h 1128"/>
                <a:gd name="T32" fmla="*/ 300 w 1176"/>
                <a:gd name="T33" fmla="*/ 968 h 1128"/>
                <a:gd name="T34" fmla="*/ 300 w 1176"/>
                <a:gd name="T35" fmla="*/ 968 h 1128"/>
                <a:gd name="T36" fmla="*/ 300 w 1176"/>
                <a:gd name="T37" fmla="*/ 968 h 1128"/>
                <a:gd name="T38" fmla="*/ 0 w 1176"/>
                <a:gd name="T39" fmla="*/ 945 h 1128"/>
                <a:gd name="T40" fmla="*/ 0 w 1176"/>
                <a:gd name="T41" fmla="*/ 945 h 1128"/>
                <a:gd name="T42" fmla="*/ 92 w 1176"/>
                <a:gd name="T43" fmla="*/ 922 h 1128"/>
                <a:gd name="T44" fmla="*/ 161 w 1176"/>
                <a:gd name="T45" fmla="*/ 807 h 1128"/>
                <a:gd name="T46" fmla="*/ 276 w 1176"/>
                <a:gd name="T47" fmla="*/ 92 h 1128"/>
                <a:gd name="T48" fmla="*/ 276 w 1176"/>
                <a:gd name="T49" fmla="*/ 92 h 1128"/>
                <a:gd name="T50" fmla="*/ 253 w 1176"/>
                <a:gd name="T51" fmla="*/ 0 h 1128"/>
                <a:gd name="T52" fmla="*/ 161 w 1176"/>
                <a:gd name="T53" fmla="*/ 23 h 1128"/>
                <a:gd name="T54" fmla="*/ 161 w 1176"/>
                <a:gd name="T55" fmla="*/ 23 h 1128"/>
                <a:gd name="T56" fmla="*/ 461 w 1176"/>
                <a:gd name="T57" fmla="*/ 46 h 1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176" h="1128">
                  <a:moveTo>
                    <a:pt x="461" y="46"/>
                  </a:moveTo>
                  <a:cubicBezTo>
                    <a:pt x="830" y="737"/>
                    <a:pt x="830" y="737"/>
                    <a:pt x="830" y="737"/>
                  </a:cubicBezTo>
                  <a:cubicBezTo>
                    <a:pt x="922" y="322"/>
                    <a:pt x="922" y="322"/>
                    <a:pt x="922" y="322"/>
                  </a:cubicBezTo>
                  <a:cubicBezTo>
                    <a:pt x="899" y="230"/>
                    <a:pt x="991" y="207"/>
                    <a:pt x="899" y="230"/>
                  </a:cubicBezTo>
                  <a:cubicBezTo>
                    <a:pt x="876" y="138"/>
                    <a:pt x="876" y="138"/>
                    <a:pt x="876" y="138"/>
                  </a:cubicBezTo>
                  <a:cubicBezTo>
                    <a:pt x="853" y="46"/>
                    <a:pt x="853" y="46"/>
                    <a:pt x="853" y="46"/>
                  </a:cubicBezTo>
                  <a:cubicBezTo>
                    <a:pt x="1176" y="160"/>
                    <a:pt x="1176" y="160"/>
                    <a:pt x="1176" y="160"/>
                  </a:cubicBezTo>
                  <a:cubicBezTo>
                    <a:pt x="1176" y="160"/>
                    <a:pt x="1176" y="160"/>
                    <a:pt x="1176" y="160"/>
                  </a:cubicBezTo>
                  <a:cubicBezTo>
                    <a:pt x="1083" y="184"/>
                    <a:pt x="1083" y="184"/>
                    <a:pt x="1083" y="184"/>
                  </a:cubicBezTo>
                  <a:cubicBezTo>
                    <a:pt x="991" y="207"/>
                    <a:pt x="991" y="207"/>
                    <a:pt x="991" y="207"/>
                  </a:cubicBezTo>
                  <a:cubicBezTo>
                    <a:pt x="1014" y="299"/>
                    <a:pt x="1014" y="299"/>
                    <a:pt x="1014" y="299"/>
                  </a:cubicBezTo>
                  <a:cubicBezTo>
                    <a:pt x="830" y="1128"/>
                    <a:pt x="830" y="1128"/>
                    <a:pt x="830" y="1128"/>
                  </a:cubicBezTo>
                  <a:cubicBezTo>
                    <a:pt x="830" y="1128"/>
                    <a:pt x="830" y="1128"/>
                    <a:pt x="830" y="1128"/>
                  </a:cubicBezTo>
                  <a:cubicBezTo>
                    <a:pt x="299" y="184"/>
                    <a:pt x="299" y="184"/>
                    <a:pt x="299" y="184"/>
                  </a:cubicBezTo>
                  <a:cubicBezTo>
                    <a:pt x="254" y="783"/>
                    <a:pt x="254" y="783"/>
                    <a:pt x="254" y="783"/>
                  </a:cubicBezTo>
                  <a:cubicBezTo>
                    <a:pt x="185" y="899"/>
                    <a:pt x="185" y="899"/>
                    <a:pt x="185" y="899"/>
                  </a:cubicBezTo>
                  <a:cubicBezTo>
                    <a:pt x="300" y="968"/>
                    <a:pt x="300" y="968"/>
                    <a:pt x="300" y="968"/>
                  </a:cubicBezTo>
                  <a:cubicBezTo>
                    <a:pt x="300" y="968"/>
                    <a:pt x="300" y="968"/>
                    <a:pt x="300" y="968"/>
                  </a:cubicBezTo>
                  <a:cubicBezTo>
                    <a:pt x="300" y="968"/>
                    <a:pt x="300" y="968"/>
                    <a:pt x="300" y="968"/>
                  </a:cubicBezTo>
                  <a:cubicBezTo>
                    <a:pt x="0" y="945"/>
                    <a:pt x="0" y="945"/>
                    <a:pt x="0" y="945"/>
                  </a:cubicBezTo>
                  <a:cubicBezTo>
                    <a:pt x="0" y="945"/>
                    <a:pt x="0" y="945"/>
                    <a:pt x="0" y="945"/>
                  </a:cubicBezTo>
                  <a:cubicBezTo>
                    <a:pt x="92" y="922"/>
                    <a:pt x="92" y="922"/>
                    <a:pt x="92" y="922"/>
                  </a:cubicBezTo>
                  <a:cubicBezTo>
                    <a:pt x="185" y="899"/>
                    <a:pt x="161" y="807"/>
                    <a:pt x="161" y="807"/>
                  </a:cubicBezTo>
                  <a:cubicBezTo>
                    <a:pt x="276" y="92"/>
                    <a:pt x="276" y="92"/>
                    <a:pt x="276" y="92"/>
                  </a:cubicBezTo>
                  <a:cubicBezTo>
                    <a:pt x="276" y="92"/>
                    <a:pt x="276" y="92"/>
                    <a:pt x="276" y="92"/>
                  </a:cubicBezTo>
                  <a:cubicBezTo>
                    <a:pt x="253" y="0"/>
                    <a:pt x="253" y="0"/>
                    <a:pt x="253" y="0"/>
                  </a:cubicBezTo>
                  <a:cubicBezTo>
                    <a:pt x="161" y="23"/>
                    <a:pt x="161" y="23"/>
                    <a:pt x="161" y="23"/>
                  </a:cubicBezTo>
                  <a:cubicBezTo>
                    <a:pt x="161" y="23"/>
                    <a:pt x="161" y="23"/>
                    <a:pt x="161" y="23"/>
                  </a:cubicBezTo>
                  <a:lnTo>
                    <a:pt x="461" y="4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Freeform 25">
              <a:extLst>
                <a:ext uri="{FF2B5EF4-FFF2-40B4-BE49-F238E27FC236}">
                  <a16:creationId xmlns:a16="http://schemas.microsoft.com/office/drawing/2014/main" id="{AEB64955-26C1-4DD3-9C24-4B792274B438}"/>
                </a:ext>
              </a:extLst>
            </p:cNvPr>
            <p:cNvSpPr>
              <a:spLocks/>
            </p:cNvSpPr>
            <p:nvPr/>
          </p:nvSpPr>
          <p:spPr bwMode="auto">
            <a:xfrm>
              <a:off x="-3848100" y="1408113"/>
              <a:ext cx="352425" cy="420688"/>
            </a:xfrm>
            <a:custGeom>
              <a:avLst/>
              <a:gdLst>
                <a:gd name="T0" fmla="*/ 0 w 946"/>
                <a:gd name="T1" fmla="*/ 231 h 1129"/>
                <a:gd name="T2" fmla="*/ 461 w 946"/>
                <a:gd name="T3" fmla="*/ 115 h 1129"/>
                <a:gd name="T4" fmla="*/ 461 w 946"/>
                <a:gd name="T5" fmla="*/ 115 h 1129"/>
                <a:gd name="T6" fmla="*/ 461 w 946"/>
                <a:gd name="T7" fmla="*/ 115 h 1129"/>
                <a:gd name="T8" fmla="*/ 369 w 946"/>
                <a:gd name="T9" fmla="*/ 139 h 1129"/>
                <a:gd name="T10" fmla="*/ 299 w 946"/>
                <a:gd name="T11" fmla="*/ 254 h 1129"/>
                <a:gd name="T12" fmla="*/ 322 w 946"/>
                <a:gd name="T13" fmla="*/ 346 h 1129"/>
                <a:gd name="T14" fmla="*/ 438 w 946"/>
                <a:gd name="T15" fmla="*/ 807 h 1129"/>
                <a:gd name="T16" fmla="*/ 484 w 946"/>
                <a:gd name="T17" fmla="*/ 991 h 1129"/>
                <a:gd name="T18" fmla="*/ 484 w 946"/>
                <a:gd name="T19" fmla="*/ 991 h 1129"/>
                <a:gd name="T20" fmla="*/ 692 w 946"/>
                <a:gd name="T21" fmla="*/ 1037 h 1129"/>
                <a:gd name="T22" fmla="*/ 784 w 946"/>
                <a:gd name="T23" fmla="*/ 1014 h 1129"/>
                <a:gd name="T24" fmla="*/ 853 w 946"/>
                <a:gd name="T25" fmla="*/ 898 h 1129"/>
                <a:gd name="T26" fmla="*/ 876 w 946"/>
                <a:gd name="T27" fmla="*/ 599 h 1129"/>
                <a:gd name="T28" fmla="*/ 784 w 946"/>
                <a:gd name="T29" fmla="*/ 230 h 1129"/>
                <a:gd name="T30" fmla="*/ 761 w 946"/>
                <a:gd name="T31" fmla="*/ 138 h 1129"/>
                <a:gd name="T32" fmla="*/ 761 w 946"/>
                <a:gd name="T33" fmla="*/ 138 h 1129"/>
                <a:gd name="T34" fmla="*/ 645 w 946"/>
                <a:gd name="T35" fmla="*/ 69 h 1129"/>
                <a:gd name="T36" fmla="*/ 645 w 946"/>
                <a:gd name="T37" fmla="*/ 69 h 1129"/>
                <a:gd name="T38" fmla="*/ 922 w 946"/>
                <a:gd name="T39" fmla="*/ 0 h 1129"/>
                <a:gd name="T40" fmla="*/ 945 w 946"/>
                <a:gd name="T41" fmla="*/ 92 h 1129"/>
                <a:gd name="T42" fmla="*/ 945 w 946"/>
                <a:gd name="T43" fmla="*/ 92 h 1129"/>
                <a:gd name="T44" fmla="*/ 853 w 946"/>
                <a:gd name="T45" fmla="*/ 115 h 1129"/>
                <a:gd name="T46" fmla="*/ 853 w 946"/>
                <a:gd name="T47" fmla="*/ 115 h 1129"/>
                <a:gd name="T48" fmla="*/ 876 w 946"/>
                <a:gd name="T49" fmla="*/ 207 h 1129"/>
                <a:gd name="T50" fmla="*/ 876 w 946"/>
                <a:gd name="T51" fmla="*/ 599 h 1129"/>
                <a:gd name="T52" fmla="*/ 946 w 946"/>
                <a:gd name="T53" fmla="*/ 875 h 1129"/>
                <a:gd name="T54" fmla="*/ 784 w 946"/>
                <a:gd name="T55" fmla="*/ 1014 h 1129"/>
                <a:gd name="T56" fmla="*/ 600 w 946"/>
                <a:gd name="T57" fmla="*/ 1060 h 1129"/>
                <a:gd name="T58" fmla="*/ 415 w 946"/>
                <a:gd name="T59" fmla="*/ 1106 h 1129"/>
                <a:gd name="T60" fmla="*/ 300 w 946"/>
                <a:gd name="T61" fmla="*/ 1037 h 1129"/>
                <a:gd name="T62" fmla="*/ 161 w 946"/>
                <a:gd name="T63" fmla="*/ 876 h 1129"/>
                <a:gd name="T64" fmla="*/ 115 w 946"/>
                <a:gd name="T65" fmla="*/ 300 h 1129"/>
                <a:gd name="T66" fmla="*/ 92 w 946"/>
                <a:gd name="T67" fmla="*/ 208 h 1129"/>
                <a:gd name="T68" fmla="*/ 92 w 946"/>
                <a:gd name="T69" fmla="*/ 208 h 1129"/>
                <a:gd name="T70" fmla="*/ 0 w 946"/>
                <a:gd name="T71" fmla="*/ 231 h 1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946" h="1129">
                  <a:moveTo>
                    <a:pt x="0" y="231"/>
                  </a:moveTo>
                  <a:cubicBezTo>
                    <a:pt x="461" y="115"/>
                    <a:pt x="461" y="115"/>
                    <a:pt x="461" y="115"/>
                  </a:cubicBezTo>
                  <a:cubicBezTo>
                    <a:pt x="461" y="115"/>
                    <a:pt x="461" y="115"/>
                    <a:pt x="461" y="115"/>
                  </a:cubicBezTo>
                  <a:cubicBezTo>
                    <a:pt x="461" y="115"/>
                    <a:pt x="461" y="115"/>
                    <a:pt x="461" y="115"/>
                  </a:cubicBezTo>
                  <a:cubicBezTo>
                    <a:pt x="369" y="139"/>
                    <a:pt x="369" y="139"/>
                    <a:pt x="369" y="139"/>
                  </a:cubicBezTo>
                  <a:cubicBezTo>
                    <a:pt x="369" y="139"/>
                    <a:pt x="369" y="139"/>
                    <a:pt x="299" y="254"/>
                  </a:cubicBezTo>
                  <a:cubicBezTo>
                    <a:pt x="299" y="254"/>
                    <a:pt x="299" y="254"/>
                    <a:pt x="322" y="346"/>
                  </a:cubicBezTo>
                  <a:cubicBezTo>
                    <a:pt x="438" y="807"/>
                    <a:pt x="438" y="807"/>
                    <a:pt x="438" y="807"/>
                  </a:cubicBezTo>
                  <a:cubicBezTo>
                    <a:pt x="461" y="899"/>
                    <a:pt x="461" y="899"/>
                    <a:pt x="484" y="991"/>
                  </a:cubicBezTo>
                  <a:cubicBezTo>
                    <a:pt x="484" y="991"/>
                    <a:pt x="484" y="991"/>
                    <a:pt x="484" y="991"/>
                  </a:cubicBezTo>
                  <a:cubicBezTo>
                    <a:pt x="600" y="1060"/>
                    <a:pt x="600" y="1060"/>
                    <a:pt x="692" y="1037"/>
                  </a:cubicBezTo>
                  <a:cubicBezTo>
                    <a:pt x="784" y="1014"/>
                    <a:pt x="784" y="1014"/>
                    <a:pt x="784" y="1014"/>
                  </a:cubicBezTo>
                  <a:cubicBezTo>
                    <a:pt x="853" y="898"/>
                    <a:pt x="853" y="898"/>
                    <a:pt x="853" y="898"/>
                  </a:cubicBezTo>
                  <a:cubicBezTo>
                    <a:pt x="830" y="806"/>
                    <a:pt x="807" y="714"/>
                    <a:pt x="876" y="599"/>
                  </a:cubicBezTo>
                  <a:cubicBezTo>
                    <a:pt x="784" y="230"/>
                    <a:pt x="784" y="230"/>
                    <a:pt x="784" y="230"/>
                  </a:cubicBezTo>
                  <a:cubicBezTo>
                    <a:pt x="761" y="138"/>
                    <a:pt x="761" y="138"/>
                    <a:pt x="761" y="138"/>
                  </a:cubicBezTo>
                  <a:cubicBezTo>
                    <a:pt x="761" y="138"/>
                    <a:pt x="761" y="138"/>
                    <a:pt x="761" y="138"/>
                  </a:cubicBezTo>
                  <a:cubicBezTo>
                    <a:pt x="668" y="161"/>
                    <a:pt x="645" y="69"/>
                    <a:pt x="645" y="69"/>
                  </a:cubicBezTo>
                  <a:cubicBezTo>
                    <a:pt x="645" y="69"/>
                    <a:pt x="645" y="69"/>
                    <a:pt x="645" y="69"/>
                  </a:cubicBezTo>
                  <a:cubicBezTo>
                    <a:pt x="922" y="0"/>
                    <a:pt x="922" y="0"/>
                    <a:pt x="922" y="0"/>
                  </a:cubicBezTo>
                  <a:cubicBezTo>
                    <a:pt x="945" y="92"/>
                    <a:pt x="945" y="92"/>
                    <a:pt x="945" y="92"/>
                  </a:cubicBezTo>
                  <a:cubicBezTo>
                    <a:pt x="945" y="92"/>
                    <a:pt x="945" y="92"/>
                    <a:pt x="945" y="92"/>
                  </a:cubicBezTo>
                  <a:cubicBezTo>
                    <a:pt x="853" y="115"/>
                    <a:pt x="853" y="115"/>
                    <a:pt x="853" y="115"/>
                  </a:cubicBezTo>
                  <a:cubicBezTo>
                    <a:pt x="853" y="115"/>
                    <a:pt x="853" y="115"/>
                    <a:pt x="853" y="115"/>
                  </a:cubicBezTo>
                  <a:cubicBezTo>
                    <a:pt x="876" y="207"/>
                    <a:pt x="876" y="207"/>
                    <a:pt x="876" y="207"/>
                  </a:cubicBezTo>
                  <a:cubicBezTo>
                    <a:pt x="876" y="599"/>
                    <a:pt x="876" y="599"/>
                    <a:pt x="876" y="599"/>
                  </a:cubicBezTo>
                  <a:cubicBezTo>
                    <a:pt x="899" y="691"/>
                    <a:pt x="922" y="783"/>
                    <a:pt x="946" y="875"/>
                  </a:cubicBezTo>
                  <a:cubicBezTo>
                    <a:pt x="946" y="875"/>
                    <a:pt x="876" y="990"/>
                    <a:pt x="784" y="1014"/>
                  </a:cubicBezTo>
                  <a:cubicBezTo>
                    <a:pt x="784" y="1014"/>
                    <a:pt x="715" y="1129"/>
                    <a:pt x="600" y="1060"/>
                  </a:cubicBezTo>
                  <a:cubicBezTo>
                    <a:pt x="507" y="1083"/>
                    <a:pt x="415" y="1106"/>
                    <a:pt x="415" y="1106"/>
                  </a:cubicBezTo>
                  <a:cubicBezTo>
                    <a:pt x="323" y="1129"/>
                    <a:pt x="300" y="1037"/>
                    <a:pt x="300" y="1037"/>
                  </a:cubicBezTo>
                  <a:cubicBezTo>
                    <a:pt x="185" y="968"/>
                    <a:pt x="161" y="876"/>
                    <a:pt x="161" y="876"/>
                  </a:cubicBezTo>
                  <a:cubicBezTo>
                    <a:pt x="115" y="300"/>
                    <a:pt x="115" y="300"/>
                    <a:pt x="115" y="300"/>
                  </a:cubicBezTo>
                  <a:cubicBezTo>
                    <a:pt x="115" y="300"/>
                    <a:pt x="115" y="300"/>
                    <a:pt x="92" y="208"/>
                  </a:cubicBezTo>
                  <a:cubicBezTo>
                    <a:pt x="92" y="208"/>
                    <a:pt x="92" y="208"/>
                    <a:pt x="92" y="208"/>
                  </a:cubicBezTo>
                  <a:cubicBezTo>
                    <a:pt x="0" y="231"/>
                    <a:pt x="0" y="231"/>
                    <a:pt x="0" y="2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9" name="Freeform 26">
              <a:extLst>
                <a:ext uri="{FF2B5EF4-FFF2-40B4-BE49-F238E27FC236}">
                  <a16:creationId xmlns:a16="http://schemas.microsoft.com/office/drawing/2014/main" id="{75E37B1A-8A2B-4A64-B754-F92F42BF4EFD}"/>
                </a:ext>
              </a:extLst>
            </p:cNvPr>
            <p:cNvSpPr>
              <a:spLocks/>
            </p:cNvSpPr>
            <p:nvPr/>
          </p:nvSpPr>
          <p:spPr bwMode="auto">
            <a:xfrm>
              <a:off x="-3538538" y="1287463"/>
              <a:ext cx="463550" cy="498475"/>
            </a:xfrm>
            <a:custGeom>
              <a:avLst/>
              <a:gdLst>
                <a:gd name="T0" fmla="*/ 369 w 1245"/>
                <a:gd name="T1" fmla="*/ 254 h 1337"/>
                <a:gd name="T2" fmla="*/ 1061 w 1245"/>
                <a:gd name="T3" fmla="*/ 668 h 1337"/>
                <a:gd name="T4" fmla="*/ 853 w 1245"/>
                <a:gd name="T5" fmla="*/ 231 h 1337"/>
                <a:gd name="T6" fmla="*/ 830 w 1245"/>
                <a:gd name="T7" fmla="*/ 139 h 1337"/>
                <a:gd name="T8" fmla="*/ 645 w 1245"/>
                <a:gd name="T9" fmla="*/ 185 h 1337"/>
                <a:gd name="T10" fmla="*/ 645 w 1245"/>
                <a:gd name="T11" fmla="*/ 185 h 1337"/>
                <a:gd name="T12" fmla="*/ 991 w 1245"/>
                <a:gd name="T13" fmla="*/ 0 h 1337"/>
                <a:gd name="T14" fmla="*/ 1014 w 1245"/>
                <a:gd name="T15" fmla="*/ 92 h 1337"/>
                <a:gd name="T16" fmla="*/ 922 w 1245"/>
                <a:gd name="T17" fmla="*/ 115 h 1337"/>
                <a:gd name="T18" fmla="*/ 922 w 1245"/>
                <a:gd name="T19" fmla="*/ 115 h 1337"/>
                <a:gd name="T20" fmla="*/ 945 w 1245"/>
                <a:gd name="T21" fmla="*/ 208 h 1337"/>
                <a:gd name="T22" fmla="*/ 1245 w 1245"/>
                <a:gd name="T23" fmla="*/ 1014 h 1337"/>
                <a:gd name="T24" fmla="*/ 1153 w 1245"/>
                <a:gd name="T25" fmla="*/ 1037 h 1337"/>
                <a:gd name="T26" fmla="*/ 323 w 1245"/>
                <a:gd name="T27" fmla="*/ 462 h 1337"/>
                <a:gd name="T28" fmla="*/ 484 w 1245"/>
                <a:gd name="T29" fmla="*/ 1107 h 1337"/>
                <a:gd name="T30" fmla="*/ 600 w 1245"/>
                <a:gd name="T31" fmla="*/ 1176 h 1337"/>
                <a:gd name="T32" fmla="*/ 692 w 1245"/>
                <a:gd name="T33" fmla="*/ 1153 h 1337"/>
                <a:gd name="T34" fmla="*/ 692 w 1245"/>
                <a:gd name="T35" fmla="*/ 1153 h 1337"/>
                <a:gd name="T36" fmla="*/ 692 w 1245"/>
                <a:gd name="T37" fmla="*/ 1153 h 1337"/>
                <a:gd name="T38" fmla="*/ 346 w 1245"/>
                <a:gd name="T39" fmla="*/ 1337 h 1337"/>
                <a:gd name="T40" fmla="*/ 323 w 1245"/>
                <a:gd name="T41" fmla="*/ 1245 h 1337"/>
                <a:gd name="T42" fmla="*/ 508 w 1245"/>
                <a:gd name="T43" fmla="*/ 1199 h 1337"/>
                <a:gd name="T44" fmla="*/ 484 w 1245"/>
                <a:gd name="T45" fmla="*/ 1107 h 1337"/>
                <a:gd name="T46" fmla="*/ 230 w 1245"/>
                <a:gd name="T47" fmla="*/ 485 h 1337"/>
                <a:gd name="T48" fmla="*/ 207 w 1245"/>
                <a:gd name="T49" fmla="*/ 393 h 1337"/>
                <a:gd name="T50" fmla="*/ 115 w 1245"/>
                <a:gd name="T51" fmla="*/ 416 h 1337"/>
                <a:gd name="T52" fmla="*/ 23 w 1245"/>
                <a:gd name="T53" fmla="*/ 439 h 1337"/>
                <a:gd name="T54" fmla="*/ 0 w 1245"/>
                <a:gd name="T55" fmla="*/ 347 h 1337"/>
                <a:gd name="T56" fmla="*/ 369 w 1245"/>
                <a:gd name="T57" fmla="*/ 254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45" h="1337">
                  <a:moveTo>
                    <a:pt x="369" y="254"/>
                  </a:moveTo>
                  <a:cubicBezTo>
                    <a:pt x="1061" y="668"/>
                    <a:pt x="1061" y="668"/>
                    <a:pt x="1061" y="668"/>
                  </a:cubicBezTo>
                  <a:cubicBezTo>
                    <a:pt x="853" y="231"/>
                    <a:pt x="853" y="231"/>
                    <a:pt x="853" y="231"/>
                  </a:cubicBezTo>
                  <a:cubicBezTo>
                    <a:pt x="830" y="139"/>
                    <a:pt x="830" y="139"/>
                    <a:pt x="830" y="139"/>
                  </a:cubicBezTo>
                  <a:cubicBezTo>
                    <a:pt x="738" y="162"/>
                    <a:pt x="738" y="162"/>
                    <a:pt x="645" y="185"/>
                  </a:cubicBezTo>
                  <a:cubicBezTo>
                    <a:pt x="645" y="185"/>
                    <a:pt x="645" y="185"/>
                    <a:pt x="645" y="185"/>
                  </a:cubicBezTo>
                  <a:cubicBezTo>
                    <a:pt x="991" y="0"/>
                    <a:pt x="991" y="0"/>
                    <a:pt x="991" y="0"/>
                  </a:cubicBezTo>
                  <a:cubicBezTo>
                    <a:pt x="1014" y="92"/>
                    <a:pt x="1014" y="92"/>
                    <a:pt x="1014" y="92"/>
                  </a:cubicBezTo>
                  <a:cubicBezTo>
                    <a:pt x="922" y="115"/>
                    <a:pt x="922" y="115"/>
                    <a:pt x="922" y="115"/>
                  </a:cubicBezTo>
                  <a:cubicBezTo>
                    <a:pt x="922" y="115"/>
                    <a:pt x="922" y="115"/>
                    <a:pt x="922" y="115"/>
                  </a:cubicBezTo>
                  <a:cubicBezTo>
                    <a:pt x="945" y="208"/>
                    <a:pt x="945" y="208"/>
                    <a:pt x="945" y="208"/>
                  </a:cubicBezTo>
                  <a:cubicBezTo>
                    <a:pt x="1245" y="1014"/>
                    <a:pt x="1245" y="1014"/>
                    <a:pt x="1245" y="1014"/>
                  </a:cubicBezTo>
                  <a:cubicBezTo>
                    <a:pt x="1153" y="1037"/>
                    <a:pt x="1153" y="1037"/>
                    <a:pt x="1153" y="1037"/>
                  </a:cubicBezTo>
                  <a:cubicBezTo>
                    <a:pt x="323" y="462"/>
                    <a:pt x="323" y="462"/>
                    <a:pt x="323" y="462"/>
                  </a:cubicBezTo>
                  <a:cubicBezTo>
                    <a:pt x="484" y="1107"/>
                    <a:pt x="484" y="1107"/>
                    <a:pt x="484" y="1107"/>
                  </a:cubicBezTo>
                  <a:cubicBezTo>
                    <a:pt x="600" y="1176"/>
                    <a:pt x="600" y="1176"/>
                    <a:pt x="600" y="1176"/>
                  </a:cubicBezTo>
                  <a:cubicBezTo>
                    <a:pt x="600" y="1176"/>
                    <a:pt x="600" y="1176"/>
                    <a:pt x="692" y="1153"/>
                  </a:cubicBezTo>
                  <a:cubicBezTo>
                    <a:pt x="692" y="1153"/>
                    <a:pt x="692" y="1153"/>
                    <a:pt x="692" y="1153"/>
                  </a:cubicBezTo>
                  <a:cubicBezTo>
                    <a:pt x="692" y="1153"/>
                    <a:pt x="692" y="1153"/>
                    <a:pt x="692" y="1153"/>
                  </a:cubicBezTo>
                  <a:cubicBezTo>
                    <a:pt x="346" y="1337"/>
                    <a:pt x="346" y="1337"/>
                    <a:pt x="346" y="1337"/>
                  </a:cubicBezTo>
                  <a:cubicBezTo>
                    <a:pt x="323" y="1245"/>
                    <a:pt x="323" y="1245"/>
                    <a:pt x="323" y="1245"/>
                  </a:cubicBezTo>
                  <a:cubicBezTo>
                    <a:pt x="415" y="1222"/>
                    <a:pt x="415" y="1222"/>
                    <a:pt x="508" y="1199"/>
                  </a:cubicBezTo>
                  <a:cubicBezTo>
                    <a:pt x="484" y="1107"/>
                    <a:pt x="484" y="1107"/>
                    <a:pt x="484" y="1107"/>
                  </a:cubicBezTo>
                  <a:cubicBezTo>
                    <a:pt x="230" y="485"/>
                    <a:pt x="230" y="485"/>
                    <a:pt x="230" y="485"/>
                  </a:cubicBezTo>
                  <a:cubicBezTo>
                    <a:pt x="207" y="393"/>
                    <a:pt x="207" y="393"/>
                    <a:pt x="207" y="393"/>
                  </a:cubicBezTo>
                  <a:cubicBezTo>
                    <a:pt x="115" y="416"/>
                    <a:pt x="115" y="416"/>
                    <a:pt x="115" y="416"/>
                  </a:cubicBezTo>
                  <a:cubicBezTo>
                    <a:pt x="115" y="416"/>
                    <a:pt x="115" y="416"/>
                    <a:pt x="23" y="439"/>
                  </a:cubicBezTo>
                  <a:cubicBezTo>
                    <a:pt x="0" y="347"/>
                    <a:pt x="0" y="347"/>
                    <a:pt x="0" y="347"/>
                  </a:cubicBezTo>
                  <a:lnTo>
                    <a:pt x="369" y="2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0" name="Freeform 27">
              <a:extLst>
                <a:ext uri="{FF2B5EF4-FFF2-40B4-BE49-F238E27FC236}">
                  <a16:creationId xmlns:a16="http://schemas.microsoft.com/office/drawing/2014/main" id="{8A5F9F73-0EAB-4BC8-8A59-AC7215F793C6}"/>
                </a:ext>
              </a:extLst>
            </p:cNvPr>
            <p:cNvSpPr>
              <a:spLocks/>
            </p:cNvSpPr>
            <p:nvPr/>
          </p:nvSpPr>
          <p:spPr bwMode="auto">
            <a:xfrm>
              <a:off x="-3168650" y="1209675"/>
              <a:ext cx="342900" cy="404813"/>
            </a:xfrm>
            <a:custGeom>
              <a:avLst/>
              <a:gdLst>
                <a:gd name="T0" fmla="*/ 923 w 923"/>
                <a:gd name="T1" fmla="*/ 760 h 1083"/>
                <a:gd name="T2" fmla="*/ 923 w 923"/>
                <a:gd name="T3" fmla="*/ 760 h 1083"/>
                <a:gd name="T4" fmla="*/ 508 w 923"/>
                <a:gd name="T5" fmla="*/ 1060 h 1083"/>
                <a:gd name="T6" fmla="*/ 416 w 923"/>
                <a:gd name="T7" fmla="*/ 1083 h 1083"/>
                <a:gd name="T8" fmla="*/ 508 w 923"/>
                <a:gd name="T9" fmla="*/ 1060 h 1083"/>
                <a:gd name="T10" fmla="*/ 485 w 923"/>
                <a:gd name="T11" fmla="*/ 968 h 1083"/>
                <a:gd name="T12" fmla="*/ 577 w 923"/>
                <a:gd name="T13" fmla="*/ 945 h 1083"/>
                <a:gd name="T14" fmla="*/ 462 w 923"/>
                <a:gd name="T15" fmla="*/ 876 h 1083"/>
                <a:gd name="T16" fmla="*/ 208 w 923"/>
                <a:gd name="T17" fmla="*/ 254 h 1083"/>
                <a:gd name="T18" fmla="*/ 92 w 923"/>
                <a:gd name="T19" fmla="*/ 185 h 1083"/>
                <a:gd name="T20" fmla="*/ 92 w 923"/>
                <a:gd name="T21" fmla="*/ 185 h 1083"/>
                <a:gd name="T22" fmla="*/ 0 w 923"/>
                <a:gd name="T23" fmla="*/ 208 h 1083"/>
                <a:gd name="T24" fmla="*/ 0 w 923"/>
                <a:gd name="T25" fmla="*/ 208 h 1083"/>
                <a:gd name="T26" fmla="*/ 0 w 923"/>
                <a:gd name="T27" fmla="*/ 208 h 1083"/>
                <a:gd name="T28" fmla="*/ 438 w 923"/>
                <a:gd name="T29" fmla="*/ 0 h 1083"/>
                <a:gd name="T30" fmla="*/ 438 w 923"/>
                <a:gd name="T31" fmla="*/ 0 h 1083"/>
                <a:gd name="T32" fmla="*/ 438 w 923"/>
                <a:gd name="T33" fmla="*/ 0 h 1083"/>
                <a:gd name="T34" fmla="*/ 346 w 923"/>
                <a:gd name="T35" fmla="*/ 24 h 1083"/>
                <a:gd name="T36" fmla="*/ 369 w 923"/>
                <a:gd name="T37" fmla="*/ 116 h 1083"/>
                <a:gd name="T38" fmla="*/ 392 w 923"/>
                <a:gd name="T39" fmla="*/ 208 h 1083"/>
                <a:gd name="T40" fmla="*/ 715 w 923"/>
                <a:gd name="T41" fmla="*/ 714 h 1083"/>
                <a:gd name="T42" fmla="*/ 738 w 923"/>
                <a:gd name="T43" fmla="*/ 806 h 1083"/>
                <a:gd name="T44" fmla="*/ 831 w 923"/>
                <a:gd name="T45" fmla="*/ 783 h 1083"/>
                <a:gd name="T46" fmla="*/ 831 w 923"/>
                <a:gd name="T47" fmla="*/ 783 h 1083"/>
                <a:gd name="T48" fmla="*/ 923 w 923"/>
                <a:gd name="T49" fmla="*/ 760 h 1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923" h="1083">
                  <a:moveTo>
                    <a:pt x="923" y="760"/>
                  </a:moveTo>
                  <a:cubicBezTo>
                    <a:pt x="923" y="760"/>
                    <a:pt x="923" y="760"/>
                    <a:pt x="923" y="760"/>
                  </a:cubicBezTo>
                  <a:cubicBezTo>
                    <a:pt x="508" y="1060"/>
                    <a:pt x="508" y="1060"/>
                    <a:pt x="508" y="1060"/>
                  </a:cubicBezTo>
                  <a:cubicBezTo>
                    <a:pt x="416" y="1083"/>
                    <a:pt x="416" y="1083"/>
                    <a:pt x="416" y="1083"/>
                  </a:cubicBezTo>
                  <a:cubicBezTo>
                    <a:pt x="508" y="1060"/>
                    <a:pt x="508" y="1060"/>
                    <a:pt x="508" y="1060"/>
                  </a:cubicBezTo>
                  <a:cubicBezTo>
                    <a:pt x="485" y="968"/>
                    <a:pt x="485" y="968"/>
                    <a:pt x="485" y="968"/>
                  </a:cubicBezTo>
                  <a:cubicBezTo>
                    <a:pt x="577" y="945"/>
                    <a:pt x="577" y="945"/>
                    <a:pt x="577" y="945"/>
                  </a:cubicBezTo>
                  <a:cubicBezTo>
                    <a:pt x="577" y="945"/>
                    <a:pt x="554" y="853"/>
                    <a:pt x="462" y="876"/>
                  </a:cubicBezTo>
                  <a:cubicBezTo>
                    <a:pt x="208" y="254"/>
                    <a:pt x="208" y="254"/>
                    <a:pt x="208" y="254"/>
                  </a:cubicBezTo>
                  <a:cubicBezTo>
                    <a:pt x="115" y="277"/>
                    <a:pt x="115" y="277"/>
                    <a:pt x="92" y="185"/>
                  </a:cubicBezTo>
                  <a:cubicBezTo>
                    <a:pt x="92" y="185"/>
                    <a:pt x="92" y="185"/>
                    <a:pt x="92" y="185"/>
                  </a:cubicBezTo>
                  <a:cubicBezTo>
                    <a:pt x="0" y="208"/>
                    <a:pt x="0" y="208"/>
                    <a:pt x="0" y="208"/>
                  </a:cubicBezTo>
                  <a:cubicBezTo>
                    <a:pt x="0" y="208"/>
                    <a:pt x="0" y="208"/>
                    <a:pt x="0" y="208"/>
                  </a:cubicBezTo>
                  <a:cubicBezTo>
                    <a:pt x="0" y="208"/>
                    <a:pt x="0" y="208"/>
                    <a:pt x="0" y="208"/>
                  </a:cubicBezTo>
                  <a:cubicBezTo>
                    <a:pt x="438" y="0"/>
                    <a:pt x="438" y="0"/>
                    <a:pt x="438" y="0"/>
                  </a:cubicBezTo>
                  <a:cubicBezTo>
                    <a:pt x="438" y="0"/>
                    <a:pt x="438" y="0"/>
                    <a:pt x="438" y="0"/>
                  </a:cubicBezTo>
                  <a:cubicBezTo>
                    <a:pt x="438" y="0"/>
                    <a:pt x="438" y="0"/>
                    <a:pt x="438" y="0"/>
                  </a:cubicBezTo>
                  <a:cubicBezTo>
                    <a:pt x="346" y="24"/>
                    <a:pt x="346" y="24"/>
                    <a:pt x="346" y="24"/>
                  </a:cubicBezTo>
                  <a:cubicBezTo>
                    <a:pt x="369" y="116"/>
                    <a:pt x="369" y="116"/>
                    <a:pt x="369" y="116"/>
                  </a:cubicBezTo>
                  <a:cubicBezTo>
                    <a:pt x="369" y="116"/>
                    <a:pt x="369" y="116"/>
                    <a:pt x="392" y="208"/>
                  </a:cubicBezTo>
                  <a:cubicBezTo>
                    <a:pt x="715" y="714"/>
                    <a:pt x="715" y="714"/>
                    <a:pt x="715" y="714"/>
                  </a:cubicBezTo>
                  <a:cubicBezTo>
                    <a:pt x="738" y="806"/>
                    <a:pt x="738" y="806"/>
                    <a:pt x="738" y="806"/>
                  </a:cubicBezTo>
                  <a:cubicBezTo>
                    <a:pt x="738" y="806"/>
                    <a:pt x="738" y="806"/>
                    <a:pt x="831" y="783"/>
                  </a:cubicBezTo>
                  <a:cubicBezTo>
                    <a:pt x="831" y="783"/>
                    <a:pt x="831" y="783"/>
                    <a:pt x="831" y="783"/>
                  </a:cubicBezTo>
                  <a:lnTo>
                    <a:pt x="923" y="7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1" name="Freeform 28">
              <a:extLst>
                <a:ext uri="{FF2B5EF4-FFF2-40B4-BE49-F238E27FC236}">
                  <a16:creationId xmlns:a16="http://schemas.microsoft.com/office/drawing/2014/main" id="{3D58E56F-B2EF-434F-8B37-EBB7D3A4CDA1}"/>
                </a:ext>
              </a:extLst>
            </p:cNvPr>
            <p:cNvSpPr>
              <a:spLocks/>
            </p:cNvSpPr>
            <p:nvPr/>
          </p:nvSpPr>
          <p:spPr bwMode="auto">
            <a:xfrm>
              <a:off x="-3040063" y="960438"/>
              <a:ext cx="403225" cy="412750"/>
            </a:xfrm>
            <a:custGeom>
              <a:avLst/>
              <a:gdLst>
                <a:gd name="T0" fmla="*/ 807 w 1084"/>
                <a:gd name="T1" fmla="*/ 0 h 1106"/>
                <a:gd name="T2" fmla="*/ 830 w 1084"/>
                <a:gd name="T3" fmla="*/ 93 h 1106"/>
                <a:gd name="T4" fmla="*/ 830 w 1084"/>
                <a:gd name="T5" fmla="*/ 93 h 1106"/>
                <a:gd name="T6" fmla="*/ 899 w 1084"/>
                <a:gd name="T7" fmla="*/ 369 h 1106"/>
                <a:gd name="T8" fmla="*/ 1084 w 1084"/>
                <a:gd name="T9" fmla="*/ 1106 h 1106"/>
                <a:gd name="T10" fmla="*/ 1084 w 1084"/>
                <a:gd name="T11" fmla="*/ 1106 h 1106"/>
                <a:gd name="T12" fmla="*/ 300 w 1084"/>
                <a:gd name="T13" fmla="*/ 715 h 1106"/>
                <a:gd name="T14" fmla="*/ 92 w 1084"/>
                <a:gd name="T15" fmla="*/ 669 h 1106"/>
                <a:gd name="T16" fmla="*/ 0 w 1084"/>
                <a:gd name="T17" fmla="*/ 693 h 1106"/>
                <a:gd name="T18" fmla="*/ 0 w 1084"/>
                <a:gd name="T19" fmla="*/ 693 h 1106"/>
                <a:gd name="T20" fmla="*/ 415 w 1084"/>
                <a:gd name="T21" fmla="*/ 393 h 1106"/>
                <a:gd name="T22" fmla="*/ 415 w 1084"/>
                <a:gd name="T23" fmla="*/ 393 h 1106"/>
                <a:gd name="T24" fmla="*/ 415 w 1084"/>
                <a:gd name="T25" fmla="*/ 393 h 1106"/>
                <a:gd name="T26" fmla="*/ 346 w 1084"/>
                <a:gd name="T27" fmla="*/ 508 h 1106"/>
                <a:gd name="T28" fmla="*/ 346 w 1084"/>
                <a:gd name="T29" fmla="*/ 508 h 1106"/>
                <a:gd name="T30" fmla="*/ 346 w 1084"/>
                <a:gd name="T31" fmla="*/ 508 h 1106"/>
                <a:gd name="T32" fmla="*/ 461 w 1084"/>
                <a:gd name="T33" fmla="*/ 577 h 1106"/>
                <a:gd name="T34" fmla="*/ 922 w 1084"/>
                <a:gd name="T35" fmla="*/ 853 h 1106"/>
                <a:gd name="T36" fmla="*/ 807 w 1084"/>
                <a:gd name="T37" fmla="*/ 392 h 1106"/>
                <a:gd name="T38" fmla="*/ 784 w 1084"/>
                <a:gd name="T39" fmla="*/ 300 h 1106"/>
                <a:gd name="T40" fmla="*/ 761 w 1084"/>
                <a:gd name="T41" fmla="*/ 208 h 1106"/>
                <a:gd name="T42" fmla="*/ 761 w 1084"/>
                <a:gd name="T43" fmla="*/ 208 h 1106"/>
                <a:gd name="T44" fmla="*/ 669 w 1084"/>
                <a:gd name="T45" fmla="*/ 231 h 1106"/>
                <a:gd name="T46" fmla="*/ 576 w 1084"/>
                <a:gd name="T47" fmla="*/ 254 h 1106"/>
                <a:gd name="T48" fmla="*/ 576 w 1084"/>
                <a:gd name="T49" fmla="*/ 254 h 1106"/>
                <a:gd name="T50" fmla="*/ 807 w 1084"/>
                <a:gd name="T51" fmla="*/ 0 h 1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084" h="1106">
                  <a:moveTo>
                    <a:pt x="807" y="0"/>
                  </a:moveTo>
                  <a:cubicBezTo>
                    <a:pt x="830" y="93"/>
                    <a:pt x="830" y="93"/>
                    <a:pt x="830" y="93"/>
                  </a:cubicBezTo>
                  <a:cubicBezTo>
                    <a:pt x="830" y="93"/>
                    <a:pt x="830" y="93"/>
                    <a:pt x="830" y="93"/>
                  </a:cubicBezTo>
                  <a:cubicBezTo>
                    <a:pt x="853" y="185"/>
                    <a:pt x="853" y="185"/>
                    <a:pt x="899" y="369"/>
                  </a:cubicBezTo>
                  <a:cubicBezTo>
                    <a:pt x="1084" y="1106"/>
                    <a:pt x="1084" y="1106"/>
                    <a:pt x="1084" y="1106"/>
                  </a:cubicBezTo>
                  <a:cubicBezTo>
                    <a:pt x="1084" y="1106"/>
                    <a:pt x="1084" y="1106"/>
                    <a:pt x="1084" y="1106"/>
                  </a:cubicBezTo>
                  <a:cubicBezTo>
                    <a:pt x="300" y="715"/>
                    <a:pt x="300" y="715"/>
                    <a:pt x="300" y="715"/>
                  </a:cubicBezTo>
                  <a:cubicBezTo>
                    <a:pt x="208" y="738"/>
                    <a:pt x="184" y="646"/>
                    <a:pt x="92" y="669"/>
                  </a:cubicBezTo>
                  <a:cubicBezTo>
                    <a:pt x="92" y="669"/>
                    <a:pt x="92" y="669"/>
                    <a:pt x="0" y="693"/>
                  </a:cubicBezTo>
                  <a:cubicBezTo>
                    <a:pt x="0" y="693"/>
                    <a:pt x="0" y="693"/>
                    <a:pt x="0" y="693"/>
                  </a:cubicBezTo>
                  <a:cubicBezTo>
                    <a:pt x="415" y="393"/>
                    <a:pt x="415" y="393"/>
                    <a:pt x="415" y="393"/>
                  </a:cubicBezTo>
                  <a:cubicBezTo>
                    <a:pt x="415" y="393"/>
                    <a:pt x="415" y="393"/>
                    <a:pt x="415" y="393"/>
                  </a:cubicBezTo>
                  <a:cubicBezTo>
                    <a:pt x="415" y="393"/>
                    <a:pt x="415" y="393"/>
                    <a:pt x="415" y="393"/>
                  </a:cubicBezTo>
                  <a:cubicBezTo>
                    <a:pt x="323" y="416"/>
                    <a:pt x="346" y="508"/>
                    <a:pt x="346" y="508"/>
                  </a:cubicBezTo>
                  <a:cubicBezTo>
                    <a:pt x="346" y="508"/>
                    <a:pt x="346" y="508"/>
                    <a:pt x="346" y="508"/>
                  </a:cubicBezTo>
                  <a:cubicBezTo>
                    <a:pt x="346" y="508"/>
                    <a:pt x="346" y="508"/>
                    <a:pt x="346" y="508"/>
                  </a:cubicBezTo>
                  <a:cubicBezTo>
                    <a:pt x="369" y="600"/>
                    <a:pt x="461" y="577"/>
                    <a:pt x="461" y="577"/>
                  </a:cubicBezTo>
                  <a:cubicBezTo>
                    <a:pt x="922" y="853"/>
                    <a:pt x="922" y="853"/>
                    <a:pt x="922" y="853"/>
                  </a:cubicBezTo>
                  <a:cubicBezTo>
                    <a:pt x="807" y="392"/>
                    <a:pt x="807" y="392"/>
                    <a:pt x="807" y="392"/>
                  </a:cubicBezTo>
                  <a:cubicBezTo>
                    <a:pt x="784" y="300"/>
                    <a:pt x="784" y="300"/>
                    <a:pt x="784" y="300"/>
                  </a:cubicBezTo>
                  <a:cubicBezTo>
                    <a:pt x="761" y="208"/>
                    <a:pt x="761" y="208"/>
                    <a:pt x="761" y="208"/>
                  </a:cubicBezTo>
                  <a:cubicBezTo>
                    <a:pt x="761" y="208"/>
                    <a:pt x="761" y="208"/>
                    <a:pt x="761" y="208"/>
                  </a:cubicBezTo>
                  <a:cubicBezTo>
                    <a:pt x="669" y="231"/>
                    <a:pt x="669" y="231"/>
                    <a:pt x="669" y="231"/>
                  </a:cubicBezTo>
                  <a:cubicBezTo>
                    <a:pt x="669" y="231"/>
                    <a:pt x="669" y="231"/>
                    <a:pt x="576" y="254"/>
                  </a:cubicBezTo>
                  <a:cubicBezTo>
                    <a:pt x="576" y="254"/>
                    <a:pt x="576" y="254"/>
                    <a:pt x="576" y="254"/>
                  </a:cubicBezTo>
                  <a:lnTo>
                    <a:pt x="80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2" name="Freeform 29">
              <a:extLst>
                <a:ext uri="{FF2B5EF4-FFF2-40B4-BE49-F238E27FC236}">
                  <a16:creationId xmlns:a16="http://schemas.microsoft.com/office/drawing/2014/main" id="{B19B6610-94CD-4F08-ACD8-05A1DCA21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-2765425" y="736600"/>
              <a:ext cx="498475" cy="481013"/>
            </a:xfrm>
            <a:custGeom>
              <a:avLst/>
              <a:gdLst>
                <a:gd name="T0" fmla="*/ 322 w 1337"/>
                <a:gd name="T1" fmla="*/ 438 h 1290"/>
                <a:gd name="T2" fmla="*/ 576 w 1337"/>
                <a:gd name="T3" fmla="*/ 668 h 1290"/>
                <a:gd name="T4" fmla="*/ 576 w 1337"/>
                <a:gd name="T5" fmla="*/ 668 h 1290"/>
                <a:gd name="T6" fmla="*/ 622 w 1337"/>
                <a:gd name="T7" fmla="*/ 461 h 1290"/>
                <a:gd name="T8" fmla="*/ 507 w 1337"/>
                <a:gd name="T9" fmla="*/ 392 h 1290"/>
                <a:gd name="T10" fmla="*/ 599 w 1337"/>
                <a:gd name="T11" fmla="*/ 369 h 1290"/>
                <a:gd name="T12" fmla="*/ 968 w 1337"/>
                <a:gd name="T13" fmla="*/ 668 h 1290"/>
                <a:gd name="T14" fmla="*/ 968 w 1337"/>
                <a:gd name="T15" fmla="*/ 668 h 1290"/>
                <a:gd name="T16" fmla="*/ 853 w 1337"/>
                <a:gd name="T17" fmla="*/ 599 h 1290"/>
                <a:gd name="T18" fmla="*/ 761 w 1337"/>
                <a:gd name="T19" fmla="*/ 622 h 1290"/>
                <a:gd name="T20" fmla="*/ 668 w 1337"/>
                <a:gd name="T21" fmla="*/ 645 h 1290"/>
                <a:gd name="T22" fmla="*/ 922 w 1337"/>
                <a:gd name="T23" fmla="*/ 875 h 1290"/>
                <a:gd name="T24" fmla="*/ 922 w 1337"/>
                <a:gd name="T25" fmla="*/ 875 h 1290"/>
                <a:gd name="T26" fmla="*/ 1014 w 1337"/>
                <a:gd name="T27" fmla="*/ 852 h 1290"/>
                <a:gd name="T28" fmla="*/ 1014 w 1337"/>
                <a:gd name="T29" fmla="*/ 852 h 1290"/>
                <a:gd name="T30" fmla="*/ 1107 w 1337"/>
                <a:gd name="T31" fmla="*/ 829 h 1290"/>
                <a:gd name="T32" fmla="*/ 1153 w 1337"/>
                <a:gd name="T33" fmla="*/ 621 h 1290"/>
                <a:gd name="T34" fmla="*/ 1083 w 1337"/>
                <a:gd name="T35" fmla="*/ 345 h 1290"/>
                <a:gd name="T36" fmla="*/ 1083 w 1337"/>
                <a:gd name="T37" fmla="*/ 345 h 1290"/>
                <a:gd name="T38" fmla="*/ 1337 w 1337"/>
                <a:gd name="T39" fmla="*/ 575 h 1290"/>
                <a:gd name="T40" fmla="*/ 830 w 1337"/>
                <a:gd name="T41" fmla="*/ 1290 h 1290"/>
                <a:gd name="T42" fmla="*/ 807 w 1337"/>
                <a:gd name="T43" fmla="*/ 1198 h 1290"/>
                <a:gd name="T44" fmla="*/ 807 w 1337"/>
                <a:gd name="T45" fmla="*/ 1198 h 1290"/>
                <a:gd name="T46" fmla="*/ 807 w 1337"/>
                <a:gd name="T47" fmla="*/ 1198 h 1290"/>
                <a:gd name="T48" fmla="*/ 784 w 1337"/>
                <a:gd name="T49" fmla="*/ 1106 h 1290"/>
                <a:gd name="T50" fmla="*/ 761 w 1337"/>
                <a:gd name="T51" fmla="*/ 1013 h 1290"/>
                <a:gd name="T52" fmla="*/ 184 w 1337"/>
                <a:gd name="T53" fmla="*/ 668 h 1290"/>
                <a:gd name="T54" fmla="*/ 184 w 1337"/>
                <a:gd name="T55" fmla="*/ 668 h 1290"/>
                <a:gd name="T56" fmla="*/ 69 w 1337"/>
                <a:gd name="T57" fmla="*/ 599 h 1290"/>
                <a:gd name="T58" fmla="*/ 92 w 1337"/>
                <a:gd name="T59" fmla="*/ 692 h 1290"/>
                <a:gd name="T60" fmla="*/ 0 w 1337"/>
                <a:gd name="T61" fmla="*/ 715 h 1290"/>
                <a:gd name="T62" fmla="*/ 0 w 1337"/>
                <a:gd name="T63" fmla="*/ 715 h 1290"/>
                <a:gd name="T64" fmla="*/ 507 w 1337"/>
                <a:gd name="T65" fmla="*/ 0 h 1290"/>
                <a:gd name="T66" fmla="*/ 760 w 1337"/>
                <a:gd name="T67" fmla="*/ 230 h 1290"/>
                <a:gd name="T68" fmla="*/ 760 w 1337"/>
                <a:gd name="T69" fmla="*/ 230 h 1290"/>
                <a:gd name="T70" fmla="*/ 553 w 1337"/>
                <a:gd name="T71" fmla="*/ 184 h 1290"/>
                <a:gd name="T72" fmla="*/ 461 w 1337"/>
                <a:gd name="T73" fmla="*/ 207 h 1290"/>
                <a:gd name="T74" fmla="*/ 299 w 1337"/>
                <a:gd name="T75" fmla="*/ 346 h 1290"/>
                <a:gd name="T76" fmla="*/ 322 w 1337"/>
                <a:gd name="T77" fmla="*/ 438 h 1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37" h="1290">
                  <a:moveTo>
                    <a:pt x="322" y="438"/>
                  </a:moveTo>
                  <a:cubicBezTo>
                    <a:pt x="576" y="668"/>
                    <a:pt x="576" y="668"/>
                    <a:pt x="576" y="668"/>
                  </a:cubicBezTo>
                  <a:cubicBezTo>
                    <a:pt x="576" y="668"/>
                    <a:pt x="576" y="668"/>
                    <a:pt x="576" y="668"/>
                  </a:cubicBezTo>
                  <a:cubicBezTo>
                    <a:pt x="645" y="553"/>
                    <a:pt x="645" y="553"/>
                    <a:pt x="622" y="461"/>
                  </a:cubicBezTo>
                  <a:cubicBezTo>
                    <a:pt x="622" y="461"/>
                    <a:pt x="599" y="369"/>
                    <a:pt x="507" y="392"/>
                  </a:cubicBezTo>
                  <a:cubicBezTo>
                    <a:pt x="599" y="369"/>
                    <a:pt x="599" y="369"/>
                    <a:pt x="599" y="369"/>
                  </a:cubicBezTo>
                  <a:cubicBezTo>
                    <a:pt x="968" y="668"/>
                    <a:pt x="968" y="668"/>
                    <a:pt x="968" y="668"/>
                  </a:cubicBezTo>
                  <a:cubicBezTo>
                    <a:pt x="968" y="668"/>
                    <a:pt x="968" y="668"/>
                    <a:pt x="968" y="668"/>
                  </a:cubicBezTo>
                  <a:cubicBezTo>
                    <a:pt x="853" y="599"/>
                    <a:pt x="853" y="599"/>
                    <a:pt x="853" y="599"/>
                  </a:cubicBezTo>
                  <a:cubicBezTo>
                    <a:pt x="761" y="622"/>
                    <a:pt x="761" y="622"/>
                    <a:pt x="761" y="622"/>
                  </a:cubicBezTo>
                  <a:cubicBezTo>
                    <a:pt x="668" y="645"/>
                    <a:pt x="668" y="645"/>
                    <a:pt x="668" y="645"/>
                  </a:cubicBezTo>
                  <a:cubicBezTo>
                    <a:pt x="922" y="875"/>
                    <a:pt x="922" y="875"/>
                    <a:pt x="922" y="875"/>
                  </a:cubicBezTo>
                  <a:cubicBezTo>
                    <a:pt x="922" y="875"/>
                    <a:pt x="922" y="875"/>
                    <a:pt x="922" y="875"/>
                  </a:cubicBezTo>
                  <a:cubicBezTo>
                    <a:pt x="1014" y="852"/>
                    <a:pt x="1014" y="852"/>
                    <a:pt x="1014" y="852"/>
                  </a:cubicBezTo>
                  <a:cubicBezTo>
                    <a:pt x="1014" y="852"/>
                    <a:pt x="1014" y="852"/>
                    <a:pt x="1014" y="852"/>
                  </a:cubicBezTo>
                  <a:cubicBezTo>
                    <a:pt x="1107" y="829"/>
                    <a:pt x="1107" y="829"/>
                    <a:pt x="1107" y="829"/>
                  </a:cubicBezTo>
                  <a:cubicBezTo>
                    <a:pt x="1084" y="737"/>
                    <a:pt x="1153" y="621"/>
                    <a:pt x="1153" y="621"/>
                  </a:cubicBezTo>
                  <a:cubicBezTo>
                    <a:pt x="1130" y="529"/>
                    <a:pt x="1107" y="437"/>
                    <a:pt x="1083" y="345"/>
                  </a:cubicBezTo>
                  <a:cubicBezTo>
                    <a:pt x="1083" y="345"/>
                    <a:pt x="1083" y="345"/>
                    <a:pt x="1083" y="345"/>
                  </a:cubicBezTo>
                  <a:cubicBezTo>
                    <a:pt x="1337" y="575"/>
                    <a:pt x="1337" y="575"/>
                    <a:pt x="1337" y="575"/>
                  </a:cubicBezTo>
                  <a:cubicBezTo>
                    <a:pt x="830" y="1290"/>
                    <a:pt x="830" y="1290"/>
                    <a:pt x="830" y="1290"/>
                  </a:cubicBezTo>
                  <a:cubicBezTo>
                    <a:pt x="807" y="1198"/>
                    <a:pt x="807" y="1198"/>
                    <a:pt x="807" y="1198"/>
                  </a:cubicBezTo>
                  <a:cubicBezTo>
                    <a:pt x="807" y="1198"/>
                    <a:pt x="807" y="1198"/>
                    <a:pt x="807" y="1198"/>
                  </a:cubicBezTo>
                  <a:cubicBezTo>
                    <a:pt x="807" y="1198"/>
                    <a:pt x="807" y="1198"/>
                    <a:pt x="807" y="1198"/>
                  </a:cubicBezTo>
                  <a:cubicBezTo>
                    <a:pt x="784" y="1106"/>
                    <a:pt x="784" y="1106"/>
                    <a:pt x="784" y="1106"/>
                  </a:cubicBezTo>
                  <a:cubicBezTo>
                    <a:pt x="784" y="1106"/>
                    <a:pt x="784" y="1106"/>
                    <a:pt x="761" y="1013"/>
                  </a:cubicBezTo>
                  <a:cubicBezTo>
                    <a:pt x="184" y="668"/>
                    <a:pt x="184" y="668"/>
                    <a:pt x="184" y="668"/>
                  </a:cubicBezTo>
                  <a:cubicBezTo>
                    <a:pt x="184" y="668"/>
                    <a:pt x="184" y="668"/>
                    <a:pt x="184" y="668"/>
                  </a:cubicBezTo>
                  <a:cubicBezTo>
                    <a:pt x="161" y="576"/>
                    <a:pt x="161" y="576"/>
                    <a:pt x="69" y="599"/>
                  </a:cubicBezTo>
                  <a:cubicBezTo>
                    <a:pt x="92" y="692"/>
                    <a:pt x="92" y="692"/>
                    <a:pt x="92" y="692"/>
                  </a:cubicBezTo>
                  <a:cubicBezTo>
                    <a:pt x="0" y="715"/>
                    <a:pt x="0" y="715"/>
                    <a:pt x="0" y="715"/>
                  </a:cubicBezTo>
                  <a:cubicBezTo>
                    <a:pt x="0" y="715"/>
                    <a:pt x="0" y="715"/>
                    <a:pt x="0" y="715"/>
                  </a:cubicBezTo>
                  <a:cubicBezTo>
                    <a:pt x="507" y="0"/>
                    <a:pt x="507" y="0"/>
                    <a:pt x="507" y="0"/>
                  </a:cubicBezTo>
                  <a:cubicBezTo>
                    <a:pt x="760" y="230"/>
                    <a:pt x="760" y="230"/>
                    <a:pt x="760" y="230"/>
                  </a:cubicBezTo>
                  <a:cubicBezTo>
                    <a:pt x="760" y="230"/>
                    <a:pt x="760" y="230"/>
                    <a:pt x="760" y="230"/>
                  </a:cubicBezTo>
                  <a:cubicBezTo>
                    <a:pt x="645" y="161"/>
                    <a:pt x="553" y="184"/>
                    <a:pt x="553" y="184"/>
                  </a:cubicBezTo>
                  <a:cubicBezTo>
                    <a:pt x="461" y="207"/>
                    <a:pt x="461" y="207"/>
                    <a:pt x="461" y="207"/>
                  </a:cubicBezTo>
                  <a:cubicBezTo>
                    <a:pt x="368" y="231"/>
                    <a:pt x="391" y="323"/>
                    <a:pt x="299" y="346"/>
                  </a:cubicBezTo>
                  <a:lnTo>
                    <a:pt x="322" y="4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3" name="Freeform 30">
              <a:extLst>
                <a:ext uri="{FF2B5EF4-FFF2-40B4-BE49-F238E27FC236}">
                  <a16:creationId xmlns:a16="http://schemas.microsoft.com/office/drawing/2014/main" id="{8C905A5A-B3A8-4783-A03C-CB5D80843FA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2576513" y="461963"/>
              <a:ext cx="490538" cy="412750"/>
            </a:xfrm>
            <a:custGeom>
              <a:avLst/>
              <a:gdLst>
                <a:gd name="T0" fmla="*/ 645 w 1314"/>
                <a:gd name="T1" fmla="*/ 576 h 1106"/>
                <a:gd name="T2" fmla="*/ 876 w 1314"/>
                <a:gd name="T3" fmla="*/ 714 h 1106"/>
                <a:gd name="T4" fmla="*/ 991 w 1314"/>
                <a:gd name="T5" fmla="*/ 783 h 1106"/>
                <a:gd name="T6" fmla="*/ 1060 w 1314"/>
                <a:gd name="T7" fmla="*/ 668 h 1106"/>
                <a:gd name="T8" fmla="*/ 1060 w 1314"/>
                <a:gd name="T9" fmla="*/ 668 h 1106"/>
                <a:gd name="T10" fmla="*/ 1153 w 1314"/>
                <a:gd name="T11" fmla="*/ 645 h 1106"/>
                <a:gd name="T12" fmla="*/ 968 w 1314"/>
                <a:gd name="T13" fmla="*/ 1082 h 1106"/>
                <a:gd name="T14" fmla="*/ 876 w 1314"/>
                <a:gd name="T15" fmla="*/ 1106 h 1106"/>
                <a:gd name="T16" fmla="*/ 945 w 1314"/>
                <a:gd name="T17" fmla="*/ 990 h 1106"/>
                <a:gd name="T18" fmla="*/ 945 w 1314"/>
                <a:gd name="T19" fmla="*/ 990 h 1106"/>
                <a:gd name="T20" fmla="*/ 830 w 1314"/>
                <a:gd name="T21" fmla="*/ 921 h 1106"/>
                <a:gd name="T22" fmla="*/ 184 w 1314"/>
                <a:gd name="T23" fmla="*/ 692 h 1106"/>
                <a:gd name="T24" fmla="*/ 184 w 1314"/>
                <a:gd name="T25" fmla="*/ 692 h 1106"/>
                <a:gd name="T26" fmla="*/ 92 w 1314"/>
                <a:gd name="T27" fmla="*/ 715 h 1106"/>
                <a:gd name="T28" fmla="*/ 0 w 1314"/>
                <a:gd name="T29" fmla="*/ 738 h 1106"/>
                <a:gd name="T30" fmla="*/ 0 w 1314"/>
                <a:gd name="T31" fmla="*/ 738 h 1106"/>
                <a:gd name="T32" fmla="*/ 184 w 1314"/>
                <a:gd name="T33" fmla="*/ 300 h 1106"/>
                <a:gd name="T34" fmla="*/ 322 w 1314"/>
                <a:gd name="T35" fmla="*/ 69 h 1106"/>
                <a:gd name="T36" fmla="*/ 414 w 1314"/>
                <a:gd name="T37" fmla="*/ 46 h 1106"/>
                <a:gd name="T38" fmla="*/ 599 w 1314"/>
                <a:gd name="T39" fmla="*/ 0 h 1106"/>
                <a:gd name="T40" fmla="*/ 737 w 1314"/>
                <a:gd name="T41" fmla="*/ 161 h 1106"/>
                <a:gd name="T42" fmla="*/ 784 w 1314"/>
                <a:gd name="T43" fmla="*/ 345 h 1106"/>
                <a:gd name="T44" fmla="*/ 1129 w 1314"/>
                <a:gd name="T45" fmla="*/ 161 h 1106"/>
                <a:gd name="T46" fmla="*/ 1222 w 1314"/>
                <a:gd name="T47" fmla="*/ 138 h 1106"/>
                <a:gd name="T48" fmla="*/ 1314 w 1314"/>
                <a:gd name="T49" fmla="*/ 115 h 1106"/>
                <a:gd name="T50" fmla="*/ 1314 w 1314"/>
                <a:gd name="T51" fmla="*/ 115 h 1106"/>
                <a:gd name="T52" fmla="*/ 1199 w 1314"/>
                <a:gd name="T53" fmla="*/ 437 h 1106"/>
                <a:gd name="T54" fmla="*/ 645 w 1314"/>
                <a:gd name="T55" fmla="*/ 576 h 1106"/>
                <a:gd name="T56" fmla="*/ 207 w 1314"/>
                <a:gd name="T57" fmla="*/ 392 h 1106"/>
                <a:gd name="T58" fmla="*/ 207 w 1314"/>
                <a:gd name="T59" fmla="*/ 392 h 1106"/>
                <a:gd name="T60" fmla="*/ 645 w 1314"/>
                <a:gd name="T61" fmla="*/ 576 h 1106"/>
                <a:gd name="T62" fmla="*/ 645 w 1314"/>
                <a:gd name="T63" fmla="*/ 576 h 1106"/>
                <a:gd name="T64" fmla="*/ 691 w 1314"/>
                <a:gd name="T65" fmla="*/ 369 h 1106"/>
                <a:gd name="T66" fmla="*/ 576 w 1314"/>
                <a:gd name="T67" fmla="*/ 300 h 1106"/>
                <a:gd name="T68" fmla="*/ 553 w 1314"/>
                <a:gd name="T69" fmla="*/ 207 h 1106"/>
                <a:gd name="T70" fmla="*/ 368 w 1314"/>
                <a:gd name="T71" fmla="*/ 254 h 1106"/>
                <a:gd name="T72" fmla="*/ 207 w 1314"/>
                <a:gd name="T73" fmla="*/ 392 h 1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314" h="1106">
                  <a:moveTo>
                    <a:pt x="645" y="576"/>
                  </a:moveTo>
                  <a:cubicBezTo>
                    <a:pt x="876" y="714"/>
                    <a:pt x="876" y="714"/>
                    <a:pt x="876" y="714"/>
                  </a:cubicBezTo>
                  <a:cubicBezTo>
                    <a:pt x="968" y="691"/>
                    <a:pt x="968" y="691"/>
                    <a:pt x="991" y="783"/>
                  </a:cubicBezTo>
                  <a:cubicBezTo>
                    <a:pt x="991" y="783"/>
                    <a:pt x="1083" y="760"/>
                    <a:pt x="1060" y="668"/>
                  </a:cubicBezTo>
                  <a:cubicBezTo>
                    <a:pt x="1060" y="668"/>
                    <a:pt x="1060" y="668"/>
                    <a:pt x="1060" y="668"/>
                  </a:cubicBezTo>
                  <a:cubicBezTo>
                    <a:pt x="1153" y="645"/>
                    <a:pt x="1153" y="645"/>
                    <a:pt x="1153" y="645"/>
                  </a:cubicBezTo>
                  <a:cubicBezTo>
                    <a:pt x="968" y="1082"/>
                    <a:pt x="968" y="1082"/>
                    <a:pt x="968" y="1082"/>
                  </a:cubicBezTo>
                  <a:cubicBezTo>
                    <a:pt x="876" y="1106"/>
                    <a:pt x="876" y="1106"/>
                    <a:pt x="876" y="1106"/>
                  </a:cubicBezTo>
                  <a:cubicBezTo>
                    <a:pt x="968" y="1082"/>
                    <a:pt x="945" y="990"/>
                    <a:pt x="945" y="990"/>
                  </a:cubicBezTo>
                  <a:cubicBezTo>
                    <a:pt x="945" y="990"/>
                    <a:pt x="945" y="990"/>
                    <a:pt x="945" y="990"/>
                  </a:cubicBezTo>
                  <a:cubicBezTo>
                    <a:pt x="830" y="921"/>
                    <a:pt x="830" y="921"/>
                    <a:pt x="830" y="921"/>
                  </a:cubicBezTo>
                  <a:cubicBezTo>
                    <a:pt x="184" y="692"/>
                    <a:pt x="184" y="692"/>
                    <a:pt x="184" y="692"/>
                  </a:cubicBezTo>
                  <a:cubicBezTo>
                    <a:pt x="184" y="692"/>
                    <a:pt x="184" y="692"/>
                    <a:pt x="184" y="692"/>
                  </a:cubicBezTo>
                  <a:cubicBezTo>
                    <a:pt x="92" y="715"/>
                    <a:pt x="92" y="715"/>
                    <a:pt x="92" y="715"/>
                  </a:cubicBezTo>
                  <a:cubicBezTo>
                    <a:pt x="92" y="715"/>
                    <a:pt x="92" y="715"/>
                    <a:pt x="0" y="738"/>
                  </a:cubicBezTo>
                  <a:cubicBezTo>
                    <a:pt x="0" y="738"/>
                    <a:pt x="0" y="738"/>
                    <a:pt x="0" y="738"/>
                  </a:cubicBezTo>
                  <a:cubicBezTo>
                    <a:pt x="184" y="300"/>
                    <a:pt x="184" y="300"/>
                    <a:pt x="184" y="300"/>
                  </a:cubicBezTo>
                  <a:cubicBezTo>
                    <a:pt x="253" y="185"/>
                    <a:pt x="253" y="185"/>
                    <a:pt x="322" y="69"/>
                  </a:cubicBezTo>
                  <a:cubicBezTo>
                    <a:pt x="414" y="46"/>
                    <a:pt x="414" y="46"/>
                    <a:pt x="414" y="46"/>
                  </a:cubicBezTo>
                  <a:cubicBezTo>
                    <a:pt x="507" y="23"/>
                    <a:pt x="507" y="23"/>
                    <a:pt x="599" y="0"/>
                  </a:cubicBezTo>
                  <a:cubicBezTo>
                    <a:pt x="714" y="69"/>
                    <a:pt x="714" y="69"/>
                    <a:pt x="737" y="161"/>
                  </a:cubicBezTo>
                  <a:cubicBezTo>
                    <a:pt x="737" y="161"/>
                    <a:pt x="760" y="253"/>
                    <a:pt x="784" y="345"/>
                  </a:cubicBezTo>
                  <a:cubicBezTo>
                    <a:pt x="1129" y="161"/>
                    <a:pt x="1129" y="161"/>
                    <a:pt x="1129" y="161"/>
                  </a:cubicBezTo>
                  <a:cubicBezTo>
                    <a:pt x="1222" y="138"/>
                    <a:pt x="1222" y="138"/>
                    <a:pt x="1222" y="138"/>
                  </a:cubicBezTo>
                  <a:cubicBezTo>
                    <a:pt x="1314" y="115"/>
                    <a:pt x="1314" y="115"/>
                    <a:pt x="1314" y="115"/>
                  </a:cubicBezTo>
                  <a:cubicBezTo>
                    <a:pt x="1314" y="115"/>
                    <a:pt x="1314" y="115"/>
                    <a:pt x="1314" y="115"/>
                  </a:cubicBezTo>
                  <a:cubicBezTo>
                    <a:pt x="1199" y="437"/>
                    <a:pt x="1199" y="437"/>
                    <a:pt x="1199" y="437"/>
                  </a:cubicBezTo>
                  <a:cubicBezTo>
                    <a:pt x="645" y="576"/>
                    <a:pt x="645" y="576"/>
                    <a:pt x="645" y="576"/>
                  </a:cubicBezTo>
                  <a:close/>
                  <a:moveTo>
                    <a:pt x="207" y="392"/>
                  </a:moveTo>
                  <a:cubicBezTo>
                    <a:pt x="207" y="392"/>
                    <a:pt x="207" y="392"/>
                    <a:pt x="207" y="392"/>
                  </a:cubicBezTo>
                  <a:cubicBezTo>
                    <a:pt x="645" y="576"/>
                    <a:pt x="645" y="576"/>
                    <a:pt x="645" y="576"/>
                  </a:cubicBezTo>
                  <a:cubicBezTo>
                    <a:pt x="645" y="576"/>
                    <a:pt x="645" y="576"/>
                    <a:pt x="645" y="576"/>
                  </a:cubicBezTo>
                  <a:cubicBezTo>
                    <a:pt x="622" y="484"/>
                    <a:pt x="622" y="484"/>
                    <a:pt x="691" y="369"/>
                  </a:cubicBezTo>
                  <a:cubicBezTo>
                    <a:pt x="691" y="369"/>
                    <a:pt x="691" y="369"/>
                    <a:pt x="576" y="300"/>
                  </a:cubicBezTo>
                  <a:cubicBezTo>
                    <a:pt x="576" y="300"/>
                    <a:pt x="576" y="300"/>
                    <a:pt x="553" y="207"/>
                  </a:cubicBezTo>
                  <a:cubicBezTo>
                    <a:pt x="461" y="231"/>
                    <a:pt x="368" y="254"/>
                    <a:pt x="368" y="254"/>
                  </a:cubicBezTo>
                  <a:cubicBezTo>
                    <a:pt x="276" y="277"/>
                    <a:pt x="276" y="277"/>
                    <a:pt x="207" y="39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4" name="Freeform 31">
              <a:extLst>
                <a:ext uri="{FF2B5EF4-FFF2-40B4-BE49-F238E27FC236}">
                  <a16:creationId xmlns:a16="http://schemas.microsoft.com/office/drawing/2014/main" id="{E6C06653-7AA1-4898-962F-7C27C9695721}"/>
                </a:ext>
              </a:extLst>
            </p:cNvPr>
            <p:cNvSpPr>
              <a:spLocks/>
            </p:cNvSpPr>
            <p:nvPr/>
          </p:nvSpPr>
          <p:spPr bwMode="auto">
            <a:xfrm>
              <a:off x="-2455863" y="187325"/>
              <a:ext cx="403225" cy="282575"/>
            </a:xfrm>
            <a:custGeom>
              <a:avLst/>
              <a:gdLst>
                <a:gd name="T0" fmla="*/ 92 w 1084"/>
                <a:gd name="T1" fmla="*/ 0 h 759"/>
                <a:gd name="T2" fmla="*/ 392 w 1084"/>
                <a:gd name="T3" fmla="*/ 23 h 759"/>
                <a:gd name="T4" fmla="*/ 415 w 1084"/>
                <a:gd name="T5" fmla="*/ 115 h 759"/>
                <a:gd name="T6" fmla="*/ 230 w 1084"/>
                <a:gd name="T7" fmla="*/ 161 h 759"/>
                <a:gd name="T8" fmla="*/ 69 w 1084"/>
                <a:gd name="T9" fmla="*/ 300 h 759"/>
                <a:gd name="T10" fmla="*/ 115 w 1084"/>
                <a:gd name="T11" fmla="*/ 484 h 759"/>
                <a:gd name="T12" fmla="*/ 207 w 1084"/>
                <a:gd name="T13" fmla="*/ 461 h 759"/>
                <a:gd name="T14" fmla="*/ 300 w 1084"/>
                <a:gd name="T15" fmla="*/ 437 h 759"/>
                <a:gd name="T16" fmla="*/ 300 w 1084"/>
                <a:gd name="T17" fmla="*/ 437 h 759"/>
                <a:gd name="T18" fmla="*/ 461 w 1084"/>
                <a:gd name="T19" fmla="*/ 299 h 759"/>
                <a:gd name="T20" fmla="*/ 599 w 1084"/>
                <a:gd name="T21" fmla="*/ 69 h 759"/>
                <a:gd name="T22" fmla="*/ 784 w 1084"/>
                <a:gd name="T23" fmla="*/ 22 h 759"/>
                <a:gd name="T24" fmla="*/ 1015 w 1084"/>
                <a:gd name="T25" fmla="*/ 160 h 759"/>
                <a:gd name="T26" fmla="*/ 1084 w 1084"/>
                <a:gd name="T27" fmla="*/ 437 h 759"/>
                <a:gd name="T28" fmla="*/ 1015 w 1084"/>
                <a:gd name="T29" fmla="*/ 552 h 759"/>
                <a:gd name="T30" fmla="*/ 1038 w 1084"/>
                <a:gd name="T31" fmla="*/ 644 h 759"/>
                <a:gd name="T32" fmla="*/ 945 w 1084"/>
                <a:gd name="T33" fmla="*/ 667 h 759"/>
                <a:gd name="T34" fmla="*/ 945 w 1084"/>
                <a:gd name="T35" fmla="*/ 667 h 759"/>
                <a:gd name="T36" fmla="*/ 1061 w 1084"/>
                <a:gd name="T37" fmla="*/ 736 h 759"/>
                <a:gd name="T38" fmla="*/ 969 w 1084"/>
                <a:gd name="T39" fmla="*/ 759 h 759"/>
                <a:gd name="T40" fmla="*/ 669 w 1084"/>
                <a:gd name="T41" fmla="*/ 737 h 759"/>
                <a:gd name="T42" fmla="*/ 646 w 1084"/>
                <a:gd name="T43" fmla="*/ 644 h 759"/>
                <a:gd name="T44" fmla="*/ 922 w 1084"/>
                <a:gd name="T45" fmla="*/ 575 h 759"/>
                <a:gd name="T46" fmla="*/ 992 w 1084"/>
                <a:gd name="T47" fmla="*/ 460 h 759"/>
                <a:gd name="T48" fmla="*/ 945 w 1084"/>
                <a:gd name="T49" fmla="*/ 276 h 759"/>
                <a:gd name="T50" fmla="*/ 922 w 1084"/>
                <a:gd name="T51" fmla="*/ 183 h 759"/>
                <a:gd name="T52" fmla="*/ 830 w 1084"/>
                <a:gd name="T53" fmla="*/ 207 h 759"/>
                <a:gd name="T54" fmla="*/ 761 w 1084"/>
                <a:gd name="T55" fmla="*/ 322 h 759"/>
                <a:gd name="T56" fmla="*/ 692 w 1084"/>
                <a:gd name="T57" fmla="*/ 437 h 759"/>
                <a:gd name="T58" fmla="*/ 530 w 1084"/>
                <a:gd name="T59" fmla="*/ 576 h 759"/>
                <a:gd name="T60" fmla="*/ 438 w 1084"/>
                <a:gd name="T61" fmla="*/ 599 h 759"/>
                <a:gd name="T62" fmla="*/ 254 w 1084"/>
                <a:gd name="T63" fmla="*/ 645 h 759"/>
                <a:gd name="T64" fmla="*/ 138 w 1084"/>
                <a:gd name="T65" fmla="*/ 576 h 759"/>
                <a:gd name="T66" fmla="*/ 69 w 1084"/>
                <a:gd name="T67" fmla="*/ 300 h 759"/>
                <a:gd name="T68" fmla="*/ 46 w 1084"/>
                <a:gd name="T69" fmla="*/ 207 h 759"/>
                <a:gd name="T70" fmla="*/ 138 w 1084"/>
                <a:gd name="T71" fmla="*/ 184 h 759"/>
                <a:gd name="T72" fmla="*/ 115 w 1084"/>
                <a:gd name="T73" fmla="*/ 92 h 759"/>
                <a:gd name="T74" fmla="*/ 115 w 1084"/>
                <a:gd name="T75" fmla="*/ 92 h 759"/>
                <a:gd name="T76" fmla="*/ 92 w 1084"/>
                <a:gd name="T77" fmla="*/ 0 h 7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84" h="759">
                  <a:moveTo>
                    <a:pt x="92" y="0"/>
                  </a:moveTo>
                  <a:cubicBezTo>
                    <a:pt x="392" y="23"/>
                    <a:pt x="392" y="23"/>
                    <a:pt x="392" y="23"/>
                  </a:cubicBezTo>
                  <a:cubicBezTo>
                    <a:pt x="415" y="115"/>
                    <a:pt x="415" y="115"/>
                    <a:pt x="415" y="115"/>
                  </a:cubicBezTo>
                  <a:cubicBezTo>
                    <a:pt x="299" y="46"/>
                    <a:pt x="207" y="69"/>
                    <a:pt x="230" y="161"/>
                  </a:cubicBezTo>
                  <a:cubicBezTo>
                    <a:pt x="138" y="184"/>
                    <a:pt x="161" y="276"/>
                    <a:pt x="69" y="300"/>
                  </a:cubicBezTo>
                  <a:cubicBezTo>
                    <a:pt x="92" y="392"/>
                    <a:pt x="92" y="392"/>
                    <a:pt x="115" y="484"/>
                  </a:cubicBezTo>
                  <a:cubicBezTo>
                    <a:pt x="207" y="461"/>
                    <a:pt x="207" y="461"/>
                    <a:pt x="207" y="461"/>
                  </a:cubicBezTo>
                  <a:cubicBezTo>
                    <a:pt x="207" y="461"/>
                    <a:pt x="207" y="461"/>
                    <a:pt x="300" y="437"/>
                  </a:cubicBezTo>
                  <a:cubicBezTo>
                    <a:pt x="300" y="437"/>
                    <a:pt x="300" y="437"/>
                    <a:pt x="300" y="437"/>
                  </a:cubicBezTo>
                  <a:cubicBezTo>
                    <a:pt x="392" y="414"/>
                    <a:pt x="369" y="322"/>
                    <a:pt x="461" y="299"/>
                  </a:cubicBezTo>
                  <a:cubicBezTo>
                    <a:pt x="530" y="184"/>
                    <a:pt x="599" y="69"/>
                    <a:pt x="599" y="69"/>
                  </a:cubicBezTo>
                  <a:cubicBezTo>
                    <a:pt x="692" y="45"/>
                    <a:pt x="784" y="22"/>
                    <a:pt x="784" y="22"/>
                  </a:cubicBezTo>
                  <a:cubicBezTo>
                    <a:pt x="899" y="91"/>
                    <a:pt x="991" y="68"/>
                    <a:pt x="1015" y="160"/>
                  </a:cubicBezTo>
                  <a:cubicBezTo>
                    <a:pt x="1038" y="252"/>
                    <a:pt x="1061" y="344"/>
                    <a:pt x="1084" y="437"/>
                  </a:cubicBezTo>
                  <a:cubicBezTo>
                    <a:pt x="1084" y="437"/>
                    <a:pt x="1084" y="437"/>
                    <a:pt x="1015" y="552"/>
                  </a:cubicBezTo>
                  <a:cubicBezTo>
                    <a:pt x="1015" y="552"/>
                    <a:pt x="1015" y="552"/>
                    <a:pt x="1038" y="644"/>
                  </a:cubicBezTo>
                  <a:cubicBezTo>
                    <a:pt x="945" y="667"/>
                    <a:pt x="945" y="667"/>
                    <a:pt x="945" y="667"/>
                  </a:cubicBezTo>
                  <a:cubicBezTo>
                    <a:pt x="945" y="667"/>
                    <a:pt x="945" y="667"/>
                    <a:pt x="945" y="667"/>
                  </a:cubicBezTo>
                  <a:cubicBezTo>
                    <a:pt x="969" y="759"/>
                    <a:pt x="969" y="759"/>
                    <a:pt x="1061" y="736"/>
                  </a:cubicBezTo>
                  <a:cubicBezTo>
                    <a:pt x="969" y="759"/>
                    <a:pt x="969" y="759"/>
                    <a:pt x="969" y="759"/>
                  </a:cubicBezTo>
                  <a:cubicBezTo>
                    <a:pt x="669" y="737"/>
                    <a:pt x="669" y="737"/>
                    <a:pt x="669" y="737"/>
                  </a:cubicBezTo>
                  <a:cubicBezTo>
                    <a:pt x="646" y="644"/>
                    <a:pt x="646" y="644"/>
                    <a:pt x="646" y="644"/>
                  </a:cubicBezTo>
                  <a:cubicBezTo>
                    <a:pt x="761" y="713"/>
                    <a:pt x="853" y="690"/>
                    <a:pt x="922" y="575"/>
                  </a:cubicBezTo>
                  <a:cubicBezTo>
                    <a:pt x="1015" y="552"/>
                    <a:pt x="992" y="460"/>
                    <a:pt x="992" y="460"/>
                  </a:cubicBezTo>
                  <a:cubicBezTo>
                    <a:pt x="1061" y="344"/>
                    <a:pt x="1061" y="344"/>
                    <a:pt x="945" y="276"/>
                  </a:cubicBezTo>
                  <a:cubicBezTo>
                    <a:pt x="945" y="276"/>
                    <a:pt x="945" y="276"/>
                    <a:pt x="922" y="183"/>
                  </a:cubicBezTo>
                  <a:cubicBezTo>
                    <a:pt x="830" y="207"/>
                    <a:pt x="830" y="207"/>
                    <a:pt x="830" y="207"/>
                  </a:cubicBezTo>
                  <a:cubicBezTo>
                    <a:pt x="830" y="207"/>
                    <a:pt x="738" y="230"/>
                    <a:pt x="761" y="322"/>
                  </a:cubicBezTo>
                  <a:cubicBezTo>
                    <a:pt x="761" y="322"/>
                    <a:pt x="669" y="345"/>
                    <a:pt x="692" y="437"/>
                  </a:cubicBezTo>
                  <a:cubicBezTo>
                    <a:pt x="599" y="460"/>
                    <a:pt x="530" y="576"/>
                    <a:pt x="530" y="576"/>
                  </a:cubicBezTo>
                  <a:cubicBezTo>
                    <a:pt x="438" y="599"/>
                    <a:pt x="438" y="599"/>
                    <a:pt x="438" y="599"/>
                  </a:cubicBezTo>
                  <a:cubicBezTo>
                    <a:pt x="346" y="622"/>
                    <a:pt x="346" y="622"/>
                    <a:pt x="254" y="645"/>
                  </a:cubicBezTo>
                  <a:cubicBezTo>
                    <a:pt x="161" y="668"/>
                    <a:pt x="138" y="576"/>
                    <a:pt x="138" y="576"/>
                  </a:cubicBezTo>
                  <a:cubicBezTo>
                    <a:pt x="23" y="507"/>
                    <a:pt x="0" y="415"/>
                    <a:pt x="69" y="300"/>
                  </a:cubicBezTo>
                  <a:cubicBezTo>
                    <a:pt x="69" y="300"/>
                    <a:pt x="69" y="300"/>
                    <a:pt x="46" y="207"/>
                  </a:cubicBezTo>
                  <a:cubicBezTo>
                    <a:pt x="138" y="184"/>
                    <a:pt x="138" y="184"/>
                    <a:pt x="138" y="184"/>
                  </a:cubicBezTo>
                  <a:cubicBezTo>
                    <a:pt x="115" y="92"/>
                    <a:pt x="115" y="92"/>
                    <a:pt x="115" y="92"/>
                  </a:cubicBezTo>
                  <a:cubicBezTo>
                    <a:pt x="115" y="92"/>
                    <a:pt x="115" y="92"/>
                    <a:pt x="115" y="92"/>
                  </a:cubicBezTo>
                  <a:cubicBezTo>
                    <a:pt x="92" y="0"/>
                    <a:pt x="92" y="0"/>
                    <a:pt x="9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5" name="Freeform 32">
              <a:extLst>
                <a:ext uri="{FF2B5EF4-FFF2-40B4-BE49-F238E27FC236}">
                  <a16:creationId xmlns:a16="http://schemas.microsoft.com/office/drawing/2014/main" id="{4596B05B-2D55-4DE6-9F89-B18D188CC941}"/>
                </a:ext>
              </a:extLst>
            </p:cNvPr>
            <p:cNvSpPr>
              <a:spLocks/>
            </p:cNvSpPr>
            <p:nvPr/>
          </p:nvSpPr>
          <p:spPr bwMode="auto">
            <a:xfrm>
              <a:off x="-2405063" y="-44450"/>
              <a:ext cx="379413" cy="223838"/>
            </a:xfrm>
            <a:custGeom>
              <a:avLst/>
              <a:gdLst>
                <a:gd name="T0" fmla="*/ 991 w 1015"/>
                <a:gd name="T1" fmla="*/ 68 h 599"/>
                <a:gd name="T2" fmla="*/ 991 w 1015"/>
                <a:gd name="T3" fmla="*/ 68 h 599"/>
                <a:gd name="T4" fmla="*/ 1015 w 1015"/>
                <a:gd name="T5" fmla="*/ 552 h 599"/>
                <a:gd name="T6" fmla="*/ 1015 w 1015"/>
                <a:gd name="T7" fmla="*/ 552 h 599"/>
                <a:gd name="T8" fmla="*/ 1015 w 1015"/>
                <a:gd name="T9" fmla="*/ 552 h 599"/>
                <a:gd name="T10" fmla="*/ 992 w 1015"/>
                <a:gd name="T11" fmla="*/ 460 h 599"/>
                <a:gd name="T12" fmla="*/ 992 w 1015"/>
                <a:gd name="T13" fmla="*/ 460 h 599"/>
                <a:gd name="T14" fmla="*/ 876 w 1015"/>
                <a:gd name="T15" fmla="*/ 391 h 599"/>
                <a:gd name="T16" fmla="*/ 207 w 1015"/>
                <a:gd name="T17" fmla="*/ 460 h 599"/>
                <a:gd name="T18" fmla="*/ 92 w 1015"/>
                <a:gd name="T19" fmla="*/ 391 h 599"/>
                <a:gd name="T20" fmla="*/ 115 w 1015"/>
                <a:gd name="T21" fmla="*/ 484 h 599"/>
                <a:gd name="T22" fmla="*/ 23 w 1015"/>
                <a:gd name="T23" fmla="*/ 507 h 599"/>
                <a:gd name="T24" fmla="*/ 46 w 1015"/>
                <a:gd name="T25" fmla="*/ 599 h 599"/>
                <a:gd name="T26" fmla="*/ 46 w 1015"/>
                <a:gd name="T27" fmla="*/ 599 h 599"/>
                <a:gd name="T28" fmla="*/ 0 w 1015"/>
                <a:gd name="T29" fmla="*/ 23 h 599"/>
                <a:gd name="T30" fmla="*/ 92 w 1015"/>
                <a:gd name="T31" fmla="*/ 0 h 599"/>
                <a:gd name="T32" fmla="*/ 115 w 1015"/>
                <a:gd name="T33" fmla="*/ 92 h 599"/>
                <a:gd name="T34" fmla="*/ 115 w 1015"/>
                <a:gd name="T35" fmla="*/ 92 h 599"/>
                <a:gd name="T36" fmla="*/ 138 w 1015"/>
                <a:gd name="T37" fmla="*/ 184 h 599"/>
                <a:gd name="T38" fmla="*/ 230 w 1015"/>
                <a:gd name="T39" fmla="*/ 161 h 599"/>
                <a:gd name="T40" fmla="*/ 830 w 1015"/>
                <a:gd name="T41" fmla="*/ 206 h 599"/>
                <a:gd name="T42" fmla="*/ 922 w 1015"/>
                <a:gd name="T43" fmla="*/ 183 h 599"/>
                <a:gd name="T44" fmla="*/ 1014 w 1015"/>
                <a:gd name="T45" fmla="*/ 160 h 599"/>
                <a:gd name="T46" fmla="*/ 991 w 1015"/>
                <a:gd name="T47" fmla="*/ 68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15" h="599">
                  <a:moveTo>
                    <a:pt x="991" y="68"/>
                  </a:moveTo>
                  <a:cubicBezTo>
                    <a:pt x="991" y="68"/>
                    <a:pt x="991" y="68"/>
                    <a:pt x="991" y="68"/>
                  </a:cubicBezTo>
                  <a:cubicBezTo>
                    <a:pt x="1015" y="552"/>
                    <a:pt x="1015" y="552"/>
                    <a:pt x="1015" y="552"/>
                  </a:cubicBezTo>
                  <a:cubicBezTo>
                    <a:pt x="1015" y="552"/>
                    <a:pt x="1015" y="552"/>
                    <a:pt x="1015" y="552"/>
                  </a:cubicBezTo>
                  <a:cubicBezTo>
                    <a:pt x="1015" y="552"/>
                    <a:pt x="1015" y="552"/>
                    <a:pt x="1015" y="552"/>
                  </a:cubicBezTo>
                  <a:cubicBezTo>
                    <a:pt x="992" y="460"/>
                    <a:pt x="992" y="460"/>
                    <a:pt x="992" y="460"/>
                  </a:cubicBezTo>
                  <a:cubicBezTo>
                    <a:pt x="992" y="460"/>
                    <a:pt x="992" y="460"/>
                    <a:pt x="992" y="460"/>
                  </a:cubicBezTo>
                  <a:cubicBezTo>
                    <a:pt x="876" y="391"/>
                    <a:pt x="876" y="391"/>
                    <a:pt x="876" y="391"/>
                  </a:cubicBezTo>
                  <a:cubicBezTo>
                    <a:pt x="207" y="460"/>
                    <a:pt x="207" y="460"/>
                    <a:pt x="207" y="460"/>
                  </a:cubicBezTo>
                  <a:cubicBezTo>
                    <a:pt x="184" y="368"/>
                    <a:pt x="92" y="391"/>
                    <a:pt x="92" y="391"/>
                  </a:cubicBezTo>
                  <a:cubicBezTo>
                    <a:pt x="92" y="391"/>
                    <a:pt x="92" y="391"/>
                    <a:pt x="115" y="484"/>
                  </a:cubicBezTo>
                  <a:cubicBezTo>
                    <a:pt x="23" y="507"/>
                    <a:pt x="23" y="507"/>
                    <a:pt x="23" y="507"/>
                  </a:cubicBezTo>
                  <a:cubicBezTo>
                    <a:pt x="46" y="599"/>
                    <a:pt x="46" y="599"/>
                    <a:pt x="46" y="599"/>
                  </a:cubicBezTo>
                  <a:cubicBezTo>
                    <a:pt x="46" y="599"/>
                    <a:pt x="46" y="599"/>
                    <a:pt x="46" y="599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115" y="92"/>
                    <a:pt x="115" y="92"/>
                    <a:pt x="115" y="92"/>
                  </a:cubicBezTo>
                  <a:cubicBezTo>
                    <a:pt x="23" y="115"/>
                    <a:pt x="23" y="115"/>
                    <a:pt x="115" y="92"/>
                  </a:cubicBezTo>
                  <a:cubicBezTo>
                    <a:pt x="138" y="184"/>
                    <a:pt x="138" y="184"/>
                    <a:pt x="138" y="184"/>
                  </a:cubicBezTo>
                  <a:cubicBezTo>
                    <a:pt x="138" y="184"/>
                    <a:pt x="138" y="184"/>
                    <a:pt x="230" y="161"/>
                  </a:cubicBezTo>
                  <a:cubicBezTo>
                    <a:pt x="830" y="206"/>
                    <a:pt x="830" y="206"/>
                    <a:pt x="830" y="206"/>
                  </a:cubicBezTo>
                  <a:cubicBezTo>
                    <a:pt x="922" y="183"/>
                    <a:pt x="922" y="183"/>
                    <a:pt x="922" y="183"/>
                  </a:cubicBezTo>
                  <a:cubicBezTo>
                    <a:pt x="1014" y="160"/>
                    <a:pt x="1014" y="160"/>
                    <a:pt x="1014" y="160"/>
                  </a:cubicBezTo>
                  <a:cubicBezTo>
                    <a:pt x="991" y="68"/>
                    <a:pt x="991" y="68"/>
                    <a:pt x="991" y="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6" name="Freeform 33">
              <a:extLst>
                <a:ext uri="{FF2B5EF4-FFF2-40B4-BE49-F238E27FC236}">
                  <a16:creationId xmlns:a16="http://schemas.microsoft.com/office/drawing/2014/main" id="{0C3CF26D-7BCD-4C5D-909E-E0F17C40B82D}"/>
                </a:ext>
              </a:extLst>
            </p:cNvPr>
            <p:cNvSpPr>
              <a:spLocks/>
            </p:cNvSpPr>
            <p:nvPr/>
          </p:nvSpPr>
          <p:spPr bwMode="auto">
            <a:xfrm>
              <a:off x="-2413000" y="-388938"/>
              <a:ext cx="412750" cy="344488"/>
            </a:xfrm>
            <a:custGeom>
              <a:avLst/>
              <a:gdLst>
                <a:gd name="T0" fmla="*/ 0 w 1107"/>
                <a:gd name="T1" fmla="*/ 69 h 922"/>
                <a:gd name="T2" fmla="*/ 277 w 1107"/>
                <a:gd name="T3" fmla="*/ 0 h 922"/>
                <a:gd name="T4" fmla="*/ 300 w 1107"/>
                <a:gd name="T5" fmla="*/ 92 h 922"/>
                <a:gd name="T6" fmla="*/ 116 w 1107"/>
                <a:gd name="T7" fmla="*/ 138 h 922"/>
                <a:gd name="T8" fmla="*/ 139 w 1107"/>
                <a:gd name="T9" fmla="*/ 231 h 922"/>
                <a:gd name="T10" fmla="*/ 69 w 1107"/>
                <a:gd name="T11" fmla="*/ 346 h 922"/>
                <a:gd name="T12" fmla="*/ 69 w 1107"/>
                <a:gd name="T13" fmla="*/ 346 h 922"/>
                <a:gd name="T14" fmla="*/ 830 w 1107"/>
                <a:gd name="T15" fmla="*/ 253 h 922"/>
                <a:gd name="T16" fmla="*/ 923 w 1107"/>
                <a:gd name="T17" fmla="*/ 230 h 922"/>
                <a:gd name="T18" fmla="*/ 1015 w 1107"/>
                <a:gd name="T19" fmla="*/ 207 h 922"/>
                <a:gd name="T20" fmla="*/ 992 w 1107"/>
                <a:gd name="T21" fmla="*/ 114 h 922"/>
                <a:gd name="T22" fmla="*/ 992 w 1107"/>
                <a:gd name="T23" fmla="*/ 114 h 922"/>
                <a:gd name="T24" fmla="*/ 992 w 1107"/>
                <a:gd name="T25" fmla="*/ 114 h 922"/>
                <a:gd name="T26" fmla="*/ 1107 w 1107"/>
                <a:gd name="T27" fmla="*/ 575 h 922"/>
                <a:gd name="T28" fmla="*/ 1015 w 1107"/>
                <a:gd name="T29" fmla="*/ 598 h 922"/>
                <a:gd name="T30" fmla="*/ 1015 w 1107"/>
                <a:gd name="T31" fmla="*/ 598 h 922"/>
                <a:gd name="T32" fmla="*/ 992 w 1107"/>
                <a:gd name="T33" fmla="*/ 506 h 922"/>
                <a:gd name="T34" fmla="*/ 992 w 1107"/>
                <a:gd name="T35" fmla="*/ 506 h 922"/>
                <a:gd name="T36" fmla="*/ 900 w 1107"/>
                <a:gd name="T37" fmla="*/ 529 h 922"/>
                <a:gd name="T38" fmla="*/ 139 w 1107"/>
                <a:gd name="T39" fmla="*/ 622 h 922"/>
                <a:gd name="T40" fmla="*/ 162 w 1107"/>
                <a:gd name="T41" fmla="*/ 714 h 922"/>
                <a:gd name="T42" fmla="*/ 185 w 1107"/>
                <a:gd name="T43" fmla="*/ 806 h 922"/>
                <a:gd name="T44" fmla="*/ 393 w 1107"/>
                <a:gd name="T45" fmla="*/ 852 h 922"/>
                <a:gd name="T46" fmla="*/ 393 w 1107"/>
                <a:gd name="T47" fmla="*/ 852 h 922"/>
                <a:gd name="T48" fmla="*/ 116 w 1107"/>
                <a:gd name="T49" fmla="*/ 922 h 922"/>
                <a:gd name="T50" fmla="*/ 0 w 1107"/>
                <a:gd name="T51" fmla="*/ 69 h 9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107" h="922">
                  <a:moveTo>
                    <a:pt x="0" y="69"/>
                  </a:moveTo>
                  <a:cubicBezTo>
                    <a:pt x="277" y="0"/>
                    <a:pt x="277" y="0"/>
                    <a:pt x="277" y="0"/>
                  </a:cubicBezTo>
                  <a:cubicBezTo>
                    <a:pt x="300" y="92"/>
                    <a:pt x="300" y="92"/>
                    <a:pt x="300" y="92"/>
                  </a:cubicBezTo>
                  <a:cubicBezTo>
                    <a:pt x="208" y="115"/>
                    <a:pt x="208" y="115"/>
                    <a:pt x="116" y="138"/>
                  </a:cubicBezTo>
                  <a:cubicBezTo>
                    <a:pt x="116" y="138"/>
                    <a:pt x="116" y="138"/>
                    <a:pt x="139" y="231"/>
                  </a:cubicBezTo>
                  <a:cubicBezTo>
                    <a:pt x="46" y="254"/>
                    <a:pt x="46" y="254"/>
                    <a:pt x="69" y="346"/>
                  </a:cubicBezTo>
                  <a:cubicBezTo>
                    <a:pt x="69" y="346"/>
                    <a:pt x="69" y="346"/>
                    <a:pt x="69" y="346"/>
                  </a:cubicBezTo>
                  <a:cubicBezTo>
                    <a:pt x="830" y="253"/>
                    <a:pt x="830" y="253"/>
                    <a:pt x="830" y="253"/>
                  </a:cubicBezTo>
                  <a:cubicBezTo>
                    <a:pt x="923" y="230"/>
                    <a:pt x="923" y="230"/>
                    <a:pt x="923" y="230"/>
                  </a:cubicBezTo>
                  <a:cubicBezTo>
                    <a:pt x="923" y="230"/>
                    <a:pt x="923" y="230"/>
                    <a:pt x="1015" y="207"/>
                  </a:cubicBezTo>
                  <a:cubicBezTo>
                    <a:pt x="1015" y="207"/>
                    <a:pt x="1015" y="207"/>
                    <a:pt x="992" y="114"/>
                  </a:cubicBezTo>
                  <a:cubicBezTo>
                    <a:pt x="992" y="114"/>
                    <a:pt x="992" y="114"/>
                    <a:pt x="992" y="114"/>
                  </a:cubicBezTo>
                  <a:cubicBezTo>
                    <a:pt x="992" y="114"/>
                    <a:pt x="992" y="114"/>
                    <a:pt x="992" y="114"/>
                  </a:cubicBezTo>
                  <a:cubicBezTo>
                    <a:pt x="1107" y="575"/>
                    <a:pt x="1107" y="575"/>
                    <a:pt x="1107" y="575"/>
                  </a:cubicBezTo>
                  <a:cubicBezTo>
                    <a:pt x="1015" y="598"/>
                    <a:pt x="1015" y="598"/>
                    <a:pt x="1015" y="598"/>
                  </a:cubicBezTo>
                  <a:cubicBezTo>
                    <a:pt x="1015" y="598"/>
                    <a:pt x="1015" y="598"/>
                    <a:pt x="1015" y="598"/>
                  </a:cubicBezTo>
                  <a:cubicBezTo>
                    <a:pt x="992" y="506"/>
                    <a:pt x="992" y="506"/>
                    <a:pt x="992" y="506"/>
                  </a:cubicBezTo>
                  <a:cubicBezTo>
                    <a:pt x="992" y="506"/>
                    <a:pt x="992" y="506"/>
                    <a:pt x="992" y="506"/>
                  </a:cubicBezTo>
                  <a:cubicBezTo>
                    <a:pt x="900" y="529"/>
                    <a:pt x="900" y="529"/>
                    <a:pt x="900" y="529"/>
                  </a:cubicBezTo>
                  <a:cubicBezTo>
                    <a:pt x="139" y="622"/>
                    <a:pt x="139" y="622"/>
                    <a:pt x="139" y="622"/>
                  </a:cubicBezTo>
                  <a:cubicBezTo>
                    <a:pt x="162" y="714"/>
                    <a:pt x="162" y="714"/>
                    <a:pt x="162" y="714"/>
                  </a:cubicBezTo>
                  <a:cubicBezTo>
                    <a:pt x="185" y="806"/>
                    <a:pt x="185" y="806"/>
                    <a:pt x="185" y="806"/>
                  </a:cubicBezTo>
                  <a:cubicBezTo>
                    <a:pt x="300" y="875"/>
                    <a:pt x="300" y="875"/>
                    <a:pt x="393" y="852"/>
                  </a:cubicBezTo>
                  <a:cubicBezTo>
                    <a:pt x="393" y="852"/>
                    <a:pt x="393" y="852"/>
                    <a:pt x="393" y="852"/>
                  </a:cubicBezTo>
                  <a:cubicBezTo>
                    <a:pt x="116" y="922"/>
                    <a:pt x="116" y="922"/>
                    <a:pt x="116" y="922"/>
                  </a:cubicBezTo>
                  <a:lnTo>
                    <a:pt x="0" y="6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7" name="Freeform 34">
              <a:extLst>
                <a:ext uri="{FF2B5EF4-FFF2-40B4-BE49-F238E27FC236}">
                  <a16:creationId xmlns:a16="http://schemas.microsoft.com/office/drawing/2014/main" id="{77EEF3DA-7222-460C-8D43-37E2D34F3189}"/>
                </a:ext>
              </a:extLst>
            </p:cNvPr>
            <p:cNvSpPr>
              <a:spLocks/>
            </p:cNvSpPr>
            <p:nvPr/>
          </p:nvSpPr>
          <p:spPr bwMode="auto">
            <a:xfrm>
              <a:off x="-2508250" y="-757238"/>
              <a:ext cx="412750" cy="393700"/>
            </a:xfrm>
            <a:custGeom>
              <a:avLst/>
              <a:gdLst>
                <a:gd name="T0" fmla="*/ 0 w 1107"/>
                <a:gd name="T1" fmla="*/ 47 h 1060"/>
                <a:gd name="T2" fmla="*/ 0 w 1107"/>
                <a:gd name="T3" fmla="*/ 47 h 1060"/>
                <a:gd name="T4" fmla="*/ 23 w 1107"/>
                <a:gd name="T5" fmla="*/ 139 h 1060"/>
                <a:gd name="T6" fmla="*/ 231 w 1107"/>
                <a:gd name="T7" fmla="*/ 185 h 1060"/>
                <a:gd name="T8" fmla="*/ 646 w 1107"/>
                <a:gd name="T9" fmla="*/ 277 h 1060"/>
                <a:gd name="T10" fmla="*/ 830 w 1107"/>
                <a:gd name="T11" fmla="*/ 230 h 1060"/>
                <a:gd name="T12" fmla="*/ 899 w 1107"/>
                <a:gd name="T13" fmla="*/ 115 h 1060"/>
                <a:gd name="T14" fmla="*/ 992 w 1107"/>
                <a:gd name="T15" fmla="*/ 92 h 1060"/>
                <a:gd name="T16" fmla="*/ 968 w 1107"/>
                <a:gd name="T17" fmla="*/ 0 h 1060"/>
                <a:gd name="T18" fmla="*/ 968 w 1107"/>
                <a:gd name="T19" fmla="*/ 0 h 1060"/>
                <a:gd name="T20" fmla="*/ 968 w 1107"/>
                <a:gd name="T21" fmla="*/ 0 h 1060"/>
                <a:gd name="T22" fmla="*/ 1107 w 1107"/>
                <a:gd name="T23" fmla="*/ 553 h 1060"/>
                <a:gd name="T24" fmla="*/ 1107 w 1107"/>
                <a:gd name="T25" fmla="*/ 553 h 1060"/>
                <a:gd name="T26" fmla="*/ 1084 w 1107"/>
                <a:gd name="T27" fmla="*/ 461 h 1060"/>
                <a:gd name="T28" fmla="*/ 1061 w 1107"/>
                <a:gd name="T29" fmla="*/ 368 h 1060"/>
                <a:gd name="T30" fmla="*/ 969 w 1107"/>
                <a:gd name="T31" fmla="*/ 391 h 1060"/>
                <a:gd name="T32" fmla="*/ 876 w 1107"/>
                <a:gd name="T33" fmla="*/ 415 h 1060"/>
                <a:gd name="T34" fmla="*/ 692 w 1107"/>
                <a:gd name="T35" fmla="*/ 461 h 1060"/>
                <a:gd name="T36" fmla="*/ 392 w 1107"/>
                <a:gd name="T37" fmla="*/ 830 h 1060"/>
                <a:gd name="T38" fmla="*/ 323 w 1107"/>
                <a:gd name="T39" fmla="*/ 945 h 1060"/>
                <a:gd name="T40" fmla="*/ 254 w 1107"/>
                <a:gd name="T41" fmla="*/ 1060 h 1060"/>
                <a:gd name="T42" fmla="*/ 254 w 1107"/>
                <a:gd name="T43" fmla="*/ 1060 h 1060"/>
                <a:gd name="T44" fmla="*/ 139 w 1107"/>
                <a:gd name="T45" fmla="*/ 600 h 1060"/>
                <a:gd name="T46" fmla="*/ 139 w 1107"/>
                <a:gd name="T47" fmla="*/ 600 h 1060"/>
                <a:gd name="T48" fmla="*/ 139 w 1107"/>
                <a:gd name="T49" fmla="*/ 600 h 1060"/>
                <a:gd name="T50" fmla="*/ 162 w 1107"/>
                <a:gd name="T51" fmla="*/ 692 h 1060"/>
                <a:gd name="T52" fmla="*/ 254 w 1107"/>
                <a:gd name="T53" fmla="*/ 669 h 1060"/>
                <a:gd name="T54" fmla="*/ 323 w 1107"/>
                <a:gd name="T55" fmla="*/ 553 h 1060"/>
                <a:gd name="T56" fmla="*/ 554 w 1107"/>
                <a:gd name="T57" fmla="*/ 300 h 1060"/>
                <a:gd name="T58" fmla="*/ 231 w 1107"/>
                <a:gd name="T59" fmla="*/ 185 h 1060"/>
                <a:gd name="T60" fmla="*/ 138 w 1107"/>
                <a:gd name="T61" fmla="*/ 208 h 1060"/>
                <a:gd name="T62" fmla="*/ 46 w 1107"/>
                <a:gd name="T63" fmla="*/ 231 h 1060"/>
                <a:gd name="T64" fmla="*/ 69 w 1107"/>
                <a:gd name="T65" fmla="*/ 323 h 1060"/>
                <a:gd name="T66" fmla="*/ 69 w 1107"/>
                <a:gd name="T67" fmla="*/ 323 h 1060"/>
                <a:gd name="T68" fmla="*/ 0 w 1107"/>
                <a:gd name="T69" fmla="*/ 47 h 10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107" h="1060">
                  <a:moveTo>
                    <a:pt x="0" y="47"/>
                  </a:moveTo>
                  <a:cubicBezTo>
                    <a:pt x="0" y="47"/>
                    <a:pt x="0" y="47"/>
                    <a:pt x="0" y="47"/>
                  </a:cubicBezTo>
                  <a:cubicBezTo>
                    <a:pt x="0" y="47"/>
                    <a:pt x="0" y="47"/>
                    <a:pt x="23" y="139"/>
                  </a:cubicBezTo>
                  <a:cubicBezTo>
                    <a:pt x="23" y="139"/>
                    <a:pt x="115" y="116"/>
                    <a:pt x="231" y="185"/>
                  </a:cubicBezTo>
                  <a:cubicBezTo>
                    <a:pt x="646" y="277"/>
                    <a:pt x="646" y="277"/>
                    <a:pt x="646" y="277"/>
                  </a:cubicBezTo>
                  <a:cubicBezTo>
                    <a:pt x="830" y="230"/>
                    <a:pt x="830" y="230"/>
                    <a:pt x="830" y="230"/>
                  </a:cubicBezTo>
                  <a:cubicBezTo>
                    <a:pt x="923" y="207"/>
                    <a:pt x="923" y="207"/>
                    <a:pt x="899" y="115"/>
                  </a:cubicBezTo>
                  <a:cubicBezTo>
                    <a:pt x="992" y="92"/>
                    <a:pt x="992" y="92"/>
                    <a:pt x="992" y="92"/>
                  </a:cubicBezTo>
                  <a:cubicBezTo>
                    <a:pt x="992" y="92"/>
                    <a:pt x="992" y="92"/>
                    <a:pt x="968" y="0"/>
                  </a:cubicBezTo>
                  <a:cubicBezTo>
                    <a:pt x="968" y="0"/>
                    <a:pt x="968" y="0"/>
                    <a:pt x="968" y="0"/>
                  </a:cubicBezTo>
                  <a:cubicBezTo>
                    <a:pt x="968" y="0"/>
                    <a:pt x="968" y="0"/>
                    <a:pt x="968" y="0"/>
                  </a:cubicBezTo>
                  <a:cubicBezTo>
                    <a:pt x="1107" y="553"/>
                    <a:pt x="1107" y="553"/>
                    <a:pt x="1107" y="553"/>
                  </a:cubicBezTo>
                  <a:cubicBezTo>
                    <a:pt x="1107" y="553"/>
                    <a:pt x="1107" y="553"/>
                    <a:pt x="1107" y="553"/>
                  </a:cubicBezTo>
                  <a:cubicBezTo>
                    <a:pt x="1084" y="461"/>
                    <a:pt x="1084" y="461"/>
                    <a:pt x="1084" y="461"/>
                  </a:cubicBezTo>
                  <a:cubicBezTo>
                    <a:pt x="1084" y="461"/>
                    <a:pt x="1084" y="461"/>
                    <a:pt x="1061" y="368"/>
                  </a:cubicBezTo>
                  <a:cubicBezTo>
                    <a:pt x="1061" y="368"/>
                    <a:pt x="1061" y="368"/>
                    <a:pt x="969" y="391"/>
                  </a:cubicBezTo>
                  <a:cubicBezTo>
                    <a:pt x="969" y="391"/>
                    <a:pt x="969" y="391"/>
                    <a:pt x="876" y="415"/>
                  </a:cubicBezTo>
                  <a:cubicBezTo>
                    <a:pt x="692" y="461"/>
                    <a:pt x="692" y="461"/>
                    <a:pt x="692" y="461"/>
                  </a:cubicBezTo>
                  <a:cubicBezTo>
                    <a:pt x="392" y="830"/>
                    <a:pt x="392" y="830"/>
                    <a:pt x="392" y="830"/>
                  </a:cubicBezTo>
                  <a:cubicBezTo>
                    <a:pt x="300" y="853"/>
                    <a:pt x="323" y="945"/>
                    <a:pt x="323" y="945"/>
                  </a:cubicBezTo>
                  <a:cubicBezTo>
                    <a:pt x="231" y="968"/>
                    <a:pt x="231" y="968"/>
                    <a:pt x="254" y="1060"/>
                  </a:cubicBezTo>
                  <a:cubicBezTo>
                    <a:pt x="254" y="1060"/>
                    <a:pt x="254" y="1060"/>
                    <a:pt x="254" y="1060"/>
                  </a:cubicBezTo>
                  <a:cubicBezTo>
                    <a:pt x="139" y="600"/>
                    <a:pt x="139" y="600"/>
                    <a:pt x="139" y="600"/>
                  </a:cubicBezTo>
                  <a:cubicBezTo>
                    <a:pt x="139" y="600"/>
                    <a:pt x="139" y="600"/>
                    <a:pt x="139" y="600"/>
                  </a:cubicBezTo>
                  <a:cubicBezTo>
                    <a:pt x="139" y="600"/>
                    <a:pt x="139" y="600"/>
                    <a:pt x="139" y="600"/>
                  </a:cubicBezTo>
                  <a:cubicBezTo>
                    <a:pt x="139" y="600"/>
                    <a:pt x="139" y="600"/>
                    <a:pt x="162" y="692"/>
                  </a:cubicBezTo>
                  <a:cubicBezTo>
                    <a:pt x="254" y="669"/>
                    <a:pt x="254" y="669"/>
                    <a:pt x="254" y="669"/>
                  </a:cubicBezTo>
                  <a:cubicBezTo>
                    <a:pt x="254" y="669"/>
                    <a:pt x="254" y="669"/>
                    <a:pt x="323" y="553"/>
                  </a:cubicBezTo>
                  <a:cubicBezTo>
                    <a:pt x="554" y="300"/>
                    <a:pt x="554" y="300"/>
                    <a:pt x="554" y="300"/>
                  </a:cubicBezTo>
                  <a:cubicBezTo>
                    <a:pt x="231" y="185"/>
                    <a:pt x="231" y="185"/>
                    <a:pt x="231" y="185"/>
                  </a:cubicBezTo>
                  <a:cubicBezTo>
                    <a:pt x="138" y="208"/>
                    <a:pt x="138" y="208"/>
                    <a:pt x="138" y="208"/>
                  </a:cubicBezTo>
                  <a:cubicBezTo>
                    <a:pt x="46" y="231"/>
                    <a:pt x="46" y="231"/>
                    <a:pt x="46" y="231"/>
                  </a:cubicBezTo>
                  <a:cubicBezTo>
                    <a:pt x="46" y="231"/>
                    <a:pt x="46" y="231"/>
                    <a:pt x="69" y="323"/>
                  </a:cubicBezTo>
                  <a:cubicBezTo>
                    <a:pt x="69" y="323"/>
                    <a:pt x="69" y="323"/>
                    <a:pt x="69" y="323"/>
                  </a:cubicBezTo>
                  <a:lnTo>
                    <a:pt x="0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8" name="Freeform 35">
              <a:extLst>
                <a:ext uri="{FF2B5EF4-FFF2-40B4-BE49-F238E27FC236}">
                  <a16:creationId xmlns:a16="http://schemas.microsoft.com/office/drawing/2014/main" id="{416DEFC9-50E1-4CC8-A296-8B42ECB7916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5129213" y="-1108075"/>
              <a:ext cx="2406650" cy="2224088"/>
            </a:xfrm>
            <a:custGeom>
              <a:avLst/>
              <a:gdLst>
                <a:gd name="T0" fmla="*/ 0 w 6458"/>
                <a:gd name="T1" fmla="*/ 3045 h 5967"/>
                <a:gd name="T2" fmla="*/ 6135 w 6458"/>
                <a:gd name="T3" fmla="*/ 3269 h 5967"/>
                <a:gd name="T4" fmla="*/ 5951 w 6458"/>
                <a:gd name="T5" fmla="*/ 3707 h 5967"/>
                <a:gd name="T6" fmla="*/ 5674 w 6458"/>
                <a:gd name="T7" fmla="*/ 4168 h 5967"/>
                <a:gd name="T8" fmla="*/ 5351 w 6458"/>
                <a:gd name="T9" fmla="*/ 4445 h 5967"/>
                <a:gd name="T10" fmla="*/ 4890 w 6458"/>
                <a:gd name="T11" fmla="*/ 4560 h 5967"/>
                <a:gd name="T12" fmla="*/ 4314 w 6458"/>
                <a:gd name="T13" fmla="*/ 4999 h 5967"/>
                <a:gd name="T14" fmla="*/ 4106 w 6458"/>
                <a:gd name="T15" fmla="*/ 5345 h 5967"/>
                <a:gd name="T16" fmla="*/ 3853 w 6458"/>
                <a:gd name="T17" fmla="*/ 5506 h 5967"/>
                <a:gd name="T18" fmla="*/ 3507 w 6458"/>
                <a:gd name="T19" fmla="*/ 5691 h 5967"/>
                <a:gd name="T20" fmla="*/ 3115 w 6458"/>
                <a:gd name="T21" fmla="*/ 5691 h 5967"/>
                <a:gd name="T22" fmla="*/ 2792 w 6458"/>
                <a:gd name="T23" fmla="*/ 5576 h 5967"/>
                <a:gd name="T24" fmla="*/ 2469 w 6458"/>
                <a:gd name="T25" fmla="*/ 5461 h 5967"/>
                <a:gd name="T26" fmla="*/ 2284 w 6458"/>
                <a:gd name="T27" fmla="*/ 5116 h 5967"/>
                <a:gd name="T28" fmla="*/ 1961 w 6458"/>
                <a:gd name="T29" fmla="*/ 4610 h 5967"/>
                <a:gd name="T30" fmla="*/ 1362 w 6458"/>
                <a:gd name="T31" fmla="*/ 4564 h 5967"/>
                <a:gd name="T32" fmla="*/ 900 w 6458"/>
                <a:gd name="T33" fmla="*/ 4288 h 5967"/>
                <a:gd name="T34" fmla="*/ 623 w 6458"/>
                <a:gd name="T35" fmla="*/ 3966 h 5967"/>
                <a:gd name="T36" fmla="*/ 323 w 6458"/>
                <a:gd name="T37" fmla="*/ 3551 h 5967"/>
                <a:gd name="T38" fmla="*/ 300 w 6458"/>
                <a:gd name="T39" fmla="*/ 3068 h 5967"/>
                <a:gd name="T40" fmla="*/ 369 w 6458"/>
                <a:gd name="T41" fmla="*/ 2561 h 5967"/>
                <a:gd name="T42" fmla="*/ 553 w 6458"/>
                <a:gd name="T43" fmla="*/ 2123 h 5967"/>
                <a:gd name="T44" fmla="*/ 853 w 6458"/>
                <a:gd name="T45" fmla="*/ 1754 h 5967"/>
                <a:gd name="T46" fmla="*/ 1199 w 6458"/>
                <a:gd name="T47" fmla="*/ 1569 h 5967"/>
                <a:gd name="T48" fmla="*/ 1637 w 6458"/>
                <a:gd name="T49" fmla="*/ 1361 h 5967"/>
                <a:gd name="T50" fmla="*/ 2190 w 6458"/>
                <a:gd name="T51" fmla="*/ 831 h 5967"/>
                <a:gd name="T52" fmla="*/ 2420 w 6458"/>
                <a:gd name="T53" fmla="*/ 577 h 5967"/>
                <a:gd name="T54" fmla="*/ 2674 w 6458"/>
                <a:gd name="T55" fmla="*/ 416 h 5967"/>
                <a:gd name="T56" fmla="*/ 3043 w 6458"/>
                <a:gd name="T57" fmla="*/ 323 h 5967"/>
                <a:gd name="T58" fmla="*/ 3435 w 6458"/>
                <a:gd name="T59" fmla="*/ 323 h 5967"/>
                <a:gd name="T60" fmla="*/ 3758 w 6458"/>
                <a:gd name="T61" fmla="*/ 437 h 5967"/>
                <a:gd name="T62" fmla="*/ 4012 w 6458"/>
                <a:gd name="T63" fmla="*/ 668 h 5967"/>
                <a:gd name="T64" fmla="*/ 4265 w 6458"/>
                <a:gd name="T65" fmla="*/ 898 h 5967"/>
                <a:gd name="T66" fmla="*/ 4773 w 6458"/>
                <a:gd name="T67" fmla="*/ 1358 h 5967"/>
                <a:gd name="T68" fmla="*/ 5188 w 6458"/>
                <a:gd name="T69" fmla="*/ 1450 h 5967"/>
                <a:gd name="T70" fmla="*/ 5650 w 6458"/>
                <a:gd name="T71" fmla="*/ 1726 h 5967"/>
                <a:gd name="T72" fmla="*/ 5950 w 6458"/>
                <a:gd name="T73" fmla="*/ 2140 h 5967"/>
                <a:gd name="T74" fmla="*/ 6134 w 6458"/>
                <a:gd name="T75" fmla="*/ 2486 h 5967"/>
                <a:gd name="T76" fmla="*/ 3228 w 6458"/>
                <a:gd name="T77" fmla="*/ 2235 h 5967"/>
                <a:gd name="T78" fmla="*/ 3159 w 6458"/>
                <a:gd name="T79" fmla="*/ 2350 h 5967"/>
                <a:gd name="T80" fmla="*/ 3344 w 6458"/>
                <a:gd name="T81" fmla="*/ 3479 h 5967"/>
                <a:gd name="T82" fmla="*/ 3390 w 6458"/>
                <a:gd name="T83" fmla="*/ 2488 h 5967"/>
                <a:gd name="T84" fmla="*/ 3228 w 6458"/>
                <a:gd name="T85" fmla="*/ 1060 h 5967"/>
                <a:gd name="T86" fmla="*/ 2859 w 6458"/>
                <a:gd name="T87" fmla="*/ 1544 h 5967"/>
                <a:gd name="T88" fmla="*/ 3205 w 6458"/>
                <a:gd name="T89" fmla="*/ 1360 h 5967"/>
                <a:gd name="T90" fmla="*/ 3158 w 6458"/>
                <a:gd name="T91" fmla="*/ 392 h 5967"/>
                <a:gd name="T92" fmla="*/ 1961 w 6458"/>
                <a:gd name="T93" fmla="*/ 3435 h 5967"/>
                <a:gd name="T94" fmla="*/ 1984 w 6458"/>
                <a:gd name="T95" fmla="*/ 3527 h 5967"/>
                <a:gd name="T96" fmla="*/ 3253 w 6458"/>
                <a:gd name="T97" fmla="*/ 5461 h 5967"/>
                <a:gd name="T98" fmla="*/ 3945 w 6458"/>
                <a:gd name="T99" fmla="*/ 4700 h 5967"/>
                <a:gd name="T100" fmla="*/ 4521 w 6458"/>
                <a:gd name="T101" fmla="*/ 3478 h 5967"/>
                <a:gd name="T102" fmla="*/ 4935 w 6458"/>
                <a:gd name="T103" fmla="*/ 3178 h 5967"/>
                <a:gd name="T104" fmla="*/ 3345 w 6458"/>
                <a:gd name="T105" fmla="*/ 3871 h 5967"/>
                <a:gd name="T106" fmla="*/ 2745 w 6458"/>
                <a:gd name="T107" fmla="*/ 3825 h 5967"/>
                <a:gd name="T108" fmla="*/ 1476 w 6458"/>
                <a:gd name="T109" fmla="*/ 3066 h 5967"/>
                <a:gd name="T110" fmla="*/ 5627 w 6458"/>
                <a:gd name="T111" fmla="*/ 2417 h 5967"/>
                <a:gd name="T112" fmla="*/ 3045 w 6458"/>
                <a:gd name="T113" fmla="*/ 5023 h 5967"/>
                <a:gd name="T114" fmla="*/ 3737 w 6458"/>
                <a:gd name="T115" fmla="*/ 5045 h 5967"/>
                <a:gd name="T116" fmla="*/ 2930 w 6458"/>
                <a:gd name="T117" fmla="*/ 4954 h 5967"/>
                <a:gd name="T118" fmla="*/ 3230 w 6458"/>
                <a:gd name="T119" fmla="*/ 4977 h 59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458" h="5967">
                  <a:moveTo>
                    <a:pt x="3229" y="2627"/>
                  </a:moveTo>
                  <a:cubicBezTo>
                    <a:pt x="3136" y="2650"/>
                    <a:pt x="3136" y="2650"/>
                    <a:pt x="3136" y="2650"/>
                  </a:cubicBezTo>
                  <a:cubicBezTo>
                    <a:pt x="3229" y="3018"/>
                    <a:pt x="3229" y="3018"/>
                    <a:pt x="3229" y="3018"/>
                  </a:cubicBezTo>
                  <a:cubicBezTo>
                    <a:pt x="3137" y="3042"/>
                    <a:pt x="3229" y="3018"/>
                    <a:pt x="3252" y="3111"/>
                  </a:cubicBezTo>
                  <a:cubicBezTo>
                    <a:pt x="3229" y="3018"/>
                    <a:pt x="3229" y="3018"/>
                    <a:pt x="3229" y="3018"/>
                  </a:cubicBezTo>
                  <a:cubicBezTo>
                    <a:pt x="3252" y="2719"/>
                    <a:pt x="3252" y="2719"/>
                    <a:pt x="3252" y="2719"/>
                  </a:cubicBezTo>
                  <a:cubicBezTo>
                    <a:pt x="3229" y="2627"/>
                    <a:pt x="3229" y="2627"/>
                    <a:pt x="3229" y="2627"/>
                  </a:cubicBezTo>
                  <a:close/>
                  <a:moveTo>
                    <a:pt x="4611" y="1105"/>
                  </a:moveTo>
                  <a:cubicBezTo>
                    <a:pt x="4611" y="1105"/>
                    <a:pt x="4611" y="1105"/>
                    <a:pt x="4611" y="1105"/>
                  </a:cubicBezTo>
                  <a:cubicBezTo>
                    <a:pt x="4450" y="460"/>
                    <a:pt x="3850" y="23"/>
                    <a:pt x="3158" y="0"/>
                  </a:cubicBezTo>
                  <a:cubicBezTo>
                    <a:pt x="2581" y="47"/>
                    <a:pt x="2005" y="485"/>
                    <a:pt x="1775" y="1131"/>
                  </a:cubicBezTo>
                  <a:cubicBezTo>
                    <a:pt x="806" y="1178"/>
                    <a:pt x="23" y="1962"/>
                    <a:pt x="0" y="3045"/>
                  </a:cubicBezTo>
                  <a:cubicBezTo>
                    <a:pt x="47" y="4013"/>
                    <a:pt x="854" y="4887"/>
                    <a:pt x="1846" y="4932"/>
                  </a:cubicBezTo>
                  <a:cubicBezTo>
                    <a:pt x="1985" y="5485"/>
                    <a:pt x="2585" y="5922"/>
                    <a:pt x="3277" y="5944"/>
                  </a:cubicBezTo>
                  <a:cubicBezTo>
                    <a:pt x="3968" y="5967"/>
                    <a:pt x="4429" y="5459"/>
                    <a:pt x="4683" y="4906"/>
                  </a:cubicBezTo>
                  <a:cubicBezTo>
                    <a:pt x="5651" y="4859"/>
                    <a:pt x="6412" y="3983"/>
                    <a:pt x="6458" y="2992"/>
                  </a:cubicBezTo>
                  <a:cubicBezTo>
                    <a:pt x="6388" y="1932"/>
                    <a:pt x="5603" y="1150"/>
                    <a:pt x="4611" y="1105"/>
                  </a:cubicBezTo>
                  <a:close/>
                  <a:moveTo>
                    <a:pt x="6181" y="3061"/>
                  </a:moveTo>
                  <a:cubicBezTo>
                    <a:pt x="6181" y="3061"/>
                    <a:pt x="6181" y="3061"/>
                    <a:pt x="6181" y="3061"/>
                  </a:cubicBezTo>
                  <a:cubicBezTo>
                    <a:pt x="6181" y="3061"/>
                    <a:pt x="6181" y="3061"/>
                    <a:pt x="6204" y="3154"/>
                  </a:cubicBezTo>
                  <a:cubicBezTo>
                    <a:pt x="6204" y="3154"/>
                    <a:pt x="6204" y="3154"/>
                    <a:pt x="6204" y="3154"/>
                  </a:cubicBezTo>
                  <a:cubicBezTo>
                    <a:pt x="6204" y="3154"/>
                    <a:pt x="6204" y="3154"/>
                    <a:pt x="6112" y="3177"/>
                  </a:cubicBezTo>
                  <a:cubicBezTo>
                    <a:pt x="6135" y="3269"/>
                    <a:pt x="6135" y="3269"/>
                    <a:pt x="6135" y="3269"/>
                  </a:cubicBezTo>
                  <a:cubicBezTo>
                    <a:pt x="6135" y="3269"/>
                    <a:pt x="6135" y="3269"/>
                    <a:pt x="6135" y="3269"/>
                  </a:cubicBezTo>
                  <a:cubicBezTo>
                    <a:pt x="6135" y="3269"/>
                    <a:pt x="6135" y="3269"/>
                    <a:pt x="6135" y="3269"/>
                  </a:cubicBezTo>
                  <a:cubicBezTo>
                    <a:pt x="6158" y="3361"/>
                    <a:pt x="6158" y="3361"/>
                    <a:pt x="6158" y="3361"/>
                  </a:cubicBezTo>
                  <a:cubicBezTo>
                    <a:pt x="6158" y="3361"/>
                    <a:pt x="6158" y="3361"/>
                    <a:pt x="6158" y="3361"/>
                  </a:cubicBezTo>
                  <a:cubicBezTo>
                    <a:pt x="6066" y="3384"/>
                    <a:pt x="6089" y="3476"/>
                    <a:pt x="6089" y="3476"/>
                  </a:cubicBezTo>
                  <a:cubicBezTo>
                    <a:pt x="6089" y="3476"/>
                    <a:pt x="6089" y="3476"/>
                    <a:pt x="6089" y="3476"/>
                  </a:cubicBezTo>
                  <a:cubicBezTo>
                    <a:pt x="6089" y="3476"/>
                    <a:pt x="6089" y="3476"/>
                    <a:pt x="6089" y="3476"/>
                  </a:cubicBezTo>
                  <a:cubicBezTo>
                    <a:pt x="6112" y="3568"/>
                    <a:pt x="6112" y="3568"/>
                    <a:pt x="6112" y="3568"/>
                  </a:cubicBezTo>
                  <a:cubicBezTo>
                    <a:pt x="6112" y="3568"/>
                    <a:pt x="6112" y="3568"/>
                    <a:pt x="6020" y="3591"/>
                  </a:cubicBezTo>
                  <a:cubicBezTo>
                    <a:pt x="6020" y="3591"/>
                    <a:pt x="6020" y="3591"/>
                    <a:pt x="6020" y="3591"/>
                  </a:cubicBezTo>
                  <a:cubicBezTo>
                    <a:pt x="6043" y="3684"/>
                    <a:pt x="6043" y="3684"/>
                    <a:pt x="6043" y="3684"/>
                  </a:cubicBezTo>
                  <a:cubicBezTo>
                    <a:pt x="6043" y="3684"/>
                    <a:pt x="6043" y="3684"/>
                    <a:pt x="6043" y="3684"/>
                  </a:cubicBezTo>
                  <a:cubicBezTo>
                    <a:pt x="6043" y="3684"/>
                    <a:pt x="6043" y="3684"/>
                    <a:pt x="5951" y="3707"/>
                  </a:cubicBezTo>
                  <a:cubicBezTo>
                    <a:pt x="5974" y="3799"/>
                    <a:pt x="5974" y="3799"/>
                    <a:pt x="5974" y="3799"/>
                  </a:cubicBezTo>
                  <a:cubicBezTo>
                    <a:pt x="5974" y="3799"/>
                    <a:pt x="5974" y="3799"/>
                    <a:pt x="5974" y="3799"/>
                  </a:cubicBezTo>
                  <a:cubicBezTo>
                    <a:pt x="5974" y="3799"/>
                    <a:pt x="5974" y="3799"/>
                    <a:pt x="5974" y="3799"/>
                  </a:cubicBezTo>
                  <a:cubicBezTo>
                    <a:pt x="5881" y="3822"/>
                    <a:pt x="5881" y="3822"/>
                    <a:pt x="5881" y="3822"/>
                  </a:cubicBezTo>
                  <a:cubicBezTo>
                    <a:pt x="5904" y="3914"/>
                    <a:pt x="5904" y="3914"/>
                    <a:pt x="5904" y="3914"/>
                  </a:cubicBezTo>
                  <a:cubicBezTo>
                    <a:pt x="5904" y="3914"/>
                    <a:pt x="5904" y="3914"/>
                    <a:pt x="5904" y="3914"/>
                  </a:cubicBezTo>
                  <a:cubicBezTo>
                    <a:pt x="5812" y="3937"/>
                    <a:pt x="5812" y="3937"/>
                    <a:pt x="5812" y="3937"/>
                  </a:cubicBezTo>
                  <a:cubicBezTo>
                    <a:pt x="5812" y="3937"/>
                    <a:pt x="5812" y="3937"/>
                    <a:pt x="5835" y="4029"/>
                  </a:cubicBezTo>
                  <a:cubicBezTo>
                    <a:pt x="5835" y="4029"/>
                    <a:pt x="5835" y="4029"/>
                    <a:pt x="5835" y="4029"/>
                  </a:cubicBezTo>
                  <a:cubicBezTo>
                    <a:pt x="5743" y="4053"/>
                    <a:pt x="5743" y="4053"/>
                    <a:pt x="5743" y="4053"/>
                  </a:cubicBezTo>
                  <a:cubicBezTo>
                    <a:pt x="5743" y="4053"/>
                    <a:pt x="5743" y="4053"/>
                    <a:pt x="5743" y="4053"/>
                  </a:cubicBezTo>
                  <a:cubicBezTo>
                    <a:pt x="5743" y="4053"/>
                    <a:pt x="5766" y="4145"/>
                    <a:pt x="5674" y="4168"/>
                  </a:cubicBezTo>
                  <a:cubicBezTo>
                    <a:pt x="5674" y="4168"/>
                    <a:pt x="5674" y="4168"/>
                    <a:pt x="5674" y="4168"/>
                  </a:cubicBezTo>
                  <a:cubicBezTo>
                    <a:pt x="5674" y="4168"/>
                    <a:pt x="5674" y="4168"/>
                    <a:pt x="5674" y="4168"/>
                  </a:cubicBezTo>
                  <a:cubicBezTo>
                    <a:pt x="5582" y="4191"/>
                    <a:pt x="5582" y="4191"/>
                    <a:pt x="5582" y="4191"/>
                  </a:cubicBezTo>
                  <a:cubicBezTo>
                    <a:pt x="5582" y="4191"/>
                    <a:pt x="5582" y="4191"/>
                    <a:pt x="5582" y="4191"/>
                  </a:cubicBezTo>
                  <a:cubicBezTo>
                    <a:pt x="5605" y="4283"/>
                    <a:pt x="5605" y="4283"/>
                    <a:pt x="5605" y="4283"/>
                  </a:cubicBezTo>
                  <a:cubicBezTo>
                    <a:pt x="5513" y="4306"/>
                    <a:pt x="5513" y="4306"/>
                    <a:pt x="5513" y="4306"/>
                  </a:cubicBezTo>
                  <a:cubicBezTo>
                    <a:pt x="5513" y="4306"/>
                    <a:pt x="5513" y="4306"/>
                    <a:pt x="5513" y="4306"/>
                  </a:cubicBezTo>
                  <a:cubicBezTo>
                    <a:pt x="5513" y="4306"/>
                    <a:pt x="5513" y="4306"/>
                    <a:pt x="5513" y="4306"/>
                  </a:cubicBezTo>
                  <a:cubicBezTo>
                    <a:pt x="5420" y="4329"/>
                    <a:pt x="5420" y="4329"/>
                    <a:pt x="5420" y="4329"/>
                  </a:cubicBezTo>
                  <a:cubicBezTo>
                    <a:pt x="5420" y="4329"/>
                    <a:pt x="5420" y="4329"/>
                    <a:pt x="5420" y="4329"/>
                  </a:cubicBezTo>
                  <a:cubicBezTo>
                    <a:pt x="5328" y="4352"/>
                    <a:pt x="5328" y="4352"/>
                    <a:pt x="5328" y="4352"/>
                  </a:cubicBezTo>
                  <a:cubicBezTo>
                    <a:pt x="5351" y="4445"/>
                    <a:pt x="5351" y="4445"/>
                    <a:pt x="5351" y="4445"/>
                  </a:cubicBezTo>
                  <a:cubicBezTo>
                    <a:pt x="5351" y="4445"/>
                    <a:pt x="5351" y="4445"/>
                    <a:pt x="5351" y="4445"/>
                  </a:cubicBezTo>
                  <a:cubicBezTo>
                    <a:pt x="5259" y="4468"/>
                    <a:pt x="5259" y="4468"/>
                    <a:pt x="5259" y="4468"/>
                  </a:cubicBezTo>
                  <a:cubicBezTo>
                    <a:pt x="5259" y="4468"/>
                    <a:pt x="5259" y="4468"/>
                    <a:pt x="5259" y="4468"/>
                  </a:cubicBezTo>
                  <a:cubicBezTo>
                    <a:pt x="5167" y="4491"/>
                    <a:pt x="5167" y="4491"/>
                    <a:pt x="5167" y="4491"/>
                  </a:cubicBezTo>
                  <a:cubicBezTo>
                    <a:pt x="5167" y="4491"/>
                    <a:pt x="5167" y="4491"/>
                    <a:pt x="5167" y="4491"/>
                  </a:cubicBezTo>
                  <a:cubicBezTo>
                    <a:pt x="5167" y="4491"/>
                    <a:pt x="5167" y="4491"/>
                    <a:pt x="5167" y="4491"/>
                  </a:cubicBezTo>
                  <a:cubicBezTo>
                    <a:pt x="5075" y="4514"/>
                    <a:pt x="5075" y="4514"/>
                    <a:pt x="5075" y="4514"/>
                  </a:cubicBezTo>
                  <a:cubicBezTo>
                    <a:pt x="5075" y="4514"/>
                    <a:pt x="5075" y="4514"/>
                    <a:pt x="5075" y="4514"/>
                  </a:cubicBezTo>
                  <a:cubicBezTo>
                    <a:pt x="5075" y="4514"/>
                    <a:pt x="5075" y="4514"/>
                    <a:pt x="4982" y="4537"/>
                  </a:cubicBezTo>
                  <a:cubicBezTo>
                    <a:pt x="4982" y="4537"/>
                    <a:pt x="4982" y="4537"/>
                    <a:pt x="4982" y="4537"/>
                  </a:cubicBezTo>
                  <a:cubicBezTo>
                    <a:pt x="4982" y="4537"/>
                    <a:pt x="4982" y="4537"/>
                    <a:pt x="4982" y="4537"/>
                  </a:cubicBezTo>
                  <a:cubicBezTo>
                    <a:pt x="4890" y="4560"/>
                    <a:pt x="4890" y="4560"/>
                    <a:pt x="4890" y="4560"/>
                  </a:cubicBezTo>
                  <a:cubicBezTo>
                    <a:pt x="4890" y="4560"/>
                    <a:pt x="4890" y="4560"/>
                    <a:pt x="4890" y="4560"/>
                  </a:cubicBezTo>
                  <a:cubicBezTo>
                    <a:pt x="4798" y="4583"/>
                    <a:pt x="4798" y="4583"/>
                    <a:pt x="4798" y="4583"/>
                  </a:cubicBezTo>
                  <a:cubicBezTo>
                    <a:pt x="4798" y="4583"/>
                    <a:pt x="4798" y="4583"/>
                    <a:pt x="4798" y="4583"/>
                  </a:cubicBezTo>
                  <a:cubicBezTo>
                    <a:pt x="4798" y="4583"/>
                    <a:pt x="4798" y="4583"/>
                    <a:pt x="4798" y="4583"/>
                  </a:cubicBezTo>
                  <a:cubicBezTo>
                    <a:pt x="4706" y="4607"/>
                    <a:pt x="4613" y="4630"/>
                    <a:pt x="4521" y="4653"/>
                  </a:cubicBezTo>
                  <a:cubicBezTo>
                    <a:pt x="4521" y="4653"/>
                    <a:pt x="4521" y="4653"/>
                    <a:pt x="4406" y="4584"/>
                  </a:cubicBezTo>
                  <a:cubicBezTo>
                    <a:pt x="4429" y="4676"/>
                    <a:pt x="4452" y="4768"/>
                    <a:pt x="4383" y="4883"/>
                  </a:cubicBezTo>
                  <a:cubicBezTo>
                    <a:pt x="4383" y="4883"/>
                    <a:pt x="4383" y="4883"/>
                    <a:pt x="4383" y="4883"/>
                  </a:cubicBezTo>
                  <a:cubicBezTo>
                    <a:pt x="4406" y="4976"/>
                    <a:pt x="4406" y="4976"/>
                    <a:pt x="4406" y="4976"/>
                  </a:cubicBezTo>
                  <a:cubicBezTo>
                    <a:pt x="4314" y="4999"/>
                    <a:pt x="4314" y="4999"/>
                    <a:pt x="4314" y="4999"/>
                  </a:cubicBezTo>
                  <a:cubicBezTo>
                    <a:pt x="4314" y="4999"/>
                    <a:pt x="4314" y="4999"/>
                    <a:pt x="4314" y="4999"/>
                  </a:cubicBezTo>
                  <a:cubicBezTo>
                    <a:pt x="4314" y="4999"/>
                    <a:pt x="4314" y="4999"/>
                    <a:pt x="4314" y="4999"/>
                  </a:cubicBezTo>
                  <a:cubicBezTo>
                    <a:pt x="4314" y="4999"/>
                    <a:pt x="4314" y="4999"/>
                    <a:pt x="4314" y="4999"/>
                  </a:cubicBezTo>
                  <a:cubicBezTo>
                    <a:pt x="4337" y="5091"/>
                    <a:pt x="4337" y="5091"/>
                    <a:pt x="4337" y="5091"/>
                  </a:cubicBezTo>
                  <a:cubicBezTo>
                    <a:pt x="4245" y="5114"/>
                    <a:pt x="4245" y="5114"/>
                    <a:pt x="4245" y="5114"/>
                  </a:cubicBezTo>
                  <a:cubicBezTo>
                    <a:pt x="4245" y="5114"/>
                    <a:pt x="4245" y="5114"/>
                    <a:pt x="4245" y="5114"/>
                  </a:cubicBezTo>
                  <a:cubicBezTo>
                    <a:pt x="4245" y="5114"/>
                    <a:pt x="4245" y="5114"/>
                    <a:pt x="4245" y="5114"/>
                  </a:cubicBezTo>
                  <a:cubicBezTo>
                    <a:pt x="4268" y="5206"/>
                    <a:pt x="4268" y="5206"/>
                    <a:pt x="4268" y="5206"/>
                  </a:cubicBezTo>
                  <a:cubicBezTo>
                    <a:pt x="4176" y="5229"/>
                    <a:pt x="4176" y="5229"/>
                    <a:pt x="4176" y="5229"/>
                  </a:cubicBezTo>
                  <a:cubicBezTo>
                    <a:pt x="4176" y="5229"/>
                    <a:pt x="4176" y="5229"/>
                    <a:pt x="4176" y="5229"/>
                  </a:cubicBezTo>
                  <a:cubicBezTo>
                    <a:pt x="4176" y="5229"/>
                    <a:pt x="4176" y="5229"/>
                    <a:pt x="4176" y="5229"/>
                  </a:cubicBezTo>
                  <a:cubicBezTo>
                    <a:pt x="4176" y="5229"/>
                    <a:pt x="4176" y="5229"/>
                    <a:pt x="4176" y="5229"/>
                  </a:cubicBezTo>
                  <a:cubicBezTo>
                    <a:pt x="4083" y="5252"/>
                    <a:pt x="4083" y="5252"/>
                    <a:pt x="4083" y="5252"/>
                  </a:cubicBezTo>
                  <a:cubicBezTo>
                    <a:pt x="4106" y="5345"/>
                    <a:pt x="4106" y="5345"/>
                    <a:pt x="4106" y="5345"/>
                  </a:cubicBezTo>
                  <a:cubicBezTo>
                    <a:pt x="4106" y="5345"/>
                    <a:pt x="4106" y="5345"/>
                    <a:pt x="4106" y="5345"/>
                  </a:cubicBezTo>
                  <a:cubicBezTo>
                    <a:pt x="4106" y="5345"/>
                    <a:pt x="4106" y="5345"/>
                    <a:pt x="4106" y="5345"/>
                  </a:cubicBezTo>
                  <a:cubicBezTo>
                    <a:pt x="4014" y="5368"/>
                    <a:pt x="4014" y="5368"/>
                    <a:pt x="4014" y="5368"/>
                  </a:cubicBezTo>
                  <a:cubicBezTo>
                    <a:pt x="4014" y="5368"/>
                    <a:pt x="4014" y="5368"/>
                    <a:pt x="4014" y="5368"/>
                  </a:cubicBezTo>
                  <a:cubicBezTo>
                    <a:pt x="4014" y="5368"/>
                    <a:pt x="4014" y="5368"/>
                    <a:pt x="4014" y="5368"/>
                  </a:cubicBezTo>
                  <a:cubicBezTo>
                    <a:pt x="4037" y="5460"/>
                    <a:pt x="4037" y="5460"/>
                    <a:pt x="4037" y="5460"/>
                  </a:cubicBezTo>
                  <a:cubicBezTo>
                    <a:pt x="3945" y="5483"/>
                    <a:pt x="3945" y="5483"/>
                    <a:pt x="3945" y="5483"/>
                  </a:cubicBezTo>
                  <a:cubicBezTo>
                    <a:pt x="3945" y="5483"/>
                    <a:pt x="3945" y="5483"/>
                    <a:pt x="3945" y="5483"/>
                  </a:cubicBezTo>
                  <a:cubicBezTo>
                    <a:pt x="3945" y="5483"/>
                    <a:pt x="3945" y="5483"/>
                    <a:pt x="3945" y="5483"/>
                  </a:cubicBezTo>
                  <a:cubicBezTo>
                    <a:pt x="3853" y="5506"/>
                    <a:pt x="3853" y="5506"/>
                    <a:pt x="3853" y="5506"/>
                  </a:cubicBezTo>
                  <a:cubicBezTo>
                    <a:pt x="3853" y="5506"/>
                    <a:pt x="3853" y="5506"/>
                    <a:pt x="3853" y="5506"/>
                  </a:cubicBezTo>
                  <a:cubicBezTo>
                    <a:pt x="3853" y="5506"/>
                    <a:pt x="3853" y="5506"/>
                    <a:pt x="3853" y="5506"/>
                  </a:cubicBezTo>
                  <a:cubicBezTo>
                    <a:pt x="3853" y="5506"/>
                    <a:pt x="3853" y="5506"/>
                    <a:pt x="3853" y="5506"/>
                  </a:cubicBezTo>
                  <a:cubicBezTo>
                    <a:pt x="3761" y="5529"/>
                    <a:pt x="3761" y="5529"/>
                    <a:pt x="3761" y="5529"/>
                  </a:cubicBezTo>
                  <a:cubicBezTo>
                    <a:pt x="3761" y="5529"/>
                    <a:pt x="3761" y="5529"/>
                    <a:pt x="3761" y="5529"/>
                  </a:cubicBezTo>
                  <a:cubicBezTo>
                    <a:pt x="3761" y="5529"/>
                    <a:pt x="3761" y="5529"/>
                    <a:pt x="3761" y="5529"/>
                  </a:cubicBezTo>
                  <a:cubicBezTo>
                    <a:pt x="3668" y="5552"/>
                    <a:pt x="3668" y="5552"/>
                    <a:pt x="3668" y="5552"/>
                  </a:cubicBezTo>
                  <a:cubicBezTo>
                    <a:pt x="3668" y="5552"/>
                    <a:pt x="3668" y="5552"/>
                    <a:pt x="3691" y="5645"/>
                  </a:cubicBezTo>
                  <a:cubicBezTo>
                    <a:pt x="3691" y="5645"/>
                    <a:pt x="3691" y="5645"/>
                    <a:pt x="3691" y="5645"/>
                  </a:cubicBezTo>
                  <a:cubicBezTo>
                    <a:pt x="3599" y="5668"/>
                    <a:pt x="3599" y="5668"/>
                    <a:pt x="3599" y="5668"/>
                  </a:cubicBezTo>
                  <a:cubicBezTo>
                    <a:pt x="3599" y="5668"/>
                    <a:pt x="3599" y="5668"/>
                    <a:pt x="3599" y="5668"/>
                  </a:cubicBezTo>
                  <a:cubicBezTo>
                    <a:pt x="3599" y="5668"/>
                    <a:pt x="3599" y="5668"/>
                    <a:pt x="3599" y="5668"/>
                  </a:cubicBezTo>
                  <a:cubicBezTo>
                    <a:pt x="3599" y="5668"/>
                    <a:pt x="3599" y="5668"/>
                    <a:pt x="3599" y="5668"/>
                  </a:cubicBezTo>
                  <a:cubicBezTo>
                    <a:pt x="3507" y="5691"/>
                    <a:pt x="3507" y="5691"/>
                    <a:pt x="3507" y="5691"/>
                  </a:cubicBezTo>
                  <a:cubicBezTo>
                    <a:pt x="3507" y="5691"/>
                    <a:pt x="3507" y="5691"/>
                    <a:pt x="3507" y="5691"/>
                  </a:cubicBezTo>
                  <a:cubicBezTo>
                    <a:pt x="3507" y="5691"/>
                    <a:pt x="3507" y="5691"/>
                    <a:pt x="3415" y="5714"/>
                  </a:cubicBezTo>
                  <a:cubicBezTo>
                    <a:pt x="3415" y="5714"/>
                    <a:pt x="3415" y="5714"/>
                    <a:pt x="3415" y="5714"/>
                  </a:cubicBezTo>
                  <a:cubicBezTo>
                    <a:pt x="3415" y="5714"/>
                    <a:pt x="3415" y="5714"/>
                    <a:pt x="3392" y="5622"/>
                  </a:cubicBezTo>
                  <a:cubicBezTo>
                    <a:pt x="3392" y="5622"/>
                    <a:pt x="3392" y="5622"/>
                    <a:pt x="3392" y="5622"/>
                  </a:cubicBezTo>
                  <a:cubicBezTo>
                    <a:pt x="3299" y="5645"/>
                    <a:pt x="3299" y="5645"/>
                    <a:pt x="3299" y="5645"/>
                  </a:cubicBezTo>
                  <a:cubicBezTo>
                    <a:pt x="3299" y="5645"/>
                    <a:pt x="3299" y="5645"/>
                    <a:pt x="3299" y="5645"/>
                  </a:cubicBezTo>
                  <a:cubicBezTo>
                    <a:pt x="3299" y="5645"/>
                    <a:pt x="3299" y="5645"/>
                    <a:pt x="3207" y="5668"/>
                  </a:cubicBezTo>
                  <a:cubicBezTo>
                    <a:pt x="3207" y="5668"/>
                    <a:pt x="3207" y="5668"/>
                    <a:pt x="3207" y="5668"/>
                  </a:cubicBezTo>
                  <a:cubicBezTo>
                    <a:pt x="3207" y="5668"/>
                    <a:pt x="3207" y="5668"/>
                    <a:pt x="3207" y="5668"/>
                  </a:cubicBezTo>
                  <a:cubicBezTo>
                    <a:pt x="3207" y="5668"/>
                    <a:pt x="3207" y="5668"/>
                    <a:pt x="3207" y="5668"/>
                  </a:cubicBezTo>
                  <a:cubicBezTo>
                    <a:pt x="3115" y="5691"/>
                    <a:pt x="3115" y="5691"/>
                    <a:pt x="3115" y="5691"/>
                  </a:cubicBezTo>
                  <a:cubicBezTo>
                    <a:pt x="3115" y="5691"/>
                    <a:pt x="3115" y="5691"/>
                    <a:pt x="3115" y="5691"/>
                  </a:cubicBezTo>
                  <a:cubicBezTo>
                    <a:pt x="3115" y="5691"/>
                    <a:pt x="3115" y="5691"/>
                    <a:pt x="3115" y="5691"/>
                  </a:cubicBezTo>
                  <a:cubicBezTo>
                    <a:pt x="3115" y="5691"/>
                    <a:pt x="3115" y="5691"/>
                    <a:pt x="3115" y="5691"/>
                  </a:cubicBezTo>
                  <a:cubicBezTo>
                    <a:pt x="3023" y="5714"/>
                    <a:pt x="3000" y="5622"/>
                    <a:pt x="3000" y="5622"/>
                  </a:cubicBezTo>
                  <a:cubicBezTo>
                    <a:pt x="3000" y="5622"/>
                    <a:pt x="3000" y="5622"/>
                    <a:pt x="3000" y="5622"/>
                  </a:cubicBezTo>
                  <a:cubicBezTo>
                    <a:pt x="3000" y="5622"/>
                    <a:pt x="3000" y="5622"/>
                    <a:pt x="3000" y="5622"/>
                  </a:cubicBezTo>
                  <a:cubicBezTo>
                    <a:pt x="2907" y="5645"/>
                    <a:pt x="2907" y="5645"/>
                    <a:pt x="2907" y="5645"/>
                  </a:cubicBezTo>
                  <a:cubicBezTo>
                    <a:pt x="2907" y="5645"/>
                    <a:pt x="2907" y="5645"/>
                    <a:pt x="2907" y="5645"/>
                  </a:cubicBezTo>
                  <a:cubicBezTo>
                    <a:pt x="2907" y="5645"/>
                    <a:pt x="2907" y="5645"/>
                    <a:pt x="2907" y="5645"/>
                  </a:cubicBezTo>
                  <a:cubicBezTo>
                    <a:pt x="2907" y="5645"/>
                    <a:pt x="2907" y="5645"/>
                    <a:pt x="2792" y="5576"/>
                  </a:cubicBezTo>
                  <a:cubicBezTo>
                    <a:pt x="2792" y="5576"/>
                    <a:pt x="2792" y="5576"/>
                    <a:pt x="2792" y="5576"/>
                  </a:cubicBezTo>
                  <a:cubicBezTo>
                    <a:pt x="2792" y="5576"/>
                    <a:pt x="2792" y="5576"/>
                    <a:pt x="2792" y="5576"/>
                  </a:cubicBezTo>
                  <a:cubicBezTo>
                    <a:pt x="2792" y="5576"/>
                    <a:pt x="2792" y="5576"/>
                    <a:pt x="2792" y="5576"/>
                  </a:cubicBezTo>
                  <a:cubicBezTo>
                    <a:pt x="2700" y="5600"/>
                    <a:pt x="2700" y="5600"/>
                    <a:pt x="2700" y="5600"/>
                  </a:cubicBezTo>
                  <a:cubicBezTo>
                    <a:pt x="2700" y="5600"/>
                    <a:pt x="2700" y="5600"/>
                    <a:pt x="2700" y="5600"/>
                  </a:cubicBezTo>
                  <a:cubicBezTo>
                    <a:pt x="2677" y="5507"/>
                    <a:pt x="2677" y="5507"/>
                    <a:pt x="2677" y="5507"/>
                  </a:cubicBezTo>
                  <a:cubicBezTo>
                    <a:pt x="2677" y="5507"/>
                    <a:pt x="2677" y="5507"/>
                    <a:pt x="2677" y="5507"/>
                  </a:cubicBezTo>
                  <a:cubicBezTo>
                    <a:pt x="2677" y="5507"/>
                    <a:pt x="2677" y="5507"/>
                    <a:pt x="2584" y="5530"/>
                  </a:cubicBezTo>
                  <a:cubicBezTo>
                    <a:pt x="2584" y="5530"/>
                    <a:pt x="2584" y="5530"/>
                    <a:pt x="2584" y="5530"/>
                  </a:cubicBezTo>
                  <a:cubicBezTo>
                    <a:pt x="2584" y="5530"/>
                    <a:pt x="2584" y="5530"/>
                    <a:pt x="2584" y="5530"/>
                  </a:cubicBezTo>
                  <a:cubicBezTo>
                    <a:pt x="2561" y="5438"/>
                    <a:pt x="2561" y="5438"/>
                    <a:pt x="2561" y="5438"/>
                  </a:cubicBezTo>
                  <a:cubicBezTo>
                    <a:pt x="2561" y="5438"/>
                    <a:pt x="2561" y="5438"/>
                    <a:pt x="2561" y="5438"/>
                  </a:cubicBezTo>
                  <a:cubicBezTo>
                    <a:pt x="2561" y="5438"/>
                    <a:pt x="2561" y="5438"/>
                    <a:pt x="2561" y="5438"/>
                  </a:cubicBezTo>
                  <a:cubicBezTo>
                    <a:pt x="2469" y="5461"/>
                    <a:pt x="2469" y="5461"/>
                    <a:pt x="2469" y="5461"/>
                  </a:cubicBezTo>
                  <a:cubicBezTo>
                    <a:pt x="2446" y="5369"/>
                    <a:pt x="2446" y="5369"/>
                    <a:pt x="2446" y="5369"/>
                  </a:cubicBezTo>
                  <a:cubicBezTo>
                    <a:pt x="2446" y="5369"/>
                    <a:pt x="2446" y="5369"/>
                    <a:pt x="2446" y="5369"/>
                  </a:cubicBezTo>
                  <a:cubicBezTo>
                    <a:pt x="2446" y="5369"/>
                    <a:pt x="2446" y="5369"/>
                    <a:pt x="2446" y="5369"/>
                  </a:cubicBezTo>
                  <a:cubicBezTo>
                    <a:pt x="2446" y="5369"/>
                    <a:pt x="2446" y="5369"/>
                    <a:pt x="2446" y="5369"/>
                  </a:cubicBezTo>
                  <a:cubicBezTo>
                    <a:pt x="2331" y="5300"/>
                    <a:pt x="2331" y="5300"/>
                    <a:pt x="2331" y="5300"/>
                  </a:cubicBezTo>
                  <a:cubicBezTo>
                    <a:pt x="2331" y="5300"/>
                    <a:pt x="2331" y="5300"/>
                    <a:pt x="2331" y="5300"/>
                  </a:cubicBezTo>
                  <a:cubicBezTo>
                    <a:pt x="2331" y="5300"/>
                    <a:pt x="2331" y="5300"/>
                    <a:pt x="2331" y="5300"/>
                  </a:cubicBezTo>
                  <a:cubicBezTo>
                    <a:pt x="2331" y="5300"/>
                    <a:pt x="2331" y="5300"/>
                    <a:pt x="2331" y="5300"/>
                  </a:cubicBezTo>
                  <a:cubicBezTo>
                    <a:pt x="2308" y="5208"/>
                    <a:pt x="2308" y="5208"/>
                    <a:pt x="2308" y="5208"/>
                  </a:cubicBezTo>
                  <a:cubicBezTo>
                    <a:pt x="2308" y="5208"/>
                    <a:pt x="2308" y="5208"/>
                    <a:pt x="2308" y="5208"/>
                  </a:cubicBezTo>
                  <a:cubicBezTo>
                    <a:pt x="2308" y="5208"/>
                    <a:pt x="2308" y="5208"/>
                    <a:pt x="2308" y="5208"/>
                  </a:cubicBezTo>
                  <a:cubicBezTo>
                    <a:pt x="2284" y="5116"/>
                    <a:pt x="2284" y="5116"/>
                    <a:pt x="2284" y="5116"/>
                  </a:cubicBezTo>
                  <a:cubicBezTo>
                    <a:pt x="2192" y="5139"/>
                    <a:pt x="2192" y="5139"/>
                    <a:pt x="2192" y="5139"/>
                  </a:cubicBezTo>
                  <a:cubicBezTo>
                    <a:pt x="2192" y="5139"/>
                    <a:pt x="2192" y="5139"/>
                    <a:pt x="2192" y="5139"/>
                  </a:cubicBezTo>
                  <a:cubicBezTo>
                    <a:pt x="2192" y="5139"/>
                    <a:pt x="2192" y="5139"/>
                    <a:pt x="2169" y="5047"/>
                  </a:cubicBezTo>
                  <a:cubicBezTo>
                    <a:pt x="2169" y="5047"/>
                    <a:pt x="2169" y="5047"/>
                    <a:pt x="2169" y="5047"/>
                  </a:cubicBezTo>
                  <a:cubicBezTo>
                    <a:pt x="2169" y="5047"/>
                    <a:pt x="2169" y="5047"/>
                    <a:pt x="2169" y="5047"/>
                  </a:cubicBezTo>
                  <a:cubicBezTo>
                    <a:pt x="2169" y="5047"/>
                    <a:pt x="2169" y="5047"/>
                    <a:pt x="2169" y="5047"/>
                  </a:cubicBezTo>
                  <a:cubicBezTo>
                    <a:pt x="2146" y="4955"/>
                    <a:pt x="2146" y="4955"/>
                    <a:pt x="2146" y="4955"/>
                  </a:cubicBezTo>
                  <a:cubicBezTo>
                    <a:pt x="2146" y="4955"/>
                    <a:pt x="2146" y="4955"/>
                    <a:pt x="2146" y="4955"/>
                  </a:cubicBezTo>
                  <a:cubicBezTo>
                    <a:pt x="2146" y="4955"/>
                    <a:pt x="2146" y="4955"/>
                    <a:pt x="2146" y="4955"/>
                  </a:cubicBezTo>
                  <a:cubicBezTo>
                    <a:pt x="2146" y="4955"/>
                    <a:pt x="2146" y="4955"/>
                    <a:pt x="2146" y="4955"/>
                  </a:cubicBezTo>
                  <a:cubicBezTo>
                    <a:pt x="2123" y="4863"/>
                    <a:pt x="2100" y="4771"/>
                    <a:pt x="2077" y="4679"/>
                  </a:cubicBezTo>
                  <a:cubicBezTo>
                    <a:pt x="1961" y="4610"/>
                    <a:pt x="1961" y="4610"/>
                    <a:pt x="1961" y="4610"/>
                  </a:cubicBezTo>
                  <a:cubicBezTo>
                    <a:pt x="1869" y="4633"/>
                    <a:pt x="1777" y="4656"/>
                    <a:pt x="1777" y="4656"/>
                  </a:cubicBezTo>
                  <a:cubicBezTo>
                    <a:pt x="1685" y="4679"/>
                    <a:pt x="1685" y="4679"/>
                    <a:pt x="1685" y="4679"/>
                  </a:cubicBezTo>
                  <a:cubicBezTo>
                    <a:pt x="1661" y="4587"/>
                    <a:pt x="1661" y="4587"/>
                    <a:pt x="1661" y="4587"/>
                  </a:cubicBezTo>
                  <a:cubicBezTo>
                    <a:pt x="1569" y="4610"/>
                    <a:pt x="1569" y="4610"/>
                    <a:pt x="1569" y="4610"/>
                  </a:cubicBezTo>
                  <a:cubicBezTo>
                    <a:pt x="1569" y="4610"/>
                    <a:pt x="1569" y="4610"/>
                    <a:pt x="1569" y="4610"/>
                  </a:cubicBezTo>
                  <a:cubicBezTo>
                    <a:pt x="1569" y="4610"/>
                    <a:pt x="1569" y="4610"/>
                    <a:pt x="1569" y="4610"/>
                  </a:cubicBezTo>
                  <a:cubicBezTo>
                    <a:pt x="1477" y="4633"/>
                    <a:pt x="1477" y="4633"/>
                    <a:pt x="1477" y="4633"/>
                  </a:cubicBezTo>
                  <a:cubicBezTo>
                    <a:pt x="1454" y="4541"/>
                    <a:pt x="1454" y="4541"/>
                    <a:pt x="1454" y="4541"/>
                  </a:cubicBezTo>
                  <a:cubicBezTo>
                    <a:pt x="1454" y="4541"/>
                    <a:pt x="1454" y="4541"/>
                    <a:pt x="1454" y="4541"/>
                  </a:cubicBezTo>
                  <a:cubicBezTo>
                    <a:pt x="1362" y="4564"/>
                    <a:pt x="1362" y="4564"/>
                    <a:pt x="1362" y="4564"/>
                  </a:cubicBezTo>
                  <a:cubicBezTo>
                    <a:pt x="1362" y="4564"/>
                    <a:pt x="1362" y="4564"/>
                    <a:pt x="1362" y="4564"/>
                  </a:cubicBezTo>
                  <a:cubicBezTo>
                    <a:pt x="1362" y="4564"/>
                    <a:pt x="1362" y="4564"/>
                    <a:pt x="1362" y="4564"/>
                  </a:cubicBezTo>
                  <a:cubicBezTo>
                    <a:pt x="1246" y="4495"/>
                    <a:pt x="1246" y="4495"/>
                    <a:pt x="1246" y="4495"/>
                  </a:cubicBezTo>
                  <a:cubicBezTo>
                    <a:pt x="1246" y="4495"/>
                    <a:pt x="1246" y="4495"/>
                    <a:pt x="1246" y="4495"/>
                  </a:cubicBezTo>
                  <a:cubicBezTo>
                    <a:pt x="1246" y="4495"/>
                    <a:pt x="1246" y="4495"/>
                    <a:pt x="1246" y="4495"/>
                  </a:cubicBezTo>
                  <a:cubicBezTo>
                    <a:pt x="1131" y="4426"/>
                    <a:pt x="1131" y="4426"/>
                    <a:pt x="1131" y="4426"/>
                  </a:cubicBezTo>
                  <a:cubicBezTo>
                    <a:pt x="1131" y="4426"/>
                    <a:pt x="1131" y="4426"/>
                    <a:pt x="1131" y="4426"/>
                  </a:cubicBezTo>
                  <a:cubicBezTo>
                    <a:pt x="1131" y="4426"/>
                    <a:pt x="1131" y="4426"/>
                    <a:pt x="1131" y="4426"/>
                  </a:cubicBezTo>
                  <a:cubicBezTo>
                    <a:pt x="1039" y="4449"/>
                    <a:pt x="1039" y="4449"/>
                    <a:pt x="1039" y="4449"/>
                  </a:cubicBezTo>
                  <a:cubicBezTo>
                    <a:pt x="1016" y="4357"/>
                    <a:pt x="1016" y="4357"/>
                    <a:pt x="1016" y="4357"/>
                  </a:cubicBezTo>
                  <a:cubicBezTo>
                    <a:pt x="1016" y="4357"/>
                    <a:pt x="1016" y="4357"/>
                    <a:pt x="1016" y="4357"/>
                  </a:cubicBezTo>
                  <a:cubicBezTo>
                    <a:pt x="1016" y="4357"/>
                    <a:pt x="1016" y="4357"/>
                    <a:pt x="1016" y="4357"/>
                  </a:cubicBezTo>
                  <a:cubicBezTo>
                    <a:pt x="900" y="4288"/>
                    <a:pt x="900" y="4288"/>
                    <a:pt x="900" y="4288"/>
                  </a:cubicBezTo>
                  <a:cubicBezTo>
                    <a:pt x="900" y="4288"/>
                    <a:pt x="900" y="4288"/>
                    <a:pt x="900" y="4288"/>
                  </a:cubicBezTo>
                  <a:cubicBezTo>
                    <a:pt x="900" y="4288"/>
                    <a:pt x="900" y="4288"/>
                    <a:pt x="900" y="4288"/>
                  </a:cubicBezTo>
                  <a:cubicBezTo>
                    <a:pt x="900" y="4288"/>
                    <a:pt x="900" y="4288"/>
                    <a:pt x="900" y="4288"/>
                  </a:cubicBezTo>
                  <a:cubicBezTo>
                    <a:pt x="785" y="4219"/>
                    <a:pt x="785" y="4219"/>
                    <a:pt x="785" y="4219"/>
                  </a:cubicBezTo>
                  <a:cubicBezTo>
                    <a:pt x="785" y="4219"/>
                    <a:pt x="785" y="4219"/>
                    <a:pt x="785" y="4219"/>
                  </a:cubicBezTo>
                  <a:cubicBezTo>
                    <a:pt x="762" y="4127"/>
                    <a:pt x="762" y="4127"/>
                    <a:pt x="762" y="4127"/>
                  </a:cubicBezTo>
                  <a:cubicBezTo>
                    <a:pt x="762" y="4127"/>
                    <a:pt x="762" y="4127"/>
                    <a:pt x="762" y="4127"/>
                  </a:cubicBezTo>
                  <a:cubicBezTo>
                    <a:pt x="762" y="4127"/>
                    <a:pt x="670" y="4150"/>
                    <a:pt x="646" y="4058"/>
                  </a:cubicBezTo>
                  <a:cubicBezTo>
                    <a:pt x="646" y="4058"/>
                    <a:pt x="646" y="4058"/>
                    <a:pt x="646" y="4058"/>
                  </a:cubicBezTo>
                  <a:cubicBezTo>
                    <a:pt x="646" y="4058"/>
                    <a:pt x="646" y="4058"/>
                    <a:pt x="646" y="4058"/>
                  </a:cubicBezTo>
                  <a:cubicBezTo>
                    <a:pt x="623" y="3966"/>
                    <a:pt x="623" y="3966"/>
                    <a:pt x="623" y="3966"/>
                  </a:cubicBezTo>
                  <a:cubicBezTo>
                    <a:pt x="623" y="3966"/>
                    <a:pt x="623" y="3966"/>
                    <a:pt x="623" y="3966"/>
                  </a:cubicBezTo>
                  <a:cubicBezTo>
                    <a:pt x="623" y="3966"/>
                    <a:pt x="623" y="3966"/>
                    <a:pt x="623" y="3966"/>
                  </a:cubicBezTo>
                  <a:cubicBezTo>
                    <a:pt x="508" y="3897"/>
                    <a:pt x="508" y="3897"/>
                    <a:pt x="508" y="3897"/>
                  </a:cubicBezTo>
                  <a:cubicBezTo>
                    <a:pt x="508" y="3897"/>
                    <a:pt x="508" y="3897"/>
                    <a:pt x="508" y="3897"/>
                  </a:cubicBezTo>
                  <a:cubicBezTo>
                    <a:pt x="485" y="3805"/>
                    <a:pt x="485" y="3805"/>
                    <a:pt x="485" y="3805"/>
                  </a:cubicBezTo>
                  <a:cubicBezTo>
                    <a:pt x="485" y="3805"/>
                    <a:pt x="485" y="3805"/>
                    <a:pt x="485" y="3805"/>
                  </a:cubicBezTo>
                  <a:cubicBezTo>
                    <a:pt x="485" y="3805"/>
                    <a:pt x="485" y="3805"/>
                    <a:pt x="485" y="3805"/>
                  </a:cubicBezTo>
                  <a:cubicBezTo>
                    <a:pt x="462" y="3713"/>
                    <a:pt x="462" y="3713"/>
                    <a:pt x="462" y="3713"/>
                  </a:cubicBezTo>
                  <a:cubicBezTo>
                    <a:pt x="462" y="3713"/>
                    <a:pt x="462" y="3713"/>
                    <a:pt x="462" y="3713"/>
                  </a:cubicBezTo>
                  <a:cubicBezTo>
                    <a:pt x="439" y="3620"/>
                    <a:pt x="439" y="3620"/>
                    <a:pt x="439" y="3620"/>
                  </a:cubicBezTo>
                  <a:cubicBezTo>
                    <a:pt x="439" y="3620"/>
                    <a:pt x="439" y="3620"/>
                    <a:pt x="439" y="3620"/>
                  </a:cubicBezTo>
                  <a:cubicBezTo>
                    <a:pt x="439" y="3620"/>
                    <a:pt x="439" y="3620"/>
                    <a:pt x="439" y="3620"/>
                  </a:cubicBezTo>
                  <a:cubicBezTo>
                    <a:pt x="416" y="3528"/>
                    <a:pt x="416" y="3528"/>
                    <a:pt x="416" y="3528"/>
                  </a:cubicBezTo>
                  <a:cubicBezTo>
                    <a:pt x="323" y="3551"/>
                    <a:pt x="323" y="3551"/>
                    <a:pt x="323" y="3551"/>
                  </a:cubicBezTo>
                  <a:cubicBezTo>
                    <a:pt x="300" y="3459"/>
                    <a:pt x="300" y="3459"/>
                    <a:pt x="300" y="3459"/>
                  </a:cubicBezTo>
                  <a:cubicBezTo>
                    <a:pt x="300" y="3459"/>
                    <a:pt x="300" y="3459"/>
                    <a:pt x="300" y="3459"/>
                  </a:cubicBezTo>
                  <a:cubicBezTo>
                    <a:pt x="300" y="3459"/>
                    <a:pt x="300" y="3459"/>
                    <a:pt x="300" y="3459"/>
                  </a:cubicBezTo>
                  <a:cubicBezTo>
                    <a:pt x="277" y="3367"/>
                    <a:pt x="277" y="3367"/>
                    <a:pt x="277" y="3367"/>
                  </a:cubicBezTo>
                  <a:cubicBezTo>
                    <a:pt x="277" y="3367"/>
                    <a:pt x="277" y="3367"/>
                    <a:pt x="277" y="3367"/>
                  </a:cubicBezTo>
                  <a:cubicBezTo>
                    <a:pt x="254" y="3275"/>
                    <a:pt x="254" y="3275"/>
                    <a:pt x="254" y="3275"/>
                  </a:cubicBezTo>
                  <a:cubicBezTo>
                    <a:pt x="254" y="3275"/>
                    <a:pt x="254" y="3275"/>
                    <a:pt x="254" y="3275"/>
                  </a:cubicBezTo>
                  <a:cubicBezTo>
                    <a:pt x="254" y="3275"/>
                    <a:pt x="346" y="3252"/>
                    <a:pt x="323" y="3160"/>
                  </a:cubicBezTo>
                  <a:cubicBezTo>
                    <a:pt x="323" y="3160"/>
                    <a:pt x="323" y="3160"/>
                    <a:pt x="323" y="3160"/>
                  </a:cubicBezTo>
                  <a:cubicBezTo>
                    <a:pt x="323" y="3160"/>
                    <a:pt x="323" y="3160"/>
                    <a:pt x="323" y="3160"/>
                  </a:cubicBezTo>
                  <a:cubicBezTo>
                    <a:pt x="300" y="3068"/>
                    <a:pt x="300" y="3068"/>
                    <a:pt x="300" y="3068"/>
                  </a:cubicBezTo>
                  <a:cubicBezTo>
                    <a:pt x="300" y="3068"/>
                    <a:pt x="300" y="3068"/>
                    <a:pt x="300" y="3068"/>
                  </a:cubicBezTo>
                  <a:cubicBezTo>
                    <a:pt x="277" y="2976"/>
                    <a:pt x="277" y="2976"/>
                    <a:pt x="277" y="2976"/>
                  </a:cubicBezTo>
                  <a:cubicBezTo>
                    <a:pt x="277" y="2976"/>
                    <a:pt x="277" y="2976"/>
                    <a:pt x="277" y="2976"/>
                  </a:cubicBezTo>
                  <a:cubicBezTo>
                    <a:pt x="277" y="2976"/>
                    <a:pt x="277" y="2976"/>
                    <a:pt x="277" y="2976"/>
                  </a:cubicBezTo>
                  <a:cubicBezTo>
                    <a:pt x="254" y="2883"/>
                    <a:pt x="254" y="2883"/>
                    <a:pt x="254" y="2883"/>
                  </a:cubicBezTo>
                  <a:cubicBezTo>
                    <a:pt x="254" y="2883"/>
                    <a:pt x="254" y="2883"/>
                    <a:pt x="254" y="2883"/>
                  </a:cubicBezTo>
                  <a:cubicBezTo>
                    <a:pt x="323" y="2768"/>
                    <a:pt x="323" y="2768"/>
                    <a:pt x="323" y="2768"/>
                  </a:cubicBezTo>
                  <a:cubicBezTo>
                    <a:pt x="323" y="2768"/>
                    <a:pt x="323" y="2768"/>
                    <a:pt x="323" y="2768"/>
                  </a:cubicBezTo>
                  <a:cubicBezTo>
                    <a:pt x="323" y="2768"/>
                    <a:pt x="323" y="2768"/>
                    <a:pt x="323" y="2768"/>
                  </a:cubicBezTo>
                  <a:cubicBezTo>
                    <a:pt x="300" y="2676"/>
                    <a:pt x="300" y="2676"/>
                    <a:pt x="300" y="2676"/>
                  </a:cubicBezTo>
                  <a:cubicBezTo>
                    <a:pt x="300" y="2676"/>
                    <a:pt x="300" y="2676"/>
                    <a:pt x="300" y="2676"/>
                  </a:cubicBezTo>
                  <a:cubicBezTo>
                    <a:pt x="300" y="2676"/>
                    <a:pt x="300" y="2676"/>
                    <a:pt x="277" y="2584"/>
                  </a:cubicBezTo>
                  <a:cubicBezTo>
                    <a:pt x="369" y="2561"/>
                    <a:pt x="369" y="2561"/>
                    <a:pt x="369" y="2561"/>
                  </a:cubicBezTo>
                  <a:cubicBezTo>
                    <a:pt x="369" y="2561"/>
                    <a:pt x="369" y="2561"/>
                    <a:pt x="369" y="2561"/>
                  </a:cubicBezTo>
                  <a:cubicBezTo>
                    <a:pt x="346" y="2469"/>
                    <a:pt x="346" y="2469"/>
                    <a:pt x="346" y="2469"/>
                  </a:cubicBezTo>
                  <a:cubicBezTo>
                    <a:pt x="346" y="2469"/>
                    <a:pt x="346" y="2469"/>
                    <a:pt x="346" y="2469"/>
                  </a:cubicBezTo>
                  <a:cubicBezTo>
                    <a:pt x="346" y="2469"/>
                    <a:pt x="346" y="2469"/>
                    <a:pt x="346" y="2469"/>
                  </a:cubicBezTo>
                  <a:cubicBezTo>
                    <a:pt x="438" y="2445"/>
                    <a:pt x="415" y="2353"/>
                    <a:pt x="415" y="2353"/>
                  </a:cubicBezTo>
                  <a:cubicBezTo>
                    <a:pt x="415" y="2353"/>
                    <a:pt x="415" y="2353"/>
                    <a:pt x="415" y="2353"/>
                  </a:cubicBezTo>
                  <a:cubicBezTo>
                    <a:pt x="415" y="2353"/>
                    <a:pt x="415" y="2353"/>
                    <a:pt x="415" y="2353"/>
                  </a:cubicBezTo>
                  <a:cubicBezTo>
                    <a:pt x="392" y="2261"/>
                    <a:pt x="392" y="2261"/>
                    <a:pt x="392" y="2261"/>
                  </a:cubicBezTo>
                  <a:cubicBezTo>
                    <a:pt x="484" y="2238"/>
                    <a:pt x="484" y="2238"/>
                    <a:pt x="484" y="2238"/>
                  </a:cubicBezTo>
                  <a:cubicBezTo>
                    <a:pt x="484" y="2238"/>
                    <a:pt x="484" y="2238"/>
                    <a:pt x="484" y="2238"/>
                  </a:cubicBezTo>
                  <a:cubicBezTo>
                    <a:pt x="461" y="2146"/>
                    <a:pt x="461" y="2146"/>
                    <a:pt x="461" y="2146"/>
                  </a:cubicBezTo>
                  <a:cubicBezTo>
                    <a:pt x="553" y="2123"/>
                    <a:pt x="553" y="2123"/>
                    <a:pt x="553" y="2123"/>
                  </a:cubicBezTo>
                  <a:cubicBezTo>
                    <a:pt x="553" y="2123"/>
                    <a:pt x="553" y="2123"/>
                    <a:pt x="553" y="2123"/>
                  </a:cubicBezTo>
                  <a:cubicBezTo>
                    <a:pt x="553" y="2123"/>
                    <a:pt x="553" y="2123"/>
                    <a:pt x="553" y="2123"/>
                  </a:cubicBezTo>
                  <a:cubicBezTo>
                    <a:pt x="530" y="2031"/>
                    <a:pt x="530" y="2031"/>
                    <a:pt x="530" y="2031"/>
                  </a:cubicBezTo>
                  <a:cubicBezTo>
                    <a:pt x="622" y="2008"/>
                    <a:pt x="622" y="2008"/>
                    <a:pt x="622" y="2008"/>
                  </a:cubicBezTo>
                  <a:cubicBezTo>
                    <a:pt x="622" y="2008"/>
                    <a:pt x="622" y="2008"/>
                    <a:pt x="622" y="2008"/>
                  </a:cubicBezTo>
                  <a:cubicBezTo>
                    <a:pt x="622" y="2008"/>
                    <a:pt x="622" y="2008"/>
                    <a:pt x="622" y="2008"/>
                  </a:cubicBezTo>
                  <a:cubicBezTo>
                    <a:pt x="691" y="1892"/>
                    <a:pt x="691" y="1892"/>
                    <a:pt x="691" y="1892"/>
                  </a:cubicBezTo>
                  <a:cubicBezTo>
                    <a:pt x="691" y="1892"/>
                    <a:pt x="691" y="1892"/>
                    <a:pt x="691" y="1892"/>
                  </a:cubicBezTo>
                  <a:cubicBezTo>
                    <a:pt x="784" y="1869"/>
                    <a:pt x="784" y="1869"/>
                    <a:pt x="784" y="1869"/>
                  </a:cubicBezTo>
                  <a:cubicBezTo>
                    <a:pt x="784" y="1869"/>
                    <a:pt x="784" y="1869"/>
                    <a:pt x="784" y="1869"/>
                  </a:cubicBezTo>
                  <a:cubicBezTo>
                    <a:pt x="760" y="1777"/>
                    <a:pt x="760" y="1777"/>
                    <a:pt x="760" y="1777"/>
                  </a:cubicBezTo>
                  <a:cubicBezTo>
                    <a:pt x="853" y="1754"/>
                    <a:pt x="853" y="1754"/>
                    <a:pt x="853" y="1754"/>
                  </a:cubicBezTo>
                  <a:cubicBezTo>
                    <a:pt x="853" y="1754"/>
                    <a:pt x="853" y="1754"/>
                    <a:pt x="853" y="1754"/>
                  </a:cubicBezTo>
                  <a:cubicBezTo>
                    <a:pt x="853" y="1754"/>
                    <a:pt x="853" y="1754"/>
                    <a:pt x="853" y="1754"/>
                  </a:cubicBezTo>
                  <a:cubicBezTo>
                    <a:pt x="945" y="1731"/>
                    <a:pt x="945" y="1731"/>
                    <a:pt x="945" y="1731"/>
                  </a:cubicBezTo>
                  <a:cubicBezTo>
                    <a:pt x="922" y="1639"/>
                    <a:pt x="922" y="1639"/>
                    <a:pt x="922" y="1639"/>
                  </a:cubicBezTo>
                  <a:cubicBezTo>
                    <a:pt x="1014" y="1615"/>
                    <a:pt x="1014" y="1615"/>
                    <a:pt x="1014" y="1615"/>
                  </a:cubicBezTo>
                  <a:cubicBezTo>
                    <a:pt x="1014" y="1615"/>
                    <a:pt x="1014" y="1615"/>
                    <a:pt x="1014" y="1615"/>
                  </a:cubicBezTo>
                  <a:cubicBezTo>
                    <a:pt x="1014" y="1615"/>
                    <a:pt x="1014" y="1615"/>
                    <a:pt x="1014" y="1615"/>
                  </a:cubicBezTo>
                  <a:cubicBezTo>
                    <a:pt x="1106" y="1592"/>
                    <a:pt x="1106" y="1592"/>
                    <a:pt x="1106" y="1592"/>
                  </a:cubicBezTo>
                  <a:cubicBezTo>
                    <a:pt x="1106" y="1592"/>
                    <a:pt x="1106" y="1592"/>
                    <a:pt x="1106" y="1592"/>
                  </a:cubicBezTo>
                  <a:cubicBezTo>
                    <a:pt x="1106" y="1592"/>
                    <a:pt x="1106" y="1592"/>
                    <a:pt x="1106" y="1592"/>
                  </a:cubicBezTo>
                  <a:cubicBezTo>
                    <a:pt x="1199" y="1569"/>
                    <a:pt x="1199" y="1569"/>
                    <a:pt x="1199" y="1569"/>
                  </a:cubicBezTo>
                  <a:cubicBezTo>
                    <a:pt x="1199" y="1569"/>
                    <a:pt x="1199" y="1569"/>
                    <a:pt x="1199" y="1569"/>
                  </a:cubicBezTo>
                  <a:cubicBezTo>
                    <a:pt x="1268" y="1454"/>
                    <a:pt x="1268" y="1454"/>
                    <a:pt x="1268" y="1454"/>
                  </a:cubicBezTo>
                  <a:cubicBezTo>
                    <a:pt x="1268" y="1454"/>
                    <a:pt x="1268" y="1454"/>
                    <a:pt x="1268" y="1454"/>
                  </a:cubicBezTo>
                  <a:cubicBezTo>
                    <a:pt x="1268" y="1454"/>
                    <a:pt x="1268" y="1454"/>
                    <a:pt x="1268" y="1454"/>
                  </a:cubicBezTo>
                  <a:cubicBezTo>
                    <a:pt x="1360" y="1431"/>
                    <a:pt x="1360" y="1431"/>
                    <a:pt x="1360" y="1431"/>
                  </a:cubicBezTo>
                  <a:cubicBezTo>
                    <a:pt x="1360" y="1431"/>
                    <a:pt x="1360" y="1431"/>
                    <a:pt x="1360" y="1431"/>
                  </a:cubicBezTo>
                  <a:cubicBezTo>
                    <a:pt x="1452" y="1408"/>
                    <a:pt x="1452" y="1408"/>
                    <a:pt x="1452" y="1408"/>
                  </a:cubicBezTo>
                  <a:cubicBezTo>
                    <a:pt x="1452" y="1408"/>
                    <a:pt x="1452" y="1408"/>
                    <a:pt x="1452" y="1408"/>
                  </a:cubicBezTo>
                  <a:cubicBezTo>
                    <a:pt x="1452" y="1408"/>
                    <a:pt x="1452" y="1408"/>
                    <a:pt x="1544" y="1384"/>
                  </a:cubicBezTo>
                  <a:cubicBezTo>
                    <a:pt x="1544" y="1384"/>
                    <a:pt x="1544" y="1384"/>
                    <a:pt x="1544" y="1384"/>
                  </a:cubicBezTo>
                  <a:cubicBezTo>
                    <a:pt x="1544" y="1384"/>
                    <a:pt x="1544" y="1384"/>
                    <a:pt x="1544" y="1384"/>
                  </a:cubicBezTo>
                  <a:cubicBezTo>
                    <a:pt x="1637" y="1361"/>
                    <a:pt x="1637" y="1361"/>
                    <a:pt x="1637" y="1361"/>
                  </a:cubicBezTo>
                  <a:cubicBezTo>
                    <a:pt x="1637" y="1361"/>
                    <a:pt x="1637" y="1361"/>
                    <a:pt x="1637" y="1361"/>
                  </a:cubicBezTo>
                  <a:cubicBezTo>
                    <a:pt x="1729" y="1338"/>
                    <a:pt x="1729" y="1338"/>
                    <a:pt x="1729" y="1338"/>
                  </a:cubicBezTo>
                  <a:cubicBezTo>
                    <a:pt x="1729" y="1338"/>
                    <a:pt x="1821" y="1315"/>
                    <a:pt x="1936" y="1384"/>
                  </a:cubicBezTo>
                  <a:cubicBezTo>
                    <a:pt x="1936" y="1384"/>
                    <a:pt x="1936" y="1384"/>
                    <a:pt x="2029" y="1361"/>
                  </a:cubicBezTo>
                  <a:cubicBezTo>
                    <a:pt x="2006" y="1269"/>
                    <a:pt x="2075" y="1154"/>
                    <a:pt x="2052" y="1061"/>
                  </a:cubicBezTo>
                  <a:cubicBezTo>
                    <a:pt x="2052" y="1061"/>
                    <a:pt x="2052" y="1061"/>
                    <a:pt x="2052" y="1061"/>
                  </a:cubicBezTo>
                  <a:cubicBezTo>
                    <a:pt x="2144" y="1038"/>
                    <a:pt x="2144" y="1038"/>
                    <a:pt x="2144" y="1038"/>
                  </a:cubicBezTo>
                  <a:cubicBezTo>
                    <a:pt x="2144" y="1038"/>
                    <a:pt x="2144" y="1038"/>
                    <a:pt x="2144" y="1038"/>
                  </a:cubicBezTo>
                  <a:cubicBezTo>
                    <a:pt x="2121" y="946"/>
                    <a:pt x="2121" y="946"/>
                    <a:pt x="2121" y="946"/>
                  </a:cubicBezTo>
                  <a:cubicBezTo>
                    <a:pt x="2121" y="946"/>
                    <a:pt x="2121" y="946"/>
                    <a:pt x="2121" y="946"/>
                  </a:cubicBezTo>
                  <a:cubicBezTo>
                    <a:pt x="2121" y="946"/>
                    <a:pt x="2121" y="946"/>
                    <a:pt x="2121" y="946"/>
                  </a:cubicBezTo>
                  <a:cubicBezTo>
                    <a:pt x="2121" y="946"/>
                    <a:pt x="2121" y="946"/>
                    <a:pt x="2121" y="946"/>
                  </a:cubicBezTo>
                  <a:cubicBezTo>
                    <a:pt x="2213" y="923"/>
                    <a:pt x="2190" y="831"/>
                    <a:pt x="2190" y="831"/>
                  </a:cubicBezTo>
                  <a:cubicBezTo>
                    <a:pt x="2190" y="831"/>
                    <a:pt x="2190" y="831"/>
                    <a:pt x="2190" y="831"/>
                  </a:cubicBezTo>
                  <a:cubicBezTo>
                    <a:pt x="2190" y="831"/>
                    <a:pt x="2190" y="831"/>
                    <a:pt x="2190" y="831"/>
                  </a:cubicBezTo>
                  <a:cubicBezTo>
                    <a:pt x="2190" y="831"/>
                    <a:pt x="2190" y="831"/>
                    <a:pt x="2190" y="831"/>
                  </a:cubicBezTo>
                  <a:cubicBezTo>
                    <a:pt x="2282" y="808"/>
                    <a:pt x="2282" y="808"/>
                    <a:pt x="2282" y="808"/>
                  </a:cubicBezTo>
                  <a:cubicBezTo>
                    <a:pt x="2259" y="716"/>
                    <a:pt x="2259" y="716"/>
                    <a:pt x="2259" y="716"/>
                  </a:cubicBezTo>
                  <a:cubicBezTo>
                    <a:pt x="2259" y="716"/>
                    <a:pt x="2259" y="716"/>
                    <a:pt x="2259" y="716"/>
                  </a:cubicBezTo>
                  <a:cubicBezTo>
                    <a:pt x="2259" y="716"/>
                    <a:pt x="2259" y="716"/>
                    <a:pt x="2259" y="716"/>
                  </a:cubicBezTo>
                  <a:cubicBezTo>
                    <a:pt x="2351" y="692"/>
                    <a:pt x="2351" y="692"/>
                    <a:pt x="2351" y="692"/>
                  </a:cubicBezTo>
                  <a:cubicBezTo>
                    <a:pt x="2351" y="692"/>
                    <a:pt x="2351" y="692"/>
                    <a:pt x="2351" y="692"/>
                  </a:cubicBezTo>
                  <a:cubicBezTo>
                    <a:pt x="2351" y="692"/>
                    <a:pt x="2351" y="692"/>
                    <a:pt x="2351" y="692"/>
                  </a:cubicBezTo>
                  <a:cubicBezTo>
                    <a:pt x="2328" y="600"/>
                    <a:pt x="2328" y="600"/>
                    <a:pt x="2328" y="600"/>
                  </a:cubicBezTo>
                  <a:cubicBezTo>
                    <a:pt x="2420" y="577"/>
                    <a:pt x="2420" y="577"/>
                    <a:pt x="2420" y="577"/>
                  </a:cubicBezTo>
                  <a:cubicBezTo>
                    <a:pt x="2420" y="577"/>
                    <a:pt x="2420" y="577"/>
                    <a:pt x="2420" y="577"/>
                  </a:cubicBezTo>
                  <a:cubicBezTo>
                    <a:pt x="2420" y="577"/>
                    <a:pt x="2420" y="577"/>
                    <a:pt x="2420" y="577"/>
                  </a:cubicBezTo>
                  <a:cubicBezTo>
                    <a:pt x="2513" y="554"/>
                    <a:pt x="2513" y="554"/>
                    <a:pt x="2513" y="554"/>
                  </a:cubicBezTo>
                  <a:cubicBezTo>
                    <a:pt x="2513" y="554"/>
                    <a:pt x="2513" y="554"/>
                    <a:pt x="2513" y="554"/>
                  </a:cubicBezTo>
                  <a:cubicBezTo>
                    <a:pt x="2513" y="554"/>
                    <a:pt x="2513" y="554"/>
                    <a:pt x="2513" y="554"/>
                  </a:cubicBezTo>
                  <a:cubicBezTo>
                    <a:pt x="2513" y="554"/>
                    <a:pt x="2513" y="554"/>
                    <a:pt x="2513" y="554"/>
                  </a:cubicBezTo>
                  <a:cubicBezTo>
                    <a:pt x="2582" y="439"/>
                    <a:pt x="2582" y="439"/>
                    <a:pt x="2582" y="439"/>
                  </a:cubicBezTo>
                  <a:cubicBezTo>
                    <a:pt x="2582" y="439"/>
                    <a:pt x="2582" y="439"/>
                    <a:pt x="2582" y="439"/>
                  </a:cubicBezTo>
                  <a:cubicBezTo>
                    <a:pt x="2582" y="439"/>
                    <a:pt x="2582" y="439"/>
                    <a:pt x="2582" y="439"/>
                  </a:cubicBezTo>
                  <a:cubicBezTo>
                    <a:pt x="2674" y="416"/>
                    <a:pt x="2674" y="416"/>
                    <a:pt x="2674" y="416"/>
                  </a:cubicBezTo>
                  <a:cubicBezTo>
                    <a:pt x="2674" y="416"/>
                    <a:pt x="2674" y="416"/>
                    <a:pt x="2674" y="416"/>
                  </a:cubicBezTo>
                  <a:cubicBezTo>
                    <a:pt x="2674" y="416"/>
                    <a:pt x="2674" y="416"/>
                    <a:pt x="2674" y="416"/>
                  </a:cubicBezTo>
                  <a:cubicBezTo>
                    <a:pt x="2674" y="416"/>
                    <a:pt x="2674" y="416"/>
                    <a:pt x="2674" y="416"/>
                  </a:cubicBezTo>
                  <a:cubicBezTo>
                    <a:pt x="2766" y="392"/>
                    <a:pt x="2766" y="392"/>
                    <a:pt x="2766" y="392"/>
                  </a:cubicBezTo>
                  <a:cubicBezTo>
                    <a:pt x="2766" y="392"/>
                    <a:pt x="2766" y="392"/>
                    <a:pt x="2766" y="392"/>
                  </a:cubicBezTo>
                  <a:cubicBezTo>
                    <a:pt x="2766" y="392"/>
                    <a:pt x="2766" y="392"/>
                    <a:pt x="2766" y="392"/>
                  </a:cubicBezTo>
                  <a:cubicBezTo>
                    <a:pt x="2858" y="369"/>
                    <a:pt x="2858" y="369"/>
                    <a:pt x="2858" y="369"/>
                  </a:cubicBezTo>
                  <a:cubicBezTo>
                    <a:pt x="2858" y="369"/>
                    <a:pt x="2858" y="369"/>
                    <a:pt x="2858" y="369"/>
                  </a:cubicBezTo>
                  <a:cubicBezTo>
                    <a:pt x="2858" y="369"/>
                    <a:pt x="2858" y="369"/>
                    <a:pt x="2858" y="369"/>
                  </a:cubicBezTo>
                  <a:cubicBezTo>
                    <a:pt x="2951" y="346"/>
                    <a:pt x="2951" y="346"/>
                    <a:pt x="2951" y="346"/>
                  </a:cubicBezTo>
                  <a:cubicBezTo>
                    <a:pt x="2951" y="346"/>
                    <a:pt x="2951" y="346"/>
                    <a:pt x="2951" y="346"/>
                  </a:cubicBezTo>
                  <a:cubicBezTo>
                    <a:pt x="2951" y="346"/>
                    <a:pt x="2951" y="346"/>
                    <a:pt x="2951" y="346"/>
                  </a:cubicBezTo>
                  <a:cubicBezTo>
                    <a:pt x="3043" y="323"/>
                    <a:pt x="3043" y="323"/>
                    <a:pt x="3043" y="323"/>
                  </a:cubicBezTo>
                  <a:cubicBezTo>
                    <a:pt x="3043" y="323"/>
                    <a:pt x="3043" y="323"/>
                    <a:pt x="3043" y="323"/>
                  </a:cubicBezTo>
                  <a:cubicBezTo>
                    <a:pt x="3043" y="323"/>
                    <a:pt x="3043" y="323"/>
                    <a:pt x="3043" y="323"/>
                  </a:cubicBezTo>
                  <a:cubicBezTo>
                    <a:pt x="3135" y="300"/>
                    <a:pt x="3135" y="300"/>
                    <a:pt x="3135" y="300"/>
                  </a:cubicBezTo>
                  <a:cubicBezTo>
                    <a:pt x="3135" y="300"/>
                    <a:pt x="3135" y="300"/>
                    <a:pt x="3135" y="300"/>
                  </a:cubicBezTo>
                  <a:cubicBezTo>
                    <a:pt x="3135" y="300"/>
                    <a:pt x="3135" y="300"/>
                    <a:pt x="3135" y="300"/>
                  </a:cubicBezTo>
                  <a:cubicBezTo>
                    <a:pt x="3135" y="300"/>
                    <a:pt x="3135" y="300"/>
                    <a:pt x="3227" y="277"/>
                  </a:cubicBezTo>
                  <a:cubicBezTo>
                    <a:pt x="3227" y="277"/>
                    <a:pt x="3227" y="277"/>
                    <a:pt x="3227" y="277"/>
                  </a:cubicBezTo>
                  <a:cubicBezTo>
                    <a:pt x="3227" y="277"/>
                    <a:pt x="3227" y="277"/>
                    <a:pt x="3227" y="277"/>
                  </a:cubicBezTo>
                  <a:cubicBezTo>
                    <a:pt x="3227" y="277"/>
                    <a:pt x="3227" y="277"/>
                    <a:pt x="3227" y="277"/>
                  </a:cubicBezTo>
                  <a:cubicBezTo>
                    <a:pt x="3320" y="254"/>
                    <a:pt x="3320" y="254"/>
                    <a:pt x="3320" y="254"/>
                  </a:cubicBezTo>
                  <a:cubicBezTo>
                    <a:pt x="3343" y="346"/>
                    <a:pt x="3343" y="346"/>
                    <a:pt x="3343" y="346"/>
                  </a:cubicBezTo>
                  <a:cubicBezTo>
                    <a:pt x="3343" y="346"/>
                    <a:pt x="3343" y="346"/>
                    <a:pt x="3343" y="346"/>
                  </a:cubicBezTo>
                  <a:cubicBezTo>
                    <a:pt x="3435" y="323"/>
                    <a:pt x="3435" y="323"/>
                    <a:pt x="3435" y="323"/>
                  </a:cubicBezTo>
                  <a:cubicBezTo>
                    <a:pt x="3435" y="323"/>
                    <a:pt x="3435" y="323"/>
                    <a:pt x="3435" y="323"/>
                  </a:cubicBezTo>
                  <a:cubicBezTo>
                    <a:pt x="3435" y="323"/>
                    <a:pt x="3435" y="323"/>
                    <a:pt x="3435" y="323"/>
                  </a:cubicBezTo>
                  <a:cubicBezTo>
                    <a:pt x="3435" y="323"/>
                    <a:pt x="3435" y="323"/>
                    <a:pt x="3527" y="300"/>
                  </a:cubicBezTo>
                  <a:cubicBezTo>
                    <a:pt x="3527" y="300"/>
                    <a:pt x="3527" y="300"/>
                    <a:pt x="3527" y="300"/>
                  </a:cubicBezTo>
                  <a:cubicBezTo>
                    <a:pt x="3527" y="300"/>
                    <a:pt x="3527" y="300"/>
                    <a:pt x="3550" y="392"/>
                  </a:cubicBezTo>
                  <a:cubicBezTo>
                    <a:pt x="3550" y="392"/>
                    <a:pt x="3550" y="392"/>
                    <a:pt x="3550" y="392"/>
                  </a:cubicBezTo>
                  <a:cubicBezTo>
                    <a:pt x="3642" y="368"/>
                    <a:pt x="3642" y="368"/>
                    <a:pt x="3642" y="368"/>
                  </a:cubicBezTo>
                  <a:cubicBezTo>
                    <a:pt x="3642" y="368"/>
                    <a:pt x="3642" y="368"/>
                    <a:pt x="3642" y="368"/>
                  </a:cubicBezTo>
                  <a:cubicBezTo>
                    <a:pt x="3642" y="368"/>
                    <a:pt x="3642" y="368"/>
                    <a:pt x="3642" y="368"/>
                  </a:cubicBezTo>
                  <a:cubicBezTo>
                    <a:pt x="3642" y="368"/>
                    <a:pt x="3642" y="368"/>
                    <a:pt x="3642" y="368"/>
                  </a:cubicBezTo>
                  <a:cubicBezTo>
                    <a:pt x="3758" y="437"/>
                    <a:pt x="3758" y="437"/>
                    <a:pt x="3758" y="437"/>
                  </a:cubicBezTo>
                  <a:cubicBezTo>
                    <a:pt x="3758" y="437"/>
                    <a:pt x="3758" y="437"/>
                    <a:pt x="3758" y="437"/>
                  </a:cubicBezTo>
                  <a:cubicBezTo>
                    <a:pt x="3758" y="437"/>
                    <a:pt x="3758" y="437"/>
                    <a:pt x="3758" y="437"/>
                  </a:cubicBezTo>
                  <a:cubicBezTo>
                    <a:pt x="3758" y="437"/>
                    <a:pt x="3758" y="437"/>
                    <a:pt x="3758" y="437"/>
                  </a:cubicBezTo>
                  <a:cubicBezTo>
                    <a:pt x="3850" y="414"/>
                    <a:pt x="3850" y="414"/>
                    <a:pt x="3850" y="414"/>
                  </a:cubicBezTo>
                  <a:cubicBezTo>
                    <a:pt x="3873" y="506"/>
                    <a:pt x="3873" y="506"/>
                    <a:pt x="3873" y="506"/>
                  </a:cubicBezTo>
                  <a:cubicBezTo>
                    <a:pt x="3873" y="506"/>
                    <a:pt x="3873" y="506"/>
                    <a:pt x="3873" y="506"/>
                  </a:cubicBezTo>
                  <a:cubicBezTo>
                    <a:pt x="3873" y="506"/>
                    <a:pt x="3873" y="506"/>
                    <a:pt x="3873" y="506"/>
                  </a:cubicBezTo>
                  <a:cubicBezTo>
                    <a:pt x="3873" y="506"/>
                    <a:pt x="3873" y="506"/>
                    <a:pt x="3873" y="506"/>
                  </a:cubicBezTo>
                  <a:cubicBezTo>
                    <a:pt x="3965" y="483"/>
                    <a:pt x="3965" y="483"/>
                    <a:pt x="3965" y="483"/>
                  </a:cubicBezTo>
                  <a:cubicBezTo>
                    <a:pt x="3989" y="575"/>
                    <a:pt x="3989" y="575"/>
                    <a:pt x="3989" y="575"/>
                  </a:cubicBezTo>
                  <a:cubicBezTo>
                    <a:pt x="3989" y="575"/>
                    <a:pt x="3989" y="575"/>
                    <a:pt x="3989" y="575"/>
                  </a:cubicBezTo>
                  <a:cubicBezTo>
                    <a:pt x="3989" y="575"/>
                    <a:pt x="3989" y="575"/>
                    <a:pt x="3989" y="575"/>
                  </a:cubicBezTo>
                  <a:cubicBezTo>
                    <a:pt x="4012" y="668"/>
                    <a:pt x="4012" y="668"/>
                    <a:pt x="4012" y="668"/>
                  </a:cubicBezTo>
                  <a:cubicBezTo>
                    <a:pt x="4104" y="644"/>
                    <a:pt x="4104" y="644"/>
                    <a:pt x="4104" y="644"/>
                  </a:cubicBezTo>
                  <a:cubicBezTo>
                    <a:pt x="4104" y="644"/>
                    <a:pt x="4104" y="644"/>
                    <a:pt x="4104" y="644"/>
                  </a:cubicBezTo>
                  <a:cubicBezTo>
                    <a:pt x="4104" y="644"/>
                    <a:pt x="4104" y="644"/>
                    <a:pt x="4104" y="644"/>
                  </a:cubicBezTo>
                  <a:cubicBezTo>
                    <a:pt x="4104" y="644"/>
                    <a:pt x="4104" y="644"/>
                    <a:pt x="4104" y="644"/>
                  </a:cubicBezTo>
                  <a:cubicBezTo>
                    <a:pt x="4127" y="737"/>
                    <a:pt x="4127" y="737"/>
                    <a:pt x="4127" y="737"/>
                  </a:cubicBezTo>
                  <a:cubicBezTo>
                    <a:pt x="4127" y="737"/>
                    <a:pt x="4127" y="737"/>
                    <a:pt x="4127" y="737"/>
                  </a:cubicBezTo>
                  <a:cubicBezTo>
                    <a:pt x="4127" y="737"/>
                    <a:pt x="4127" y="737"/>
                    <a:pt x="4127" y="737"/>
                  </a:cubicBezTo>
                  <a:cubicBezTo>
                    <a:pt x="4150" y="829"/>
                    <a:pt x="4150" y="829"/>
                    <a:pt x="4150" y="829"/>
                  </a:cubicBezTo>
                  <a:cubicBezTo>
                    <a:pt x="4242" y="806"/>
                    <a:pt x="4242" y="806"/>
                    <a:pt x="4242" y="806"/>
                  </a:cubicBezTo>
                  <a:cubicBezTo>
                    <a:pt x="4242" y="806"/>
                    <a:pt x="4242" y="806"/>
                    <a:pt x="4242" y="806"/>
                  </a:cubicBezTo>
                  <a:cubicBezTo>
                    <a:pt x="4265" y="898"/>
                    <a:pt x="4265" y="898"/>
                    <a:pt x="4265" y="898"/>
                  </a:cubicBezTo>
                  <a:cubicBezTo>
                    <a:pt x="4265" y="898"/>
                    <a:pt x="4265" y="898"/>
                    <a:pt x="4265" y="898"/>
                  </a:cubicBezTo>
                  <a:cubicBezTo>
                    <a:pt x="4265" y="898"/>
                    <a:pt x="4265" y="898"/>
                    <a:pt x="4265" y="898"/>
                  </a:cubicBezTo>
                  <a:cubicBezTo>
                    <a:pt x="4265" y="898"/>
                    <a:pt x="4265" y="898"/>
                    <a:pt x="4265" y="898"/>
                  </a:cubicBezTo>
                  <a:cubicBezTo>
                    <a:pt x="4289" y="990"/>
                    <a:pt x="4289" y="990"/>
                    <a:pt x="4289" y="990"/>
                  </a:cubicBezTo>
                  <a:cubicBezTo>
                    <a:pt x="4289" y="990"/>
                    <a:pt x="4289" y="990"/>
                    <a:pt x="4289" y="990"/>
                  </a:cubicBezTo>
                  <a:cubicBezTo>
                    <a:pt x="4289" y="990"/>
                    <a:pt x="4289" y="990"/>
                    <a:pt x="4289" y="990"/>
                  </a:cubicBezTo>
                  <a:cubicBezTo>
                    <a:pt x="4312" y="1082"/>
                    <a:pt x="4312" y="1082"/>
                    <a:pt x="4312" y="1082"/>
                  </a:cubicBezTo>
                  <a:cubicBezTo>
                    <a:pt x="4312" y="1082"/>
                    <a:pt x="4312" y="1082"/>
                    <a:pt x="4312" y="1082"/>
                  </a:cubicBezTo>
                  <a:cubicBezTo>
                    <a:pt x="4312" y="1082"/>
                    <a:pt x="4312" y="1082"/>
                    <a:pt x="4312" y="1082"/>
                  </a:cubicBezTo>
                  <a:cubicBezTo>
                    <a:pt x="4335" y="1174"/>
                    <a:pt x="4450" y="1243"/>
                    <a:pt x="4381" y="1358"/>
                  </a:cubicBezTo>
                  <a:cubicBezTo>
                    <a:pt x="4473" y="1335"/>
                    <a:pt x="4473" y="1335"/>
                    <a:pt x="4473" y="1335"/>
                  </a:cubicBezTo>
                  <a:cubicBezTo>
                    <a:pt x="4565" y="1312"/>
                    <a:pt x="4658" y="1289"/>
                    <a:pt x="4773" y="1358"/>
                  </a:cubicBezTo>
                  <a:cubicBezTo>
                    <a:pt x="4773" y="1358"/>
                    <a:pt x="4773" y="1358"/>
                    <a:pt x="4773" y="1358"/>
                  </a:cubicBezTo>
                  <a:cubicBezTo>
                    <a:pt x="4773" y="1358"/>
                    <a:pt x="4773" y="1358"/>
                    <a:pt x="4773" y="1358"/>
                  </a:cubicBezTo>
                  <a:cubicBezTo>
                    <a:pt x="4865" y="1335"/>
                    <a:pt x="4865" y="1335"/>
                    <a:pt x="4865" y="1335"/>
                  </a:cubicBezTo>
                  <a:cubicBezTo>
                    <a:pt x="4865" y="1335"/>
                    <a:pt x="4865" y="1335"/>
                    <a:pt x="4865" y="1335"/>
                  </a:cubicBezTo>
                  <a:cubicBezTo>
                    <a:pt x="4888" y="1427"/>
                    <a:pt x="4888" y="1427"/>
                    <a:pt x="4888" y="1427"/>
                  </a:cubicBezTo>
                  <a:cubicBezTo>
                    <a:pt x="4981" y="1404"/>
                    <a:pt x="4981" y="1404"/>
                    <a:pt x="4981" y="1404"/>
                  </a:cubicBezTo>
                  <a:cubicBezTo>
                    <a:pt x="4981" y="1404"/>
                    <a:pt x="4981" y="1404"/>
                    <a:pt x="4981" y="1404"/>
                  </a:cubicBezTo>
                  <a:cubicBezTo>
                    <a:pt x="4981" y="1404"/>
                    <a:pt x="4981" y="1404"/>
                    <a:pt x="5073" y="1381"/>
                  </a:cubicBezTo>
                  <a:cubicBezTo>
                    <a:pt x="5073" y="1381"/>
                    <a:pt x="5073" y="1381"/>
                    <a:pt x="5073" y="1381"/>
                  </a:cubicBezTo>
                  <a:cubicBezTo>
                    <a:pt x="5096" y="1473"/>
                    <a:pt x="5096" y="1473"/>
                    <a:pt x="5096" y="1473"/>
                  </a:cubicBezTo>
                  <a:cubicBezTo>
                    <a:pt x="5188" y="1450"/>
                    <a:pt x="5188" y="1450"/>
                    <a:pt x="5188" y="1450"/>
                  </a:cubicBezTo>
                  <a:cubicBezTo>
                    <a:pt x="5188" y="1450"/>
                    <a:pt x="5188" y="1450"/>
                    <a:pt x="5188" y="1450"/>
                  </a:cubicBezTo>
                  <a:cubicBezTo>
                    <a:pt x="5188" y="1450"/>
                    <a:pt x="5188" y="1450"/>
                    <a:pt x="5188" y="1450"/>
                  </a:cubicBezTo>
                  <a:cubicBezTo>
                    <a:pt x="5304" y="1519"/>
                    <a:pt x="5304" y="1519"/>
                    <a:pt x="5304" y="1519"/>
                  </a:cubicBezTo>
                  <a:cubicBezTo>
                    <a:pt x="5304" y="1519"/>
                    <a:pt x="5304" y="1519"/>
                    <a:pt x="5304" y="1519"/>
                  </a:cubicBezTo>
                  <a:cubicBezTo>
                    <a:pt x="5304" y="1519"/>
                    <a:pt x="5304" y="1519"/>
                    <a:pt x="5304" y="1519"/>
                  </a:cubicBezTo>
                  <a:cubicBezTo>
                    <a:pt x="5304" y="1519"/>
                    <a:pt x="5304" y="1519"/>
                    <a:pt x="5304" y="1519"/>
                  </a:cubicBezTo>
                  <a:cubicBezTo>
                    <a:pt x="5419" y="1588"/>
                    <a:pt x="5419" y="1588"/>
                    <a:pt x="5419" y="1588"/>
                  </a:cubicBezTo>
                  <a:cubicBezTo>
                    <a:pt x="5419" y="1588"/>
                    <a:pt x="5419" y="1588"/>
                    <a:pt x="5419" y="1588"/>
                  </a:cubicBezTo>
                  <a:cubicBezTo>
                    <a:pt x="5419" y="1588"/>
                    <a:pt x="5419" y="1588"/>
                    <a:pt x="5419" y="1588"/>
                  </a:cubicBezTo>
                  <a:cubicBezTo>
                    <a:pt x="5534" y="1657"/>
                    <a:pt x="5534" y="1657"/>
                    <a:pt x="5534" y="1657"/>
                  </a:cubicBezTo>
                  <a:cubicBezTo>
                    <a:pt x="5534" y="1657"/>
                    <a:pt x="5534" y="1657"/>
                    <a:pt x="5534" y="1657"/>
                  </a:cubicBezTo>
                  <a:cubicBezTo>
                    <a:pt x="5534" y="1657"/>
                    <a:pt x="5534" y="1657"/>
                    <a:pt x="5534" y="1657"/>
                  </a:cubicBezTo>
                  <a:cubicBezTo>
                    <a:pt x="5557" y="1749"/>
                    <a:pt x="5557" y="1749"/>
                    <a:pt x="5557" y="1749"/>
                  </a:cubicBezTo>
                  <a:cubicBezTo>
                    <a:pt x="5650" y="1726"/>
                    <a:pt x="5650" y="1726"/>
                    <a:pt x="5650" y="1726"/>
                  </a:cubicBezTo>
                  <a:cubicBezTo>
                    <a:pt x="5650" y="1726"/>
                    <a:pt x="5650" y="1726"/>
                    <a:pt x="5650" y="1726"/>
                  </a:cubicBezTo>
                  <a:cubicBezTo>
                    <a:pt x="5673" y="1818"/>
                    <a:pt x="5673" y="1818"/>
                    <a:pt x="5673" y="1818"/>
                  </a:cubicBezTo>
                  <a:cubicBezTo>
                    <a:pt x="5673" y="1818"/>
                    <a:pt x="5673" y="1818"/>
                    <a:pt x="5673" y="1818"/>
                  </a:cubicBezTo>
                  <a:cubicBezTo>
                    <a:pt x="5673" y="1818"/>
                    <a:pt x="5673" y="1818"/>
                    <a:pt x="5788" y="1887"/>
                  </a:cubicBezTo>
                  <a:cubicBezTo>
                    <a:pt x="5788" y="1887"/>
                    <a:pt x="5788" y="1887"/>
                    <a:pt x="5788" y="1887"/>
                  </a:cubicBezTo>
                  <a:cubicBezTo>
                    <a:pt x="5788" y="1887"/>
                    <a:pt x="5788" y="1887"/>
                    <a:pt x="5788" y="1887"/>
                  </a:cubicBezTo>
                  <a:cubicBezTo>
                    <a:pt x="5811" y="1979"/>
                    <a:pt x="5811" y="1979"/>
                    <a:pt x="5811" y="1979"/>
                  </a:cubicBezTo>
                  <a:cubicBezTo>
                    <a:pt x="5811" y="1979"/>
                    <a:pt x="5811" y="1979"/>
                    <a:pt x="5811" y="1979"/>
                  </a:cubicBezTo>
                  <a:cubicBezTo>
                    <a:pt x="5811" y="1979"/>
                    <a:pt x="5811" y="1979"/>
                    <a:pt x="5811" y="1979"/>
                  </a:cubicBezTo>
                  <a:cubicBezTo>
                    <a:pt x="5927" y="2048"/>
                    <a:pt x="5927" y="2048"/>
                    <a:pt x="5927" y="2048"/>
                  </a:cubicBezTo>
                  <a:cubicBezTo>
                    <a:pt x="5927" y="2048"/>
                    <a:pt x="5927" y="2048"/>
                    <a:pt x="5927" y="2048"/>
                  </a:cubicBezTo>
                  <a:cubicBezTo>
                    <a:pt x="5927" y="2048"/>
                    <a:pt x="5927" y="2048"/>
                    <a:pt x="5950" y="2140"/>
                  </a:cubicBezTo>
                  <a:cubicBezTo>
                    <a:pt x="5950" y="2140"/>
                    <a:pt x="5950" y="2140"/>
                    <a:pt x="5950" y="2140"/>
                  </a:cubicBezTo>
                  <a:cubicBezTo>
                    <a:pt x="5950" y="2140"/>
                    <a:pt x="5950" y="2140"/>
                    <a:pt x="5950" y="2140"/>
                  </a:cubicBezTo>
                  <a:cubicBezTo>
                    <a:pt x="5973" y="2232"/>
                    <a:pt x="5973" y="2232"/>
                    <a:pt x="5973" y="2232"/>
                  </a:cubicBezTo>
                  <a:cubicBezTo>
                    <a:pt x="5973" y="2232"/>
                    <a:pt x="5973" y="2232"/>
                    <a:pt x="5973" y="2232"/>
                  </a:cubicBezTo>
                  <a:cubicBezTo>
                    <a:pt x="5973" y="2232"/>
                    <a:pt x="5973" y="2232"/>
                    <a:pt x="5973" y="2232"/>
                  </a:cubicBezTo>
                  <a:cubicBezTo>
                    <a:pt x="5996" y="2324"/>
                    <a:pt x="5996" y="2324"/>
                    <a:pt x="5996" y="2324"/>
                  </a:cubicBezTo>
                  <a:cubicBezTo>
                    <a:pt x="6088" y="2301"/>
                    <a:pt x="6088" y="2301"/>
                    <a:pt x="6088" y="2301"/>
                  </a:cubicBezTo>
                  <a:cubicBezTo>
                    <a:pt x="6111" y="2393"/>
                    <a:pt x="6111" y="2393"/>
                    <a:pt x="6111" y="2393"/>
                  </a:cubicBezTo>
                  <a:cubicBezTo>
                    <a:pt x="6111" y="2393"/>
                    <a:pt x="6111" y="2393"/>
                    <a:pt x="6111" y="2393"/>
                  </a:cubicBezTo>
                  <a:cubicBezTo>
                    <a:pt x="6111" y="2393"/>
                    <a:pt x="6111" y="2393"/>
                    <a:pt x="6134" y="2486"/>
                  </a:cubicBezTo>
                  <a:cubicBezTo>
                    <a:pt x="6134" y="2486"/>
                    <a:pt x="6134" y="2486"/>
                    <a:pt x="6134" y="2486"/>
                  </a:cubicBezTo>
                  <a:cubicBezTo>
                    <a:pt x="6134" y="2486"/>
                    <a:pt x="6134" y="2486"/>
                    <a:pt x="6134" y="2486"/>
                  </a:cubicBezTo>
                  <a:cubicBezTo>
                    <a:pt x="6157" y="2578"/>
                    <a:pt x="6157" y="2578"/>
                    <a:pt x="6157" y="2578"/>
                  </a:cubicBezTo>
                  <a:cubicBezTo>
                    <a:pt x="6157" y="2578"/>
                    <a:pt x="6157" y="2578"/>
                    <a:pt x="6157" y="2578"/>
                  </a:cubicBezTo>
                  <a:cubicBezTo>
                    <a:pt x="6180" y="2670"/>
                    <a:pt x="6180" y="2670"/>
                    <a:pt x="6180" y="2670"/>
                  </a:cubicBezTo>
                  <a:cubicBezTo>
                    <a:pt x="6180" y="2670"/>
                    <a:pt x="6180" y="2670"/>
                    <a:pt x="6180" y="2670"/>
                  </a:cubicBezTo>
                  <a:cubicBezTo>
                    <a:pt x="6180" y="2670"/>
                    <a:pt x="6180" y="2670"/>
                    <a:pt x="6180" y="2670"/>
                  </a:cubicBezTo>
                  <a:cubicBezTo>
                    <a:pt x="6204" y="2762"/>
                    <a:pt x="6204" y="2762"/>
                    <a:pt x="6204" y="2762"/>
                  </a:cubicBezTo>
                  <a:cubicBezTo>
                    <a:pt x="6204" y="2762"/>
                    <a:pt x="6204" y="2762"/>
                    <a:pt x="6204" y="2762"/>
                  </a:cubicBezTo>
                  <a:cubicBezTo>
                    <a:pt x="6135" y="2877"/>
                    <a:pt x="6135" y="2877"/>
                    <a:pt x="6135" y="2877"/>
                  </a:cubicBezTo>
                  <a:cubicBezTo>
                    <a:pt x="6135" y="2877"/>
                    <a:pt x="6135" y="2877"/>
                    <a:pt x="6135" y="2877"/>
                  </a:cubicBezTo>
                  <a:cubicBezTo>
                    <a:pt x="6158" y="2969"/>
                    <a:pt x="6158" y="2969"/>
                    <a:pt x="6158" y="2969"/>
                  </a:cubicBezTo>
                  <a:cubicBezTo>
                    <a:pt x="6181" y="3061"/>
                    <a:pt x="6181" y="3061"/>
                    <a:pt x="6181" y="3061"/>
                  </a:cubicBezTo>
                  <a:close/>
                  <a:moveTo>
                    <a:pt x="3228" y="2235"/>
                  </a:moveTo>
                  <a:cubicBezTo>
                    <a:pt x="3228" y="2235"/>
                    <a:pt x="3228" y="2235"/>
                    <a:pt x="3228" y="2235"/>
                  </a:cubicBezTo>
                  <a:cubicBezTo>
                    <a:pt x="3321" y="2212"/>
                    <a:pt x="3297" y="2120"/>
                    <a:pt x="3297" y="2120"/>
                  </a:cubicBezTo>
                  <a:cubicBezTo>
                    <a:pt x="3274" y="2028"/>
                    <a:pt x="3274" y="2028"/>
                    <a:pt x="3182" y="2051"/>
                  </a:cubicBezTo>
                  <a:cubicBezTo>
                    <a:pt x="3159" y="1959"/>
                    <a:pt x="3090" y="2074"/>
                    <a:pt x="3090" y="2074"/>
                  </a:cubicBezTo>
                  <a:cubicBezTo>
                    <a:pt x="3113" y="2166"/>
                    <a:pt x="3113" y="2166"/>
                    <a:pt x="3228" y="2235"/>
                  </a:cubicBezTo>
                  <a:close/>
                  <a:moveTo>
                    <a:pt x="3620" y="1843"/>
                  </a:moveTo>
                  <a:cubicBezTo>
                    <a:pt x="3620" y="1843"/>
                    <a:pt x="3620" y="1843"/>
                    <a:pt x="3620" y="1843"/>
                  </a:cubicBezTo>
                  <a:cubicBezTo>
                    <a:pt x="3344" y="1912"/>
                    <a:pt x="3344" y="1912"/>
                    <a:pt x="3344" y="1912"/>
                  </a:cubicBezTo>
                  <a:cubicBezTo>
                    <a:pt x="3367" y="2396"/>
                    <a:pt x="3367" y="2396"/>
                    <a:pt x="3367" y="2396"/>
                  </a:cubicBezTo>
                  <a:cubicBezTo>
                    <a:pt x="3275" y="2419"/>
                    <a:pt x="3275" y="2419"/>
                    <a:pt x="3275" y="2419"/>
                  </a:cubicBezTo>
                  <a:cubicBezTo>
                    <a:pt x="3251" y="2327"/>
                    <a:pt x="3251" y="2327"/>
                    <a:pt x="3251" y="2327"/>
                  </a:cubicBezTo>
                  <a:cubicBezTo>
                    <a:pt x="3159" y="2350"/>
                    <a:pt x="3159" y="2350"/>
                    <a:pt x="3159" y="2350"/>
                  </a:cubicBezTo>
                  <a:cubicBezTo>
                    <a:pt x="3067" y="2374"/>
                    <a:pt x="3067" y="2374"/>
                    <a:pt x="3067" y="2374"/>
                  </a:cubicBezTo>
                  <a:cubicBezTo>
                    <a:pt x="3044" y="1890"/>
                    <a:pt x="3044" y="1890"/>
                    <a:pt x="3044" y="1890"/>
                  </a:cubicBezTo>
                  <a:cubicBezTo>
                    <a:pt x="2836" y="1844"/>
                    <a:pt x="2836" y="1844"/>
                    <a:pt x="2836" y="1844"/>
                  </a:cubicBezTo>
                  <a:cubicBezTo>
                    <a:pt x="2860" y="3503"/>
                    <a:pt x="2860" y="3503"/>
                    <a:pt x="2860" y="3503"/>
                  </a:cubicBezTo>
                  <a:cubicBezTo>
                    <a:pt x="2745" y="3434"/>
                    <a:pt x="2745" y="3434"/>
                    <a:pt x="2745" y="3434"/>
                  </a:cubicBezTo>
                  <a:cubicBezTo>
                    <a:pt x="2722" y="3733"/>
                    <a:pt x="2722" y="3733"/>
                    <a:pt x="2722" y="3733"/>
                  </a:cubicBezTo>
                  <a:cubicBezTo>
                    <a:pt x="3690" y="3686"/>
                    <a:pt x="3690" y="3686"/>
                    <a:pt x="3690" y="3686"/>
                  </a:cubicBezTo>
                  <a:cubicBezTo>
                    <a:pt x="3736" y="3479"/>
                    <a:pt x="3736" y="3479"/>
                    <a:pt x="3736" y="3479"/>
                  </a:cubicBezTo>
                  <a:cubicBezTo>
                    <a:pt x="3644" y="3502"/>
                    <a:pt x="3644" y="3502"/>
                    <a:pt x="3644" y="3502"/>
                  </a:cubicBezTo>
                  <a:lnTo>
                    <a:pt x="3620" y="1843"/>
                  </a:lnTo>
                  <a:close/>
                  <a:moveTo>
                    <a:pt x="3344" y="3479"/>
                  </a:moveTo>
                  <a:cubicBezTo>
                    <a:pt x="3344" y="3479"/>
                    <a:pt x="3344" y="3479"/>
                    <a:pt x="3344" y="3479"/>
                  </a:cubicBezTo>
                  <a:cubicBezTo>
                    <a:pt x="3045" y="3456"/>
                    <a:pt x="3045" y="3456"/>
                    <a:pt x="3045" y="3456"/>
                  </a:cubicBezTo>
                  <a:cubicBezTo>
                    <a:pt x="3114" y="3341"/>
                    <a:pt x="3114" y="3341"/>
                    <a:pt x="3114" y="3341"/>
                  </a:cubicBezTo>
                  <a:cubicBezTo>
                    <a:pt x="3413" y="3364"/>
                    <a:pt x="3413" y="3364"/>
                    <a:pt x="3413" y="3364"/>
                  </a:cubicBezTo>
                  <a:lnTo>
                    <a:pt x="3344" y="3479"/>
                  </a:lnTo>
                  <a:close/>
                  <a:moveTo>
                    <a:pt x="3367" y="3180"/>
                  </a:moveTo>
                  <a:cubicBezTo>
                    <a:pt x="3367" y="3180"/>
                    <a:pt x="3367" y="3180"/>
                    <a:pt x="3367" y="3180"/>
                  </a:cubicBezTo>
                  <a:cubicBezTo>
                    <a:pt x="3091" y="3249"/>
                    <a:pt x="3091" y="3249"/>
                    <a:pt x="3091" y="3249"/>
                  </a:cubicBezTo>
                  <a:cubicBezTo>
                    <a:pt x="3090" y="2466"/>
                    <a:pt x="3090" y="2466"/>
                    <a:pt x="3090" y="2466"/>
                  </a:cubicBezTo>
                  <a:cubicBezTo>
                    <a:pt x="3182" y="2443"/>
                    <a:pt x="3182" y="2443"/>
                    <a:pt x="3182" y="2443"/>
                  </a:cubicBezTo>
                  <a:cubicBezTo>
                    <a:pt x="3182" y="2443"/>
                    <a:pt x="3182" y="2443"/>
                    <a:pt x="3182" y="2443"/>
                  </a:cubicBezTo>
                  <a:cubicBezTo>
                    <a:pt x="3275" y="2419"/>
                    <a:pt x="3275" y="2419"/>
                    <a:pt x="3298" y="2512"/>
                  </a:cubicBezTo>
                  <a:cubicBezTo>
                    <a:pt x="3390" y="2488"/>
                    <a:pt x="3390" y="2488"/>
                    <a:pt x="3390" y="2488"/>
                  </a:cubicBezTo>
                  <a:lnTo>
                    <a:pt x="3367" y="3180"/>
                  </a:lnTo>
                  <a:close/>
                  <a:moveTo>
                    <a:pt x="3643" y="1543"/>
                  </a:moveTo>
                  <a:cubicBezTo>
                    <a:pt x="3643" y="1543"/>
                    <a:pt x="3643" y="1543"/>
                    <a:pt x="3643" y="1543"/>
                  </a:cubicBezTo>
                  <a:cubicBezTo>
                    <a:pt x="3435" y="1498"/>
                    <a:pt x="3435" y="1498"/>
                    <a:pt x="3435" y="1498"/>
                  </a:cubicBezTo>
                  <a:cubicBezTo>
                    <a:pt x="3412" y="1406"/>
                    <a:pt x="3412" y="1406"/>
                    <a:pt x="3412" y="1406"/>
                  </a:cubicBezTo>
                  <a:cubicBezTo>
                    <a:pt x="3389" y="1313"/>
                    <a:pt x="3389" y="1313"/>
                    <a:pt x="3389" y="1313"/>
                  </a:cubicBezTo>
                  <a:cubicBezTo>
                    <a:pt x="3366" y="1221"/>
                    <a:pt x="3366" y="1221"/>
                    <a:pt x="3366" y="1221"/>
                  </a:cubicBezTo>
                  <a:cubicBezTo>
                    <a:pt x="3389" y="1313"/>
                    <a:pt x="3389" y="1313"/>
                    <a:pt x="3389" y="1313"/>
                  </a:cubicBezTo>
                  <a:cubicBezTo>
                    <a:pt x="3366" y="1221"/>
                    <a:pt x="3366" y="1221"/>
                    <a:pt x="3366" y="1221"/>
                  </a:cubicBezTo>
                  <a:cubicBezTo>
                    <a:pt x="3366" y="1221"/>
                    <a:pt x="3366" y="1221"/>
                    <a:pt x="3366" y="1221"/>
                  </a:cubicBezTo>
                  <a:cubicBezTo>
                    <a:pt x="3343" y="1129"/>
                    <a:pt x="3343" y="1129"/>
                    <a:pt x="3343" y="1129"/>
                  </a:cubicBezTo>
                  <a:cubicBezTo>
                    <a:pt x="3343" y="1129"/>
                    <a:pt x="3320" y="1037"/>
                    <a:pt x="3228" y="1060"/>
                  </a:cubicBezTo>
                  <a:cubicBezTo>
                    <a:pt x="3251" y="761"/>
                    <a:pt x="3251" y="761"/>
                    <a:pt x="3251" y="761"/>
                  </a:cubicBezTo>
                  <a:cubicBezTo>
                    <a:pt x="3158" y="784"/>
                    <a:pt x="3158" y="784"/>
                    <a:pt x="3158" y="784"/>
                  </a:cubicBezTo>
                  <a:cubicBezTo>
                    <a:pt x="3228" y="1060"/>
                    <a:pt x="3228" y="1060"/>
                    <a:pt x="3228" y="1060"/>
                  </a:cubicBezTo>
                  <a:cubicBezTo>
                    <a:pt x="3112" y="991"/>
                    <a:pt x="3043" y="1106"/>
                    <a:pt x="3066" y="1199"/>
                  </a:cubicBezTo>
                  <a:cubicBezTo>
                    <a:pt x="3066" y="1199"/>
                    <a:pt x="3066" y="1199"/>
                    <a:pt x="3066" y="1199"/>
                  </a:cubicBezTo>
                  <a:cubicBezTo>
                    <a:pt x="3066" y="1199"/>
                    <a:pt x="3066" y="1199"/>
                    <a:pt x="3066" y="1199"/>
                  </a:cubicBezTo>
                  <a:cubicBezTo>
                    <a:pt x="2997" y="1314"/>
                    <a:pt x="2997" y="1314"/>
                    <a:pt x="2997" y="1314"/>
                  </a:cubicBezTo>
                  <a:cubicBezTo>
                    <a:pt x="3089" y="1291"/>
                    <a:pt x="3089" y="1291"/>
                    <a:pt x="3089" y="1291"/>
                  </a:cubicBezTo>
                  <a:cubicBezTo>
                    <a:pt x="3113" y="1383"/>
                    <a:pt x="3113" y="1383"/>
                    <a:pt x="3113" y="1383"/>
                  </a:cubicBezTo>
                  <a:cubicBezTo>
                    <a:pt x="3020" y="1406"/>
                    <a:pt x="3020" y="1406"/>
                    <a:pt x="3020" y="1406"/>
                  </a:cubicBezTo>
                  <a:cubicBezTo>
                    <a:pt x="3043" y="1498"/>
                    <a:pt x="3043" y="1498"/>
                    <a:pt x="3043" y="1498"/>
                  </a:cubicBezTo>
                  <a:cubicBezTo>
                    <a:pt x="2859" y="1544"/>
                    <a:pt x="2859" y="1544"/>
                    <a:pt x="2859" y="1544"/>
                  </a:cubicBezTo>
                  <a:cubicBezTo>
                    <a:pt x="2790" y="1660"/>
                    <a:pt x="2790" y="1660"/>
                    <a:pt x="2790" y="1660"/>
                  </a:cubicBezTo>
                  <a:cubicBezTo>
                    <a:pt x="2698" y="1683"/>
                    <a:pt x="2698" y="1683"/>
                    <a:pt x="2698" y="1683"/>
                  </a:cubicBezTo>
                  <a:cubicBezTo>
                    <a:pt x="2721" y="1775"/>
                    <a:pt x="2721" y="1775"/>
                    <a:pt x="2721" y="1775"/>
                  </a:cubicBezTo>
                  <a:cubicBezTo>
                    <a:pt x="3689" y="1728"/>
                    <a:pt x="3689" y="1728"/>
                    <a:pt x="3689" y="1728"/>
                  </a:cubicBezTo>
                  <a:cubicBezTo>
                    <a:pt x="3666" y="1636"/>
                    <a:pt x="3666" y="1636"/>
                    <a:pt x="3666" y="1636"/>
                  </a:cubicBezTo>
                  <a:cubicBezTo>
                    <a:pt x="3574" y="1659"/>
                    <a:pt x="3574" y="1659"/>
                    <a:pt x="3574" y="1659"/>
                  </a:cubicBezTo>
                  <a:lnTo>
                    <a:pt x="3643" y="1543"/>
                  </a:lnTo>
                  <a:close/>
                  <a:moveTo>
                    <a:pt x="3159" y="1567"/>
                  </a:moveTo>
                  <a:cubicBezTo>
                    <a:pt x="3159" y="1567"/>
                    <a:pt x="3159" y="1567"/>
                    <a:pt x="3159" y="1567"/>
                  </a:cubicBezTo>
                  <a:cubicBezTo>
                    <a:pt x="3136" y="1475"/>
                    <a:pt x="3136" y="1475"/>
                    <a:pt x="3136" y="1475"/>
                  </a:cubicBezTo>
                  <a:cubicBezTo>
                    <a:pt x="3113" y="1383"/>
                    <a:pt x="3113" y="1383"/>
                    <a:pt x="3113" y="1383"/>
                  </a:cubicBezTo>
                  <a:cubicBezTo>
                    <a:pt x="3205" y="1360"/>
                    <a:pt x="3205" y="1360"/>
                    <a:pt x="3205" y="1360"/>
                  </a:cubicBezTo>
                  <a:lnTo>
                    <a:pt x="3159" y="1567"/>
                  </a:lnTo>
                  <a:close/>
                  <a:moveTo>
                    <a:pt x="3343" y="1521"/>
                  </a:moveTo>
                  <a:cubicBezTo>
                    <a:pt x="3343" y="1521"/>
                    <a:pt x="3343" y="1521"/>
                    <a:pt x="3343" y="1521"/>
                  </a:cubicBezTo>
                  <a:cubicBezTo>
                    <a:pt x="3251" y="1544"/>
                    <a:pt x="3251" y="1544"/>
                    <a:pt x="3251" y="1544"/>
                  </a:cubicBezTo>
                  <a:cubicBezTo>
                    <a:pt x="3297" y="1337"/>
                    <a:pt x="3297" y="1337"/>
                    <a:pt x="3297" y="1337"/>
                  </a:cubicBezTo>
                  <a:cubicBezTo>
                    <a:pt x="3297" y="1337"/>
                    <a:pt x="3297" y="1337"/>
                    <a:pt x="3297" y="1337"/>
                  </a:cubicBezTo>
                  <a:lnTo>
                    <a:pt x="3343" y="1521"/>
                  </a:lnTo>
                  <a:close/>
                  <a:moveTo>
                    <a:pt x="4496" y="1427"/>
                  </a:moveTo>
                  <a:cubicBezTo>
                    <a:pt x="4496" y="1427"/>
                    <a:pt x="4496" y="1427"/>
                    <a:pt x="4496" y="1427"/>
                  </a:cubicBezTo>
                  <a:cubicBezTo>
                    <a:pt x="4496" y="1427"/>
                    <a:pt x="4496" y="1427"/>
                    <a:pt x="4496" y="1427"/>
                  </a:cubicBezTo>
                  <a:cubicBezTo>
                    <a:pt x="4312" y="1474"/>
                    <a:pt x="4312" y="1474"/>
                    <a:pt x="4312" y="1474"/>
                  </a:cubicBezTo>
                  <a:cubicBezTo>
                    <a:pt x="4265" y="898"/>
                    <a:pt x="3758" y="437"/>
                    <a:pt x="3158" y="392"/>
                  </a:cubicBezTo>
                  <a:cubicBezTo>
                    <a:pt x="2582" y="439"/>
                    <a:pt x="2121" y="946"/>
                    <a:pt x="2167" y="1522"/>
                  </a:cubicBezTo>
                  <a:cubicBezTo>
                    <a:pt x="1867" y="1499"/>
                    <a:pt x="1867" y="1499"/>
                    <a:pt x="1867" y="1499"/>
                  </a:cubicBezTo>
                  <a:cubicBezTo>
                    <a:pt x="1867" y="1499"/>
                    <a:pt x="1867" y="1499"/>
                    <a:pt x="1867" y="1499"/>
                  </a:cubicBezTo>
                  <a:cubicBezTo>
                    <a:pt x="1083" y="1500"/>
                    <a:pt x="369" y="2169"/>
                    <a:pt x="392" y="3045"/>
                  </a:cubicBezTo>
                  <a:cubicBezTo>
                    <a:pt x="393" y="3828"/>
                    <a:pt x="1154" y="4518"/>
                    <a:pt x="1938" y="4517"/>
                  </a:cubicBezTo>
                  <a:cubicBezTo>
                    <a:pt x="2123" y="4471"/>
                    <a:pt x="2123" y="4471"/>
                    <a:pt x="2123" y="4471"/>
                  </a:cubicBezTo>
                  <a:cubicBezTo>
                    <a:pt x="2169" y="5047"/>
                    <a:pt x="2677" y="5507"/>
                    <a:pt x="3276" y="5553"/>
                  </a:cubicBezTo>
                  <a:cubicBezTo>
                    <a:pt x="3853" y="5506"/>
                    <a:pt x="4337" y="5091"/>
                    <a:pt x="4290" y="4515"/>
                  </a:cubicBezTo>
                  <a:cubicBezTo>
                    <a:pt x="4567" y="4446"/>
                    <a:pt x="4567" y="4446"/>
                    <a:pt x="4567" y="4446"/>
                  </a:cubicBezTo>
                  <a:cubicBezTo>
                    <a:pt x="5351" y="4445"/>
                    <a:pt x="6066" y="3776"/>
                    <a:pt x="6065" y="2992"/>
                  </a:cubicBezTo>
                  <a:cubicBezTo>
                    <a:pt x="6042" y="2117"/>
                    <a:pt x="5396" y="1496"/>
                    <a:pt x="4496" y="1427"/>
                  </a:cubicBezTo>
                  <a:close/>
                  <a:moveTo>
                    <a:pt x="1961" y="3435"/>
                  </a:moveTo>
                  <a:cubicBezTo>
                    <a:pt x="1961" y="3435"/>
                    <a:pt x="1961" y="3435"/>
                    <a:pt x="1961" y="3435"/>
                  </a:cubicBezTo>
                  <a:cubicBezTo>
                    <a:pt x="1845" y="3366"/>
                    <a:pt x="1753" y="3389"/>
                    <a:pt x="1638" y="3320"/>
                  </a:cubicBezTo>
                  <a:cubicBezTo>
                    <a:pt x="2237" y="3365"/>
                    <a:pt x="2237" y="3365"/>
                    <a:pt x="2237" y="3365"/>
                  </a:cubicBezTo>
                  <a:cubicBezTo>
                    <a:pt x="2122" y="3296"/>
                    <a:pt x="2053" y="3411"/>
                    <a:pt x="1961" y="3435"/>
                  </a:cubicBezTo>
                  <a:close/>
                  <a:moveTo>
                    <a:pt x="1984" y="3527"/>
                  </a:moveTo>
                  <a:cubicBezTo>
                    <a:pt x="1984" y="3527"/>
                    <a:pt x="1984" y="3527"/>
                    <a:pt x="1984" y="3527"/>
                  </a:cubicBezTo>
                  <a:cubicBezTo>
                    <a:pt x="2076" y="3504"/>
                    <a:pt x="2145" y="3388"/>
                    <a:pt x="2260" y="3457"/>
                  </a:cubicBezTo>
                  <a:cubicBezTo>
                    <a:pt x="2353" y="3434"/>
                    <a:pt x="2491" y="3595"/>
                    <a:pt x="2514" y="3687"/>
                  </a:cubicBezTo>
                  <a:cubicBezTo>
                    <a:pt x="2491" y="3987"/>
                    <a:pt x="2491" y="3987"/>
                    <a:pt x="2491" y="3987"/>
                  </a:cubicBezTo>
                  <a:cubicBezTo>
                    <a:pt x="2192" y="3964"/>
                    <a:pt x="2192" y="3964"/>
                    <a:pt x="2192" y="3964"/>
                  </a:cubicBezTo>
                  <a:cubicBezTo>
                    <a:pt x="2192" y="3964"/>
                    <a:pt x="2192" y="3964"/>
                    <a:pt x="2192" y="3964"/>
                  </a:cubicBezTo>
                  <a:cubicBezTo>
                    <a:pt x="2145" y="3780"/>
                    <a:pt x="2122" y="3688"/>
                    <a:pt x="1984" y="3527"/>
                  </a:cubicBezTo>
                  <a:close/>
                  <a:moveTo>
                    <a:pt x="2514" y="4079"/>
                  </a:moveTo>
                  <a:cubicBezTo>
                    <a:pt x="2514" y="4079"/>
                    <a:pt x="2514" y="4079"/>
                    <a:pt x="2514" y="4079"/>
                  </a:cubicBezTo>
                  <a:cubicBezTo>
                    <a:pt x="2469" y="4678"/>
                    <a:pt x="2469" y="4678"/>
                    <a:pt x="2469" y="4678"/>
                  </a:cubicBezTo>
                  <a:cubicBezTo>
                    <a:pt x="2376" y="4701"/>
                    <a:pt x="2376" y="4701"/>
                    <a:pt x="2376" y="4701"/>
                  </a:cubicBezTo>
                  <a:cubicBezTo>
                    <a:pt x="2376" y="4310"/>
                    <a:pt x="2376" y="4310"/>
                    <a:pt x="2376" y="4310"/>
                  </a:cubicBezTo>
                  <a:cubicBezTo>
                    <a:pt x="2353" y="4217"/>
                    <a:pt x="2330" y="4125"/>
                    <a:pt x="2307" y="4033"/>
                  </a:cubicBezTo>
                  <a:lnTo>
                    <a:pt x="2514" y="4079"/>
                  </a:lnTo>
                  <a:close/>
                  <a:moveTo>
                    <a:pt x="3253" y="5461"/>
                  </a:moveTo>
                  <a:cubicBezTo>
                    <a:pt x="3253" y="5461"/>
                    <a:pt x="3253" y="5461"/>
                    <a:pt x="3253" y="5461"/>
                  </a:cubicBezTo>
                  <a:cubicBezTo>
                    <a:pt x="2861" y="5461"/>
                    <a:pt x="2492" y="5162"/>
                    <a:pt x="2307" y="4817"/>
                  </a:cubicBezTo>
                  <a:cubicBezTo>
                    <a:pt x="4175" y="4838"/>
                    <a:pt x="4175" y="4838"/>
                    <a:pt x="4175" y="4838"/>
                  </a:cubicBezTo>
                  <a:cubicBezTo>
                    <a:pt x="4060" y="5160"/>
                    <a:pt x="3645" y="5460"/>
                    <a:pt x="3253" y="5461"/>
                  </a:cubicBezTo>
                  <a:close/>
                  <a:moveTo>
                    <a:pt x="2976" y="4747"/>
                  </a:moveTo>
                  <a:cubicBezTo>
                    <a:pt x="2976" y="4747"/>
                    <a:pt x="2976" y="4747"/>
                    <a:pt x="2976" y="4747"/>
                  </a:cubicBezTo>
                  <a:cubicBezTo>
                    <a:pt x="2930" y="4171"/>
                    <a:pt x="2930" y="4171"/>
                    <a:pt x="2930" y="4171"/>
                  </a:cubicBezTo>
                  <a:cubicBezTo>
                    <a:pt x="2999" y="4055"/>
                    <a:pt x="3068" y="3940"/>
                    <a:pt x="3275" y="3986"/>
                  </a:cubicBezTo>
                  <a:cubicBezTo>
                    <a:pt x="3368" y="3963"/>
                    <a:pt x="3483" y="4032"/>
                    <a:pt x="3506" y="4124"/>
                  </a:cubicBezTo>
                  <a:cubicBezTo>
                    <a:pt x="3553" y="4700"/>
                    <a:pt x="3553" y="4700"/>
                    <a:pt x="3553" y="4700"/>
                  </a:cubicBezTo>
                  <a:lnTo>
                    <a:pt x="2976" y="4747"/>
                  </a:lnTo>
                  <a:close/>
                  <a:moveTo>
                    <a:pt x="4129" y="4262"/>
                  </a:moveTo>
                  <a:cubicBezTo>
                    <a:pt x="4129" y="4262"/>
                    <a:pt x="4129" y="4262"/>
                    <a:pt x="4129" y="4262"/>
                  </a:cubicBezTo>
                  <a:cubicBezTo>
                    <a:pt x="4129" y="4262"/>
                    <a:pt x="4129" y="4262"/>
                    <a:pt x="4129" y="4262"/>
                  </a:cubicBezTo>
                  <a:cubicBezTo>
                    <a:pt x="4129" y="4653"/>
                    <a:pt x="4129" y="4653"/>
                    <a:pt x="4129" y="4653"/>
                  </a:cubicBezTo>
                  <a:cubicBezTo>
                    <a:pt x="3945" y="4700"/>
                    <a:pt x="3945" y="4700"/>
                    <a:pt x="3945" y="4700"/>
                  </a:cubicBezTo>
                  <a:cubicBezTo>
                    <a:pt x="3990" y="4100"/>
                    <a:pt x="3990" y="4100"/>
                    <a:pt x="3990" y="4100"/>
                  </a:cubicBezTo>
                  <a:cubicBezTo>
                    <a:pt x="4175" y="4054"/>
                    <a:pt x="4175" y="4054"/>
                    <a:pt x="4175" y="4054"/>
                  </a:cubicBezTo>
                  <a:cubicBezTo>
                    <a:pt x="4198" y="4146"/>
                    <a:pt x="4106" y="4170"/>
                    <a:pt x="4129" y="4262"/>
                  </a:cubicBezTo>
                  <a:close/>
                  <a:moveTo>
                    <a:pt x="4336" y="3916"/>
                  </a:moveTo>
                  <a:cubicBezTo>
                    <a:pt x="4336" y="3916"/>
                    <a:pt x="4336" y="3916"/>
                    <a:pt x="4336" y="3916"/>
                  </a:cubicBezTo>
                  <a:cubicBezTo>
                    <a:pt x="4336" y="3916"/>
                    <a:pt x="4336" y="3916"/>
                    <a:pt x="4336" y="3916"/>
                  </a:cubicBezTo>
                  <a:cubicBezTo>
                    <a:pt x="3967" y="4008"/>
                    <a:pt x="3967" y="4008"/>
                    <a:pt x="3967" y="4008"/>
                  </a:cubicBezTo>
                  <a:cubicBezTo>
                    <a:pt x="3990" y="3709"/>
                    <a:pt x="3990" y="3709"/>
                    <a:pt x="3990" y="3709"/>
                  </a:cubicBezTo>
                  <a:cubicBezTo>
                    <a:pt x="3944" y="3525"/>
                    <a:pt x="4105" y="3386"/>
                    <a:pt x="4221" y="3455"/>
                  </a:cubicBezTo>
                  <a:cubicBezTo>
                    <a:pt x="4313" y="3432"/>
                    <a:pt x="4428" y="3501"/>
                    <a:pt x="4428" y="3501"/>
                  </a:cubicBezTo>
                  <a:cubicBezTo>
                    <a:pt x="4359" y="3616"/>
                    <a:pt x="4313" y="3824"/>
                    <a:pt x="4336" y="3916"/>
                  </a:cubicBezTo>
                  <a:close/>
                  <a:moveTo>
                    <a:pt x="4521" y="3478"/>
                  </a:moveTo>
                  <a:cubicBezTo>
                    <a:pt x="4521" y="3478"/>
                    <a:pt x="4521" y="3478"/>
                    <a:pt x="4521" y="3478"/>
                  </a:cubicBezTo>
                  <a:cubicBezTo>
                    <a:pt x="4497" y="3386"/>
                    <a:pt x="4382" y="3317"/>
                    <a:pt x="4198" y="3363"/>
                  </a:cubicBezTo>
                  <a:cubicBezTo>
                    <a:pt x="4866" y="3293"/>
                    <a:pt x="4866" y="3293"/>
                    <a:pt x="4866" y="3293"/>
                  </a:cubicBezTo>
                  <a:cubicBezTo>
                    <a:pt x="4682" y="3339"/>
                    <a:pt x="4590" y="3363"/>
                    <a:pt x="4521" y="3478"/>
                  </a:cubicBezTo>
                  <a:close/>
                  <a:moveTo>
                    <a:pt x="5627" y="2417"/>
                  </a:moveTo>
                  <a:cubicBezTo>
                    <a:pt x="5627" y="2417"/>
                    <a:pt x="5627" y="2417"/>
                    <a:pt x="5627" y="2417"/>
                  </a:cubicBezTo>
                  <a:cubicBezTo>
                    <a:pt x="5350" y="2486"/>
                    <a:pt x="5004" y="2671"/>
                    <a:pt x="4982" y="2970"/>
                  </a:cubicBezTo>
                  <a:cubicBezTo>
                    <a:pt x="3621" y="3018"/>
                    <a:pt x="3621" y="3018"/>
                    <a:pt x="3621" y="3018"/>
                  </a:cubicBezTo>
                  <a:cubicBezTo>
                    <a:pt x="3644" y="3110"/>
                    <a:pt x="3644" y="3110"/>
                    <a:pt x="3644" y="3110"/>
                  </a:cubicBezTo>
                  <a:cubicBezTo>
                    <a:pt x="4912" y="3086"/>
                    <a:pt x="4912" y="3086"/>
                    <a:pt x="4912" y="3086"/>
                  </a:cubicBezTo>
                  <a:cubicBezTo>
                    <a:pt x="4935" y="3178"/>
                    <a:pt x="4935" y="3178"/>
                    <a:pt x="4935" y="3178"/>
                  </a:cubicBezTo>
                  <a:cubicBezTo>
                    <a:pt x="4935" y="3178"/>
                    <a:pt x="4935" y="3178"/>
                    <a:pt x="4935" y="3178"/>
                  </a:cubicBezTo>
                  <a:cubicBezTo>
                    <a:pt x="3667" y="3202"/>
                    <a:pt x="3667" y="3202"/>
                    <a:pt x="3667" y="3202"/>
                  </a:cubicBezTo>
                  <a:cubicBezTo>
                    <a:pt x="3690" y="3294"/>
                    <a:pt x="3690" y="3294"/>
                    <a:pt x="3690" y="3294"/>
                  </a:cubicBezTo>
                  <a:cubicBezTo>
                    <a:pt x="4198" y="3363"/>
                    <a:pt x="4198" y="3363"/>
                    <a:pt x="4198" y="3363"/>
                  </a:cubicBezTo>
                  <a:cubicBezTo>
                    <a:pt x="3990" y="3317"/>
                    <a:pt x="3829" y="3456"/>
                    <a:pt x="3875" y="3640"/>
                  </a:cubicBezTo>
                  <a:cubicBezTo>
                    <a:pt x="3852" y="4723"/>
                    <a:pt x="3852" y="4723"/>
                    <a:pt x="3852" y="4723"/>
                  </a:cubicBezTo>
                  <a:cubicBezTo>
                    <a:pt x="3737" y="4654"/>
                    <a:pt x="3737" y="4654"/>
                    <a:pt x="3737" y="4654"/>
                  </a:cubicBezTo>
                  <a:cubicBezTo>
                    <a:pt x="3714" y="3778"/>
                    <a:pt x="3714" y="3778"/>
                    <a:pt x="3714" y="3778"/>
                  </a:cubicBezTo>
                  <a:cubicBezTo>
                    <a:pt x="3829" y="3847"/>
                    <a:pt x="3829" y="3847"/>
                    <a:pt x="3829" y="3847"/>
                  </a:cubicBezTo>
                  <a:cubicBezTo>
                    <a:pt x="3806" y="3755"/>
                    <a:pt x="3806" y="3755"/>
                    <a:pt x="3806" y="3755"/>
                  </a:cubicBezTo>
                  <a:cubicBezTo>
                    <a:pt x="3506" y="3732"/>
                    <a:pt x="3506" y="3732"/>
                    <a:pt x="3506" y="3732"/>
                  </a:cubicBezTo>
                  <a:cubicBezTo>
                    <a:pt x="3483" y="4032"/>
                    <a:pt x="3483" y="4032"/>
                    <a:pt x="3483" y="4032"/>
                  </a:cubicBezTo>
                  <a:cubicBezTo>
                    <a:pt x="3460" y="3940"/>
                    <a:pt x="3368" y="3963"/>
                    <a:pt x="3345" y="3871"/>
                  </a:cubicBezTo>
                  <a:cubicBezTo>
                    <a:pt x="3321" y="3779"/>
                    <a:pt x="3321" y="3779"/>
                    <a:pt x="3321" y="3779"/>
                  </a:cubicBezTo>
                  <a:cubicBezTo>
                    <a:pt x="3321" y="3779"/>
                    <a:pt x="3321" y="3779"/>
                    <a:pt x="3321" y="3779"/>
                  </a:cubicBezTo>
                  <a:cubicBezTo>
                    <a:pt x="3414" y="3756"/>
                    <a:pt x="3414" y="3756"/>
                    <a:pt x="3414" y="3756"/>
                  </a:cubicBezTo>
                  <a:cubicBezTo>
                    <a:pt x="3114" y="3733"/>
                    <a:pt x="3114" y="3733"/>
                    <a:pt x="3114" y="3733"/>
                  </a:cubicBezTo>
                  <a:cubicBezTo>
                    <a:pt x="3137" y="3825"/>
                    <a:pt x="3137" y="3825"/>
                    <a:pt x="3137" y="3825"/>
                  </a:cubicBezTo>
                  <a:cubicBezTo>
                    <a:pt x="3137" y="3825"/>
                    <a:pt x="3137" y="3825"/>
                    <a:pt x="3137" y="3825"/>
                  </a:cubicBezTo>
                  <a:cubicBezTo>
                    <a:pt x="3160" y="3917"/>
                    <a:pt x="3160" y="3917"/>
                    <a:pt x="3160" y="3917"/>
                  </a:cubicBezTo>
                  <a:cubicBezTo>
                    <a:pt x="3068" y="3940"/>
                    <a:pt x="2976" y="3963"/>
                    <a:pt x="2976" y="3963"/>
                  </a:cubicBezTo>
                  <a:cubicBezTo>
                    <a:pt x="3022" y="3756"/>
                    <a:pt x="3022" y="3756"/>
                    <a:pt x="3022" y="3756"/>
                  </a:cubicBezTo>
                  <a:cubicBezTo>
                    <a:pt x="2630" y="3756"/>
                    <a:pt x="2630" y="3756"/>
                    <a:pt x="2630" y="3756"/>
                  </a:cubicBezTo>
                  <a:cubicBezTo>
                    <a:pt x="2653" y="3848"/>
                    <a:pt x="2653" y="3848"/>
                    <a:pt x="2653" y="3848"/>
                  </a:cubicBezTo>
                  <a:cubicBezTo>
                    <a:pt x="2745" y="3825"/>
                    <a:pt x="2745" y="3825"/>
                    <a:pt x="2745" y="3825"/>
                  </a:cubicBezTo>
                  <a:cubicBezTo>
                    <a:pt x="2769" y="4701"/>
                    <a:pt x="2769" y="4701"/>
                    <a:pt x="2769" y="4701"/>
                  </a:cubicBezTo>
                  <a:cubicBezTo>
                    <a:pt x="2584" y="4747"/>
                    <a:pt x="2584" y="4747"/>
                    <a:pt x="2584" y="4747"/>
                  </a:cubicBezTo>
                  <a:cubicBezTo>
                    <a:pt x="2607" y="3664"/>
                    <a:pt x="2607" y="3664"/>
                    <a:pt x="2607" y="3664"/>
                  </a:cubicBezTo>
                  <a:cubicBezTo>
                    <a:pt x="2560" y="3480"/>
                    <a:pt x="2422" y="3319"/>
                    <a:pt x="2237" y="3365"/>
                  </a:cubicBezTo>
                  <a:cubicBezTo>
                    <a:pt x="2814" y="3318"/>
                    <a:pt x="2814" y="3318"/>
                    <a:pt x="2814" y="3318"/>
                  </a:cubicBezTo>
                  <a:cubicBezTo>
                    <a:pt x="2791" y="3226"/>
                    <a:pt x="2791" y="3226"/>
                    <a:pt x="2791" y="3226"/>
                  </a:cubicBezTo>
                  <a:cubicBezTo>
                    <a:pt x="1522" y="3251"/>
                    <a:pt x="1522" y="3251"/>
                    <a:pt x="1522" y="3251"/>
                  </a:cubicBezTo>
                  <a:cubicBezTo>
                    <a:pt x="1522" y="3251"/>
                    <a:pt x="1522" y="3251"/>
                    <a:pt x="1522" y="3251"/>
                  </a:cubicBezTo>
                  <a:cubicBezTo>
                    <a:pt x="1499" y="3159"/>
                    <a:pt x="1499" y="3159"/>
                    <a:pt x="1499" y="3159"/>
                  </a:cubicBezTo>
                  <a:cubicBezTo>
                    <a:pt x="2768" y="3134"/>
                    <a:pt x="2768" y="3134"/>
                    <a:pt x="2768" y="3134"/>
                  </a:cubicBezTo>
                  <a:cubicBezTo>
                    <a:pt x="2837" y="3019"/>
                    <a:pt x="2837" y="3019"/>
                    <a:pt x="2837" y="3019"/>
                  </a:cubicBezTo>
                  <a:cubicBezTo>
                    <a:pt x="1476" y="3066"/>
                    <a:pt x="1476" y="3066"/>
                    <a:pt x="1476" y="3066"/>
                  </a:cubicBezTo>
                  <a:cubicBezTo>
                    <a:pt x="1384" y="2698"/>
                    <a:pt x="1130" y="2468"/>
                    <a:pt x="738" y="2468"/>
                  </a:cubicBezTo>
                  <a:cubicBezTo>
                    <a:pt x="646" y="2491"/>
                    <a:pt x="646" y="2491"/>
                    <a:pt x="646" y="2491"/>
                  </a:cubicBezTo>
                  <a:cubicBezTo>
                    <a:pt x="807" y="1961"/>
                    <a:pt x="1314" y="1638"/>
                    <a:pt x="1890" y="1591"/>
                  </a:cubicBezTo>
                  <a:cubicBezTo>
                    <a:pt x="2190" y="1614"/>
                    <a:pt x="2190" y="1614"/>
                    <a:pt x="2190" y="1614"/>
                  </a:cubicBezTo>
                  <a:cubicBezTo>
                    <a:pt x="2259" y="1499"/>
                    <a:pt x="2259" y="1499"/>
                    <a:pt x="2259" y="1499"/>
                  </a:cubicBezTo>
                  <a:cubicBezTo>
                    <a:pt x="2259" y="1499"/>
                    <a:pt x="2259" y="1499"/>
                    <a:pt x="2259" y="1499"/>
                  </a:cubicBezTo>
                  <a:cubicBezTo>
                    <a:pt x="2236" y="1015"/>
                    <a:pt x="2697" y="508"/>
                    <a:pt x="3181" y="484"/>
                  </a:cubicBezTo>
                  <a:cubicBezTo>
                    <a:pt x="3781" y="530"/>
                    <a:pt x="4173" y="921"/>
                    <a:pt x="4220" y="1497"/>
                  </a:cubicBezTo>
                  <a:cubicBezTo>
                    <a:pt x="4243" y="1589"/>
                    <a:pt x="4243" y="1589"/>
                    <a:pt x="4243" y="1589"/>
                  </a:cubicBezTo>
                  <a:cubicBezTo>
                    <a:pt x="4543" y="1612"/>
                    <a:pt x="4543" y="1612"/>
                    <a:pt x="4543" y="1612"/>
                  </a:cubicBezTo>
                  <a:cubicBezTo>
                    <a:pt x="5119" y="1565"/>
                    <a:pt x="5604" y="1933"/>
                    <a:pt x="5835" y="2463"/>
                  </a:cubicBezTo>
                  <a:cubicBezTo>
                    <a:pt x="5742" y="2486"/>
                    <a:pt x="5742" y="2486"/>
                    <a:pt x="5627" y="2417"/>
                  </a:cubicBezTo>
                  <a:close/>
                  <a:moveTo>
                    <a:pt x="3114" y="4908"/>
                  </a:moveTo>
                  <a:cubicBezTo>
                    <a:pt x="3114" y="4908"/>
                    <a:pt x="3114" y="4908"/>
                    <a:pt x="3114" y="4908"/>
                  </a:cubicBezTo>
                  <a:cubicBezTo>
                    <a:pt x="3022" y="4931"/>
                    <a:pt x="3022" y="4931"/>
                    <a:pt x="3022" y="4931"/>
                  </a:cubicBezTo>
                  <a:cubicBezTo>
                    <a:pt x="2953" y="5046"/>
                    <a:pt x="2953" y="5046"/>
                    <a:pt x="2953" y="5046"/>
                  </a:cubicBezTo>
                  <a:cubicBezTo>
                    <a:pt x="3069" y="5115"/>
                    <a:pt x="3069" y="5115"/>
                    <a:pt x="3069" y="5115"/>
                  </a:cubicBezTo>
                  <a:cubicBezTo>
                    <a:pt x="3069" y="5115"/>
                    <a:pt x="3069" y="5115"/>
                    <a:pt x="3069" y="5115"/>
                  </a:cubicBezTo>
                  <a:cubicBezTo>
                    <a:pt x="2884" y="5162"/>
                    <a:pt x="2884" y="5162"/>
                    <a:pt x="2884" y="5162"/>
                  </a:cubicBezTo>
                  <a:cubicBezTo>
                    <a:pt x="2884" y="5162"/>
                    <a:pt x="2884" y="5162"/>
                    <a:pt x="2884" y="5162"/>
                  </a:cubicBezTo>
                  <a:cubicBezTo>
                    <a:pt x="3184" y="5184"/>
                    <a:pt x="3184" y="5184"/>
                    <a:pt x="3184" y="5184"/>
                  </a:cubicBezTo>
                  <a:lnTo>
                    <a:pt x="3114" y="4908"/>
                  </a:lnTo>
                  <a:close/>
                  <a:moveTo>
                    <a:pt x="3045" y="5023"/>
                  </a:moveTo>
                  <a:cubicBezTo>
                    <a:pt x="3045" y="5023"/>
                    <a:pt x="3045" y="5023"/>
                    <a:pt x="3045" y="5023"/>
                  </a:cubicBezTo>
                  <a:cubicBezTo>
                    <a:pt x="3045" y="5023"/>
                    <a:pt x="3045" y="5023"/>
                    <a:pt x="3045" y="5023"/>
                  </a:cubicBezTo>
                  <a:cubicBezTo>
                    <a:pt x="3045" y="5023"/>
                    <a:pt x="3045" y="5023"/>
                    <a:pt x="3045" y="5023"/>
                  </a:cubicBezTo>
                  <a:cubicBezTo>
                    <a:pt x="3138" y="5000"/>
                    <a:pt x="3138" y="5000"/>
                    <a:pt x="3138" y="5000"/>
                  </a:cubicBezTo>
                  <a:lnTo>
                    <a:pt x="3045" y="5023"/>
                  </a:lnTo>
                  <a:close/>
                  <a:moveTo>
                    <a:pt x="3668" y="5161"/>
                  </a:moveTo>
                  <a:cubicBezTo>
                    <a:pt x="3668" y="5161"/>
                    <a:pt x="3668" y="5161"/>
                    <a:pt x="3668" y="5161"/>
                  </a:cubicBezTo>
                  <a:cubicBezTo>
                    <a:pt x="3668" y="5161"/>
                    <a:pt x="3668" y="5161"/>
                    <a:pt x="3668" y="5161"/>
                  </a:cubicBezTo>
                  <a:cubicBezTo>
                    <a:pt x="3760" y="5138"/>
                    <a:pt x="3760" y="5138"/>
                    <a:pt x="3760" y="5138"/>
                  </a:cubicBezTo>
                  <a:cubicBezTo>
                    <a:pt x="3760" y="5138"/>
                    <a:pt x="3760" y="5138"/>
                    <a:pt x="3760" y="5138"/>
                  </a:cubicBezTo>
                  <a:cubicBezTo>
                    <a:pt x="3760" y="5138"/>
                    <a:pt x="3760" y="5138"/>
                    <a:pt x="3760" y="5138"/>
                  </a:cubicBezTo>
                  <a:cubicBezTo>
                    <a:pt x="3737" y="5045"/>
                    <a:pt x="3737" y="5045"/>
                    <a:pt x="3737" y="5045"/>
                  </a:cubicBezTo>
                  <a:cubicBezTo>
                    <a:pt x="3737" y="5045"/>
                    <a:pt x="3737" y="5045"/>
                    <a:pt x="3737" y="5045"/>
                  </a:cubicBezTo>
                  <a:cubicBezTo>
                    <a:pt x="3622" y="4976"/>
                    <a:pt x="3622" y="4976"/>
                    <a:pt x="3622" y="4976"/>
                  </a:cubicBezTo>
                  <a:cubicBezTo>
                    <a:pt x="3622" y="4976"/>
                    <a:pt x="3622" y="4976"/>
                    <a:pt x="3622" y="4976"/>
                  </a:cubicBezTo>
                  <a:cubicBezTo>
                    <a:pt x="3553" y="5092"/>
                    <a:pt x="3553" y="5092"/>
                    <a:pt x="3553" y="5092"/>
                  </a:cubicBezTo>
                  <a:cubicBezTo>
                    <a:pt x="3553" y="5092"/>
                    <a:pt x="3553" y="5092"/>
                    <a:pt x="3553" y="5092"/>
                  </a:cubicBezTo>
                  <a:lnTo>
                    <a:pt x="3668" y="5161"/>
                  </a:lnTo>
                  <a:close/>
                  <a:moveTo>
                    <a:pt x="3622" y="4976"/>
                  </a:moveTo>
                  <a:cubicBezTo>
                    <a:pt x="3622" y="4976"/>
                    <a:pt x="3622" y="4976"/>
                    <a:pt x="3622" y="4976"/>
                  </a:cubicBezTo>
                  <a:cubicBezTo>
                    <a:pt x="3645" y="5069"/>
                    <a:pt x="3645" y="5069"/>
                    <a:pt x="3645" y="5069"/>
                  </a:cubicBezTo>
                  <a:cubicBezTo>
                    <a:pt x="3645" y="5069"/>
                    <a:pt x="3645" y="5069"/>
                    <a:pt x="3645" y="5069"/>
                  </a:cubicBezTo>
                  <a:lnTo>
                    <a:pt x="3622" y="4976"/>
                  </a:lnTo>
                  <a:close/>
                  <a:moveTo>
                    <a:pt x="2930" y="4954"/>
                  </a:moveTo>
                  <a:cubicBezTo>
                    <a:pt x="2930" y="4954"/>
                    <a:pt x="2930" y="4954"/>
                    <a:pt x="2930" y="4954"/>
                  </a:cubicBezTo>
                  <a:cubicBezTo>
                    <a:pt x="2838" y="4977"/>
                    <a:pt x="2838" y="4977"/>
                    <a:pt x="2838" y="4977"/>
                  </a:cubicBezTo>
                  <a:cubicBezTo>
                    <a:pt x="2700" y="5208"/>
                    <a:pt x="2700" y="5208"/>
                    <a:pt x="2700" y="5208"/>
                  </a:cubicBezTo>
                  <a:cubicBezTo>
                    <a:pt x="2792" y="5185"/>
                    <a:pt x="2792" y="5185"/>
                    <a:pt x="2792" y="5185"/>
                  </a:cubicBezTo>
                  <a:lnTo>
                    <a:pt x="2930" y="4954"/>
                  </a:lnTo>
                  <a:close/>
                  <a:moveTo>
                    <a:pt x="3276" y="5161"/>
                  </a:moveTo>
                  <a:cubicBezTo>
                    <a:pt x="3276" y="5161"/>
                    <a:pt x="3276" y="5161"/>
                    <a:pt x="3276" y="5161"/>
                  </a:cubicBezTo>
                  <a:cubicBezTo>
                    <a:pt x="3484" y="5207"/>
                    <a:pt x="3484" y="5207"/>
                    <a:pt x="3484" y="5207"/>
                  </a:cubicBezTo>
                  <a:cubicBezTo>
                    <a:pt x="3461" y="5115"/>
                    <a:pt x="3461" y="5115"/>
                    <a:pt x="3461" y="5115"/>
                  </a:cubicBezTo>
                  <a:cubicBezTo>
                    <a:pt x="3368" y="5138"/>
                    <a:pt x="3368" y="5138"/>
                    <a:pt x="3368" y="5138"/>
                  </a:cubicBezTo>
                  <a:cubicBezTo>
                    <a:pt x="3437" y="5023"/>
                    <a:pt x="3437" y="5023"/>
                    <a:pt x="3437" y="5023"/>
                  </a:cubicBezTo>
                  <a:cubicBezTo>
                    <a:pt x="3414" y="4931"/>
                    <a:pt x="3414" y="4931"/>
                    <a:pt x="3414" y="4931"/>
                  </a:cubicBezTo>
                  <a:cubicBezTo>
                    <a:pt x="3230" y="4977"/>
                    <a:pt x="3230" y="4977"/>
                    <a:pt x="3230" y="4977"/>
                  </a:cubicBezTo>
                  <a:cubicBezTo>
                    <a:pt x="3253" y="5069"/>
                    <a:pt x="3253" y="5069"/>
                    <a:pt x="3253" y="5069"/>
                  </a:cubicBezTo>
                  <a:cubicBezTo>
                    <a:pt x="3345" y="5046"/>
                    <a:pt x="3345" y="5046"/>
                    <a:pt x="3345" y="5046"/>
                  </a:cubicBezTo>
                  <a:cubicBezTo>
                    <a:pt x="3322" y="4954"/>
                    <a:pt x="3322" y="4954"/>
                    <a:pt x="3322" y="4954"/>
                  </a:cubicBezTo>
                  <a:cubicBezTo>
                    <a:pt x="3345" y="5046"/>
                    <a:pt x="3345" y="5046"/>
                    <a:pt x="3345" y="5046"/>
                  </a:cubicBezTo>
                  <a:cubicBezTo>
                    <a:pt x="3345" y="5046"/>
                    <a:pt x="3345" y="5046"/>
                    <a:pt x="3345" y="5046"/>
                  </a:cubicBezTo>
                  <a:cubicBezTo>
                    <a:pt x="3253" y="5069"/>
                    <a:pt x="3253" y="5069"/>
                    <a:pt x="3253" y="5069"/>
                  </a:cubicBezTo>
                  <a:lnTo>
                    <a:pt x="3276" y="51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63" name="文本框 62">
            <a:extLst>
              <a:ext uri="{FF2B5EF4-FFF2-40B4-BE49-F238E27FC236}">
                <a16:creationId xmlns:a16="http://schemas.microsoft.com/office/drawing/2014/main" id="{341C41B0-0585-4528-8C26-F9750FAEBB5C}"/>
              </a:ext>
            </a:extLst>
          </p:cNvPr>
          <p:cNvSpPr txBox="1"/>
          <p:nvPr/>
        </p:nvSpPr>
        <p:spPr>
          <a:xfrm>
            <a:off x="1967461" y="4990220"/>
            <a:ext cx="82570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THANK YOU FOR YOUR CAREFUL LISTENING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3435AFE8-842C-4259-A390-E0ED59CB0CDD}"/>
              </a:ext>
            </a:extLst>
          </p:cNvPr>
          <p:cNvSpPr txBox="1"/>
          <p:nvPr/>
        </p:nvSpPr>
        <p:spPr>
          <a:xfrm>
            <a:off x="4441497" y="5550129"/>
            <a:ext cx="3309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指导老师：简雅</a:t>
            </a: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PPT     </a:t>
            </a: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答辩人：简雅君</a:t>
            </a:r>
          </a:p>
        </p:txBody>
      </p:sp>
    </p:spTree>
    <p:extLst>
      <p:ext uri="{BB962C8B-B14F-4D97-AF65-F5344CB8AC3E}">
        <p14:creationId xmlns:p14="http://schemas.microsoft.com/office/powerpoint/2010/main" val="33129544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7" grpId="0"/>
      <p:bldP spid="18" grpId="0" animBg="1"/>
      <p:bldP spid="63" grpId="0"/>
      <p:bldP spid="6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LTRA_SCORM_COURSE_ID" val="23D8C2C2-2D81-4AA0-938E-E62E31A4B5D3"/>
  <p:tag name="ISPRING_SCORM_RATE_SLIDES" val="1"/>
  <p:tag name="ISPRINGONLINEFOLDERID" val="0"/>
  <p:tag name="ISPRINGONLINEFOLDERPATH" val="内容列表"/>
  <p:tag name="ISPRINGCLOUDFOLDERID" val="0"/>
  <p:tag name="ISPRINGCLOUDFOLDERPATH" val="资源库"/>
  <p:tag name="ISPRING_PLAYERS_CUSTOMIZATION" val="UEsDBBQAAgAIAOeJc0sVDq0oZAQAAAcRAAAdAAAAdW5pdmVyc2FsL2NvbW1vbl9tZXNzYWdlcy5sbmetWG1v2zYQ/l6g/4EQUGADtrQd0KIYEge0xNhEZMmV6DjZCwRGYmwilJjpxW32ab9mP2y/ZEfKTuK+QFISwDZMyvfc8e6eu6MPjz/nCm1EWUldHDlvD944SBSpzmSxOnIW7OTnDw6qal5kXOlCHDmFdtDx6OWLQ8WLVcNXAr6/fIHQYS6qCpbVyKzu10hmR858nLjhbI6Di8QPJ2EyphNn5Or8hhe3yNcr/Uf5wy/vP3x+++79j4evt5J9gOIZ9v19KGSR3r3pARSwKPQTQCN+EpBz5ozM5zC5cMF8GhBntP0yTHoekTNnZD475RZRRAKWxD71SELjJAiZ9YVPGPGc0YVu0JpvBKo12kjxCdVrAZGsZSlQpWRmH6QaNopGdCnzwhmmQRKRmEXUZTQMnFGsy/L2JwvLm3qtS1BXoUxW/FKJzOqEnLHPb0pRgWpeQ04heNVrCb/UOZfFQafqCC9pMElYGPpxQgJvt+OMSJEhr+RGzUCUCMckAoCSV6J8hGxis8yKI6zUMIQpnUx9eDNjwlSu1gre9VA75gRiMBdFlxTkCIkgu+J4GUaecRqoQhzd8Kr6pMtsLz8eBqoLmAZuCCnosgfgzGDsgCHGEipHWYq07gKbkTjGE5KMw3NIZOBdOEQiPAW6nQ6RuCAxUITEXTIBPqMTbBLeUGyX/zt+pdyks7pFPE1BzrhvI3VTwY5xKbDAMq06GKYmJh8XEDaK/e/QuEUF79rVSm4E2FFmouxUBJXFJZ7Joo8L+ltygqlPvATSyguXCbMlz2jM+S0qdI14tuFFKtClSHkDuX4LzzKZ2Wcmzlb/X438G/F6W1VebQtS4JHzV0Pt2ath3zCrqcCmuhb5Td2l2jhsa/5jrDA5/V0T+hz9cfpjlwQ4ouHzRKaSeaPaqvvk+NxZNjRGnUY80VP9o/XclsRtbR1TKFhjqftLEOimpn9AA1T9pWhwAormbYmGGk6LqwE6g3ALEGj0WIwzcNWeCWfgwgHySzKOKYPZaCkuK1l3jh2WjW2Avh3aFOY8JWpxT8ZLcaVhwlGCb9rpA7qQjXRnQB8MN3utglHmg8kBAK7a5AFIJXOwP+uBuZiRnQfaAr93kqVuVGbJq+S1LfLg2yYXX49NV6XO7a7i1S552yZz/BQr2sNFrdL5gPZ/x7/e8XlAv8dHKSY4cqeJiwOXmEHfcFX1FAIKGFf4LE58PDbiwIWc1+kamumVboqsJ1A7q3vkBAPY9syx4GW6/u+ff3tifGFJu4u2u78OAgFimypI7sB+D3Qtqj+7QBge78vZRR+p7d1mJ9fzqsMoZOGz3CF421pyncPWQbdeSPJt0DBj2J3OgAexTXvdlDC6DUGY4egUapmdwp3RjJfXUAiZ1moQinW1ScB6mPb762VTK1mIIbJPayXmwIzOE+x59q4N5FMyvW57ZgY3inR76VZw6e4L5k5xAHX2CzyRyXogoG1NuyoERG/X9zTffN2p7laV/cvi8PWDfzD+B1BLAwQUAAIACADniXNLCH4LIykDAACGDAAAJwAAAHVuaXZlcnNhbC9mbGFzaF9wdWJsaXNoaW5nX3NldHRpbmdzLnhtbNVX3W7aMBS+5yksT70saTu6diihqgpo1VpAhW3tVWViQ6w6dhbbUHq1p9mD7Ul2HAMFtevSH6RNCBGfn+/8n5jw6DYVaMJyzZWM8G51ByMmY0W5HEf4y6C9fYiRNkRSIpRkEZYKo6NGJczsUHCd9JkxIKoRwEhdz0yEE2OyehBMp9Mq11nuuEpYA/i6Gqs0yHKmmTQsDzJBZvBjZhnTeI5QAgC+qZJztUalglDokc4VtYIhTsFzyV1QRLQF0QkOvNiQxDfjXFlJT5RQOcrHwwi/Ozx2n4WMh2rylEmXE90AoiObOqGUOy+I6PM7hhLGxwm4e1DDaMqpSSK8V3MoIB08RCmwfejEoZwoyIE0c/iUGUKJIf7o7Rl2a/SC4El0JknK4wFwkIs/ws3B9aerXuvi7LTz+XrQ7Z4NTnveiUInWMcJg3VDITikbB6zpZ2QGEPiBPwGnRERmoXBKmkhNlJyzTl3RkMlIPeFFrRROmS0Q1K2Uo3+DZdtkNzFaASBiFmEj3NOBEbcEMHjpbK2Q224KareXpVEgAXtydB5H9+b99mJE5JrturWgqNdzuPGN2UFRTNlkeA3DBmFIH6bwlPC0Gpx0ChXaUGF9jFICw4WJ5xNGT0qcjoH/JOhKzCRWtCEXs0EM97Cd8vv0JCNVA64jEygs4HOtcevPgs4I1rfg5KFj1v9s9Nm6/q002xdbrkACZ0QGT8THArO0sxsBJ/MkFRmoQfpiInVrCgK5bTglYmt+vIyaJ5a4cv81sVYgd5gSTZj5TmF+asHpc0mZFIMohuuAhpGkENJPCYwYlgXXFpWFjAmEikpZojEsNa0G+sJV1YDxQ+wh9Yv99DrIy6L0xhWG1jMKctLQe7s7r2v7X84OPxYrwa/fvzcflJpvvB7gjhzfuOfPLnyl2v/4TYMA7elH1/aJrf/5s7uXbS+lslrp3U5KFXSVr8UXLeMVPdzGakL/5LprbxgSrkAS2nshwzWkuApN4y+ZYu9oE1e9W73PbaZNtlgzK8Zjf8mZH9aXhPX7oVh8OjF1XFSLnkKiXArcXnbbezXduCm+SirUgG09f8OjcpvUEsDBBQAAgAIAOeJc0u1/AlkugIAAFUKAAAhAAAAdW5pdmVyc2FsL2ZsYXNoX3NraW5fc2V0dGluZ3MueG1slVZtb+IwDP5+vwJx3+nulZ3UITHGSZN2t+k27XvamjYiTaokZce/vzhN1gQo9LAmEft5bMexzVK1pXzxYTJJc8GEfAatKS8VarxuQoubadZqLfgsF1wD1zMuZE3YdPHxp/2kiUVeYokdyLGcDcmhDzO3nzEUF+PbHGWIkIu6IXz/IEoxy0i+LaVoeXExtWrfgGSUbw3y6sd8tR4MwKjS9xrqKKf1Nco4SiNBKcCUvq9RLrIYyYD5SFf2M5LThzp/+wPajiqqLW35CWWI1pAS4iJfL1GG8dx4j19ljnKeoOGvNtAvn1EGoYzsQcbO776iDDJE0zb/0yONFCUWNOacf8R3DhOkMOOHWV2hXCTghTDQxVdw5bF3vQtA7ms49ymOqxTsCet6sBDw0TMGCy1bSBN/6myqEm+PrTbzAYsNYcoAQlUPejJJP5FWeTexrsf9gTfKi9CX0/SQV8HaGlZdwoG7WN/jV6tbuytCp++6IEMJO6cMUuyVPfK3qesRMlD2yGdGC3jkbH+cwaGpI/lHviXuOc/X31iBE3MsnNWfvBUjPeDoqiBVp/CYWhSwUJjOC60B3y1NrK5LKTnKKeVkR0uiqeC/EJft7WVUmhwYXK+d7qxUU83gVMPZHM2aDstlz3E/OmvckN3PQn+57jzRZovfTInWJK9q87OkphPHM2NiCjNNTjNwTxo4yHu+EQHHxh4i1URuQb4IwcaG4UKDGutedMM1BE+ToAZpcrrKqXNyqvy8rTOQa/NqFJSvcqzsgBUtK2b+9CuFNygOGAPWjqor448T+t6XgcI1ARCZV75ru0NnqVumKYMd+OEPFPbKQ3dLlenSoYZb6gfY6LDlnGZUT7pd0fdKvEMC/Qn8q0krcnxgGdH2mmTK3iyafL+G+1yixezXGTZfuMns2fVS5NjYjytolPjv5D9QSwMEFAACAAgA54lzSyqWD2f+AgAAlwsAACYAAAB1bml2ZXJzYWwvaHRtbF9wdWJsaXNoaW5nX3NldHRpbmdzLnhtbM2Wb08aMRjA3/Mpmi6+lFPnpiN3GCMYiU6IsE1fmXItXGOvvbU98Hy1T7MPtk+yp1dAiI6dRpaFEOjTPr/nX/u04dF9KtCEacOVjPBufQcjJmNFuRxH+MvgdPsQI2OJpEQoySIsFUZHzVqY5UPBTdJn1sJSgwAjTSOzEU6szRpBMJ1O69xk2s0qkVvgm3qs0iDTzDBpmQ4yQQr4sUXGDJ4RKgDgmyo5U2vWagiFnvRZ0VwwxCl4LrkLiogzmwoc+FVDEt+NtcolPVFCaaTHwwi/Ozx2n/kaT2rxlEmXEtMEoRPbBqGUOyeI6PMHhhLGxwl4e7CP0ZRTm0R4b99RYHXwlFKyfeTEUU4UpEDaGT5lllBiiR96e5bdWzMXeBEtJEl5PIAZ5MKPcGtwe3bTa19ddC7Pbwfd7sWg0/NOlDrBKicMVg2F4JDKdcwWdkJiLYkT8Bt0RkQYFgbLovmykZIrzrkxGioBqS+1MBqBp6KI8LHmRGDELRE8XsxaosfMnnIBMTjd3fpIWvwI9PHGCdGGLRuazxiXxbj5TeWCokLlSPA7hqxCEFGewr+EoeV0o5FWaSkVxFhkBKcMTTibMnpUZmkG/JOhGzCR5qAJmy8TzHoL33P+gIZspDRwGZnAVgU5N55ffxE4I8Y8Qsncx63+RafVvu1cttrXWy5AQidExi+EQwlZmtmN8EmBpLJzPUhHTHLDyqJQTsu5KrHVX18Gw9Nc+DK/dTGW0BssyWasvKQwf/WgstmETMqD6A5XiYYjyKEkngkTMRx3LnNWFRgTiZQUBSIxNCrjjvWEq9yAxB9gjzav99DrIy7L0RhuDrCoKdOVkDu7e+/3P3w8OPzUqAe/fvzcXqs0a+E9QZw538NP1jbxRSN/2g3DwPXO59uw1fm/6sK9q/bXKpm6bF8PKhWp3a+E61ZZ1T2vsurKXxu9pSujkgvQZsb+2ECjETzlltG33DSvKPz6+9dvizcq/AajWLt9/98g/Gjx3Fp5X4XBsw/AGshXH9PN2m9QSwMEFAACAAgA54lzS2hxUpGaAQAAHwYAAB8AAAB1bml2ZXJzYWwvaHRtbF9za2luX3NldHRpbmdzLmpzjZRNb8IwDIbv/AqUXSfEPmG7ocGkSRwmjdu0QyimVKRJlaQdHeK/rw5fTeqOxRfy8uR17CredrrVYhHrPne37rfbv/t7pwFqVudw7euiRU9RZ0YkC5glKYhEAguQ4nj0JO/OBGXMpDOdlx9oa2p+TOE/Sy5MHc8IC01ohjpcEOA3oW2owz8nsVOra19TrdHz3Fole5GSFqTtSaVT7hh29epWvcQAVgXoC+iSR+CZDtxqI8+ODwOMOhepNOOynKpY9eY8Wsda5XLRln9VZqCrT77eA/2nwcvEsxOJsW8W0jDxZIjRTmYajIFD3scJBgkLPgdR8+279QfqGTcLCugiMYk90qMbjDqd8RgaXRqOMHxMVl6Nbg4wmpyFjd0Td7cYHiF4CbphNb7H8ECV5dk/PmCmVYwdaaDNnp9QofgikfEhdR+D5PCyaNvWvXOh7vpj5j0hFTyhFfX80rbZEYKGAK03lo55TZB3StkJSpREDkVo1LQq6DliwzmC+88u49byaJVW46EajlUbuF6Dniklqtt/XbpnmKuz+wVQSwMEFAACAAgAaWGeSz08L9HBAAAA5QEAABoAAAB1bml2ZXJzYWwvaTE4bl9wcmVzZXRzLnhtbJ2RsQrCMBCG9z5FuN3EbqUkdRPcHHSWmqYaaS8ll1of35SKdJGAQyD/8X0/JCd3r75jT+PJOlSQ8y0wg9o1Fm8Kzqf9pgBGocam7hwaBeiA7apM2rzAozdkArFYgaTgHsJQCjFNE7c0+NhArhtDLCauXS/i6R2K2RTDosLilvYv+zODKssYk9fRduGAVbzHtCCMvFYwOxeN3GLrQPwCGpMATKrBUAJofQJ4DAnAjytAiu+b56RHCvGjYpBitZ4qewNQSwMEFAACAAgAaWGeS5r5lmRrAAAAawAAABwAAAB1bml2ZXJzYWwvbG9jYWxfc2V0dGluZ3MueG1ss7GvyM1RKEstKs7Mz7NVMtQzUFJIzUvOT8nMS7dVCg1x07VQUiguScxLSczJz0u1VcrLV1Kwt+OyyclPTswJTi0pASosVijISaxMLQpJzQUySlL9EnOBKp/tmfJ8ya5n09qfr9ivpG/HBQBQSwMEFAACAAgARJRXRyO0Tvv7AgAAsAgAABQAAAB1bml2ZXJzYWwvcGxheWVyLnhtbK1V30/bMBB+LtL+h8jv2C0dA6oExJDQHsaE1LHtrTKJm3hN4sx2COWv39nO76VsSHtolZzv++58993Fv3rOUu+JScVFHqAFniOP5aGIeB4H6OHr7fE5urp8d+QXKd0z6fEoQGXODYCmyIuYCiUvNIDvqU4C1DNgYEZeIbmQXO+B+xS420gnS/TuaAYuuQpQonWxIqSqKswVIPJYibQ0JAqHIiOFZIrlmkni0kBeg13pv6Phl4mc6H3BVA9Z6LcHrklajmfFByTVEgsZk5P5fEF+3H1ehwnL6DHPlaZ5yJAHlZzZUj7ScHcnojJlythmvktyzbQ2SVjbzNcrvjjPPSXDADmHTcaUojFTOM1jRByWTID9bUpVUvOoAa3hVTte81q/jXnfNG62c6RzLsrHlKsEjvqQzjoJ9Mkwqp/Z61oFPTQKujVMyJPsV8kli+zrt1aM8wVyAVvF2TyxqkI4gKdbGmoh9zcAAxXVHcRt07BrGraglgO30dcdBWpuu2VUl5I1pZr5Tzxi4guVkhpZXGpZMp+MjDWWDME+cVeum9Q1xE90lp7+Q2+M36g1P9VrnbGA/9GYT0DU1oTnEXu+5eCjWQY11QyKbWxYFyk2MbucVPmY9XQ9MLkc66bARTxNZcxgDCOqKens5BCUSarAJSzlCNs7OAhOeJyk8NOTDOPTgzQZlbtJht7BQXAqwt0EtDW3ZSTjOo7E1CrIJxPrxA9LpUXGX6w8B3tGr6wOXxu55ui64O3B2fyPURzEaAZziyZWl3nq7avm8N7MqVadz6ZwloFaYR6YLgvn1cxCWYx8IralZapv+jk1+7AHHeU8NR3TXN9B76Ja8xfmVTwyX7rF0tQkYUYzAfpwvuwxQD9huwzCW9OhiFuRN3XAmNg3928r2mz5unWu64c67EMNnzirHMbN1EdQRyxFmUejHuKi+4ioFHbatWTUS9kWbrQ4AZGKIkDv4aG+88XpRXfls8VFg7V53bvALpc3rPQ64U5BpNZ1exG/3g3w+BtQSwMEFAACAAgAaWGeS7CHI/RsAQAA9wIAACkAAAB1bml2ZXJzYWwvc2tpbl9jdXN0b21pemF0aW9uX3NldHRpbmdzLnhtbI1S20okMRB99yuCPzBJKreGdiC3lnlR0QGfm+ns0qyml07EZcnHm3Z3GEdHNPVUdU6doiqnTb/GaJ9Snh7Hv30ep3gXch7jz7Q+Q6jdTQ/TfDOHFHJaHSr3Yxym5038MS21Wk25j0M/D3ZB0xqj7vUhJbVyqmbMMIok89Qr5Dy3FWvANWAr5iix7eqdxD/dOexCzKdV29UR+rFhE1OY8yYO4c8ajtlvoeMNLud+GCsvrQVbouynFseWQIxwyX2hGgAEstwRh4uUjdQEecw4hmIUBQqIcE4aUYikHGrWNaKqMN8IxCRj1BXqae1GWhtHbZHQEKLrNK8aW7rOSIwRIQSYK1xAZzCqbKgaGtRyQHBgQBRtNFGAOtuZjhXvvLAcKeoFxoUZAxgfjnvY7u25DtVvr7M/5xeCJ7/gJLp4a3XCXO3uaZ4reRsefz/0OaBxuDi/ufV3/mqrt5vrq/P/vnz18J61mLVu/am3XwBQSwMEFAACAAgAamGeSyTg/xfEDAAAYxkAABcAAAB1bml2ZXJzYWwvdW5pdmVyc2FsLnBuZ+1XaVxT55o/isVOLSBqCrI7ttJFxKgBFJO4AOIom4QisouWyy7IIQYI0UtbBEXa3lvwgiESLAHCTkMwAUJF4NYYUFnCYqSCISSHJGAgIWSbg/bOb2a+zefhw/md8/zf9z3P+n/Oc/L9fU+ZfGT1EQAAJqe9Pc4BgBECADbe/NAYRox/4u+Gbxuunjt1AmgYsBHDwqbY4z7HAaC5aIs2+gNY/rcr3iFXAcC0Z+3a0J9SfQkALFdOexzHXYuQCs7QLwnH+1/rz+YA2GNVJ4ynP3Xbnr8b8bEH7vElhy83eVSctvmi4HNfj022f9n/1/s3HbYN52/e+mLgqGeNq0pJnKAFT4EThvAJ9uqFKwHshPqgoISRaCynNojtXFclLkvpCiEqx2Ppfhj1m8eb7bNhc648NK+1qLWeFafhshd7LaRPYOzMiFnMkfyCMyX7GFs2AkBdoG3qNsQUyUBkw4vdLiPbLSR3q5P3/PmMWZ2rzPiXwNoJb2Fvg0NyzAMHP5oHbAAADw/Y8a3m6+A6uA6ug+vgOrgOroPr4Dq4Dv4/BPdla6TMrwDg+tD/8UfhDS5gcZkf2RiRoxaOzBRhuzLnKvK+xk8RVShacrCgi0UGs9hSAIjqJDzlFzIHbrF0wu8sIsYSws5zR4/E6GQtgzCUZ2Mht0VEwu+QvMqSJ6XMM2qTUwSy5CwAaJ+gUXIyeV2Ee9Wp0UmhTF7rhdmOQgI+QCXeN8lp7KycFtMoySl/MBqS8Ux0jYhC0nu4poj9SKtDkr/5YR5KtCS9gkLn6KQpjvrFIlIYitJDMOhUznJNcARBWEBQ6M5xeYpvQEqhsGtVQv9qtlCB74zko70Gpo+0OalKONrLMxlVs3j2wHTJ3/12bzClvbqN7rtvqderOMxJNP0yCyw6LmDG6r7XvApIjbhVv2ZHvtU9wZUeE0cjRrL+RT3zVeYIAfEpmGMSxZXnqNh/GxKm2XhJNQX5EyL8y9R+YVP1DU278xM5yaBhHD8PjcTVh3ILCcvt1TcyedbYQSiD1f/PkLD+KmF8KPQWag5TiJYHnlRgX9dxlXGfdo9Xu8bbEd78qFxW3k2fxECjh/eA9hRhWVrWKU985cCt5CxfunE0qp0+ZPUA5D6NPzZhsiIhiwkOwSUMrvBHug5j9gwKX/0of5VweKHhep2mNqdhq41q/OZPzWFouz7HYJQ3BRvUvthnPbl/5yjayzfLlmEyI/LhjrgU9SsqqNP8lW8V/hSvjWEpku1/yEDl2HsrXMBI/GSOFXX6733R/872OmbyH6Ibr49galaWh4ktHfL4hXAad4xO6ad9iFqwz121uld0+cm1o8PXieqak7qsISJbhkybgKopUCor6aG5hYIQK13TtPW9pvMaGUppCU5i1zQtsxV1XZG7vjwRc53PKxtx/03h3ku2+ucdfM/hDlmXdUCzTRR/kHuDsJNrNnOALWSaTMAJfgGNgQ+TmM7P0fZmFexkICMw75GNQvV5MYu4H36pF2iJY+o02xAVyG5ollecywox+TSh6/4KCKoEKTsRAqFFQDNbxtowxkOSkA+HpLkhzIHmWmzZpDSXeLPgmeUfoOL7Iw8uCw4gdoB7s/B70XlBeft5u1xJNOqAfZ7bz2p3ROuFHBsMrk9lK+lIDempkuMSM28/4DdDadSNf6wuj4amMBrp/XWTZq3J5BiljC1v00QHc0Jwe2nhos9Y0tPSbQjEx5AeF2uC67e4lCeMKuqp1oXlQqlTw0TkowpjKcjBLRUuWP8YQItZQDcGlhw0G01wwDa22owNtsGJvGq73P5S1BaWELAooTe2iVIyfeYarK/zTHUWqw1Bgq67IGTTuuT8RUGBv8mzvqgksrDCscdtPi5uUpiaER/Jf+152ePx3WAjNbIRY2spGowctvsNWVwmZ5sDYA452aqJr3tFjoTrBfzHblzGQ6eyR3tG0Pb8GgtGEVZ/TXqVJFD/Agfe5Yw+O7Fzw69Lw4F+4eWRnNBZgnPn0gtJvmP5efTqXGWoM+2oZr61xLkyp5z/BRiCavQtUbSJlb11obFlLCdGoYIw4zKaMcxJcJdMkUsjNY055aqYGm69AlK96Rh4Eafs/SGbcwIHbOaj7d2XT6zwXKe0hoMGCf879a9D4a4ANNK8JIDEDaM+MVHhjRBUZYZZiYKEw2VnUSRt8vkc6lu1iEK5hzWe18wp+9e0InlGGqu5QVGh6wCrZjb4yghu8mgbc2NlVTPWxQckMp7GkZUaBHWjW7tM7ZZYWszl0chwqcwRV17nSRPEmHgrI8E5JJLiSr1oN/c1EMZKF7/RmhuheCWtSwPu8nt7D5I+8odGcdFIZzY9mfKUBbbtDEyacksJx91Wk5t9k/Df9d6svXy0UMeOmyJ7oV1YxJb8asC0IQtjWlaF5LhL0/kmx+R79ROBPtwN0pWl+zkyKrUD5rCjqOhGhk+Zcd+MQHPYwas7Pc9TSp10hCssaTYuURFHpd7WuRVHynrSqqur+72Yfi7miO7fwMH+6KFDs/j3XoCNlZraGmMOqt1p9ycS8nIp1iwzwT+smHubK64iOKAxAsupfstcmXBXAFui/H0tYKVw62obUY44boGoFw879UR9i/NRONq3nvT0FCt/30O9mAs3vym6IyX77ZsNSLoiPoJpeoXxLnh9Wtm7LHXKwPRIqGrxsxnknO1x/0CTNkizA1VV6kwbaPxtMVG/4+Jjb/IoCzXy+niMvotFPACNjldVsQQx7AR3vmdvB/mXtoSuOnUTrRQ7aO3Ra/iTRWLc/uHc5SKSdkbSSNJBkuZ+O/ajXDNMO0vaNulbbG7RFK7KtnHxicnBT4hhdrwK0crHUTwK7vYNxX7jzpntecjuCNP7CRMu+8s53UdNiRf03z0gpmsujda3+vjEuPepjkmmUIXEg3p0I7/GoSZu07iW+FP0/FTrnYLMRHjf9oDmBYpBGwuKyPjyb0+i/fkPry1O/36AkVg/FP7JQuv/rKBO/Sr0roImDt0P9/LcmefkZFgd2mc0o95eBOZtkta+z2W81SSS9MJ/CBMQQHk2jOMOIFGmOitTBGJ5bO5dvCsw+e2i8qyJH+aGWxi++JDuQZYoJrYjF1VFeLWiclurn+7MNZpqMln0UheTv7CrLfP2jRwynkCBeVgn56zsEwFDb4fuEEFNzDtPFUkNzdN3iwOQKTP+z/01NKVnDSWB3CxAXJpp4e6iUu22C/RjXrizEqy+tqe0+HUTz4n5siVzsdciWN6pshM9vTqIxqfdtYZGtoSpssdPqbLDaBEO/e7uAi0oKoFdPy+HGjmYZQvyGZNvXE1kEN7bqVW7xQfl3aA4lTg8CD2FRhyyYJK+pI1Ii+Be7AKyizWVprm1in7axyhSYs85p0DNg5wIO9mhfbS+8pmOZtJQt5Wk2b8oP5mUuPvLPcsfzK+a9h6wkgwQFTxXv+FBrtrs6EK3pEsjS9hcH6Zh3TgULCl31syVF5UN37rQ6Z2hcOncsxaob2IXDUH3Tr3vmGx4/GEKLNgrPOo081nS4LxyMgVLKEk3/b72sdDh14GykhpYY5d6ll48kz1n/DysJqtrvjILY3cCLwASVW+5zsz/1vWXhvyYcNenXkyD6pkR5lt+sf62WJjmKkgPZNvwu5K38n5mibgYlmhm15ohye8GAcbyeVATNVp/tU7SiCYrm2jHcWc9epdrrD2u/iJTtxTJ1Nc+FIBGTWXOHO2B1Zxewp8fr1VY2SSxySwAKTYl1cr9926u4MqD3LTibOhPM2f4K58F8Z/DbGTTYyRs/ljMcJKhLlRk2Ql/raRK+Rk4v349GZHDOVIGf5/ZMUgk1K5SM3Rx44T7T9TPTagPz63l1pY2jnYcPJe593MAq0FFtDZ+IGgbZIF3eCF62Uv3Lweg/ovsjlvqNT5eAhi3v0/SL+Rh68oJs//I6H7CkEqZU13xAO9nGQtqUML+nCQ9iCgJf2eW5ozBUJAg2GeIWQrRFs3wW4b0pB3QvC1CxIjAOzVjDerBUIOrNMQpFEov+UBLvcM/+ti5hvW01e2THdcjbTSqrzJ2WtgpHF3yrh1Mlle7FZm1EDNexlKIGW8FBRo5h1N48/V07y1H7nvWAIAoqDP66u3oZqh94XxPbZt4a0qf1BYh9Je72T2Ke9Vb510tDx6OtgdZHxfk2eesvGn6odTxc+B6DFjel80ew4dd60wxYHwRCP4tfiRJ94ZzvRGLcn/f/wAgLOV/zd8/boFH63B3I3iiLpPkb8FqF066b/+XoFsK/C+BbvDB1MMHlEG2AUOnccNLUwY9M3wrvFqzGn22pJJaZU/Spi7rVFPMr+CRHueMc9UeqP/asNk8bFOh9WHvr+GzwGlPX4+GE1F//U9QSwMEFAACAAgAamGeS3Br3rpLAAAAagAAABsAAAB1bml2ZXJzYWwvdW5pdmVyc2FsLnBuZy54bWyzsa/IzVEoSy0qzszPs1Uy1DNQsrfj5bIpKEoty0wtV6gAigEFIUBJoRLINUJwyzNTSjJslczNTBFiGamZ6Rkltkqm5iZwQX2gkQBQSwECAAAUAAIACADniXNLFQ6tKGQEAAAHEQAAHQAAAAAAAAABAAAAAAAAAAAAdW5pdmVyc2FsL2NvbW1vbl9tZXNzYWdlcy5sbmdQSwECAAAUAAIACADniXNLCH4LIykDAACGDAAAJwAAAAAAAAABAAAAAACfBAAAdW5pdmVyc2FsL2ZsYXNoX3B1Ymxpc2hpbmdfc2V0dGluZ3MueG1sUEsBAgAAFAACAAgA54lzS7X8CWS6AgAAVQoAACEAAAAAAAAAAQAAAAAADQgAAHVuaXZlcnNhbC9mbGFzaF9za2luX3NldHRpbmdzLnhtbFBLAQIAABQAAgAIAOeJc0sqlg9n/gIAAJcLAAAmAAAAAAAAAAEAAAAAAAYLAAB1bml2ZXJzYWwvaHRtbF9wdWJsaXNoaW5nX3NldHRpbmdzLnhtbFBLAQIAABQAAgAIAOeJc0tocVKRmgEAAB8GAAAfAAAAAAAAAAEAAAAAAEgOAAB1bml2ZXJzYWwvaHRtbF9za2luX3NldHRpbmdzLmpzUEsBAgAAFAACAAgAaWGeSz08L9HBAAAA5QEAABoAAAAAAAAAAQAAAAAAHxAAAHVuaXZlcnNhbC9pMThuX3ByZXNldHMueG1sUEsBAgAAFAACAAgAaWGeS5r5lmRrAAAAawAAABwAAAAAAAAAAQAAAAAAGBEAAHVuaXZlcnNhbC9sb2NhbF9zZXR0aW5ncy54bWxQSwECAAAUAAIACABElFdHI7RO+/sCAACwCAAAFAAAAAAAAAABAAAAAAC9EQAAdW5pdmVyc2FsL3BsYXllci54bWxQSwECAAAUAAIACABpYZ5LsIcj9GwBAAD3AgAAKQAAAAAAAAABAAAAAADqFAAAdW5pdmVyc2FsL3NraW5fY3VzdG9taXphdGlvbl9zZXR0aW5ncy54bWxQSwECAAAUAAIACABqYZ5LJOD/F8QMAABjGQAAFwAAAAAAAAAAAAAAAACdFgAAdW5pdmVyc2FsL3VuaXZlcnNhbC5wbmdQSwECAAAUAAIACABqYZ5LcGveuksAAABqAAAAGwAAAAAAAAABAAAAAACWIwAAdW5pdmVyc2FsL3VuaXZlcnNhbC5wbmcueG1sUEsFBgAAAAALAAsASQMAABokAAAAAA=="/>
  <p:tag name="ISPRING_PRESENTATION_TITLE" val="01.25.01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heme/theme1.xml><?xml version="1.0" encoding="utf-8"?>
<a:theme xmlns:a="http://schemas.openxmlformats.org/drawingml/2006/main" name="Office Theme">
  <a:themeElements>
    <a:clrScheme name="自定义 9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F79646"/>
      </a:folHlink>
    </a:clrScheme>
    <a:fontScheme name="edtbjebq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310</TotalTime>
  <Words>2039</Words>
  <Application>Microsoft Office PowerPoint</Application>
  <PresentationFormat>宽屏</PresentationFormat>
  <Paragraphs>252</Paragraphs>
  <Slides>23</Slides>
  <Notes>19</Notes>
  <HiddenSlides>0</HiddenSlides>
  <MMClips>1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40" baseType="lpstr">
      <vt:lpstr>Avant GardeBook</vt:lpstr>
      <vt:lpstr>Gill Sans</vt:lpstr>
      <vt:lpstr>Helvetica Neue Thin</vt:lpstr>
      <vt:lpstr>Impact MT Std</vt:lpstr>
      <vt:lpstr>等线</vt:lpstr>
      <vt:lpstr>方正兰亭黑_GBK</vt:lpstr>
      <vt:lpstr>华文黑体</vt:lpstr>
      <vt:lpstr>时尚中黑简体</vt:lpstr>
      <vt:lpstr>宋体</vt:lpstr>
      <vt:lpstr>微软雅黑</vt:lpstr>
      <vt:lpstr>微软雅黑</vt:lpstr>
      <vt:lpstr>Arial</vt:lpstr>
      <vt:lpstr>Calibri</vt:lpstr>
      <vt:lpstr>Helvetica</vt:lpstr>
      <vt:lpstr>Open Sans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刘宇</dc:creator>
  <cp:lastModifiedBy>Administrator</cp:lastModifiedBy>
  <cp:revision>15</cp:revision>
  <dcterms:created xsi:type="dcterms:W3CDTF">2017-08-18T03:02:00Z</dcterms:created>
  <dcterms:modified xsi:type="dcterms:W3CDTF">2018-03-15T16:38:09Z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2052-10.1.0.6748</vt:lpwstr>
  </property>
  <property fmtid="{D5CDD505-2E9C-101B-9397-08002B2CF9AE}" pid="3" name="KSOTemplateUUID">
    <vt:lpwstr>v1.0_mb_tHA6iNyEncNNKIScVvFi4g==</vt:lpwstr>
  </property>
</Properties>
</file>