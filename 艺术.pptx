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256" r:id="rId4"/>
    <p:sldId id="257" r:id="rId5"/>
    <p:sldId id="304" r:id="rId6"/>
    <p:sldId id="287" r:id="rId7"/>
    <p:sldId id="288" r:id="rId9"/>
    <p:sldId id="282" r:id="rId10"/>
    <p:sldId id="289" r:id="rId11"/>
    <p:sldId id="305" r:id="rId12"/>
    <p:sldId id="291" r:id="rId13"/>
    <p:sldId id="293" r:id="rId14"/>
    <p:sldId id="292" r:id="rId15"/>
    <p:sldId id="290" r:id="rId16"/>
    <p:sldId id="294" r:id="rId17"/>
    <p:sldId id="306" r:id="rId18"/>
    <p:sldId id="295" r:id="rId19"/>
    <p:sldId id="297" r:id="rId20"/>
    <p:sldId id="296" r:id="rId21"/>
    <p:sldId id="298" r:id="rId22"/>
    <p:sldId id="307" r:id="rId23"/>
    <p:sldId id="302" r:id="rId24"/>
    <p:sldId id="299" r:id="rId25"/>
    <p:sldId id="300" r:id="rId26"/>
    <p:sldId id="303" r:id="rId27"/>
    <p:sldId id="301" r:id="rId28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9DB6"/>
    <a:srgbClr val="3A6166"/>
    <a:srgbClr val="2F3A49"/>
    <a:srgbClr val="3F4E63"/>
    <a:srgbClr val="222A35"/>
    <a:srgbClr val="252D39"/>
    <a:srgbClr val="435369"/>
    <a:srgbClr val="404F64"/>
    <a:srgbClr val="2E2A2B"/>
    <a:srgbClr val="5C4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6314" autoAdjust="0"/>
  </p:normalViewPr>
  <p:slideViewPr>
    <p:cSldViewPr snapToGrid="0">
      <p:cViewPr varScale="1">
        <p:scale>
          <a:sx n="103" d="100"/>
          <a:sy n="103" d="100"/>
        </p:scale>
        <p:origin x="114" y="300"/>
      </p:cViewPr>
      <p:guideLst>
        <p:guide orient="horz" pos="2188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gs" Target="tags/tag8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907705" y="6740754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印品天逸黑" panose="02000500000000000000" pitchFamily="2" charset="-122"/>
          <a:ea typeface="印品天逸黑" panose="02000500000000000000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9" r="425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002" y="143553"/>
            <a:ext cx="6829621" cy="49287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42556" y="3714850"/>
            <a:ext cx="8034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8C9DB6"/>
                </a:solidFill>
                <a:cs typeface="+mn-ea"/>
                <a:sym typeface="+mn-lt"/>
              </a:rPr>
              <a:t>Loem ipsum dolor sameman tanam casectetur adipiscing elit tamam dalam qoue sampe. dolor sameman</a:t>
            </a:r>
            <a:endParaRPr lang="zh-CN" altLang="en-US" sz="1600" dirty="0">
              <a:solidFill>
                <a:srgbClr val="8C9DB6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56521" y="4572848"/>
            <a:ext cx="487847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汇报人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：今日双鸭山    汇报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时间：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20XX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160" y="1191746"/>
            <a:ext cx="292388" cy="45618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700" b="1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ADD YOUR TITLE,ADD YOUR TITLE.</a:t>
            </a:r>
            <a:endParaRPr lang="en-US" altLang="zh-CN" sz="700" b="1" spc="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PA_十字形 9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SpPr/>
          <p:nvPr>
            <p:custDataLst>
              <p:tags r:id="rId3"/>
            </p:custDataLst>
          </p:nvPr>
        </p:nvSpPr>
        <p:spPr>
          <a:xfrm>
            <a:off x="351006" y="300398"/>
            <a:ext cx="241542" cy="241540"/>
          </a:xfrm>
          <a:prstGeom prst="plus">
            <a:avLst>
              <a:gd name="adj" fmla="val 4369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584745" y="1191746"/>
            <a:ext cx="292388" cy="45618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700" b="1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ADD YOUR TITLE,ADD YOUR TITLE.</a:t>
            </a:r>
            <a:endParaRPr lang="en-US" altLang="zh-CN" sz="700" b="1" spc="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PA_矩形 6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SpPr/>
          <p:nvPr>
            <p:custDataLst>
              <p:tags r:id="rId4"/>
            </p:custDataLst>
          </p:nvPr>
        </p:nvSpPr>
        <p:spPr>
          <a:xfrm>
            <a:off x="4054651" y="6265823"/>
            <a:ext cx="7489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6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时间</a:t>
            </a:r>
            <a:endParaRPr kumimoji="0" lang="zh-CN" altLang="en-US" sz="1600" i="0" u="none" strike="noStrike" kern="1200" cap="none" spc="6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PA_矩形 8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SpPr/>
          <p:nvPr>
            <p:custDataLst>
              <p:tags r:id="rId5"/>
            </p:custDataLst>
          </p:nvPr>
        </p:nvSpPr>
        <p:spPr>
          <a:xfrm>
            <a:off x="7100088" y="6265823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6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点击输入</a:t>
            </a:r>
            <a:endParaRPr kumimoji="0" lang="zh-CN" altLang="en-US" sz="1600" i="0" u="none" strike="noStrike" kern="1200" cap="none" spc="6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PA_矩形 6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SpPr/>
          <p:nvPr>
            <p:custDataLst>
              <p:tags r:id="rId6"/>
            </p:custDataLst>
          </p:nvPr>
        </p:nvSpPr>
        <p:spPr>
          <a:xfrm>
            <a:off x="5524927" y="6265823"/>
            <a:ext cx="7489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6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地点</a:t>
            </a:r>
            <a:endParaRPr kumimoji="0" lang="zh-CN" altLang="en-US" sz="1600" i="0" u="none" strike="noStrike" kern="1200" cap="none" spc="6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1" name="直接连接符 20"/>
          <p:cNvCxnSpPr>
            <a:stCxn id="19" idx="3"/>
          </p:cNvCxnSpPr>
          <p:nvPr/>
        </p:nvCxnSpPr>
        <p:spPr>
          <a:xfrm flipV="1">
            <a:off x="8413115" y="6430010"/>
            <a:ext cx="1673225" cy="508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254885" y="6424930"/>
            <a:ext cx="1673225" cy="508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A_矩形 11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SpPr/>
          <p:nvPr>
            <p:custDataLst>
              <p:tags r:id="rId7"/>
            </p:custDataLst>
          </p:nvPr>
        </p:nvSpPr>
        <p:spPr>
          <a:xfrm>
            <a:off x="1190262" y="215755"/>
            <a:ext cx="1723549" cy="377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6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点击输入</a:t>
            </a:r>
            <a:r>
              <a:rPr lang="zh-CN" altLang="en-US" sz="1400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文字</a:t>
            </a:r>
            <a:endParaRPr kumimoji="0" lang="zh-CN" altLang="en-US" sz="1400" i="0" u="none" strike="noStrike" kern="1200" cap="none" spc="6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151159" y="428691"/>
            <a:ext cx="91226" cy="9122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365764" y="429326"/>
            <a:ext cx="91226" cy="9122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589894" y="429326"/>
            <a:ext cx="91226" cy="9122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PA_十字形 9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SpPr/>
          <p:nvPr>
            <p:custDataLst>
              <p:tags r:id="rId8"/>
            </p:custDataLst>
          </p:nvPr>
        </p:nvSpPr>
        <p:spPr>
          <a:xfrm>
            <a:off x="11720223" y="300398"/>
            <a:ext cx="241542" cy="241540"/>
          </a:xfrm>
          <a:prstGeom prst="plus">
            <a:avLst>
              <a:gd name="adj" fmla="val 4369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8" name="PA_矩形 11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SpPr/>
          <p:nvPr>
            <p:custDataLst>
              <p:tags r:id="rId9"/>
            </p:custDataLst>
          </p:nvPr>
        </p:nvSpPr>
        <p:spPr>
          <a:xfrm>
            <a:off x="9667238" y="215755"/>
            <a:ext cx="1723549" cy="377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6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点击输入</a:t>
            </a:r>
            <a:r>
              <a:rPr lang="zh-CN" altLang="en-US" sz="1400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文字</a:t>
            </a:r>
            <a:endParaRPr kumimoji="0" lang="zh-CN" altLang="en-US" sz="1400" i="0" u="none" strike="noStrike" kern="1200" cap="none" spc="6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59078" y="421168"/>
            <a:ext cx="529961" cy="91861"/>
            <a:chOff x="3303559" y="581091"/>
            <a:chExt cx="529961" cy="91861"/>
          </a:xfrm>
        </p:grpSpPr>
        <p:sp>
          <p:nvSpPr>
            <p:cNvPr id="29" name="椭圆 28"/>
            <p:cNvSpPr/>
            <p:nvPr/>
          </p:nvSpPr>
          <p:spPr>
            <a:xfrm>
              <a:off x="3303559" y="581091"/>
              <a:ext cx="91226" cy="9122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518164" y="581726"/>
              <a:ext cx="91226" cy="9122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742294" y="581726"/>
              <a:ext cx="91226" cy="9122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" t="27973" r="48811"/>
          <a:stretch>
            <a:fillRect/>
          </a:stretch>
        </p:blipFill>
        <p:spPr>
          <a:xfrm rot="5400000">
            <a:off x="-1002782" y="1002782"/>
            <a:ext cx="6858000" cy="4852436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4420619" y="714375"/>
            <a:ext cx="6895082" cy="1152525"/>
          </a:xfrm>
          <a:prstGeom prst="roundRect">
            <a:avLst>
              <a:gd name="adj" fmla="val 10735"/>
            </a:avLst>
          </a:prstGeom>
          <a:solidFill>
            <a:srgbClr val="74A0A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4420618" y="2171700"/>
            <a:ext cx="6895082" cy="1152525"/>
          </a:xfrm>
          <a:prstGeom prst="roundRect">
            <a:avLst>
              <a:gd name="adj" fmla="val 10735"/>
            </a:avLst>
          </a:prstGeom>
          <a:solidFill>
            <a:srgbClr val="74A0A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420618" y="3652005"/>
            <a:ext cx="6895082" cy="1152525"/>
          </a:xfrm>
          <a:prstGeom prst="roundRect">
            <a:avLst>
              <a:gd name="adj" fmla="val 10735"/>
            </a:avLst>
          </a:prstGeom>
          <a:solidFill>
            <a:srgbClr val="74A0A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4420617" y="5109330"/>
            <a:ext cx="6895082" cy="1152525"/>
          </a:xfrm>
          <a:prstGeom prst="roundRect">
            <a:avLst>
              <a:gd name="adj" fmla="val 10735"/>
            </a:avLst>
          </a:prstGeom>
          <a:solidFill>
            <a:srgbClr val="74A0A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20617" y="1135383"/>
            <a:ext cx="3198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r>
              <a:rPr lang="zh-CN" altLang="en-US" sz="3600" dirty="0" smtClean="0">
                <a:solidFill>
                  <a:schemeClr val="bg1"/>
                </a:solidFill>
                <a:cs typeface="+mn-ea"/>
                <a:sym typeface="+mn-lt"/>
              </a:rPr>
              <a:t>填入标题</a:t>
            </a:r>
            <a:endParaRPr lang="zh-CN" altLang="en-US"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43524" y="1203070"/>
            <a:ext cx="4000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Loem ipsum dolor sameman tanam casectetur adipiscing elit tamam dalam qoue sampe. dolor sameman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23425" y="2514235"/>
            <a:ext cx="3364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r>
              <a:rPr lang="zh-CN" altLang="en-US" sz="3600" dirty="0" smtClean="0">
                <a:solidFill>
                  <a:schemeClr val="bg1"/>
                </a:solidFill>
                <a:cs typeface="+mn-ea"/>
                <a:sym typeface="+mn-lt"/>
              </a:rPr>
              <a:t>填入标题</a:t>
            </a:r>
            <a:endParaRPr lang="zh-CN" altLang="en-US"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66796" y="2686376"/>
            <a:ext cx="4000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Loem ipsum dolor sameman tanam casectetur adipiscing elit tamam dalam qoue sampe. dolor sameman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23425" y="4065263"/>
            <a:ext cx="3364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r>
              <a:rPr lang="zh-CN" altLang="en-US" sz="3600" dirty="0" smtClean="0">
                <a:solidFill>
                  <a:schemeClr val="bg1"/>
                </a:solidFill>
                <a:cs typeface="+mn-ea"/>
                <a:sym typeface="+mn-lt"/>
              </a:rPr>
              <a:t>填入标题</a:t>
            </a:r>
            <a:endParaRPr lang="zh-CN" altLang="en-US"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43523" y="4169682"/>
            <a:ext cx="4000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Loem ipsum dolor sameman tanam casectetur adipiscing elit tamam dalam qoue sampe. dolor sameman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46698" y="5502402"/>
            <a:ext cx="3364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r>
              <a:rPr lang="zh-CN" altLang="en-US" sz="3600" dirty="0">
                <a:solidFill>
                  <a:schemeClr val="bg1"/>
                </a:solidFill>
                <a:cs typeface="+mn-ea"/>
                <a:sym typeface="+mn-lt"/>
              </a:rPr>
              <a:t>填入标题</a:t>
            </a:r>
            <a:endParaRPr lang="zh-CN" altLang="en-US"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66796" y="5606821"/>
            <a:ext cx="4000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Loem ipsum dolor sameman tanam casectetur adipiscing elit tamam dalam qoue sampe. dolor sameman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5519" y="817458"/>
            <a:ext cx="1107996" cy="20988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6000" b="1" dirty="0">
                <a:solidFill>
                  <a:srgbClr val="252D39"/>
                </a:solidFill>
                <a:cs typeface="+mn-ea"/>
                <a:sym typeface="+mn-lt"/>
              </a:rPr>
              <a:t>目录</a:t>
            </a:r>
            <a:endParaRPr lang="zh-CN" altLang="en-US" sz="6000" b="1" dirty="0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12756" y="1982217"/>
            <a:ext cx="800219" cy="22460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000" b="1" dirty="0">
                <a:solidFill>
                  <a:srgbClr val="252D39"/>
                </a:solidFill>
                <a:cs typeface="+mn-ea"/>
                <a:sym typeface="+mn-lt"/>
              </a:rPr>
              <a:t>content</a:t>
            </a:r>
            <a:endParaRPr lang="zh-CN" altLang="en-US" sz="4000" b="1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443" y="-1"/>
            <a:ext cx="12192000" cy="685800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2741136" y="1293920"/>
            <a:ext cx="6542842" cy="42701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893536" y="1446320"/>
            <a:ext cx="6239832" cy="3976285"/>
          </a:xfrm>
          <a:prstGeom prst="ellipse">
            <a:avLst/>
          </a:prstGeom>
          <a:noFill/>
          <a:ln w="41275">
            <a:solidFill>
              <a:srgbClr val="3A61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08228" y="2612954"/>
            <a:ext cx="4519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>
                <a:solidFill>
                  <a:schemeClr val="tx1">
                    <a:lumMod val="85000"/>
                    <a:lumOff val="1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</a:defRPr>
            </a:lvl1pPr>
          </a:lstStyle>
          <a:p>
            <a:r>
              <a:rPr lang="zh-CN" altLang="en-US" dirty="0" smtClean="0">
                <a:sym typeface="+mn-lt"/>
              </a:rPr>
              <a:t>填入标题</a:t>
            </a:r>
            <a:endParaRPr lang="zh-CN" altLang="en-US" dirty="0"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9524" y="3813283"/>
            <a:ext cx="5679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Loem ipsum dolor sameman tanam casectetur adipiscing elit tamam dalam qoue sampe. dolor sameman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5065" y="1689624"/>
            <a:ext cx="2948212" cy="106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4800" dirty="0">
                <a:solidFill>
                  <a:srgbClr val="3A6166"/>
                </a:solidFill>
                <a:cs typeface="+mn-ea"/>
                <a:sym typeface="+mn-lt"/>
              </a:rPr>
              <a:t>PART 01</a:t>
            </a:r>
            <a:endParaRPr lang="en-US" sz="4800" dirty="0">
              <a:solidFill>
                <a:srgbClr val="3A6166"/>
              </a:solidFill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760" y="-354709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040922" y="1650874"/>
            <a:ext cx="4016099" cy="4488024"/>
          </a:xfrm>
          <a:prstGeom prst="rect">
            <a:avLst/>
          </a:prstGeom>
          <a:solidFill>
            <a:srgbClr val="3A6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863"/>
          <a:stretch>
            <a:fillRect/>
          </a:stretch>
        </p:blipFill>
        <p:spPr>
          <a:xfrm>
            <a:off x="3569532" y="1650874"/>
            <a:ext cx="3565450" cy="448802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69515" y="2831805"/>
            <a:ext cx="1903438" cy="300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Please enter text</a:t>
            </a:r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11470" y="2415007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34421" y="3215260"/>
            <a:ext cx="3460894" cy="258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Please enter text Please enter text Please enter text 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Please enter text Please enter text Please enter text Please enter text 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228" y="-127674"/>
            <a:ext cx="4161279" cy="300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/>
      <p:bldP spid="6" grpId="0" bldLvl="0"/>
      <p:bldP spid="7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68094" y="2281495"/>
            <a:ext cx="4997271" cy="3945885"/>
          </a:xfrm>
          <a:prstGeom prst="rect">
            <a:avLst/>
          </a:prstGeom>
          <a:solidFill>
            <a:srgbClr val="3A6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86"/>
          <a:stretch>
            <a:fillRect/>
          </a:stretch>
        </p:blipFill>
        <p:spPr>
          <a:xfrm>
            <a:off x="4766035" y="1709710"/>
            <a:ext cx="4371489" cy="379381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177734" y="3191357"/>
            <a:ext cx="1903438" cy="300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Please enter text</a:t>
            </a:r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12088" y="2652240"/>
            <a:ext cx="2938611" cy="78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12087" y="4779618"/>
            <a:ext cx="2938611" cy="78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0922" y="2201675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30748" y="4238033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308" y="-459298"/>
            <a:ext cx="4428255" cy="31957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/>
      <p:bldP spid="9" grpId="0" bldLvl="0"/>
      <p:bldP spid="10" grpId="0" bldLvl="0"/>
      <p:bldP spid="11" grpId="0" bldLvl="0"/>
      <p:bldP spid="12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双波形 6"/>
          <p:cNvSpPr/>
          <p:nvPr/>
        </p:nvSpPr>
        <p:spPr>
          <a:xfrm>
            <a:off x="-300857" y="4507109"/>
            <a:ext cx="13114282" cy="3767965"/>
          </a:xfrm>
          <a:prstGeom prst="doubleWave">
            <a:avLst>
              <a:gd name="adj1" fmla="val 7479"/>
              <a:gd name="adj2" fmla="val -180"/>
            </a:avLst>
          </a:prstGeom>
          <a:solidFill>
            <a:srgbClr val="3A6166"/>
          </a:solidFill>
          <a:ln>
            <a:noFill/>
          </a:ln>
          <a:effectLst>
            <a:outerShdw blurRad="127000" dist="38100" dir="16200000" sx="101000" sy="101000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23717" y="2002206"/>
            <a:ext cx="1277082" cy="1277082"/>
          </a:xfrm>
          <a:prstGeom prst="ellipse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403413" y="2002206"/>
            <a:ext cx="1277082" cy="1277082"/>
          </a:xfrm>
          <a:prstGeom prst="ellipse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8160115" y="2025331"/>
            <a:ext cx="1277082" cy="1277082"/>
          </a:xfrm>
          <a:prstGeom prst="ellipse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3136437" y="2384917"/>
            <a:ext cx="497749" cy="497749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55" y="135"/>
              </a:cxn>
              <a:cxn ang="0">
                <a:pos x="277" y="122"/>
              </a:cxn>
              <a:cxn ang="0">
                <a:pos x="303" y="116"/>
              </a:cxn>
              <a:cxn ang="0">
                <a:pos x="296" y="105"/>
              </a:cxn>
              <a:cxn ang="0">
                <a:pos x="278" y="89"/>
              </a:cxn>
              <a:cxn ang="0">
                <a:pos x="265" y="90"/>
              </a:cxn>
              <a:cxn ang="0">
                <a:pos x="256" y="82"/>
              </a:cxn>
              <a:cxn ang="0">
                <a:pos x="231" y="73"/>
              </a:cxn>
              <a:cxn ang="0">
                <a:pos x="234" y="98"/>
              </a:cxn>
              <a:cxn ang="0">
                <a:pos x="224" y="118"/>
              </a:cxn>
              <a:cxn ang="0">
                <a:pos x="205" y="103"/>
              </a:cxn>
              <a:cxn ang="0">
                <a:pos x="175" y="89"/>
              </a:cxn>
              <a:cxn ang="0">
                <a:pos x="183" y="68"/>
              </a:cxn>
              <a:cxn ang="0">
                <a:pos x="212" y="58"/>
              </a:cxn>
              <a:cxn ang="0">
                <a:pos x="207" y="47"/>
              </a:cxn>
              <a:cxn ang="0">
                <a:pos x="188" y="50"/>
              </a:cxn>
              <a:cxn ang="0">
                <a:pos x="168" y="37"/>
              </a:cxn>
              <a:cxn ang="0">
                <a:pos x="171" y="52"/>
              </a:cxn>
              <a:cxn ang="0">
                <a:pos x="157" y="52"/>
              </a:cxn>
              <a:cxn ang="0">
                <a:pos x="141" y="40"/>
              </a:cxn>
              <a:cxn ang="0">
                <a:pos x="126" y="47"/>
              </a:cxn>
              <a:cxn ang="0">
                <a:pos x="143" y="51"/>
              </a:cxn>
              <a:cxn ang="0">
                <a:pos x="131" y="58"/>
              </a:cxn>
              <a:cxn ang="0">
                <a:pos x="56" y="107"/>
              </a:cxn>
              <a:cxn ang="0">
                <a:pos x="65" y="118"/>
              </a:cxn>
              <a:cxn ang="0">
                <a:pos x="79" y="135"/>
              </a:cxn>
              <a:cxn ang="0">
                <a:pos x="74" y="158"/>
              </a:cxn>
              <a:cxn ang="0">
                <a:pos x="88" y="185"/>
              </a:cxn>
              <a:cxn ang="0">
                <a:pos x="108" y="214"/>
              </a:cxn>
              <a:cxn ang="0">
                <a:pos x="118" y="227"/>
              </a:cxn>
              <a:cxn ang="0">
                <a:pos x="105" y="197"/>
              </a:cxn>
              <a:cxn ang="0">
                <a:pos x="125" y="225"/>
              </a:cxn>
              <a:cxn ang="0">
                <a:pos x="150" y="255"/>
              </a:cxn>
              <a:cxn ang="0">
                <a:pos x="184" y="269"/>
              </a:cxn>
              <a:cxn ang="0">
                <a:pos x="213" y="290"/>
              </a:cxn>
              <a:cxn ang="0">
                <a:pos x="224" y="288"/>
              </a:cxn>
              <a:cxn ang="0">
                <a:pos x="212" y="268"/>
              </a:cxn>
              <a:cxn ang="0">
                <a:pos x="197" y="262"/>
              </a:cxn>
              <a:cxn ang="0">
                <a:pos x="194" y="239"/>
              </a:cxn>
              <a:cxn ang="0">
                <a:pos x="171" y="250"/>
              </a:cxn>
              <a:cxn ang="0">
                <a:pos x="168" y="210"/>
              </a:cxn>
              <a:cxn ang="0">
                <a:pos x="184" y="206"/>
              </a:cxn>
              <a:cxn ang="0">
                <a:pos x="196" y="202"/>
              </a:cxn>
              <a:cxn ang="0">
                <a:pos x="214" y="211"/>
              </a:cxn>
              <a:cxn ang="0">
                <a:pos x="221" y="205"/>
              </a:cxn>
              <a:cxn ang="0">
                <a:pos x="234" y="179"/>
              </a:cxn>
              <a:cxn ang="0">
                <a:pos x="233" y="171"/>
              </a:cxn>
              <a:cxn ang="0">
                <a:pos x="252" y="157"/>
              </a:cxn>
              <a:cxn ang="0">
                <a:pos x="266" y="143"/>
              </a:cxn>
              <a:cxn ang="0">
                <a:pos x="273" y="131"/>
              </a:cxn>
              <a:cxn ang="0">
                <a:pos x="255" y="135"/>
              </a:cxn>
              <a:cxn ang="0">
                <a:pos x="295" y="298"/>
              </a:cxn>
              <a:cxn ang="0">
                <a:pos x="272" y="288"/>
              </a:cxn>
              <a:cxn ang="0">
                <a:pos x="251" y="288"/>
              </a:cxn>
              <a:cxn ang="0">
                <a:pos x="236" y="286"/>
              </a:cxn>
              <a:cxn ang="0">
                <a:pos x="230" y="307"/>
              </a:cxn>
              <a:cxn ang="0">
                <a:pos x="223" y="335"/>
              </a:cxn>
              <a:cxn ang="0">
                <a:pos x="308" y="302"/>
              </a:cxn>
            </a:cxnLst>
            <a:rect l="0" t="0" r="r" b="b"/>
            <a:pathLst>
              <a:path w="384" h="384"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255" y="135"/>
                </a:moveTo>
                <a:cubicBezTo>
                  <a:pt x="256" y="135"/>
                  <a:pt x="257" y="130"/>
                  <a:pt x="258" y="129"/>
                </a:cubicBezTo>
                <a:cubicBezTo>
                  <a:pt x="260" y="127"/>
                  <a:pt x="262" y="126"/>
                  <a:pt x="264" y="125"/>
                </a:cubicBezTo>
                <a:cubicBezTo>
                  <a:pt x="268" y="124"/>
                  <a:pt x="272" y="123"/>
                  <a:pt x="277" y="122"/>
                </a:cubicBezTo>
                <a:cubicBezTo>
                  <a:pt x="281" y="121"/>
                  <a:pt x="286" y="121"/>
                  <a:pt x="289" y="125"/>
                </a:cubicBezTo>
                <a:cubicBezTo>
                  <a:pt x="289" y="124"/>
                  <a:pt x="295" y="119"/>
                  <a:pt x="295" y="119"/>
                </a:cubicBezTo>
                <a:cubicBezTo>
                  <a:pt x="298" y="118"/>
                  <a:pt x="301" y="118"/>
                  <a:pt x="303" y="116"/>
                </a:cubicBezTo>
                <a:cubicBezTo>
                  <a:pt x="303" y="115"/>
                  <a:pt x="303" y="110"/>
                  <a:pt x="303" y="110"/>
                </a:cubicBezTo>
                <a:cubicBezTo>
                  <a:pt x="299" y="111"/>
                  <a:pt x="298" y="107"/>
                  <a:pt x="297" y="103"/>
                </a:cubicBezTo>
                <a:cubicBezTo>
                  <a:pt x="297" y="104"/>
                  <a:pt x="297" y="104"/>
                  <a:pt x="296" y="105"/>
                </a:cubicBezTo>
                <a:cubicBezTo>
                  <a:pt x="296" y="102"/>
                  <a:pt x="291" y="104"/>
                  <a:pt x="290" y="104"/>
                </a:cubicBezTo>
                <a:cubicBezTo>
                  <a:pt x="284" y="102"/>
                  <a:pt x="285" y="98"/>
                  <a:pt x="283" y="94"/>
                </a:cubicBezTo>
                <a:cubicBezTo>
                  <a:pt x="282" y="92"/>
                  <a:pt x="279" y="91"/>
                  <a:pt x="278" y="89"/>
                </a:cubicBezTo>
                <a:cubicBezTo>
                  <a:pt x="277" y="87"/>
                  <a:pt x="277" y="84"/>
                  <a:pt x="274" y="84"/>
                </a:cubicBezTo>
                <a:cubicBezTo>
                  <a:pt x="273" y="84"/>
                  <a:pt x="270" y="89"/>
                  <a:pt x="270" y="89"/>
                </a:cubicBezTo>
                <a:cubicBezTo>
                  <a:pt x="267" y="88"/>
                  <a:pt x="266" y="89"/>
                  <a:pt x="265" y="90"/>
                </a:cubicBezTo>
                <a:cubicBezTo>
                  <a:pt x="263" y="91"/>
                  <a:pt x="262" y="91"/>
                  <a:pt x="260" y="92"/>
                </a:cubicBezTo>
                <a:cubicBezTo>
                  <a:pt x="265" y="90"/>
                  <a:pt x="258" y="88"/>
                  <a:pt x="256" y="88"/>
                </a:cubicBezTo>
                <a:cubicBezTo>
                  <a:pt x="260" y="87"/>
                  <a:pt x="258" y="83"/>
                  <a:pt x="256" y="82"/>
                </a:cubicBezTo>
                <a:cubicBezTo>
                  <a:pt x="256" y="82"/>
                  <a:pt x="257" y="82"/>
                  <a:pt x="257" y="82"/>
                </a:cubicBezTo>
                <a:cubicBezTo>
                  <a:pt x="257" y="79"/>
                  <a:pt x="250" y="77"/>
                  <a:pt x="247" y="76"/>
                </a:cubicBezTo>
                <a:cubicBezTo>
                  <a:pt x="245" y="74"/>
                  <a:pt x="233" y="72"/>
                  <a:pt x="231" y="73"/>
                </a:cubicBezTo>
                <a:cubicBezTo>
                  <a:pt x="228" y="75"/>
                  <a:pt x="231" y="80"/>
                  <a:pt x="231" y="83"/>
                </a:cubicBezTo>
                <a:cubicBezTo>
                  <a:pt x="232" y="86"/>
                  <a:pt x="228" y="86"/>
                  <a:pt x="228" y="89"/>
                </a:cubicBezTo>
                <a:cubicBezTo>
                  <a:pt x="228" y="93"/>
                  <a:pt x="236" y="92"/>
                  <a:pt x="234" y="98"/>
                </a:cubicBezTo>
                <a:cubicBezTo>
                  <a:pt x="233" y="102"/>
                  <a:pt x="228" y="102"/>
                  <a:pt x="226" y="105"/>
                </a:cubicBezTo>
                <a:cubicBezTo>
                  <a:pt x="224" y="108"/>
                  <a:pt x="227" y="112"/>
                  <a:pt x="229" y="114"/>
                </a:cubicBezTo>
                <a:cubicBezTo>
                  <a:pt x="231" y="115"/>
                  <a:pt x="225" y="118"/>
                  <a:pt x="224" y="118"/>
                </a:cubicBezTo>
                <a:cubicBezTo>
                  <a:pt x="220" y="120"/>
                  <a:pt x="217" y="114"/>
                  <a:pt x="216" y="110"/>
                </a:cubicBezTo>
                <a:cubicBezTo>
                  <a:pt x="215" y="108"/>
                  <a:pt x="215" y="104"/>
                  <a:pt x="212" y="103"/>
                </a:cubicBezTo>
                <a:cubicBezTo>
                  <a:pt x="210" y="102"/>
                  <a:pt x="206" y="102"/>
                  <a:pt x="205" y="103"/>
                </a:cubicBezTo>
                <a:cubicBezTo>
                  <a:pt x="203" y="99"/>
                  <a:pt x="198" y="98"/>
                  <a:pt x="194" y="97"/>
                </a:cubicBezTo>
                <a:cubicBezTo>
                  <a:pt x="189" y="95"/>
                  <a:pt x="185" y="95"/>
                  <a:pt x="180" y="96"/>
                </a:cubicBezTo>
                <a:cubicBezTo>
                  <a:pt x="181" y="95"/>
                  <a:pt x="179" y="88"/>
                  <a:pt x="175" y="89"/>
                </a:cubicBezTo>
                <a:cubicBezTo>
                  <a:pt x="176" y="86"/>
                  <a:pt x="176" y="84"/>
                  <a:pt x="176" y="81"/>
                </a:cubicBezTo>
                <a:cubicBezTo>
                  <a:pt x="177" y="79"/>
                  <a:pt x="178" y="77"/>
                  <a:pt x="179" y="75"/>
                </a:cubicBezTo>
                <a:cubicBezTo>
                  <a:pt x="180" y="74"/>
                  <a:pt x="185" y="69"/>
                  <a:pt x="183" y="68"/>
                </a:cubicBezTo>
                <a:cubicBezTo>
                  <a:pt x="188" y="69"/>
                  <a:pt x="193" y="69"/>
                  <a:pt x="196" y="66"/>
                </a:cubicBezTo>
                <a:cubicBezTo>
                  <a:pt x="198" y="63"/>
                  <a:pt x="199" y="60"/>
                  <a:pt x="202" y="57"/>
                </a:cubicBezTo>
                <a:cubicBezTo>
                  <a:pt x="205" y="53"/>
                  <a:pt x="209" y="58"/>
                  <a:pt x="212" y="58"/>
                </a:cubicBezTo>
                <a:cubicBezTo>
                  <a:pt x="217" y="59"/>
                  <a:pt x="217" y="53"/>
                  <a:pt x="214" y="51"/>
                </a:cubicBezTo>
                <a:cubicBezTo>
                  <a:pt x="218" y="51"/>
                  <a:pt x="215" y="45"/>
                  <a:pt x="213" y="44"/>
                </a:cubicBezTo>
                <a:cubicBezTo>
                  <a:pt x="211" y="43"/>
                  <a:pt x="202" y="46"/>
                  <a:pt x="207" y="47"/>
                </a:cubicBezTo>
                <a:cubicBezTo>
                  <a:pt x="206" y="47"/>
                  <a:pt x="200" y="59"/>
                  <a:pt x="196" y="53"/>
                </a:cubicBezTo>
                <a:cubicBezTo>
                  <a:pt x="195" y="52"/>
                  <a:pt x="195" y="47"/>
                  <a:pt x="193" y="46"/>
                </a:cubicBezTo>
                <a:cubicBezTo>
                  <a:pt x="190" y="46"/>
                  <a:pt x="189" y="49"/>
                  <a:pt x="188" y="50"/>
                </a:cubicBezTo>
                <a:cubicBezTo>
                  <a:pt x="190" y="47"/>
                  <a:pt x="181" y="45"/>
                  <a:pt x="180" y="44"/>
                </a:cubicBezTo>
                <a:cubicBezTo>
                  <a:pt x="183" y="42"/>
                  <a:pt x="180" y="39"/>
                  <a:pt x="178" y="38"/>
                </a:cubicBezTo>
                <a:cubicBezTo>
                  <a:pt x="176" y="36"/>
                  <a:pt x="169" y="35"/>
                  <a:pt x="168" y="37"/>
                </a:cubicBezTo>
                <a:cubicBezTo>
                  <a:pt x="163" y="43"/>
                  <a:pt x="173" y="44"/>
                  <a:pt x="175" y="45"/>
                </a:cubicBezTo>
                <a:cubicBezTo>
                  <a:pt x="176" y="46"/>
                  <a:pt x="179" y="48"/>
                  <a:pt x="177" y="49"/>
                </a:cubicBezTo>
                <a:cubicBezTo>
                  <a:pt x="176" y="50"/>
                  <a:pt x="171" y="51"/>
                  <a:pt x="171" y="52"/>
                </a:cubicBezTo>
                <a:cubicBezTo>
                  <a:pt x="169" y="54"/>
                  <a:pt x="172" y="57"/>
                  <a:pt x="170" y="59"/>
                </a:cubicBezTo>
                <a:cubicBezTo>
                  <a:pt x="168" y="57"/>
                  <a:pt x="168" y="53"/>
                  <a:pt x="166" y="50"/>
                </a:cubicBezTo>
                <a:cubicBezTo>
                  <a:pt x="168" y="53"/>
                  <a:pt x="157" y="52"/>
                  <a:pt x="157" y="52"/>
                </a:cubicBezTo>
                <a:cubicBezTo>
                  <a:pt x="154" y="52"/>
                  <a:pt x="148" y="54"/>
                  <a:pt x="145" y="50"/>
                </a:cubicBezTo>
                <a:cubicBezTo>
                  <a:pt x="144" y="49"/>
                  <a:pt x="144" y="44"/>
                  <a:pt x="146" y="45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2" y="43"/>
                  <a:pt x="125" y="47"/>
                  <a:pt x="117" y="51"/>
                </a:cubicBezTo>
                <a:cubicBezTo>
                  <a:pt x="118" y="51"/>
                  <a:pt x="119" y="51"/>
                  <a:pt x="120" y="50"/>
                </a:cubicBezTo>
                <a:cubicBezTo>
                  <a:pt x="122" y="50"/>
                  <a:pt x="124" y="48"/>
                  <a:pt x="126" y="47"/>
                </a:cubicBezTo>
                <a:cubicBezTo>
                  <a:pt x="128" y="46"/>
                  <a:pt x="134" y="43"/>
                  <a:pt x="136" y="46"/>
                </a:cubicBezTo>
                <a:cubicBezTo>
                  <a:pt x="137" y="45"/>
                  <a:pt x="137" y="45"/>
                  <a:pt x="138" y="44"/>
                </a:cubicBezTo>
                <a:cubicBezTo>
                  <a:pt x="139" y="46"/>
                  <a:pt x="141" y="48"/>
                  <a:pt x="143" y="51"/>
                </a:cubicBezTo>
                <a:cubicBezTo>
                  <a:pt x="141" y="50"/>
                  <a:pt x="137" y="50"/>
                  <a:pt x="135" y="50"/>
                </a:cubicBezTo>
                <a:cubicBezTo>
                  <a:pt x="133" y="51"/>
                  <a:pt x="130" y="51"/>
                  <a:pt x="130" y="53"/>
                </a:cubicBezTo>
                <a:cubicBezTo>
                  <a:pt x="130" y="55"/>
                  <a:pt x="131" y="57"/>
                  <a:pt x="131" y="58"/>
                </a:cubicBezTo>
                <a:cubicBezTo>
                  <a:pt x="128" y="56"/>
                  <a:pt x="125" y="52"/>
                  <a:pt x="121" y="51"/>
                </a:cubicBezTo>
                <a:cubicBezTo>
                  <a:pt x="119" y="51"/>
                  <a:pt x="117" y="51"/>
                  <a:pt x="115" y="52"/>
                </a:cubicBezTo>
                <a:cubicBezTo>
                  <a:pt x="91" y="65"/>
                  <a:pt x="71" y="84"/>
                  <a:pt x="56" y="107"/>
                </a:cubicBezTo>
                <a:cubicBezTo>
                  <a:pt x="57" y="108"/>
                  <a:pt x="58" y="109"/>
                  <a:pt x="59" y="109"/>
                </a:cubicBezTo>
                <a:cubicBezTo>
                  <a:pt x="62" y="110"/>
                  <a:pt x="59" y="117"/>
                  <a:pt x="64" y="113"/>
                </a:cubicBezTo>
                <a:cubicBezTo>
                  <a:pt x="66" y="115"/>
                  <a:pt x="66" y="116"/>
                  <a:pt x="65" y="118"/>
                </a:cubicBezTo>
                <a:cubicBezTo>
                  <a:pt x="65" y="118"/>
                  <a:pt x="75" y="124"/>
                  <a:pt x="76" y="125"/>
                </a:cubicBezTo>
                <a:cubicBezTo>
                  <a:pt x="78" y="126"/>
                  <a:pt x="80" y="128"/>
                  <a:pt x="81" y="130"/>
                </a:cubicBezTo>
                <a:cubicBezTo>
                  <a:pt x="82" y="132"/>
                  <a:pt x="80" y="134"/>
                  <a:pt x="79" y="135"/>
                </a:cubicBezTo>
                <a:cubicBezTo>
                  <a:pt x="78" y="134"/>
                  <a:pt x="75" y="130"/>
                  <a:pt x="74" y="131"/>
                </a:cubicBezTo>
                <a:cubicBezTo>
                  <a:pt x="73" y="133"/>
                  <a:pt x="74" y="139"/>
                  <a:pt x="77" y="139"/>
                </a:cubicBezTo>
                <a:cubicBezTo>
                  <a:pt x="73" y="139"/>
                  <a:pt x="75" y="155"/>
                  <a:pt x="74" y="158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3" y="161"/>
                  <a:pt x="76" y="173"/>
                  <a:pt x="81" y="172"/>
                </a:cubicBezTo>
                <a:cubicBezTo>
                  <a:pt x="78" y="172"/>
                  <a:pt x="87" y="184"/>
                  <a:pt x="88" y="185"/>
                </a:cubicBezTo>
                <a:cubicBezTo>
                  <a:pt x="91" y="187"/>
                  <a:pt x="95" y="188"/>
                  <a:pt x="97" y="192"/>
                </a:cubicBezTo>
                <a:cubicBezTo>
                  <a:pt x="100" y="195"/>
                  <a:pt x="100" y="201"/>
                  <a:pt x="103" y="203"/>
                </a:cubicBezTo>
                <a:cubicBezTo>
                  <a:pt x="102" y="206"/>
                  <a:pt x="108" y="210"/>
                  <a:pt x="108" y="214"/>
                </a:cubicBezTo>
                <a:cubicBezTo>
                  <a:pt x="108" y="214"/>
                  <a:pt x="107" y="214"/>
                  <a:pt x="107" y="215"/>
                </a:cubicBezTo>
                <a:cubicBezTo>
                  <a:pt x="108" y="218"/>
                  <a:pt x="113" y="218"/>
                  <a:pt x="115" y="221"/>
                </a:cubicBezTo>
                <a:cubicBezTo>
                  <a:pt x="116" y="223"/>
                  <a:pt x="115" y="228"/>
                  <a:pt x="118" y="227"/>
                </a:cubicBezTo>
                <a:cubicBezTo>
                  <a:pt x="118" y="222"/>
                  <a:pt x="115" y="216"/>
                  <a:pt x="112" y="212"/>
                </a:cubicBezTo>
                <a:cubicBezTo>
                  <a:pt x="110" y="209"/>
                  <a:pt x="109" y="207"/>
                  <a:pt x="108" y="204"/>
                </a:cubicBezTo>
                <a:cubicBezTo>
                  <a:pt x="106" y="202"/>
                  <a:pt x="106" y="199"/>
                  <a:pt x="105" y="197"/>
                </a:cubicBezTo>
                <a:cubicBezTo>
                  <a:pt x="106" y="197"/>
                  <a:pt x="112" y="199"/>
                  <a:pt x="111" y="200"/>
                </a:cubicBezTo>
                <a:cubicBezTo>
                  <a:pt x="109" y="205"/>
                  <a:pt x="119" y="214"/>
                  <a:pt x="122" y="217"/>
                </a:cubicBezTo>
                <a:cubicBezTo>
                  <a:pt x="123" y="218"/>
                  <a:pt x="128" y="225"/>
                  <a:pt x="125" y="225"/>
                </a:cubicBezTo>
                <a:cubicBezTo>
                  <a:pt x="129" y="225"/>
                  <a:pt x="133" y="230"/>
                  <a:pt x="135" y="233"/>
                </a:cubicBezTo>
                <a:cubicBezTo>
                  <a:pt x="137" y="236"/>
                  <a:pt x="136" y="241"/>
                  <a:pt x="138" y="245"/>
                </a:cubicBezTo>
                <a:cubicBezTo>
                  <a:pt x="139" y="250"/>
                  <a:pt x="146" y="252"/>
                  <a:pt x="150" y="255"/>
                </a:cubicBezTo>
                <a:cubicBezTo>
                  <a:pt x="154" y="256"/>
                  <a:pt x="157" y="259"/>
                  <a:pt x="160" y="260"/>
                </a:cubicBezTo>
                <a:cubicBezTo>
                  <a:pt x="166" y="262"/>
                  <a:pt x="167" y="260"/>
                  <a:pt x="171" y="260"/>
                </a:cubicBezTo>
                <a:cubicBezTo>
                  <a:pt x="178" y="259"/>
                  <a:pt x="179" y="266"/>
                  <a:pt x="184" y="269"/>
                </a:cubicBezTo>
                <a:cubicBezTo>
                  <a:pt x="187" y="270"/>
                  <a:pt x="194" y="273"/>
                  <a:pt x="198" y="271"/>
                </a:cubicBezTo>
                <a:cubicBezTo>
                  <a:pt x="196" y="272"/>
                  <a:pt x="203" y="282"/>
                  <a:pt x="204" y="283"/>
                </a:cubicBezTo>
                <a:cubicBezTo>
                  <a:pt x="206" y="286"/>
                  <a:pt x="210" y="287"/>
                  <a:pt x="213" y="290"/>
                </a:cubicBezTo>
                <a:cubicBezTo>
                  <a:pt x="213" y="290"/>
                  <a:pt x="214" y="289"/>
                  <a:pt x="214" y="288"/>
                </a:cubicBezTo>
                <a:cubicBezTo>
                  <a:pt x="213" y="291"/>
                  <a:pt x="218" y="296"/>
                  <a:pt x="221" y="296"/>
                </a:cubicBezTo>
                <a:cubicBezTo>
                  <a:pt x="223" y="295"/>
                  <a:pt x="224" y="290"/>
                  <a:pt x="224" y="288"/>
                </a:cubicBezTo>
                <a:cubicBezTo>
                  <a:pt x="219" y="290"/>
                  <a:pt x="215" y="288"/>
                  <a:pt x="212" y="283"/>
                </a:cubicBezTo>
                <a:cubicBezTo>
                  <a:pt x="211" y="282"/>
                  <a:pt x="207" y="275"/>
                  <a:pt x="211" y="275"/>
                </a:cubicBezTo>
                <a:cubicBezTo>
                  <a:pt x="216" y="275"/>
                  <a:pt x="212" y="271"/>
                  <a:pt x="212" y="268"/>
                </a:cubicBezTo>
                <a:cubicBezTo>
                  <a:pt x="211" y="264"/>
                  <a:pt x="208" y="262"/>
                  <a:pt x="206" y="259"/>
                </a:cubicBezTo>
                <a:cubicBezTo>
                  <a:pt x="205" y="262"/>
                  <a:pt x="200" y="261"/>
                  <a:pt x="198" y="259"/>
                </a:cubicBezTo>
                <a:cubicBezTo>
                  <a:pt x="198" y="259"/>
                  <a:pt x="197" y="261"/>
                  <a:pt x="197" y="262"/>
                </a:cubicBezTo>
                <a:cubicBezTo>
                  <a:pt x="196" y="262"/>
                  <a:pt x="195" y="262"/>
                  <a:pt x="194" y="261"/>
                </a:cubicBezTo>
                <a:cubicBezTo>
                  <a:pt x="194" y="258"/>
                  <a:pt x="194" y="255"/>
                  <a:pt x="195" y="251"/>
                </a:cubicBezTo>
                <a:cubicBezTo>
                  <a:pt x="196" y="247"/>
                  <a:pt x="205" y="238"/>
                  <a:pt x="194" y="239"/>
                </a:cubicBezTo>
                <a:cubicBezTo>
                  <a:pt x="190" y="239"/>
                  <a:pt x="188" y="240"/>
                  <a:pt x="187" y="244"/>
                </a:cubicBezTo>
                <a:cubicBezTo>
                  <a:pt x="186" y="247"/>
                  <a:pt x="186" y="249"/>
                  <a:pt x="183" y="251"/>
                </a:cubicBezTo>
                <a:cubicBezTo>
                  <a:pt x="181" y="252"/>
                  <a:pt x="173" y="251"/>
                  <a:pt x="171" y="250"/>
                </a:cubicBezTo>
                <a:cubicBezTo>
                  <a:pt x="166" y="247"/>
                  <a:pt x="163" y="239"/>
                  <a:pt x="163" y="234"/>
                </a:cubicBezTo>
                <a:cubicBezTo>
                  <a:pt x="163" y="227"/>
                  <a:pt x="166" y="221"/>
                  <a:pt x="163" y="215"/>
                </a:cubicBezTo>
                <a:cubicBezTo>
                  <a:pt x="164" y="213"/>
                  <a:pt x="166" y="211"/>
                  <a:pt x="168" y="210"/>
                </a:cubicBezTo>
                <a:cubicBezTo>
                  <a:pt x="169" y="209"/>
                  <a:pt x="171" y="210"/>
                  <a:pt x="172" y="207"/>
                </a:cubicBezTo>
                <a:cubicBezTo>
                  <a:pt x="171" y="207"/>
                  <a:pt x="170" y="206"/>
                  <a:pt x="170" y="206"/>
                </a:cubicBezTo>
                <a:cubicBezTo>
                  <a:pt x="173" y="208"/>
                  <a:pt x="180" y="203"/>
                  <a:pt x="184" y="206"/>
                </a:cubicBezTo>
                <a:cubicBezTo>
                  <a:pt x="186" y="207"/>
                  <a:pt x="188" y="208"/>
                  <a:pt x="189" y="205"/>
                </a:cubicBezTo>
                <a:cubicBezTo>
                  <a:pt x="189" y="205"/>
                  <a:pt x="187" y="202"/>
                  <a:pt x="188" y="200"/>
                </a:cubicBezTo>
                <a:cubicBezTo>
                  <a:pt x="189" y="204"/>
                  <a:pt x="192" y="205"/>
                  <a:pt x="196" y="202"/>
                </a:cubicBezTo>
                <a:cubicBezTo>
                  <a:pt x="197" y="203"/>
                  <a:pt x="201" y="203"/>
                  <a:pt x="204" y="204"/>
                </a:cubicBezTo>
                <a:cubicBezTo>
                  <a:pt x="207" y="206"/>
                  <a:pt x="207" y="209"/>
                  <a:pt x="211" y="205"/>
                </a:cubicBezTo>
                <a:cubicBezTo>
                  <a:pt x="213" y="208"/>
                  <a:pt x="213" y="208"/>
                  <a:pt x="214" y="211"/>
                </a:cubicBezTo>
                <a:cubicBezTo>
                  <a:pt x="214" y="214"/>
                  <a:pt x="216" y="221"/>
                  <a:pt x="218" y="222"/>
                </a:cubicBezTo>
                <a:cubicBezTo>
                  <a:pt x="224" y="225"/>
                  <a:pt x="222" y="217"/>
                  <a:pt x="222" y="214"/>
                </a:cubicBezTo>
                <a:cubicBezTo>
                  <a:pt x="222" y="213"/>
                  <a:pt x="222" y="205"/>
                  <a:pt x="221" y="205"/>
                </a:cubicBezTo>
                <a:cubicBezTo>
                  <a:pt x="213" y="203"/>
                  <a:pt x="216" y="197"/>
                  <a:pt x="221" y="193"/>
                </a:cubicBezTo>
                <a:cubicBezTo>
                  <a:pt x="222" y="192"/>
                  <a:pt x="227" y="190"/>
                  <a:pt x="230" y="188"/>
                </a:cubicBezTo>
                <a:cubicBezTo>
                  <a:pt x="232" y="186"/>
                  <a:pt x="235" y="183"/>
                  <a:pt x="234" y="179"/>
                </a:cubicBezTo>
                <a:cubicBezTo>
                  <a:pt x="235" y="179"/>
                  <a:pt x="236" y="178"/>
                  <a:pt x="236" y="177"/>
                </a:cubicBezTo>
                <a:cubicBezTo>
                  <a:pt x="236" y="177"/>
                  <a:pt x="233" y="174"/>
                  <a:pt x="232" y="175"/>
                </a:cubicBezTo>
                <a:cubicBezTo>
                  <a:pt x="234" y="174"/>
                  <a:pt x="234" y="172"/>
                  <a:pt x="233" y="171"/>
                </a:cubicBezTo>
                <a:cubicBezTo>
                  <a:pt x="235" y="169"/>
                  <a:pt x="234" y="166"/>
                  <a:pt x="236" y="165"/>
                </a:cubicBezTo>
                <a:cubicBezTo>
                  <a:pt x="239" y="169"/>
                  <a:pt x="245" y="165"/>
                  <a:pt x="242" y="162"/>
                </a:cubicBezTo>
                <a:cubicBezTo>
                  <a:pt x="244" y="158"/>
                  <a:pt x="250" y="160"/>
                  <a:pt x="252" y="157"/>
                </a:cubicBezTo>
                <a:cubicBezTo>
                  <a:pt x="255" y="158"/>
                  <a:pt x="253" y="153"/>
                  <a:pt x="255" y="150"/>
                </a:cubicBezTo>
                <a:cubicBezTo>
                  <a:pt x="256" y="148"/>
                  <a:pt x="259" y="148"/>
                  <a:pt x="262" y="147"/>
                </a:cubicBezTo>
                <a:cubicBezTo>
                  <a:pt x="262" y="147"/>
                  <a:pt x="268" y="143"/>
                  <a:pt x="266" y="143"/>
                </a:cubicBezTo>
                <a:cubicBezTo>
                  <a:pt x="270" y="144"/>
                  <a:pt x="279" y="139"/>
                  <a:pt x="272" y="135"/>
                </a:cubicBezTo>
                <a:cubicBezTo>
                  <a:pt x="273" y="133"/>
                  <a:pt x="270" y="132"/>
                  <a:pt x="268" y="132"/>
                </a:cubicBezTo>
                <a:cubicBezTo>
                  <a:pt x="269" y="131"/>
                  <a:pt x="272" y="132"/>
                  <a:pt x="273" y="131"/>
                </a:cubicBezTo>
                <a:cubicBezTo>
                  <a:pt x="276" y="129"/>
                  <a:pt x="274" y="128"/>
                  <a:pt x="271" y="127"/>
                </a:cubicBezTo>
                <a:cubicBezTo>
                  <a:pt x="268" y="126"/>
                  <a:pt x="263" y="128"/>
                  <a:pt x="261" y="130"/>
                </a:cubicBezTo>
                <a:cubicBezTo>
                  <a:pt x="259" y="132"/>
                  <a:pt x="257" y="134"/>
                  <a:pt x="255" y="135"/>
                </a:cubicBezTo>
                <a:close/>
                <a:moveTo>
                  <a:pt x="308" y="302"/>
                </a:moveTo>
                <a:cubicBezTo>
                  <a:pt x="306" y="301"/>
                  <a:pt x="303" y="301"/>
                  <a:pt x="301" y="300"/>
                </a:cubicBezTo>
                <a:cubicBezTo>
                  <a:pt x="299" y="300"/>
                  <a:pt x="298" y="299"/>
                  <a:pt x="295" y="298"/>
                </a:cubicBezTo>
                <a:cubicBezTo>
                  <a:pt x="296" y="293"/>
                  <a:pt x="290" y="292"/>
                  <a:pt x="287" y="289"/>
                </a:cubicBezTo>
                <a:cubicBezTo>
                  <a:pt x="284" y="287"/>
                  <a:pt x="282" y="284"/>
                  <a:pt x="277" y="285"/>
                </a:cubicBezTo>
                <a:cubicBezTo>
                  <a:pt x="276" y="285"/>
                  <a:pt x="271" y="287"/>
                  <a:pt x="272" y="288"/>
                </a:cubicBezTo>
                <a:cubicBezTo>
                  <a:pt x="269" y="285"/>
                  <a:pt x="268" y="284"/>
                  <a:pt x="263" y="282"/>
                </a:cubicBezTo>
                <a:cubicBezTo>
                  <a:pt x="259" y="281"/>
                  <a:pt x="257" y="276"/>
                  <a:pt x="253" y="281"/>
                </a:cubicBezTo>
                <a:cubicBezTo>
                  <a:pt x="251" y="283"/>
                  <a:pt x="252" y="286"/>
                  <a:pt x="251" y="288"/>
                </a:cubicBezTo>
                <a:cubicBezTo>
                  <a:pt x="247" y="285"/>
                  <a:pt x="254" y="282"/>
                  <a:pt x="251" y="279"/>
                </a:cubicBezTo>
                <a:cubicBezTo>
                  <a:pt x="248" y="275"/>
                  <a:pt x="243" y="281"/>
                  <a:pt x="240" y="282"/>
                </a:cubicBezTo>
                <a:cubicBezTo>
                  <a:pt x="239" y="284"/>
                  <a:pt x="237" y="284"/>
                  <a:pt x="236" y="286"/>
                </a:cubicBezTo>
                <a:cubicBezTo>
                  <a:pt x="235" y="287"/>
                  <a:pt x="234" y="290"/>
                  <a:pt x="233" y="291"/>
                </a:cubicBezTo>
                <a:cubicBezTo>
                  <a:pt x="233" y="289"/>
                  <a:pt x="228" y="290"/>
                  <a:pt x="228" y="288"/>
                </a:cubicBezTo>
                <a:cubicBezTo>
                  <a:pt x="229" y="294"/>
                  <a:pt x="229" y="301"/>
                  <a:pt x="230" y="307"/>
                </a:cubicBezTo>
                <a:cubicBezTo>
                  <a:pt x="231" y="310"/>
                  <a:pt x="230" y="316"/>
                  <a:pt x="227" y="319"/>
                </a:cubicBezTo>
                <a:cubicBezTo>
                  <a:pt x="224" y="321"/>
                  <a:pt x="221" y="324"/>
                  <a:pt x="220" y="329"/>
                </a:cubicBezTo>
                <a:cubicBezTo>
                  <a:pt x="220" y="332"/>
                  <a:pt x="220" y="334"/>
                  <a:pt x="223" y="335"/>
                </a:cubicBezTo>
                <a:cubicBezTo>
                  <a:pt x="223" y="339"/>
                  <a:pt x="219" y="342"/>
                  <a:pt x="219" y="346"/>
                </a:cubicBezTo>
                <a:cubicBezTo>
                  <a:pt x="219" y="346"/>
                  <a:pt x="220" y="348"/>
                  <a:pt x="220" y="350"/>
                </a:cubicBezTo>
                <a:cubicBezTo>
                  <a:pt x="254" y="344"/>
                  <a:pt x="285" y="327"/>
                  <a:pt x="308" y="30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Freeform 103"/>
          <p:cNvSpPr>
            <a:spLocks noEditPoints="1"/>
          </p:cNvSpPr>
          <p:nvPr/>
        </p:nvSpPr>
        <p:spPr bwMode="auto">
          <a:xfrm>
            <a:off x="5861559" y="2344635"/>
            <a:ext cx="356343" cy="524723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Freeform 63"/>
          <p:cNvSpPr>
            <a:spLocks noEditPoints="1"/>
          </p:cNvSpPr>
          <p:nvPr/>
        </p:nvSpPr>
        <p:spPr bwMode="auto">
          <a:xfrm>
            <a:off x="8563748" y="2439304"/>
            <a:ext cx="524359" cy="381634"/>
          </a:xfrm>
          <a:custGeom>
            <a:avLst/>
            <a:gdLst/>
            <a:ahLst/>
            <a:cxnLst>
              <a:cxn ang="0">
                <a:pos x="62" y="57"/>
              </a:cxn>
              <a:cxn ang="0">
                <a:pos x="18" y="57"/>
              </a:cxn>
              <a:cxn ang="0">
                <a:pos x="0" y="39"/>
              </a:cxn>
              <a:cxn ang="0">
                <a:pos x="11" y="23"/>
              </a:cxn>
              <a:cxn ang="0">
                <a:pos x="11" y="21"/>
              </a:cxn>
              <a:cxn ang="0">
                <a:pos x="31" y="0"/>
              </a:cxn>
              <a:cxn ang="0">
                <a:pos x="50" y="13"/>
              </a:cxn>
              <a:cxn ang="0">
                <a:pos x="57" y="11"/>
              </a:cxn>
              <a:cxn ang="0">
                <a:pos x="67" y="21"/>
              </a:cxn>
              <a:cxn ang="0">
                <a:pos x="66" y="27"/>
              </a:cxn>
              <a:cxn ang="0">
                <a:pos x="78" y="42"/>
              </a:cxn>
              <a:cxn ang="0">
                <a:pos x="62" y="57"/>
              </a:cxn>
              <a:cxn ang="0">
                <a:pos x="51" y="31"/>
              </a:cxn>
              <a:cxn ang="0">
                <a:pos x="42" y="31"/>
              </a:cxn>
              <a:cxn ang="0">
                <a:pos x="42" y="17"/>
              </a:cxn>
              <a:cxn ang="0">
                <a:pos x="40" y="16"/>
              </a:cxn>
              <a:cxn ang="0">
                <a:pos x="33" y="16"/>
              </a:cxn>
              <a:cxn ang="0">
                <a:pos x="31" y="17"/>
              </a:cxn>
              <a:cxn ang="0">
                <a:pos x="31" y="31"/>
              </a:cxn>
              <a:cxn ang="0">
                <a:pos x="22" y="31"/>
              </a:cxn>
              <a:cxn ang="0">
                <a:pos x="21" y="33"/>
              </a:cxn>
              <a:cxn ang="0">
                <a:pos x="21" y="34"/>
              </a:cxn>
              <a:cxn ang="0">
                <a:pos x="36" y="48"/>
              </a:cxn>
              <a:cxn ang="0">
                <a:pos x="36" y="48"/>
              </a:cxn>
              <a:cxn ang="0">
                <a:pos x="37" y="48"/>
              </a:cxn>
              <a:cxn ang="0">
                <a:pos x="51" y="34"/>
              </a:cxn>
              <a:cxn ang="0">
                <a:pos x="52" y="33"/>
              </a:cxn>
              <a:cxn ang="0">
                <a:pos x="51" y="31"/>
              </a:cxn>
            </a:cxnLst>
            <a:rect l="0" t="0" r="r" b="b"/>
            <a:pathLst>
              <a:path w="78" h="57">
                <a:moveTo>
                  <a:pt x="62" y="57"/>
                </a:moveTo>
                <a:cubicBezTo>
                  <a:pt x="18" y="57"/>
                  <a:pt x="18" y="57"/>
                  <a:pt x="18" y="57"/>
                </a:cubicBezTo>
                <a:cubicBezTo>
                  <a:pt x="9" y="57"/>
                  <a:pt x="0" y="49"/>
                  <a:pt x="0" y="39"/>
                </a:cubicBezTo>
                <a:cubicBezTo>
                  <a:pt x="0" y="32"/>
                  <a:pt x="5" y="26"/>
                  <a:pt x="11" y="23"/>
                </a:cubicBezTo>
                <a:cubicBezTo>
                  <a:pt x="11" y="22"/>
                  <a:pt x="11" y="22"/>
                  <a:pt x="11" y="21"/>
                </a:cubicBezTo>
                <a:cubicBezTo>
                  <a:pt x="11" y="10"/>
                  <a:pt x="20" y="0"/>
                  <a:pt x="31" y="0"/>
                </a:cubicBezTo>
                <a:cubicBezTo>
                  <a:pt x="40" y="0"/>
                  <a:pt x="47" y="6"/>
                  <a:pt x="50" y="13"/>
                </a:cubicBezTo>
                <a:cubicBezTo>
                  <a:pt x="52" y="12"/>
                  <a:pt x="55" y="11"/>
                  <a:pt x="57" y="11"/>
                </a:cubicBezTo>
                <a:cubicBezTo>
                  <a:pt x="63" y="11"/>
                  <a:pt x="67" y="15"/>
                  <a:pt x="67" y="21"/>
                </a:cubicBezTo>
                <a:cubicBezTo>
                  <a:pt x="67" y="23"/>
                  <a:pt x="67" y="25"/>
                  <a:pt x="66" y="27"/>
                </a:cubicBezTo>
                <a:cubicBezTo>
                  <a:pt x="73" y="28"/>
                  <a:pt x="78" y="34"/>
                  <a:pt x="78" y="42"/>
                </a:cubicBezTo>
                <a:cubicBezTo>
                  <a:pt x="78" y="50"/>
                  <a:pt x="71" y="57"/>
                  <a:pt x="62" y="57"/>
                </a:cubicBezTo>
                <a:close/>
                <a:moveTo>
                  <a:pt x="51" y="31"/>
                </a:moveTo>
                <a:cubicBezTo>
                  <a:pt x="42" y="31"/>
                  <a:pt x="42" y="31"/>
                  <a:pt x="42" y="31"/>
                </a:cubicBezTo>
                <a:cubicBezTo>
                  <a:pt x="42" y="17"/>
                  <a:pt x="42" y="17"/>
                  <a:pt x="42" y="17"/>
                </a:cubicBezTo>
                <a:cubicBezTo>
                  <a:pt x="42" y="16"/>
                  <a:pt x="41" y="16"/>
                  <a:pt x="40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32" y="16"/>
                  <a:pt x="31" y="16"/>
                  <a:pt x="31" y="17"/>
                </a:cubicBezTo>
                <a:cubicBezTo>
                  <a:pt x="31" y="31"/>
                  <a:pt x="31" y="31"/>
                  <a:pt x="31" y="31"/>
                </a:cubicBezTo>
                <a:cubicBezTo>
                  <a:pt x="22" y="31"/>
                  <a:pt x="22" y="31"/>
                  <a:pt x="22" y="31"/>
                </a:cubicBezTo>
                <a:cubicBezTo>
                  <a:pt x="22" y="31"/>
                  <a:pt x="21" y="32"/>
                  <a:pt x="21" y="33"/>
                </a:cubicBezTo>
                <a:cubicBezTo>
                  <a:pt x="21" y="33"/>
                  <a:pt x="21" y="33"/>
                  <a:pt x="21" y="34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7" y="48"/>
                  <a:pt x="37" y="48"/>
                  <a:pt x="37" y="48"/>
                </a:cubicBezTo>
                <a:cubicBezTo>
                  <a:pt x="51" y="34"/>
                  <a:pt x="51" y="34"/>
                  <a:pt x="51" y="34"/>
                </a:cubicBezTo>
                <a:cubicBezTo>
                  <a:pt x="52" y="33"/>
                  <a:pt x="52" y="33"/>
                  <a:pt x="52" y="33"/>
                </a:cubicBezTo>
                <a:cubicBezTo>
                  <a:pt x="52" y="32"/>
                  <a:pt x="51" y="31"/>
                  <a:pt x="51" y="3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337050" y="3531354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工作内容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14522" y="3531354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工作内容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73448" y="3531354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工作内容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60990" y="5470549"/>
            <a:ext cx="7562873" cy="78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6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6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Please enter text Please enter text Please enter text Please enter text 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223" y="-330831"/>
            <a:ext cx="4161279" cy="300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bldLvl="0"/>
      <p:bldP spid="15" grpId="0" bldLvl="0"/>
      <p:bldP spid="16" grpId="0" bldLvl="0"/>
      <p:bldP spid="17" grpId="0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833241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双波形 2"/>
          <p:cNvSpPr/>
          <p:nvPr/>
        </p:nvSpPr>
        <p:spPr>
          <a:xfrm>
            <a:off x="-300857" y="4507109"/>
            <a:ext cx="13114282" cy="3767965"/>
          </a:xfrm>
          <a:prstGeom prst="doubleWave">
            <a:avLst>
              <a:gd name="adj1" fmla="val 7479"/>
              <a:gd name="adj2" fmla="val -18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16200000" sx="101000" sy="101000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60990" y="5470549"/>
            <a:ext cx="7562873" cy="78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Please enter text Please enter text Please enter text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Text Placeholder 3"/>
          <p:cNvSpPr txBox="1"/>
          <p:nvPr/>
        </p:nvSpPr>
        <p:spPr>
          <a:xfrm>
            <a:off x="1691551" y="1725053"/>
            <a:ext cx="3817430" cy="216059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828800" rtl="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kern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l" defTabSz="18288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There are many variations of passages of lorem ipsum available, but the majority have suffered .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There are many variations of passages of lorem ipsum available, but the majority have suffered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Text Placeholder 3"/>
          <p:cNvSpPr txBox="1"/>
          <p:nvPr/>
        </p:nvSpPr>
        <p:spPr>
          <a:xfrm>
            <a:off x="7200531" y="1725053"/>
            <a:ext cx="3817430" cy="216059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828800" rtl="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kern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l" defTabSz="18288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There are many variations of passages of lorem ipsum available, but the majority have suffered .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There are many variations of passages of lorem ipsum available, but the majority have suffered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78" y="-291949"/>
            <a:ext cx="3667369" cy="26466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bldLvl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2741136" y="1293920"/>
            <a:ext cx="6542842" cy="42701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893536" y="1446320"/>
            <a:ext cx="6239832" cy="3976285"/>
          </a:xfrm>
          <a:prstGeom prst="ellipse">
            <a:avLst/>
          </a:prstGeom>
          <a:noFill/>
          <a:ln w="41275">
            <a:solidFill>
              <a:srgbClr val="3A61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08228" y="2612954"/>
            <a:ext cx="4519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>
                <a:solidFill>
                  <a:schemeClr val="tx1">
                    <a:lumMod val="85000"/>
                    <a:lumOff val="1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</a:defRPr>
            </a:lvl1pPr>
          </a:lstStyle>
          <a:p>
            <a:r>
              <a:rPr lang="zh-CN" altLang="en-US" dirty="0" smtClean="0">
                <a:sym typeface="+mn-lt"/>
              </a:rPr>
              <a:t>填入标题</a:t>
            </a:r>
            <a:endParaRPr lang="zh-CN" altLang="en-US" dirty="0"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9524" y="3813283"/>
            <a:ext cx="5679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Loem ipsum dolor sameman tanam casectetur adipiscing elit tamam dalam qoue sampe. dolor sameman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5065" y="1689624"/>
            <a:ext cx="2948212" cy="106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4800" dirty="0">
                <a:solidFill>
                  <a:srgbClr val="3A6166"/>
                </a:solidFill>
                <a:cs typeface="+mn-ea"/>
                <a:sym typeface="+mn-lt"/>
              </a:rPr>
              <a:t>PART 02</a:t>
            </a:r>
            <a:endParaRPr lang="en-US" sz="4800" dirty="0">
              <a:solidFill>
                <a:srgbClr val="3A6166"/>
              </a:solidFill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760" y="212346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68401" y="1761067"/>
            <a:ext cx="7384262" cy="4283884"/>
            <a:chOff x="1168401" y="1761067"/>
            <a:chExt cx="7384262" cy="4283884"/>
          </a:xfrm>
          <a:blipFill dpi="0" rotWithShape="1">
            <a:blip r:embed="rId1"/>
            <a:srcRect/>
            <a:stretch>
              <a:fillRect/>
            </a:stretch>
          </a:blipFill>
        </p:grpSpPr>
        <p:sp>
          <p:nvSpPr>
            <p:cNvPr id="3" name="矩形 2"/>
            <p:cNvSpPr/>
            <p:nvPr/>
          </p:nvSpPr>
          <p:spPr>
            <a:xfrm>
              <a:off x="1168401" y="1761067"/>
              <a:ext cx="2007929" cy="18541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168401" y="4190753"/>
              <a:ext cx="2007929" cy="18541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544734" y="1761067"/>
              <a:ext cx="2007929" cy="18541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544734" y="4190753"/>
              <a:ext cx="2007929" cy="18541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425190" y="2628867"/>
            <a:ext cx="2218055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17265" y="2205322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34988" y="5028836"/>
            <a:ext cx="2218055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27063" y="4605291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14799" y="2611934"/>
            <a:ext cx="2218055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06874" y="2188389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06874" y="5054489"/>
            <a:ext cx="2218055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898949" y="4630944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075" y="-358743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/>
      <p:bldP spid="8" grpId="0" bldLvl="0"/>
      <p:bldP spid="9" grpId="0" bldLvl="0"/>
      <p:bldP spid="10" grpId="0" bldLvl="0"/>
      <p:bldP spid="11" grpId="0" bldLvl="0"/>
      <p:bldP spid="12" grpId="0" bldLvl="0"/>
      <p:bldP spid="13" grpId="0" bldLvl="0"/>
      <p:bldP spid="14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双波形 2"/>
          <p:cNvSpPr/>
          <p:nvPr/>
        </p:nvSpPr>
        <p:spPr>
          <a:xfrm rot="16200000">
            <a:off x="-2994135" y="1780187"/>
            <a:ext cx="8213836" cy="4180495"/>
          </a:xfrm>
          <a:prstGeom prst="doubleWave">
            <a:avLst>
              <a:gd name="adj1" fmla="val 7061"/>
              <a:gd name="adj2" fmla="val -18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16200000" sx="101000" sy="101000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23265" y="1426845"/>
            <a:ext cx="1107996" cy="384999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4000" dirty="0">
                <a:solidFill>
                  <a:srgbClr val="3A6166"/>
                </a:solidFill>
                <a:cs typeface="+mn-ea"/>
                <a:sym typeface="+mn-lt"/>
              </a:rPr>
              <a:t>PROUDECT</a:t>
            </a:r>
            <a:endParaRPr lang="en-US" sz="4000" dirty="0">
              <a:solidFill>
                <a:srgbClr val="3A6166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120" y="1373268"/>
            <a:ext cx="2031325" cy="39571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8000" dirty="0">
                <a:solidFill>
                  <a:srgbClr val="3A6166"/>
                </a:solidFill>
                <a:cs typeface="+mn-ea"/>
                <a:sym typeface="+mn-lt"/>
              </a:rPr>
              <a:t>ONE</a:t>
            </a:r>
            <a:endParaRPr lang="en-US" sz="8000" dirty="0">
              <a:solidFill>
                <a:srgbClr val="3A6166"/>
              </a:solidFill>
              <a:cs typeface="+mn-ea"/>
              <a:sym typeface="+mn-lt"/>
            </a:endParaRPr>
          </a:p>
        </p:txBody>
      </p:sp>
      <p:sp>
        <p:nvSpPr>
          <p:cNvPr id="12" name="Freeform 84"/>
          <p:cNvSpPr>
            <a:spLocks noEditPoints="1"/>
          </p:cNvSpPr>
          <p:nvPr/>
        </p:nvSpPr>
        <p:spPr bwMode="auto">
          <a:xfrm>
            <a:off x="4482761" y="3083088"/>
            <a:ext cx="899160" cy="913745"/>
          </a:xfrm>
          <a:custGeom>
            <a:avLst/>
            <a:gdLst>
              <a:gd name="T0" fmla="*/ 1017 w 1019"/>
              <a:gd name="T1" fmla="*/ 375 h 1017"/>
              <a:gd name="T2" fmla="*/ 1014 w 1019"/>
              <a:gd name="T3" fmla="*/ 366 h 1017"/>
              <a:gd name="T4" fmla="*/ 757 w 1019"/>
              <a:gd name="T5" fmla="*/ 13 h 1017"/>
              <a:gd name="T6" fmla="*/ 750 w 1019"/>
              <a:gd name="T7" fmla="*/ 6 h 1017"/>
              <a:gd name="T8" fmla="*/ 749 w 1019"/>
              <a:gd name="T9" fmla="*/ 5 h 1017"/>
              <a:gd name="T10" fmla="*/ 739 w 1019"/>
              <a:gd name="T11" fmla="*/ 1 h 1017"/>
              <a:gd name="T12" fmla="*/ 739 w 1019"/>
              <a:gd name="T13" fmla="*/ 1 h 1017"/>
              <a:gd name="T14" fmla="*/ 286 w 1019"/>
              <a:gd name="T15" fmla="*/ 0 h 1017"/>
              <a:gd name="T16" fmla="*/ 279 w 1019"/>
              <a:gd name="T17" fmla="*/ 1 h 1017"/>
              <a:gd name="T18" fmla="*/ 278 w 1019"/>
              <a:gd name="T19" fmla="*/ 1 h 1017"/>
              <a:gd name="T20" fmla="*/ 269 w 1019"/>
              <a:gd name="T21" fmla="*/ 5 h 1017"/>
              <a:gd name="T22" fmla="*/ 267 w 1019"/>
              <a:gd name="T23" fmla="*/ 6 h 1017"/>
              <a:gd name="T24" fmla="*/ 6 w 1019"/>
              <a:gd name="T25" fmla="*/ 363 h 1017"/>
              <a:gd name="T26" fmla="*/ 5 w 1019"/>
              <a:gd name="T27" fmla="*/ 365 h 1017"/>
              <a:gd name="T28" fmla="*/ 3 w 1019"/>
              <a:gd name="T29" fmla="*/ 369 h 1017"/>
              <a:gd name="T30" fmla="*/ 1 w 1019"/>
              <a:gd name="T31" fmla="*/ 373 h 1017"/>
              <a:gd name="T32" fmla="*/ 0 w 1019"/>
              <a:gd name="T33" fmla="*/ 382 h 1017"/>
              <a:gd name="T34" fmla="*/ 0 w 1019"/>
              <a:gd name="T35" fmla="*/ 386 h 1017"/>
              <a:gd name="T36" fmla="*/ 3 w 1019"/>
              <a:gd name="T37" fmla="*/ 395 h 1017"/>
              <a:gd name="T38" fmla="*/ 4 w 1019"/>
              <a:gd name="T39" fmla="*/ 396 h 1017"/>
              <a:gd name="T40" fmla="*/ 7 w 1019"/>
              <a:gd name="T41" fmla="*/ 401 h 1017"/>
              <a:gd name="T42" fmla="*/ 485 w 1019"/>
              <a:gd name="T43" fmla="*/ 1007 h 1017"/>
              <a:gd name="T44" fmla="*/ 490 w 1019"/>
              <a:gd name="T45" fmla="*/ 1011 h 1017"/>
              <a:gd name="T46" fmla="*/ 493 w 1019"/>
              <a:gd name="T47" fmla="*/ 1013 h 1017"/>
              <a:gd name="T48" fmla="*/ 496 w 1019"/>
              <a:gd name="T49" fmla="*/ 1015 h 1017"/>
              <a:gd name="T50" fmla="*/ 501 w 1019"/>
              <a:gd name="T51" fmla="*/ 1017 h 1017"/>
              <a:gd name="T52" fmla="*/ 509 w 1019"/>
              <a:gd name="T53" fmla="*/ 1017 h 1017"/>
              <a:gd name="T54" fmla="*/ 509 w 1019"/>
              <a:gd name="T55" fmla="*/ 1017 h 1017"/>
              <a:gd name="T56" fmla="*/ 515 w 1019"/>
              <a:gd name="T57" fmla="*/ 1017 h 1017"/>
              <a:gd name="T58" fmla="*/ 518 w 1019"/>
              <a:gd name="T59" fmla="*/ 1016 h 1017"/>
              <a:gd name="T60" fmla="*/ 524 w 1019"/>
              <a:gd name="T61" fmla="*/ 1013 h 1017"/>
              <a:gd name="T62" fmla="*/ 525 w 1019"/>
              <a:gd name="T63" fmla="*/ 1013 h 1017"/>
              <a:gd name="T64" fmla="*/ 532 w 1019"/>
              <a:gd name="T65" fmla="*/ 1007 h 1017"/>
              <a:gd name="T66" fmla="*/ 1008 w 1019"/>
              <a:gd name="T67" fmla="*/ 404 h 1017"/>
              <a:gd name="T68" fmla="*/ 1015 w 1019"/>
              <a:gd name="T69" fmla="*/ 394 h 1017"/>
              <a:gd name="T70" fmla="*/ 1019 w 1019"/>
              <a:gd name="T71" fmla="*/ 382 h 1017"/>
              <a:gd name="T72" fmla="*/ 691 w 1019"/>
              <a:gd name="T73" fmla="*/ 63 h 1017"/>
              <a:gd name="T74" fmla="*/ 327 w 1019"/>
              <a:gd name="T75" fmla="*/ 63 h 1017"/>
              <a:gd name="T76" fmla="*/ 328 w 1019"/>
              <a:gd name="T77" fmla="*/ 350 h 1017"/>
              <a:gd name="T78" fmla="*/ 97 w 1019"/>
              <a:gd name="T79" fmla="*/ 413 h 1017"/>
              <a:gd name="T80" fmla="*/ 97 w 1019"/>
              <a:gd name="T81" fmla="*/ 413 h 1017"/>
              <a:gd name="T82" fmla="*/ 610 w 1019"/>
              <a:gd name="T83" fmla="*/ 413 h 1017"/>
              <a:gd name="T84" fmla="*/ 675 w 1019"/>
              <a:gd name="T85" fmla="*/ 413 h 1017"/>
              <a:gd name="T86" fmla="*/ 689 w 1019"/>
              <a:gd name="T87" fmla="*/ 350 h 1017"/>
              <a:gd name="T88" fmla="*/ 689 w 1019"/>
              <a:gd name="T89" fmla="*/ 350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19" h="1017">
                <a:moveTo>
                  <a:pt x="1018" y="376"/>
                </a:moveTo>
                <a:lnTo>
                  <a:pt x="1018" y="376"/>
                </a:lnTo>
                <a:lnTo>
                  <a:pt x="1017" y="375"/>
                </a:lnTo>
                <a:lnTo>
                  <a:pt x="1017" y="375"/>
                </a:lnTo>
                <a:lnTo>
                  <a:pt x="1015" y="371"/>
                </a:lnTo>
                <a:lnTo>
                  <a:pt x="1014" y="366"/>
                </a:lnTo>
                <a:lnTo>
                  <a:pt x="1011" y="363"/>
                </a:lnTo>
                <a:lnTo>
                  <a:pt x="1008" y="358"/>
                </a:lnTo>
                <a:lnTo>
                  <a:pt x="757" y="13"/>
                </a:lnTo>
                <a:lnTo>
                  <a:pt x="757" y="13"/>
                </a:lnTo>
                <a:lnTo>
                  <a:pt x="754" y="10"/>
                </a:lnTo>
                <a:lnTo>
                  <a:pt x="750" y="6"/>
                </a:lnTo>
                <a:lnTo>
                  <a:pt x="750" y="6"/>
                </a:lnTo>
                <a:lnTo>
                  <a:pt x="749" y="5"/>
                </a:lnTo>
                <a:lnTo>
                  <a:pt x="749" y="5"/>
                </a:lnTo>
                <a:lnTo>
                  <a:pt x="744" y="2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1" y="0"/>
                </a:lnTo>
                <a:lnTo>
                  <a:pt x="286" y="0"/>
                </a:lnTo>
                <a:lnTo>
                  <a:pt x="286" y="0"/>
                </a:lnTo>
                <a:lnTo>
                  <a:pt x="279" y="1"/>
                </a:lnTo>
                <a:lnTo>
                  <a:pt x="279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3" y="2"/>
                </a:lnTo>
                <a:lnTo>
                  <a:pt x="269" y="5"/>
                </a:lnTo>
                <a:lnTo>
                  <a:pt x="269" y="5"/>
                </a:lnTo>
                <a:lnTo>
                  <a:pt x="267" y="6"/>
                </a:lnTo>
                <a:lnTo>
                  <a:pt x="267" y="6"/>
                </a:lnTo>
                <a:lnTo>
                  <a:pt x="263" y="10"/>
                </a:lnTo>
                <a:lnTo>
                  <a:pt x="260" y="13"/>
                </a:lnTo>
                <a:lnTo>
                  <a:pt x="6" y="363"/>
                </a:lnTo>
                <a:lnTo>
                  <a:pt x="6" y="363"/>
                </a:lnTo>
                <a:lnTo>
                  <a:pt x="5" y="365"/>
                </a:lnTo>
                <a:lnTo>
                  <a:pt x="5" y="365"/>
                </a:lnTo>
                <a:lnTo>
                  <a:pt x="3" y="368"/>
                </a:lnTo>
                <a:lnTo>
                  <a:pt x="3" y="368"/>
                </a:lnTo>
                <a:lnTo>
                  <a:pt x="3" y="369"/>
                </a:lnTo>
                <a:lnTo>
                  <a:pt x="3" y="369"/>
                </a:lnTo>
                <a:lnTo>
                  <a:pt x="1" y="373"/>
                </a:lnTo>
                <a:lnTo>
                  <a:pt x="1" y="373"/>
                </a:lnTo>
                <a:lnTo>
                  <a:pt x="0" y="378"/>
                </a:lnTo>
                <a:lnTo>
                  <a:pt x="0" y="378"/>
                </a:lnTo>
                <a:lnTo>
                  <a:pt x="0" y="382"/>
                </a:lnTo>
                <a:lnTo>
                  <a:pt x="0" y="382"/>
                </a:lnTo>
                <a:lnTo>
                  <a:pt x="0" y="386"/>
                </a:lnTo>
                <a:lnTo>
                  <a:pt x="0" y="386"/>
                </a:lnTo>
                <a:lnTo>
                  <a:pt x="1" y="390"/>
                </a:lnTo>
                <a:lnTo>
                  <a:pt x="1" y="390"/>
                </a:lnTo>
                <a:lnTo>
                  <a:pt x="3" y="395"/>
                </a:lnTo>
                <a:lnTo>
                  <a:pt x="3" y="395"/>
                </a:lnTo>
                <a:lnTo>
                  <a:pt x="4" y="396"/>
                </a:lnTo>
                <a:lnTo>
                  <a:pt x="4" y="396"/>
                </a:lnTo>
                <a:lnTo>
                  <a:pt x="5" y="398"/>
                </a:lnTo>
                <a:lnTo>
                  <a:pt x="5" y="398"/>
                </a:lnTo>
                <a:lnTo>
                  <a:pt x="7" y="401"/>
                </a:lnTo>
                <a:lnTo>
                  <a:pt x="483" y="1005"/>
                </a:lnTo>
                <a:lnTo>
                  <a:pt x="483" y="1005"/>
                </a:lnTo>
                <a:lnTo>
                  <a:pt x="485" y="1007"/>
                </a:lnTo>
                <a:lnTo>
                  <a:pt x="485" y="1007"/>
                </a:lnTo>
                <a:lnTo>
                  <a:pt x="490" y="1011"/>
                </a:lnTo>
                <a:lnTo>
                  <a:pt x="490" y="1011"/>
                </a:lnTo>
                <a:lnTo>
                  <a:pt x="492" y="1013"/>
                </a:lnTo>
                <a:lnTo>
                  <a:pt x="492" y="1013"/>
                </a:lnTo>
                <a:lnTo>
                  <a:pt x="493" y="1013"/>
                </a:lnTo>
                <a:lnTo>
                  <a:pt x="493" y="1013"/>
                </a:lnTo>
                <a:lnTo>
                  <a:pt x="496" y="1015"/>
                </a:lnTo>
                <a:lnTo>
                  <a:pt x="496" y="1015"/>
                </a:lnTo>
                <a:lnTo>
                  <a:pt x="500" y="1016"/>
                </a:lnTo>
                <a:lnTo>
                  <a:pt x="500" y="1016"/>
                </a:lnTo>
                <a:lnTo>
                  <a:pt x="501" y="1017"/>
                </a:lnTo>
                <a:lnTo>
                  <a:pt x="501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15" y="1017"/>
                </a:lnTo>
                <a:lnTo>
                  <a:pt x="515" y="1017"/>
                </a:lnTo>
                <a:lnTo>
                  <a:pt x="518" y="1016"/>
                </a:lnTo>
                <a:lnTo>
                  <a:pt x="518" y="1016"/>
                </a:lnTo>
                <a:lnTo>
                  <a:pt x="521" y="1015"/>
                </a:lnTo>
                <a:lnTo>
                  <a:pt x="521" y="1015"/>
                </a:lnTo>
                <a:lnTo>
                  <a:pt x="524" y="1013"/>
                </a:lnTo>
                <a:lnTo>
                  <a:pt x="524" y="1013"/>
                </a:lnTo>
                <a:lnTo>
                  <a:pt x="525" y="1013"/>
                </a:lnTo>
                <a:lnTo>
                  <a:pt x="525" y="1013"/>
                </a:lnTo>
                <a:lnTo>
                  <a:pt x="527" y="1011"/>
                </a:lnTo>
                <a:lnTo>
                  <a:pt x="527" y="1011"/>
                </a:lnTo>
                <a:lnTo>
                  <a:pt x="532" y="1007"/>
                </a:lnTo>
                <a:lnTo>
                  <a:pt x="532" y="1007"/>
                </a:lnTo>
                <a:lnTo>
                  <a:pt x="534" y="1005"/>
                </a:lnTo>
                <a:lnTo>
                  <a:pt x="1008" y="404"/>
                </a:lnTo>
                <a:lnTo>
                  <a:pt x="1008" y="404"/>
                </a:lnTo>
                <a:lnTo>
                  <a:pt x="1012" y="400"/>
                </a:lnTo>
                <a:lnTo>
                  <a:pt x="1015" y="394"/>
                </a:lnTo>
                <a:lnTo>
                  <a:pt x="1018" y="388"/>
                </a:lnTo>
                <a:lnTo>
                  <a:pt x="1019" y="382"/>
                </a:lnTo>
                <a:lnTo>
                  <a:pt x="1019" y="382"/>
                </a:lnTo>
                <a:lnTo>
                  <a:pt x="1018" y="376"/>
                </a:lnTo>
                <a:lnTo>
                  <a:pt x="1018" y="376"/>
                </a:lnTo>
                <a:close/>
                <a:moveTo>
                  <a:pt x="691" y="63"/>
                </a:moveTo>
                <a:lnTo>
                  <a:pt x="625" y="350"/>
                </a:lnTo>
                <a:lnTo>
                  <a:pt x="393" y="350"/>
                </a:lnTo>
                <a:lnTo>
                  <a:pt x="327" y="63"/>
                </a:lnTo>
                <a:lnTo>
                  <a:pt x="691" y="63"/>
                </a:lnTo>
                <a:close/>
                <a:moveTo>
                  <a:pt x="271" y="106"/>
                </a:moveTo>
                <a:lnTo>
                  <a:pt x="328" y="350"/>
                </a:lnTo>
                <a:lnTo>
                  <a:pt x="94" y="350"/>
                </a:lnTo>
                <a:lnTo>
                  <a:pt x="271" y="106"/>
                </a:lnTo>
                <a:close/>
                <a:moveTo>
                  <a:pt x="97" y="413"/>
                </a:moveTo>
                <a:lnTo>
                  <a:pt x="343" y="413"/>
                </a:lnTo>
                <a:lnTo>
                  <a:pt x="446" y="854"/>
                </a:lnTo>
                <a:lnTo>
                  <a:pt x="97" y="413"/>
                </a:lnTo>
                <a:close/>
                <a:moveTo>
                  <a:pt x="509" y="845"/>
                </a:moveTo>
                <a:lnTo>
                  <a:pt x="408" y="413"/>
                </a:lnTo>
                <a:lnTo>
                  <a:pt x="610" y="413"/>
                </a:lnTo>
                <a:lnTo>
                  <a:pt x="509" y="845"/>
                </a:lnTo>
                <a:close/>
                <a:moveTo>
                  <a:pt x="572" y="854"/>
                </a:moveTo>
                <a:lnTo>
                  <a:pt x="675" y="413"/>
                </a:lnTo>
                <a:lnTo>
                  <a:pt x="920" y="413"/>
                </a:lnTo>
                <a:lnTo>
                  <a:pt x="572" y="854"/>
                </a:lnTo>
                <a:close/>
                <a:moveTo>
                  <a:pt x="689" y="350"/>
                </a:moveTo>
                <a:lnTo>
                  <a:pt x="746" y="106"/>
                </a:lnTo>
                <a:lnTo>
                  <a:pt x="923" y="350"/>
                </a:lnTo>
                <a:lnTo>
                  <a:pt x="689" y="35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16202" y="4815827"/>
            <a:ext cx="2218055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16200" y="4392282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Freeform 84"/>
          <p:cNvSpPr>
            <a:spLocks noEditPoints="1"/>
          </p:cNvSpPr>
          <p:nvPr/>
        </p:nvSpPr>
        <p:spPr bwMode="auto">
          <a:xfrm>
            <a:off x="7258884" y="3061041"/>
            <a:ext cx="899160" cy="913745"/>
          </a:xfrm>
          <a:custGeom>
            <a:avLst/>
            <a:gdLst>
              <a:gd name="T0" fmla="*/ 1017 w 1019"/>
              <a:gd name="T1" fmla="*/ 375 h 1017"/>
              <a:gd name="T2" fmla="*/ 1014 w 1019"/>
              <a:gd name="T3" fmla="*/ 366 h 1017"/>
              <a:gd name="T4" fmla="*/ 757 w 1019"/>
              <a:gd name="T5" fmla="*/ 13 h 1017"/>
              <a:gd name="T6" fmla="*/ 750 w 1019"/>
              <a:gd name="T7" fmla="*/ 6 h 1017"/>
              <a:gd name="T8" fmla="*/ 749 w 1019"/>
              <a:gd name="T9" fmla="*/ 5 h 1017"/>
              <a:gd name="T10" fmla="*/ 739 w 1019"/>
              <a:gd name="T11" fmla="*/ 1 h 1017"/>
              <a:gd name="T12" fmla="*/ 739 w 1019"/>
              <a:gd name="T13" fmla="*/ 1 h 1017"/>
              <a:gd name="T14" fmla="*/ 286 w 1019"/>
              <a:gd name="T15" fmla="*/ 0 h 1017"/>
              <a:gd name="T16" fmla="*/ 279 w 1019"/>
              <a:gd name="T17" fmla="*/ 1 h 1017"/>
              <a:gd name="T18" fmla="*/ 278 w 1019"/>
              <a:gd name="T19" fmla="*/ 1 h 1017"/>
              <a:gd name="T20" fmla="*/ 269 w 1019"/>
              <a:gd name="T21" fmla="*/ 5 h 1017"/>
              <a:gd name="T22" fmla="*/ 267 w 1019"/>
              <a:gd name="T23" fmla="*/ 6 h 1017"/>
              <a:gd name="T24" fmla="*/ 6 w 1019"/>
              <a:gd name="T25" fmla="*/ 363 h 1017"/>
              <a:gd name="T26" fmla="*/ 5 w 1019"/>
              <a:gd name="T27" fmla="*/ 365 h 1017"/>
              <a:gd name="T28" fmla="*/ 3 w 1019"/>
              <a:gd name="T29" fmla="*/ 369 h 1017"/>
              <a:gd name="T30" fmla="*/ 1 w 1019"/>
              <a:gd name="T31" fmla="*/ 373 h 1017"/>
              <a:gd name="T32" fmla="*/ 0 w 1019"/>
              <a:gd name="T33" fmla="*/ 382 h 1017"/>
              <a:gd name="T34" fmla="*/ 0 w 1019"/>
              <a:gd name="T35" fmla="*/ 386 h 1017"/>
              <a:gd name="T36" fmla="*/ 3 w 1019"/>
              <a:gd name="T37" fmla="*/ 395 h 1017"/>
              <a:gd name="T38" fmla="*/ 4 w 1019"/>
              <a:gd name="T39" fmla="*/ 396 h 1017"/>
              <a:gd name="T40" fmla="*/ 7 w 1019"/>
              <a:gd name="T41" fmla="*/ 401 h 1017"/>
              <a:gd name="T42" fmla="*/ 485 w 1019"/>
              <a:gd name="T43" fmla="*/ 1007 h 1017"/>
              <a:gd name="T44" fmla="*/ 490 w 1019"/>
              <a:gd name="T45" fmla="*/ 1011 h 1017"/>
              <a:gd name="T46" fmla="*/ 493 w 1019"/>
              <a:gd name="T47" fmla="*/ 1013 h 1017"/>
              <a:gd name="T48" fmla="*/ 496 w 1019"/>
              <a:gd name="T49" fmla="*/ 1015 h 1017"/>
              <a:gd name="T50" fmla="*/ 501 w 1019"/>
              <a:gd name="T51" fmla="*/ 1017 h 1017"/>
              <a:gd name="T52" fmla="*/ 509 w 1019"/>
              <a:gd name="T53" fmla="*/ 1017 h 1017"/>
              <a:gd name="T54" fmla="*/ 509 w 1019"/>
              <a:gd name="T55" fmla="*/ 1017 h 1017"/>
              <a:gd name="T56" fmla="*/ 515 w 1019"/>
              <a:gd name="T57" fmla="*/ 1017 h 1017"/>
              <a:gd name="T58" fmla="*/ 518 w 1019"/>
              <a:gd name="T59" fmla="*/ 1016 h 1017"/>
              <a:gd name="T60" fmla="*/ 524 w 1019"/>
              <a:gd name="T61" fmla="*/ 1013 h 1017"/>
              <a:gd name="T62" fmla="*/ 525 w 1019"/>
              <a:gd name="T63" fmla="*/ 1013 h 1017"/>
              <a:gd name="T64" fmla="*/ 532 w 1019"/>
              <a:gd name="T65" fmla="*/ 1007 h 1017"/>
              <a:gd name="T66" fmla="*/ 1008 w 1019"/>
              <a:gd name="T67" fmla="*/ 404 h 1017"/>
              <a:gd name="T68" fmla="*/ 1015 w 1019"/>
              <a:gd name="T69" fmla="*/ 394 h 1017"/>
              <a:gd name="T70" fmla="*/ 1019 w 1019"/>
              <a:gd name="T71" fmla="*/ 382 h 1017"/>
              <a:gd name="T72" fmla="*/ 691 w 1019"/>
              <a:gd name="T73" fmla="*/ 63 h 1017"/>
              <a:gd name="T74" fmla="*/ 327 w 1019"/>
              <a:gd name="T75" fmla="*/ 63 h 1017"/>
              <a:gd name="T76" fmla="*/ 328 w 1019"/>
              <a:gd name="T77" fmla="*/ 350 h 1017"/>
              <a:gd name="T78" fmla="*/ 97 w 1019"/>
              <a:gd name="T79" fmla="*/ 413 h 1017"/>
              <a:gd name="T80" fmla="*/ 97 w 1019"/>
              <a:gd name="T81" fmla="*/ 413 h 1017"/>
              <a:gd name="T82" fmla="*/ 610 w 1019"/>
              <a:gd name="T83" fmla="*/ 413 h 1017"/>
              <a:gd name="T84" fmla="*/ 675 w 1019"/>
              <a:gd name="T85" fmla="*/ 413 h 1017"/>
              <a:gd name="T86" fmla="*/ 689 w 1019"/>
              <a:gd name="T87" fmla="*/ 350 h 1017"/>
              <a:gd name="T88" fmla="*/ 689 w 1019"/>
              <a:gd name="T89" fmla="*/ 350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19" h="1017">
                <a:moveTo>
                  <a:pt x="1018" y="376"/>
                </a:moveTo>
                <a:lnTo>
                  <a:pt x="1018" y="376"/>
                </a:lnTo>
                <a:lnTo>
                  <a:pt x="1017" y="375"/>
                </a:lnTo>
                <a:lnTo>
                  <a:pt x="1017" y="375"/>
                </a:lnTo>
                <a:lnTo>
                  <a:pt x="1015" y="371"/>
                </a:lnTo>
                <a:lnTo>
                  <a:pt x="1014" y="366"/>
                </a:lnTo>
                <a:lnTo>
                  <a:pt x="1011" y="363"/>
                </a:lnTo>
                <a:lnTo>
                  <a:pt x="1008" y="358"/>
                </a:lnTo>
                <a:lnTo>
                  <a:pt x="757" y="13"/>
                </a:lnTo>
                <a:lnTo>
                  <a:pt x="757" y="13"/>
                </a:lnTo>
                <a:lnTo>
                  <a:pt x="754" y="10"/>
                </a:lnTo>
                <a:lnTo>
                  <a:pt x="750" y="6"/>
                </a:lnTo>
                <a:lnTo>
                  <a:pt x="750" y="6"/>
                </a:lnTo>
                <a:lnTo>
                  <a:pt x="749" y="5"/>
                </a:lnTo>
                <a:lnTo>
                  <a:pt x="749" y="5"/>
                </a:lnTo>
                <a:lnTo>
                  <a:pt x="744" y="2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1" y="0"/>
                </a:lnTo>
                <a:lnTo>
                  <a:pt x="286" y="0"/>
                </a:lnTo>
                <a:lnTo>
                  <a:pt x="286" y="0"/>
                </a:lnTo>
                <a:lnTo>
                  <a:pt x="279" y="1"/>
                </a:lnTo>
                <a:lnTo>
                  <a:pt x="279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3" y="2"/>
                </a:lnTo>
                <a:lnTo>
                  <a:pt x="269" y="5"/>
                </a:lnTo>
                <a:lnTo>
                  <a:pt x="269" y="5"/>
                </a:lnTo>
                <a:lnTo>
                  <a:pt x="267" y="6"/>
                </a:lnTo>
                <a:lnTo>
                  <a:pt x="267" y="6"/>
                </a:lnTo>
                <a:lnTo>
                  <a:pt x="263" y="10"/>
                </a:lnTo>
                <a:lnTo>
                  <a:pt x="260" y="13"/>
                </a:lnTo>
                <a:lnTo>
                  <a:pt x="6" y="363"/>
                </a:lnTo>
                <a:lnTo>
                  <a:pt x="6" y="363"/>
                </a:lnTo>
                <a:lnTo>
                  <a:pt x="5" y="365"/>
                </a:lnTo>
                <a:lnTo>
                  <a:pt x="5" y="365"/>
                </a:lnTo>
                <a:lnTo>
                  <a:pt x="3" y="368"/>
                </a:lnTo>
                <a:lnTo>
                  <a:pt x="3" y="368"/>
                </a:lnTo>
                <a:lnTo>
                  <a:pt x="3" y="369"/>
                </a:lnTo>
                <a:lnTo>
                  <a:pt x="3" y="369"/>
                </a:lnTo>
                <a:lnTo>
                  <a:pt x="1" y="373"/>
                </a:lnTo>
                <a:lnTo>
                  <a:pt x="1" y="373"/>
                </a:lnTo>
                <a:lnTo>
                  <a:pt x="0" y="378"/>
                </a:lnTo>
                <a:lnTo>
                  <a:pt x="0" y="378"/>
                </a:lnTo>
                <a:lnTo>
                  <a:pt x="0" y="382"/>
                </a:lnTo>
                <a:lnTo>
                  <a:pt x="0" y="382"/>
                </a:lnTo>
                <a:lnTo>
                  <a:pt x="0" y="386"/>
                </a:lnTo>
                <a:lnTo>
                  <a:pt x="0" y="386"/>
                </a:lnTo>
                <a:lnTo>
                  <a:pt x="1" y="390"/>
                </a:lnTo>
                <a:lnTo>
                  <a:pt x="1" y="390"/>
                </a:lnTo>
                <a:lnTo>
                  <a:pt x="3" y="395"/>
                </a:lnTo>
                <a:lnTo>
                  <a:pt x="3" y="395"/>
                </a:lnTo>
                <a:lnTo>
                  <a:pt x="4" y="396"/>
                </a:lnTo>
                <a:lnTo>
                  <a:pt x="4" y="396"/>
                </a:lnTo>
                <a:lnTo>
                  <a:pt x="5" y="398"/>
                </a:lnTo>
                <a:lnTo>
                  <a:pt x="5" y="398"/>
                </a:lnTo>
                <a:lnTo>
                  <a:pt x="7" y="401"/>
                </a:lnTo>
                <a:lnTo>
                  <a:pt x="483" y="1005"/>
                </a:lnTo>
                <a:lnTo>
                  <a:pt x="483" y="1005"/>
                </a:lnTo>
                <a:lnTo>
                  <a:pt x="485" y="1007"/>
                </a:lnTo>
                <a:lnTo>
                  <a:pt x="485" y="1007"/>
                </a:lnTo>
                <a:lnTo>
                  <a:pt x="490" y="1011"/>
                </a:lnTo>
                <a:lnTo>
                  <a:pt x="490" y="1011"/>
                </a:lnTo>
                <a:lnTo>
                  <a:pt x="492" y="1013"/>
                </a:lnTo>
                <a:lnTo>
                  <a:pt x="492" y="1013"/>
                </a:lnTo>
                <a:lnTo>
                  <a:pt x="493" y="1013"/>
                </a:lnTo>
                <a:lnTo>
                  <a:pt x="493" y="1013"/>
                </a:lnTo>
                <a:lnTo>
                  <a:pt x="496" y="1015"/>
                </a:lnTo>
                <a:lnTo>
                  <a:pt x="496" y="1015"/>
                </a:lnTo>
                <a:lnTo>
                  <a:pt x="500" y="1016"/>
                </a:lnTo>
                <a:lnTo>
                  <a:pt x="500" y="1016"/>
                </a:lnTo>
                <a:lnTo>
                  <a:pt x="501" y="1017"/>
                </a:lnTo>
                <a:lnTo>
                  <a:pt x="501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15" y="1017"/>
                </a:lnTo>
                <a:lnTo>
                  <a:pt x="515" y="1017"/>
                </a:lnTo>
                <a:lnTo>
                  <a:pt x="518" y="1016"/>
                </a:lnTo>
                <a:lnTo>
                  <a:pt x="518" y="1016"/>
                </a:lnTo>
                <a:lnTo>
                  <a:pt x="521" y="1015"/>
                </a:lnTo>
                <a:lnTo>
                  <a:pt x="521" y="1015"/>
                </a:lnTo>
                <a:lnTo>
                  <a:pt x="524" y="1013"/>
                </a:lnTo>
                <a:lnTo>
                  <a:pt x="524" y="1013"/>
                </a:lnTo>
                <a:lnTo>
                  <a:pt x="525" y="1013"/>
                </a:lnTo>
                <a:lnTo>
                  <a:pt x="525" y="1013"/>
                </a:lnTo>
                <a:lnTo>
                  <a:pt x="527" y="1011"/>
                </a:lnTo>
                <a:lnTo>
                  <a:pt x="527" y="1011"/>
                </a:lnTo>
                <a:lnTo>
                  <a:pt x="532" y="1007"/>
                </a:lnTo>
                <a:lnTo>
                  <a:pt x="532" y="1007"/>
                </a:lnTo>
                <a:lnTo>
                  <a:pt x="534" y="1005"/>
                </a:lnTo>
                <a:lnTo>
                  <a:pt x="1008" y="404"/>
                </a:lnTo>
                <a:lnTo>
                  <a:pt x="1008" y="404"/>
                </a:lnTo>
                <a:lnTo>
                  <a:pt x="1012" y="400"/>
                </a:lnTo>
                <a:lnTo>
                  <a:pt x="1015" y="394"/>
                </a:lnTo>
                <a:lnTo>
                  <a:pt x="1018" y="388"/>
                </a:lnTo>
                <a:lnTo>
                  <a:pt x="1019" y="382"/>
                </a:lnTo>
                <a:lnTo>
                  <a:pt x="1019" y="382"/>
                </a:lnTo>
                <a:lnTo>
                  <a:pt x="1018" y="376"/>
                </a:lnTo>
                <a:lnTo>
                  <a:pt x="1018" y="376"/>
                </a:lnTo>
                <a:close/>
                <a:moveTo>
                  <a:pt x="691" y="63"/>
                </a:moveTo>
                <a:lnTo>
                  <a:pt x="625" y="350"/>
                </a:lnTo>
                <a:lnTo>
                  <a:pt x="393" y="350"/>
                </a:lnTo>
                <a:lnTo>
                  <a:pt x="327" y="63"/>
                </a:lnTo>
                <a:lnTo>
                  <a:pt x="691" y="63"/>
                </a:lnTo>
                <a:close/>
                <a:moveTo>
                  <a:pt x="271" y="106"/>
                </a:moveTo>
                <a:lnTo>
                  <a:pt x="328" y="350"/>
                </a:lnTo>
                <a:lnTo>
                  <a:pt x="94" y="350"/>
                </a:lnTo>
                <a:lnTo>
                  <a:pt x="271" y="106"/>
                </a:lnTo>
                <a:close/>
                <a:moveTo>
                  <a:pt x="97" y="413"/>
                </a:moveTo>
                <a:lnTo>
                  <a:pt x="343" y="413"/>
                </a:lnTo>
                <a:lnTo>
                  <a:pt x="446" y="854"/>
                </a:lnTo>
                <a:lnTo>
                  <a:pt x="97" y="413"/>
                </a:lnTo>
                <a:close/>
                <a:moveTo>
                  <a:pt x="509" y="845"/>
                </a:moveTo>
                <a:lnTo>
                  <a:pt x="408" y="413"/>
                </a:lnTo>
                <a:lnTo>
                  <a:pt x="610" y="413"/>
                </a:lnTo>
                <a:lnTo>
                  <a:pt x="509" y="845"/>
                </a:lnTo>
                <a:close/>
                <a:moveTo>
                  <a:pt x="572" y="854"/>
                </a:moveTo>
                <a:lnTo>
                  <a:pt x="675" y="413"/>
                </a:lnTo>
                <a:lnTo>
                  <a:pt x="920" y="413"/>
                </a:lnTo>
                <a:lnTo>
                  <a:pt x="572" y="854"/>
                </a:lnTo>
                <a:close/>
                <a:moveTo>
                  <a:pt x="689" y="350"/>
                </a:moveTo>
                <a:lnTo>
                  <a:pt x="746" y="106"/>
                </a:lnTo>
                <a:lnTo>
                  <a:pt x="923" y="350"/>
                </a:lnTo>
                <a:lnTo>
                  <a:pt x="689" y="35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692325" y="4793780"/>
            <a:ext cx="2218055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92323" y="4370235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Freeform 84"/>
          <p:cNvSpPr>
            <a:spLocks noEditPoints="1"/>
          </p:cNvSpPr>
          <p:nvPr/>
        </p:nvSpPr>
        <p:spPr bwMode="auto">
          <a:xfrm>
            <a:off x="9865912" y="3061041"/>
            <a:ext cx="899160" cy="913745"/>
          </a:xfrm>
          <a:custGeom>
            <a:avLst/>
            <a:gdLst>
              <a:gd name="T0" fmla="*/ 1017 w 1019"/>
              <a:gd name="T1" fmla="*/ 375 h 1017"/>
              <a:gd name="T2" fmla="*/ 1014 w 1019"/>
              <a:gd name="T3" fmla="*/ 366 h 1017"/>
              <a:gd name="T4" fmla="*/ 757 w 1019"/>
              <a:gd name="T5" fmla="*/ 13 h 1017"/>
              <a:gd name="T6" fmla="*/ 750 w 1019"/>
              <a:gd name="T7" fmla="*/ 6 h 1017"/>
              <a:gd name="T8" fmla="*/ 749 w 1019"/>
              <a:gd name="T9" fmla="*/ 5 h 1017"/>
              <a:gd name="T10" fmla="*/ 739 w 1019"/>
              <a:gd name="T11" fmla="*/ 1 h 1017"/>
              <a:gd name="T12" fmla="*/ 739 w 1019"/>
              <a:gd name="T13" fmla="*/ 1 h 1017"/>
              <a:gd name="T14" fmla="*/ 286 w 1019"/>
              <a:gd name="T15" fmla="*/ 0 h 1017"/>
              <a:gd name="T16" fmla="*/ 279 w 1019"/>
              <a:gd name="T17" fmla="*/ 1 h 1017"/>
              <a:gd name="T18" fmla="*/ 278 w 1019"/>
              <a:gd name="T19" fmla="*/ 1 h 1017"/>
              <a:gd name="T20" fmla="*/ 269 w 1019"/>
              <a:gd name="T21" fmla="*/ 5 h 1017"/>
              <a:gd name="T22" fmla="*/ 267 w 1019"/>
              <a:gd name="T23" fmla="*/ 6 h 1017"/>
              <a:gd name="T24" fmla="*/ 6 w 1019"/>
              <a:gd name="T25" fmla="*/ 363 h 1017"/>
              <a:gd name="T26" fmla="*/ 5 w 1019"/>
              <a:gd name="T27" fmla="*/ 365 h 1017"/>
              <a:gd name="T28" fmla="*/ 3 w 1019"/>
              <a:gd name="T29" fmla="*/ 369 h 1017"/>
              <a:gd name="T30" fmla="*/ 1 w 1019"/>
              <a:gd name="T31" fmla="*/ 373 h 1017"/>
              <a:gd name="T32" fmla="*/ 0 w 1019"/>
              <a:gd name="T33" fmla="*/ 382 h 1017"/>
              <a:gd name="T34" fmla="*/ 0 w 1019"/>
              <a:gd name="T35" fmla="*/ 386 h 1017"/>
              <a:gd name="T36" fmla="*/ 3 w 1019"/>
              <a:gd name="T37" fmla="*/ 395 h 1017"/>
              <a:gd name="T38" fmla="*/ 4 w 1019"/>
              <a:gd name="T39" fmla="*/ 396 h 1017"/>
              <a:gd name="T40" fmla="*/ 7 w 1019"/>
              <a:gd name="T41" fmla="*/ 401 h 1017"/>
              <a:gd name="T42" fmla="*/ 485 w 1019"/>
              <a:gd name="T43" fmla="*/ 1007 h 1017"/>
              <a:gd name="T44" fmla="*/ 490 w 1019"/>
              <a:gd name="T45" fmla="*/ 1011 h 1017"/>
              <a:gd name="T46" fmla="*/ 493 w 1019"/>
              <a:gd name="T47" fmla="*/ 1013 h 1017"/>
              <a:gd name="T48" fmla="*/ 496 w 1019"/>
              <a:gd name="T49" fmla="*/ 1015 h 1017"/>
              <a:gd name="T50" fmla="*/ 501 w 1019"/>
              <a:gd name="T51" fmla="*/ 1017 h 1017"/>
              <a:gd name="T52" fmla="*/ 509 w 1019"/>
              <a:gd name="T53" fmla="*/ 1017 h 1017"/>
              <a:gd name="T54" fmla="*/ 509 w 1019"/>
              <a:gd name="T55" fmla="*/ 1017 h 1017"/>
              <a:gd name="T56" fmla="*/ 515 w 1019"/>
              <a:gd name="T57" fmla="*/ 1017 h 1017"/>
              <a:gd name="T58" fmla="*/ 518 w 1019"/>
              <a:gd name="T59" fmla="*/ 1016 h 1017"/>
              <a:gd name="T60" fmla="*/ 524 w 1019"/>
              <a:gd name="T61" fmla="*/ 1013 h 1017"/>
              <a:gd name="T62" fmla="*/ 525 w 1019"/>
              <a:gd name="T63" fmla="*/ 1013 h 1017"/>
              <a:gd name="T64" fmla="*/ 532 w 1019"/>
              <a:gd name="T65" fmla="*/ 1007 h 1017"/>
              <a:gd name="T66" fmla="*/ 1008 w 1019"/>
              <a:gd name="T67" fmla="*/ 404 h 1017"/>
              <a:gd name="T68" fmla="*/ 1015 w 1019"/>
              <a:gd name="T69" fmla="*/ 394 h 1017"/>
              <a:gd name="T70" fmla="*/ 1019 w 1019"/>
              <a:gd name="T71" fmla="*/ 382 h 1017"/>
              <a:gd name="T72" fmla="*/ 691 w 1019"/>
              <a:gd name="T73" fmla="*/ 63 h 1017"/>
              <a:gd name="T74" fmla="*/ 327 w 1019"/>
              <a:gd name="T75" fmla="*/ 63 h 1017"/>
              <a:gd name="T76" fmla="*/ 328 w 1019"/>
              <a:gd name="T77" fmla="*/ 350 h 1017"/>
              <a:gd name="T78" fmla="*/ 97 w 1019"/>
              <a:gd name="T79" fmla="*/ 413 h 1017"/>
              <a:gd name="T80" fmla="*/ 97 w 1019"/>
              <a:gd name="T81" fmla="*/ 413 h 1017"/>
              <a:gd name="T82" fmla="*/ 610 w 1019"/>
              <a:gd name="T83" fmla="*/ 413 h 1017"/>
              <a:gd name="T84" fmla="*/ 675 w 1019"/>
              <a:gd name="T85" fmla="*/ 413 h 1017"/>
              <a:gd name="T86" fmla="*/ 689 w 1019"/>
              <a:gd name="T87" fmla="*/ 350 h 1017"/>
              <a:gd name="T88" fmla="*/ 689 w 1019"/>
              <a:gd name="T89" fmla="*/ 350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19" h="1017">
                <a:moveTo>
                  <a:pt x="1018" y="376"/>
                </a:moveTo>
                <a:lnTo>
                  <a:pt x="1018" y="376"/>
                </a:lnTo>
                <a:lnTo>
                  <a:pt x="1017" y="375"/>
                </a:lnTo>
                <a:lnTo>
                  <a:pt x="1017" y="375"/>
                </a:lnTo>
                <a:lnTo>
                  <a:pt x="1015" y="371"/>
                </a:lnTo>
                <a:lnTo>
                  <a:pt x="1014" y="366"/>
                </a:lnTo>
                <a:lnTo>
                  <a:pt x="1011" y="363"/>
                </a:lnTo>
                <a:lnTo>
                  <a:pt x="1008" y="358"/>
                </a:lnTo>
                <a:lnTo>
                  <a:pt x="757" y="13"/>
                </a:lnTo>
                <a:lnTo>
                  <a:pt x="757" y="13"/>
                </a:lnTo>
                <a:lnTo>
                  <a:pt x="754" y="10"/>
                </a:lnTo>
                <a:lnTo>
                  <a:pt x="750" y="6"/>
                </a:lnTo>
                <a:lnTo>
                  <a:pt x="750" y="6"/>
                </a:lnTo>
                <a:lnTo>
                  <a:pt x="749" y="5"/>
                </a:lnTo>
                <a:lnTo>
                  <a:pt x="749" y="5"/>
                </a:lnTo>
                <a:lnTo>
                  <a:pt x="744" y="2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1" y="0"/>
                </a:lnTo>
                <a:lnTo>
                  <a:pt x="286" y="0"/>
                </a:lnTo>
                <a:lnTo>
                  <a:pt x="286" y="0"/>
                </a:lnTo>
                <a:lnTo>
                  <a:pt x="279" y="1"/>
                </a:lnTo>
                <a:lnTo>
                  <a:pt x="279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3" y="2"/>
                </a:lnTo>
                <a:lnTo>
                  <a:pt x="269" y="5"/>
                </a:lnTo>
                <a:lnTo>
                  <a:pt x="269" y="5"/>
                </a:lnTo>
                <a:lnTo>
                  <a:pt x="267" y="6"/>
                </a:lnTo>
                <a:lnTo>
                  <a:pt x="267" y="6"/>
                </a:lnTo>
                <a:lnTo>
                  <a:pt x="263" y="10"/>
                </a:lnTo>
                <a:lnTo>
                  <a:pt x="260" y="13"/>
                </a:lnTo>
                <a:lnTo>
                  <a:pt x="6" y="363"/>
                </a:lnTo>
                <a:lnTo>
                  <a:pt x="6" y="363"/>
                </a:lnTo>
                <a:lnTo>
                  <a:pt x="5" y="365"/>
                </a:lnTo>
                <a:lnTo>
                  <a:pt x="5" y="365"/>
                </a:lnTo>
                <a:lnTo>
                  <a:pt x="3" y="368"/>
                </a:lnTo>
                <a:lnTo>
                  <a:pt x="3" y="368"/>
                </a:lnTo>
                <a:lnTo>
                  <a:pt x="3" y="369"/>
                </a:lnTo>
                <a:lnTo>
                  <a:pt x="3" y="369"/>
                </a:lnTo>
                <a:lnTo>
                  <a:pt x="1" y="373"/>
                </a:lnTo>
                <a:lnTo>
                  <a:pt x="1" y="373"/>
                </a:lnTo>
                <a:lnTo>
                  <a:pt x="0" y="378"/>
                </a:lnTo>
                <a:lnTo>
                  <a:pt x="0" y="378"/>
                </a:lnTo>
                <a:lnTo>
                  <a:pt x="0" y="382"/>
                </a:lnTo>
                <a:lnTo>
                  <a:pt x="0" y="382"/>
                </a:lnTo>
                <a:lnTo>
                  <a:pt x="0" y="386"/>
                </a:lnTo>
                <a:lnTo>
                  <a:pt x="0" y="386"/>
                </a:lnTo>
                <a:lnTo>
                  <a:pt x="1" y="390"/>
                </a:lnTo>
                <a:lnTo>
                  <a:pt x="1" y="390"/>
                </a:lnTo>
                <a:lnTo>
                  <a:pt x="3" y="395"/>
                </a:lnTo>
                <a:lnTo>
                  <a:pt x="3" y="395"/>
                </a:lnTo>
                <a:lnTo>
                  <a:pt x="4" y="396"/>
                </a:lnTo>
                <a:lnTo>
                  <a:pt x="4" y="396"/>
                </a:lnTo>
                <a:lnTo>
                  <a:pt x="5" y="398"/>
                </a:lnTo>
                <a:lnTo>
                  <a:pt x="5" y="398"/>
                </a:lnTo>
                <a:lnTo>
                  <a:pt x="7" y="401"/>
                </a:lnTo>
                <a:lnTo>
                  <a:pt x="483" y="1005"/>
                </a:lnTo>
                <a:lnTo>
                  <a:pt x="483" y="1005"/>
                </a:lnTo>
                <a:lnTo>
                  <a:pt x="485" y="1007"/>
                </a:lnTo>
                <a:lnTo>
                  <a:pt x="485" y="1007"/>
                </a:lnTo>
                <a:lnTo>
                  <a:pt x="490" y="1011"/>
                </a:lnTo>
                <a:lnTo>
                  <a:pt x="490" y="1011"/>
                </a:lnTo>
                <a:lnTo>
                  <a:pt x="492" y="1013"/>
                </a:lnTo>
                <a:lnTo>
                  <a:pt x="492" y="1013"/>
                </a:lnTo>
                <a:lnTo>
                  <a:pt x="493" y="1013"/>
                </a:lnTo>
                <a:lnTo>
                  <a:pt x="493" y="1013"/>
                </a:lnTo>
                <a:lnTo>
                  <a:pt x="496" y="1015"/>
                </a:lnTo>
                <a:lnTo>
                  <a:pt x="496" y="1015"/>
                </a:lnTo>
                <a:lnTo>
                  <a:pt x="500" y="1016"/>
                </a:lnTo>
                <a:lnTo>
                  <a:pt x="500" y="1016"/>
                </a:lnTo>
                <a:lnTo>
                  <a:pt x="501" y="1017"/>
                </a:lnTo>
                <a:lnTo>
                  <a:pt x="501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15" y="1017"/>
                </a:lnTo>
                <a:lnTo>
                  <a:pt x="515" y="1017"/>
                </a:lnTo>
                <a:lnTo>
                  <a:pt x="518" y="1016"/>
                </a:lnTo>
                <a:lnTo>
                  <a:pt x="518" y="1016"/>
                </a:lnTo>
                <a:lnTo>
                  <a:pt x="521" y="1015"/>
                </a:lnTo>
                <a:lnTo>
                  <a:pt x="521" y="1015"/>
                </a:lnTo>
                <a:lnTo>
                  <a:pt x="524" y="1013"/>
                </a:lnTo>
                <a:lnTo>
                  <a:pt x="524" y="1013"/>
                </a:lnTo>
                <a:lnTo>
                  <a:pt x="525" y="1013"/>
                </a:lnTo>
                <a:lnTo>
                  <a:pt x="525" y="1013"/>
                </a:lnTo>
                <a:lnTo>
                  <a:pt x="527" y="1011"/>
                </a:lnTo>
                <a:lnTo>
                  <a:pt x="527" y="1011"/>
                </a:lnTo>
                <a:lnTo>
                  <a:pt x="532" y="1007"/>
                </a:lnTo>
                <a:lnTo>
                  <a:pt x="532" y="1007"/>
                </a:lnTo>
                <a:lnTo>
                  <a:pt x="534" y="1005"/>
                </a:lnTo>
                <a:lnTo>
                  <a:pt x="1008" y="404"/>
                </a:lnTo>
                <a:lnTo>
                  <a:pt x="1008" y="404"/>
                </a:lnTo>
                <a:lnTo>
                  <a:pt x="1012" y="400"/>
                </a:lnTo>
                <a:lnTo>
                  <a:pt x="1015" y="394"/>
                </a:lnTo>
                <a:lnTo>
                  <a:pt x="1018" y="388"/>
                </a:lnTo>
                <a:lnTo>
                  <a:pt x="1019" y="382"/>
                </a:lnTo>
                <a:lnTo>
                  <a:pt x="1019" y="382"/>
                </a:lnTo>
                <a:lnTo>
                  <a:pt x="1018" y="376"/>
                </a:lnTo>
                <a:lnTo>
                  <a:pt x="1018" y="376"/>
                </a:lnTo>
                <a:close/>
                <a:moveTo>
                  <a:pt x="691" y="63"/>
                </a:moveTo>
                <a:lnTo>
                  <a:pt x="625" y="350"/>
                </a:lnTo>
                <a:lnTo>
                  <a:pt x="393" y="350"/>
                </a:lnTo>
                <a:lnTo>
                  <a:pt x="327" y="63"/>
                </a:lnTo>
                <a:lnTo>
                  <a:pt x="691" y="63"/>
                </a:lnTo>
                <a:close/>
                <a:moveTo>
                  <a:pt x="271" y="106"/>
                </a:moveTo>
                <a:lnTo>
                  <a:pt x="328" y="350"/>
                </a:lnTo>
                <a:lnTo>
                  <a:pt x="94" y="350"/>
                </a:lnTo>
                <a:lnTo>
                  <a:pt x="271" y="106"/>
                </a:lnTo>
                <a:close/>
                <a:moveTo>
                  <a:pt x="97" y="413"/>
                </a:moveTo>
                <a:lnTo>
                  <a:pt x="343" y="413"/>
                </a:lnTo>
                <a:lnTo>
                  <a:pt x="446" y="854"/>
                </a:lnTo>
                <a:lnTo>
                  <a:pt x="97" y="413"/>
                </a:lnTo>
                <a:close/>
                <a:moveTo>
                  <a:pt x="509" y="845"/>
                </a:moveTo>
                <a:lnTo>
                  <a:pt x="408" y="413"/>
                </a:lnTo>
                <a:lnTo>
                  <a:pt x="610" y="413"/>
                </a:lnTo>
                <a:lnTo>
                  <a:pt x="509" y="845"/>
                </a:lnTo>
                <a:close/>
                <a:moveTo>
                  <a:pt x="572" y="854"/>
                </a:moveTo>
                <a:lnTo>
                  <a:pt x="675" y="413"/>
                </a:lnTo>
                <a:lnTo>
                  <a:pt x="920" y="413"/>
                </a:lnTo>
                <a:lnTo>
                  <a:pt x="572" y="854"/>
                </a:lnTo>
                <a:close/>
                <a:moveTo>
                  <a:pt x="689" y="350"/>
                </a:moveTo>
                <a:lnTo>
                  <a:pt x="746" y="106"/>
                </a:lnTo>
                <a:lnTo>
                  <a:pt x="923" y="350"/>
                </a:lnTo>
                <a:lnTo>
                  <a:pt x="689" y="35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299353" y="4793780"/>
            <a:ext cx="2218055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299351" y="4370235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27603" y="1233208"/>
            <a:ext cx="7056752" cy="78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Please enter text Please enter text Please enter text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813" y="-202967"/>
            <a:ext cx="2832595" cy="20441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13" grpId="0" bldLvl="0"/>
      <p:bldP spid="14" grpId="0" bldLvl="0"/>
      <p:bldP spid="17" grpId="0" bldLvl="0"/>
      <p:bldP spid="18" grpId="0" bldLvl="0"/>
      <p:bldP spid="20" grpId="0" bldLvl="0"/>
      <p:bldP spid="21" grpId="0" bldLvl="0"/>
      <p:bldP spid="22" grpId="0" bldLvl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hape 46"/>
          <p:cNvCxnSpPr/>
          <p:nvPr/>
        </p:nvCxnSpPr>
        <p:spPr>
          <a:xfrm>
            <a:off x="0" y="3520165"/>
            <a:ext cx="12355633" cy="0"/>
          </a:xfrm>
          <a:prstGeom prst="straightConnector1">
            <a:avLst/>
          </a:prstGeom>
          <a:noFill/>
          <a:ln w="9525" cap="flat" cmpd="sng">
            <a:solidFill>
              <a:srgbClr val="CBCBCB"/>
            </a:solidFill>
            <a:prstDash val="solid"/>
            <a:miter/>
            <a:headEnd type="none" w="med" len="med"/>
            <a:tailEnd type="none" w="med" len="med"/>
          </a:ln>
        </p:spPr>
      </p:cxnSp>
      <p:grpSp>
        <p:nvGrpSpPr>
          <p:cNvPr id="5" name="Shape 47"/>
          <p:cNvGrpSpPr/>
          <p:nvPr/>
        </p:nvGrpSpPr>
        <p:grpSpPr>
          <a:xfrm>
            <a:off x="2164289" y="1070096"/>
            <a:ext cx="655084" cy="342250"/>
            <a:chOff x="1775548" y="1990598"/>
            <a:chExt cx="621122" cy="372086"/>
          </a:xfrm>
          <a:noFill/>
        </p:grpSpPr>
        <p:sp>
          <p:nvSpPr>
            <p:cNvPr id="6" name="Shape 48"/>
            <p:cNvSpPr/>
            <p:nvPr/>
          </p:nvSpPr>
          <p:spPr>
            <a:xfrm>
              <a:off x="1775548" y="1990598"/>
              <a:ext cx="621122" cy="37208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71" y="119785"/>
                  </a:moveTo>
                  <a:lnTo>
                    <a:pt x="0" y="119785"/>
                  </a:lnTo>
                  <a:lnTo>
                    <a:pt x="0" y="0"/>
                  </a:lnTo>
                  <a:lnTo>
                    <a:pt x="119871" y="0"/>
                  </a:lnTo>
                  <a:lnTo>
                    <a:pt x="119871" y="119785"/>
                  </a:ln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Shape 49"/>
            <p:cNvSpPr/>
            <p:nvPr/>
          </p:nvSpPr>
          <p:spPr>
            <a:xfrm>
              <a:off x="1775548" y="1990598"/>
              <a:ext cx="621122" cy="1992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59486" y="119598"/>
                  </a:lnTo>
                  <a:lnTo>
                    <a:pt x="119871" y="0"/>
                  </a:ln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Shape 50"/>
          <p:cNvGrpSpPr/>
          <p:nvPr/>
        </p:nvGrpSpPr>
        <p:grpSpPr>
          <a:xfrm>
            <a:off x="9381679" y="921108"/>
            <a:ext cx="528392" cy="590180"/>
            <a:chOff x="8218224" y="8245764"/>
            <a:chExt cx="500997" cy="641631"/>
          </a:xfrm>
          <a:noFill/>
        </p:grpSpPr>
        <p:cxnSp>
          <p:nvCxnSpPr>
            <p:cNvPr id="9" name="Shape 51"/>
            <p:cNvCxnSpPr/>
            <p:nvPr/>
          </p:nvCxnSpPr>
          <p:spPr>
            <a:xfrm>
              <a:off x="8218224" y="8245764"/>
              <a:ext cx="2929" cy="641631"/>
            </a:xfrm>
            <a:prstGeom prst="straightConnector1">
              <a:avLst/>
            </a:pr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" name="Shape 52"/>
            <p:cNvSpPr/>
            <p:nvPr/>
          </p:nvSpPr>
          <p:spPr>
            <a:xfrm>
              <a:off x="8411592" y="8310220"/>
              <a:ext cx="307629" cy="28712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3017" y="0"/>
                  </a:moveTo>
                  <a:lnTo>
                    <a:pt x="0" y="20508"/>
                  </a:lnTo>
                  <a:lnTo>
                    <a:pt x="0" y="119722"/>
                  </a:lnTo>
                  <a:lnTo>
                    <a:pt x="119741" y="119722"/>
                  </a:lnTo>
                  <a:lnTo>
                    <a:pt x="96465" y="70115"/>
                  </a:lnTo>
                  <a:lnTo>
                    <a:pt x="119741" y="20508"/>
                  </a:lnTo>
                  <a:lnTo>
                    <a:pt x="0" y="20508"/>
                  </a:ln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Shape 53"/>
            <p:cNvSpPr/>
            <p:nvPr/>
          </p:nvSpPr>
          <p:spPr>
            <a:xfrm>
              <a:off x="8218224" y="8310220"/>
              <a:ext cx="251964" cy="23731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653" y="119665"/>
                  </a:moveTo>
                  <a:lnTo>
                    <a:pt x="0" y="119665"/>
                  </a:lnTo>
                  <a:lnTo>
                    <a:pt x="0" y="0"/>
                  </a:lnTo>
                  <a:lnTo>
                    <a:pt x="119685" y="0"/>
                  </a:lnTo>
                  <a:lnTo>
                    <a:pt x="119685" y="24735"/>
                  </a:ln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" name="Shape 54"/>
          <p:cNvGrpSpPr/>
          <p:nvPr/>
        </p:nvGrpSpPr>
        <p:grpSpPr>
          <a:xfrm>
            <a:off x="2158399" y="4182433"/>
            <a:ext cx="655084" cy="388065"/>
            <a:chOff x="6188912" y="23939881"/>
            <a:chExt cx="1307712" cy="888261"/>
          </a:xfrm>
          <a:noFill/>
        </p:grpSpPr>
        <p:sp>
          <p:nvSpPr>
            <p:cNvPr id="13" name="Shape 55"/>
            <p:cNvSpPr/>
            <p:nvPr/>
          </p:nvSpPr>
          <p:spPr>
            <a:xfrm>
              <a:off x="6188912" y="23939881"/>
              <a:ext cx="1307712" cy="88825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237" y="28113"/>
                  </a:moveTo>
                  <a:lnTo>
                    <a:pt x="71948" y="0"/>
                  </a:lnTo>
                  <a:lnTo>
                    <a:pt x="48822" y="0"/>
                  </a:lnTo>
                  <a:lnTo>
                    <a:pt x="33533" y="28113"/>
                  </a:lnTo>
                  <a:lnTo>
                    <a:pt x="0" y="28113"/>
                  </a:lnTo>
                  <a:lnTo>
                    <a:pt x="0" y="119811"/>
                  </a:lnTo>
                  <a:lnTo>
                    <a:pt x="119871" y="119811"/>
                  </a:lnTo>
                  <a:lnTo>
                    <a:pt x="119871" y="28113"/>
                  </a:lnTo>
                  <a:lnTo>
                    <a:pt x="87237" y="28113"/>
                  </a:ln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Shape 56"/>
            <p:cNvSpPr/>
            <p:nvPr/>
          </p:nvSpPr>
          <p:spPr>
            <a:xfrm>
              <a:off x="6682390" y="24316160"/>
              <a:ext cx="333096" cy="3454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497" y="57813"/>
                  </a:moveTo>
                  <a:lnTo>
                    <a:pt x="119497" y="57813"/>
                  </a:lnTo>
                  <a:cubicBezTo>
                    <a:pt x="119497" y="29149"/>
                    <a:pt x="93389" y="0"/>
                    <a:pt x="59748" y="0"/>
                  </a:cubicBezTo>
                  <a:cubicBezTo>
                    <a:pt x="26108" y="0"/>
                    <a:pt x="0" y="29149"/>
                    <a:pt x="0" y="57813"/>
                  </a:cubicBezTo>
                  <a:cubicBezTo>
                    <a:pt x="0" y="90364"/>
                    <a:pt x="26108" y="119514"/>
                    <a:pt x="59748" y="119514"/>
                  </a:cubicBezTo>
                  <a:cubicBezTo>
                    <a:pt x="93389" y="119514"/>
                    <a:pt x="119497" y="90364"/>
                    <a:pt x="119497" y="57813"/>
                  </a:cubicBez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Shape 57"/>
            <p:cNvCxnSpPr/>
            <p:nvPr/>
          </p:nvCxnSpPr>
          <p:spPr>
            <a:xfrm>
              <a:off x="6355458" y="24149610"/>
              <a:ext cx="6171" cy="678532"/>
            </a:xfrm>
            <a:prstGeom prst="straightConnector1">
              <a:avLst/>
            </a:pr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Shape 58"/>
            <p:cNvSpPr/>
            <p:nvPr/>
          </p:nvSpPr>
          <p:spPr>
            <a:xfrm>
              <a:off x="7305400" y="24316160"/>
              <a:ext cx="6171" cy="61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Shape 59"/>
          <p:cNvGrpSpPr/>
          <p:nvPr/>
        </p:nvGrpSpPr>
        <p:grpSpPr>
          <a:xfrm>
            <a:off x="9309615" y="4104683"/>
            <a:ext cx="642725" cy="525505"/>
            <a:chOff x="8168414" y="12118985"/>
            <a:chExt cx="609403" cy="571317"/>
          </a:xfrm>
          <a:noFill/>
        </p:grpSpPr>
        <p:cxnSp>
          <p:nvCxnSpPr>
            <p:cNvPr id="18" name="Shape 60"/>
            <p:cNvCxnSpPr/>
            <p:nvPr/>
          </p:nvCxnSpPr>
          <p:spPr>
            <a:xfrm>
              <a:off x="8511204" y="12414900"/>
              <a:ext cx="49806" cy="49806"/>
            </a:xfrm>
            <a:prstGeom prst="straightConnector1">
              <a:avLst/>
            </a:pr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Shape 61"/>
            <p:cNvSpPr/>
            <p:nvPr/>
          </p:nvSpPr>
          <p:spPr>
            <a:xfrm>
              <a:off x="8528785" y="12435407"/>
              <a:ext cx="249033" cy="25489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8272"/>
                  </a:moveTo>
                  <a:lnTo>
                    <a:pt x="28877" y="0"/>
                  </a:lnTo>
                  <a:lnTo>
                    <a:pt x="119679" y="91413"/>
                  </a:lnTo>
                  <a:lnTo>
                    <a:pt x="91122" y="119685"/>
                  </a:lnTo>
                  <a:lnTo>
                    <a:pt x="0" y="28272"/>
                  </a:ln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Shape 62"/>
            <p:cNvSpPr/>
            <p:nvPr/>
          </p:nvSpPr>
          <p:spPr>
            <a:xfrm>
              <a:off x="8206503" y="12118985"/>
              <a:ext cx="123052" cy="1201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2245" y="119333"/>
                  </a:moveTo>
                  <a:lnTo>
                    <a:pt x="119358" y="59333"/>
                  </a:lnTo>
                  <a:lnTo>
                    <a:pt x="23743" y="0"/>
                  </a:lnTo>
                  <a:lnTo>
                    <a:pt x="0" y="19333"/>
                  </a:lnTo>
                  <a:lnTo>
                    <a:pt x="62245" y="119333"/>
                  </a:ln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1" name="Shape 63"/>
            <p:cNvCxnSpPr/>
            <p:nvPr/>
          </p:nvCxnSpPr>
          <p:spPr>
            <a:xfrm rot="10800000">
              <a:off x="8300258" y="12203951"/>
              <a:ext cx="134771" cy="134771"/>
            </a:xfrm>
            <a:prstGeom prst="straightConnector1">
              <a:avLst/>
            </a:pr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Shape 64"/>
            <p:cNvSpPr/>
            <p:nvPr/>
          </p:nvSpPr>
          <p:spPr>
            <a:xfrm>
              <a:off x="8168414" y="12118986"/>
              <a:ext cx="562524" cy="55959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57" y="17914"/>
                  </a:moveTo>
                  <a:lnTo>
                    <a:pt x="119857" y="17914"/>
                  </a:lnTo>
                  <a:cubicBezTo>
                    <a:pt x="102816" y="26445"/>
                    <a:pt x="102816" y="26445"/>
                    <a:pt x="102816" y="26445"/>
                  </a:cubicBezTo>
                  <a:cubicBezTo>
                    <a:pt x="94295" y="16919"/>
                    <a:pt x="94295" y="16919"/>
                    <a:pt x="94295" y="16919"/>
                  </a:cubicBezTo>
                  <a:cubicBezTo>
                    <a:pt x="101822" y="0"/>
                    <a:pt x="101822" y="0"/>
                    <a:pt x="101822" y="0"/>
                  </a:cubicBezTo>
                  <a:lnTo>
                    <a:pt x="101822" y="0"/>
                  </a:lnTo>
                  <a:cubicBezTo>
                    <a:pt x="80520" y="0"/>
                    <a:pt x="75266" y="10521"/>
                    <a:pt x="75266" y="21184"/>
                  </a:cubicBezTo>
                  <a:cubicBezTo>
                    <a:pt x="75266" y="29715"/>
                    <a:pt x="75266" y="29715"/>
                    <a:pt x="75266" y="29715"/>
                  </a:cubicBezTo>
                  <a:cubicBezTo>
                    <a:pt x="3266" y="102938"/>
                    <a:pt x="3266" y="102938"/>
                    <a:pt x="3266" y="102938"/>
                  </a:cubicBezTo>
                  <a:cubicBezTo>
                    <a:pt x="0" y="115592"/>
                    <a:pt x="0" y="115592"/>
                    <a:pt x="0" y="115592"/>
                  </a:cubicBezTo>
                  <a:cubicBezTo>
                    <a:pt x="4260" y="119857"/>
                    <a:pt x="4260" y="119857"/>
                    <a:pt x="4260" y="119857"/>
                  </a:cubicBezTo>
                  <a:cubicBezTo>
                    <a:pt x="17041" y="116729"/>
                    <a:pt x="17041" y="116729"/>
                    <a:pt x="17041" y="116729"/>
                  </a:cubicBezTo>
                  <a:cubicBezTo>
                    <a:pt x="90177" y="44502"/>
                    <a:pt x="90177" y="44502"/>
                    <a:pt x="90177" y="44502"/>
                  </a:cubicBezTo>
                  <a:cubicBezTo>
                    <a:pt x="98556" y="44502"/>
                    <a:pt x="98556" y="44502"/>
                    <a:pt x="98556" y="44502"/>
                  </a:cubicBezTo>
                  <a:cubicBezTo>
                    <a:pt x="109207" y="44502"/>
                    <a:pt x="119857" y="39241"/>
                    <a:pt x="119857" y="17914"/>
                  </a:cubicBezTo>
                </a:path>
              </a:pathLst>
            </a:custGeom>
            <a:grpFill/>
            <a:ln w="34275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Shape 65"/>
          <p:cNvSpPr txBox="1"/>
          <p:nvPr/>
        </p:nvSpPr>
        <p:spPr>
          <a:xfrm>
            <a:off x="1290773" y="2028666"/>
            <a:ext cx="2402573" cy="6167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buSzPct val="2500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 company is an association or collection of individuals, whether natural persons, legal persons, or a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Shape 66"/>
          <p:cNvSpPr txBox="1"/>
          <p:nvPr/>
        </p:nvSpPr>
        <p:spPr>
          <a:xfrm>
            <a:off x="1239207" y="1670656"/>
            <a:ext cx="2504738" cy="25547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Shape 67"/>
          <p:cNvSpPr txBox="1"/>
          <p:nvPr/>
        </p:nvSpPr>
        <p:spPr>
          <a:xfrm>
            <a:off x="8448054" y="2019638"/>
            <a:ext cx="2402573" cy="6167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buSzPct val="2500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 company is an association or collection of individuals, whether natural persons, legal persons, or a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Shape 68"/>
          <p:cNvSpPr txBox="1"/>
          <p:nvPr/>
        </p:nvSpPr>
        <p:spPr>
          <a:xfrm>
            <a:off x="8396489" y="1661628"/>
            <a:ext cx="2504738" cy="25547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algn="ctr">
              <a:buSzPct val="25000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Shape 69"/>
          <p:cNvSpPr txBox="1"/>
          <p:nvPr/>
        </p:nvSpPr>
        <p:spPr>
          <a:xfrm>
            <a:off x="1290773" y="5151134"/>
            <a:ext cx="2402573" cy="6167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buSzPct val="2500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 company is an association or collection of individuals, whether natural persons, legal persons, or a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Shape 70"/>
          <p:cNvSpPr txBox="1"/>
          <p:nvPr/>
        </p:nvSpPr>
        <p:spPr>
          <a:xfrm>
            <a:off x="1239207" y="4793123"/>
            <a:ext cx="2504738" cy="25547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algn="ctr">
              <a:buSzPct val="25000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Shape 71"/>
          <p:cNvSpPr txBox="1"/>
          <p:nvPr/>
        </p:nvSpPr>
        <p:spPr>
          <a:xfrm>
            <a:off x="8448054" y="5142106"/>
            <a:ext cx="2402573" cy="6167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buSzPct val="2500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 company is an association or collection of individuals, whether natural persons, legal persons, or a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Shape 72"/>
          <p:cNvSpPr txBox="1"/>
          <p:nvPr/>
        </p:nvSpPr>
        <p:spPr>
          <a:xfrm>
            <a:off x="8396489" y="4784095"/>
            <a:ext cx="2504738" cy="25547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algn="ctr">
              <a:buSzPct val="25000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双波形 2"/>
          <p:cNvSpPr/>
          <p:nvPr/>
        </p:nvSpPr>
        <p:spPr>
          <a:xfrm rot="16200000">
            <a:off x="2667002" y="1545019"/>
            <a:ext cx="6858000" cy="3767965"/>
          </a:xfrm>
          <a:prstGeom prst="doubleWave">
            <a:avLst>
              <a:gd name="adj1" fmla="val 3295"/>
              <a:gd name="adj2" fmla="val -180"/>
            </a:avLst>
          </a:prstGeom>
          <a:blipFill>
            <a:blip r:embed="rId1"/>
            <a:stretch>
              <a:fillRect/>
            </a:stretch>
          </a:blipFill>
          <a:ln>
            <a:noFill/>
          </a:ln>
          <a:effectLst>
            <a:outerShdw blurRad="127000" dist="38100" dir="16200000" sx="101000" sy="101000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476479" y="1493326"/>
            <a:ext cx="1569660" cy="39571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6000" dirty="0">
                <a:solidFill>
                  <a:srgbClr val="3A6166"/>
                </a:solidFill>
                <a:cs typeface="+mn-ea"/>
                <a:sym typeface="+mn-lt"/>
              </a:rPr>
              <a:t>TWO</a:t>
            </a:r>
            <a:endParaRPr lang="en-US" sz="6000" dirty="0">
              <a:solidFill>
                <a:srgbClr val="3A6166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536098" y="1571425"/>
            <a:ext cx="830997" cy="384999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2800" dirty="0">
                <a:solidFill>
                  <a:srgbClr val="3A6166"/>
                </a:solidFill>
                <a:cs typeface="+mn-ea"/>
                <a:sym typeface="+mn-lt"/>
              </a:rPr>
              <a:t>PROUDECT</a:t>
            </a:r>
            <a:endParaRPr lang="en-US" sz="2800" dirty="0">
              <a:solidFill>
                <a:srgbClr val="3A6166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0"/>
                            </p:stCondLst>
                            <p:childTnLst>
                              <p:par>
                                <p:cTn id="4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000"/>
                            </p:stCondLst>
                            <p:childTnLst>
                              <p:par>
                                <p:cTn id="5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4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4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" grpId="0" animBg="1"/>
      <p:bldP spid="37" grpId="0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8028890" y="0"/>
            <a:ext cx="4163110" cy="6858000"/>
          </a:xfrm>
          <a:prstGeom prst="rect">
            <a:avLst/>
          </a:prstGeom>
          <a:blipFill dpi="0" rotWithShape="1">
            <a:blip r:embed="rId1"/>
            <a:srcRect/>
            <a:stretch>
              <a:fillRect r="-14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66095" y="1756363"/>
            <a:ext cx="293861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66094" y="3883741"/>
            <a:ext cx="293861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94929" y="1305798"/>
            <a:ext cx="2050415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84755" y="3342156"/>
            <a:ext cx="2050415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449763" y="2403718"/>
            <a:ext cx="1277082" cy="1277082"/>
          </a:xfrm>
          <a:prstGeom prst="ellipse">
            <a:avLst/>
          </a:prstGeom>
          <a:noFill/>
          <a:ln w="28575">
            <a:solidFill>
              <a:srgbClr val="222A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511547" y="2403718"/>
            <a:ext cx="1277082" cy="1277082"/>
          </a:xfrm>
          <a:prstGeom prst="ellipse">
            <a:avLst/>
          </a:prstGeom>
          <a:noFill/>
          <a:ln w="28575">
            <a:solidFill>
              <a:srgbClr val="222A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570990" y="2403718"/>
            <a:ext cx="1277082" cy="1277082"/>
          </a:xfrm>
          <a:prstGeom prst="ellipse">
            <a:avLst/>
          </a:prstGeom>
          <a:noFill/>
          <a:ln w="28575">
            <a:solidFill>
              <a:srgbClr val="222A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1862483" y="2786429"/>
            <a:ext cx="497749" cy="497749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55" y="135"/>
              </a:cxn>
              <a:cxn ang="0">
                <a:pos x="277" y="122"/>
              </a:cxn>
              <a:cxn ang="0">
                <a:pos x="303" y="116"/>
              </a:cxn>
              <a:cxn ang="0">
                <a:pos x="296" y="105"/>
              </a:cxn>
              <a:cxn ang="0">
                <a:pos x="278" y="89"/>
              </a:cxn>
              <a:cxn ang="0">
                <a:pos x="265" y="90"/>
              </a:cxn>
              <a:cxn ang="0">
                <a:pos x="256" y="82"/>
              </a:cxn>
              <a:cxn ang="0">
                <a:pos x="231" y="73"/>
              </a:cxn>
              <a:cxn ang="0">
                <a:pos x="234" y="98"/>
              </a:cxn>
              <a:cxn ang="0">
                <a:pos x="224" y="118"/>
              </a:cxn>
              <a:cxn ang="0">
                <a:pos x="205" y="103"/>
              </a:cxn>
              <a:cxn ang="0">
                <a:pos x="175" y="89"/>
              </a:cxn>
              <a:cxn ang="0">
                <a:pos x="183" y="68"/>
              </a:cxn>
              <a:cxn ang="0">
                <a:pos x="212" y="58"/>
              </a:cxn>
              <a:cxn ang="0">
                <a:pos x="207" y="47"/>
              </a:cxn>
              <a:cxn ang="0">
                <a:pos x="188" y="50"/>
              </a:cxn>
              <a:cxn ang="0">
                <a:pos x="168" y="37"/>
              </a:cxn>
              <a:cxn ang="0">
                <a:pos x="171" y="52"/>
              </a:cxn>
              <a:cxn ang="0">
                <a:pos x="157" y="52"/>
              </a:cxn>
              <a:cxn ang="0">
                <a:pos x="141" y="40"/>
              </a:cxn>
              <a:cxn ang="0">
                <a:pos x="126" y="47"/>
              </a:cxn>
              <a:cxn ang="0">
                <a:pos x="143" y="51"/>
              </a:cxn>
              <a:cxn ang="0">
                <a:pos x="131" y="58"/>
              </a:cxn>
              <a:cxn ang="0">
                <a:pos x="56" y="107"/>
              </a:cxn>
              <a:cxn ang="0">
                <a:pos x="65" y="118"/>
              </a:cxn>
              <a:cxn ang="0">
                <a:pos x="79" y="135"/>
              </a:cxn>
              <a:cxn ang="0">
                <a:pos x="74" y="158"/>
              </a:cxn>
              <a:cxn ang="0">
                <a:pos x="88" y="185"/>
              </a:cxn>
              <a:cxn ang="0">
                <a:pos x="108" y="214"/>
              </a:cxn>
              <a:cxn ang="0">
                <a:pos x="118" y="227"/>
              </a:cxn>
              <a:cxn ang="0">
                <a:pos x="105" y="197"/>
              </a:cxn>
              <a:cxn ang="0">
                <a:pos x="125" y="225"/>
              </a:cxn>
              <a:cxn ang="0">
                <a:pos x="150" y="255"/>
              </a:cxn>
              <a:cxn ang="0">
                <a:pos x="184" y="269"/>
              </a:cxn>
              <a:cxn ang="0">
                <a:pos x="213" y="290"/>
              </a:cxn>
              <a:cxn ang="0">
                <a:pos x="224" y="288"/>
              </a:cxn>
              <a:cxn ang="0">
                <a:pos x="212" y="268"/>
              </a:cxn>
              <a:cxn ang="0">
                <a:pos x="197" y="262"/>
              </a:cxn>
              <a:cxn ang="0">
                <a:pos x="194" y="239"/>
              </a:cxn>
              <a:cxn ang="0">
                <a:pos x="171" y="250"/>
              </a:cxn>
              <a:cxn ang="0">
                <a:pos x="168" y="210"/>
              </a:cxn>
              <a:cxn ang="0">
                <a:pos x="184" y="206"/>
              </a:cxn>
              <a:cxn ang="0">
                <a:pos x="196" y="202"/>
              </a:cxn>
              <a:cxn ang="0">
                <a:pos x="214" y="211"/>
              </a:cxn>
              <a:cxn ang="0">
                <a:pos x="221" y="205"/>
              </a:cxn>
              <a:cxn ang="0">
                <a:pos x="234" y="179"/>
              </a:cxn>
              <a:cxn ang="0">
                <a:pos x="233" y="171"/>
              </a:cxn>
              <a:cxn ang="0">
                <a:pos x="252" y="157"/>
              </a:cxn>
              <a:cxn ang="0">
                <a:pos x="266" y="143"/>
              </a:cxn>
              <a:cxn ang="0">
                <a:pos x="273" y="131"/>
              </a:cxn>
              <a:cxn ang="0">
                <a:pos x="255" y="135"/>
              </a:cxn>
              <a:cxn ang="0">
                <a:pos x="295" y="298"/>
              </a:cxn>
              <a:cxn ang="0">
                <a:pos x="272" y="288"/>
              </a:cxn>
              <a:cxn ang="0">
                <a:pos x="251" y="288"/>
              </a:cxn>
              <a:cxn ang="0">
                <a:pos x="236" y="286"/>
              </a:cxn>
              <a:cxn ang="0">
                <a:pos x="230" y="307"/>
              </a:cxn>
              <a:cxn ang="0">
                <a:pos x="223" y="335"/>
              </a:cxn>
              <a:cxn ang="0">
                <a:pos x="308" y="302"/>
              </a:cxn>
            </a:cxnLst>
            <a:rect l="0" t="0" r="r" b="b"/>
            <a:pathLst>
              <a:path w="384" h="384"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255" y="135"/>
                </a:moveTo>
                <a:cubicBezTo>
                  <a:pt x="256" y="135"/>
                  <a:pt x="257" y="130"/>
                  <a:pt x="258" y="129"/>
                </a:cubicBezTo>
                <a:cubicBezTo>
                  <a:pt x="260" y="127"/>
                  <a:pt x="262" y="126"/>
                  <a:pt x="264" y="125"/>
                </a:cubicBezTo>
                <a:cubicBezTo>
                  <a:pt x="268" y="124"/>
                  <a:pt x="272" y="123"/>
                  <a:pt x="277" y="122"/>
                </a:cubicBezTo>
                <a:cubicBezTo>
                  <a:pt x="281" y="121"/>
                  <a:pt x="286" y="121"/>
                  <a:pt x="289" y="125"/>
                </a:cubicBezTo>
                <a:cubicBezTo>
                  <a:pt x="289" y="124"/>
                  <a:pt x="295" y="119"/>
                  <a:pt x="295" y="119"/>
                </a:cubicBezTo>
                <a:cubicBezTo>
                  <a:pt x="298" y="118"/>
                  <a:pt x="301" y="118"/>
                  <a:pt x="303" y="116"/>
                </a:cubicBezTo>
                <a:cubicBezTo>
                  <a:pt x="303" y="115"/>
                  <a:pt x="303" y="110"/>
                  <a:pt x="303" y="110"/>
                </a:cubicBezTo>
                <a:cubicBezTo>
                  <a:pt x="299" y="111"/>
                  <a:pt x="298" y="107"/>
                  <a:pt x="297" y="103"/>
                </a:cubicBezTo>
                <a:cubicBezTo>
                  <a:pt x="297" y="104"/>
                  <a:pt x="297" y="104"/>
                  <a:pt x="296" y="105"/>
                </a:cubicBezTo>
                <a:cubicBezTo>
                  <a:pt x="296" y="102"/>
                  <a:pt x="291" y="104"/>
                  <a:pt x="290" y="104"/>
                </a:cubicBezTo>
                <a:cubicBezTo>
                  <a:pt x="284" y="102"/>
                  <a:pt x="285" y="98"/>
                  <a:pt x="283" y="94"/>
                </a:cubicBezTo>
                <a:cubicBezTo>
                  <a:pt x="282" y="92"/>
                  <a:pt x="279" y="91"/>
                  <a:pt x="278" y="89"/>
                </a:cubicBezTo>
                <a:cubicBezTo>
                  <a:pt x="277" y="87"/>
                  <a:pt x="277" y="84"/>
                  <a:pt x="274" y="84"/>
                </a:cubicBezTo>
                <a:cubicBezTo>
                  <a:pt x="273" y="84"/>
                  <a:pt x="270" y="89"/>
                  <a:pt x="270" y="89"/>
                </a:cubicBezTo>
                <a:cubicBezTo>
                  <a:pt x="267" y="88"/>
                  <a:pt x="266" y="89"/>
                  <a:pt x="265" y="90"/>
                </a:cubicBezTo>
                <a:cubicBezTo>
                  <a:pt x="263" y="91"/>
                  <a:pt x="262" y="91"/>
                  <a:pt x="260" y="92"/>
                </a:cubicBezTo>
                <a:cubicBezTo>
                  <a:pt x="265" y="90"/>
                  <a:pt x="258" y="88"/>
                  <a:pt x="256" y="88"/>
                </a:cubicBezTo>
                <a:cubicBezTo>
                  <a:pt x="260" y="87"/>
                  <a:pt x="258" y="83"/>
                  <a:pt x="256" y="82"/>
                </a:cubicBezTo>
                <a:cubicBezTo>
                  <a:pt x="256" y="82"/>
                  <a:pt x="257" y="82"/>
                  <a:pt x="257" y="82"/>
                </a:cubicBezTo>
                <a:cubicBezTo>
                  <a:pt x="257" y="79"/>
                  <a:pt x="250" y="77"/>
                  <a:pt x="247" y="76"/>
                </a:cubicBezTo>
                <a:cubicBezTo>
                  <a:pt x="245" y="74"/>
                  <a:pt x="233" y="72"/>
                  <a:pt x="231" y="73"/>
                </a:cubicBezTo>
                <a:cubicBezTo>
                  <a:pt x="228" y="75"/>
                  <a:pt x="231" y="80"/>
                  <a:pt x="231" y="83"/>
                </a:cubicBezTo>
                <a:cubicBezTo>
                  <a:pt x="232" y="86"/>
                  <a:pt x="228" y="86"/>
                  <a:pt x="228" y="89"/>
                </a:cubicBezTo>
                <a:cubicBezTo>
                  <a:pt x="228" y="93"/>
                  <a:pt x="236" y="92"/>
                  <a:pt x="234" y="98"/>
                </a:cubicBezTo>
                <a:cubicBezTo>
                  <a:pt x="233" y="102"/>
                  <a:pt x="228" y="102"/>
                  <a:pt x="226" y="105"/>
                </a:cubicBezTo>
                <a:cubicBezTo>
                  <a:pt x="224" y="108"/>
                  <a:pt x="227" y="112"/>
                  <a:pt x="229" y="114"/>
                </a:cubicBezTo>
                <a:cubicBezTo>
                  <a:pt x="231" y="115"/>
                  <a:pt x="225" y="118"/>
                  <a:pt x="224" y="118"/>
                </a:cubicBezTo>
                <a:cubicBezTo>
                  <a:pt x="220" y="120"/>
                  <a:pt x="217" y="114"/>
                  <a:pt x="216" y="110"/>
                </a:cubicBezTo>
                <a:cubicBezTo>
                  <a:pt x="215" y="108"/>
                  <a:pt x="215" y="104"/>
                  <a:pt x="212" y="103"/>
                </a:cubicBezTo>
                <a:cubicBezTo>
                  <a:pt x="210" y="102"/>
                  <a:pt x="206" y="102"/>
                  <a:pt x="205" y="103"/>
                </a:cubicBezTo>
                <a:cubicBezTo>
                  <a:pt x="203" y="99"/>
                  <a:pt x="198" y="98"/>
                  <a:pt x="194" y="97"/>
                </a:cubicBezTo>
                <a:cubicBezTo>
                  <a:pt x="189" y="95"/>
                  <a:pt x="185" y="95"/>
                  <a:pt x="180" y="96"/>
                </a:cubicBezTo>
                <a:cubicBezTo>
                  <a:pt x="181" y="95"/>
                  <a:pt x="179" y="88"/>
                  <a:pt x="175" y="89"/>
                </a:cubicBezTo>
                <a:cubicBezTo>
                  <a:pt x="176" y="86"/>
                  <a:pt x="176" y="84"/>
                  <a:pt x="176" y="81"/>
                </a:cubicBezTo>
                <a:cubicBezTo>
                  <a:pt x="177" y="79"/>
                  <a:pt x="178" y="77"/>
                  <a:pt x="179" y="75"/>
                </a:cubicBezTo>
                <a:cubicBezTo>
                  <a:pt x="180" y="74"/>
                  <a:pt x="185" y="69"/>
                  <a:pt x="183" y="68"/>
                </a:cubicBezTo>
                <a:cubicBezTo>
                  <a:pt x="188" y="69"/>
                  <a:pt x="193" y="69"/>
                  <a:pt x="196" y="66"/>
                </a:cubicBezTo>
                <a:cubicBezTo>
                  <a:pt x="198" y="63"/>
                  <a:pt x="199" y="60"/>
                  <a:pt x="202" y="57"/>
                </a:cubicBezTo>
                <a:cubicBezTo>
                  <a:pt x="205" y="53"/>
                  <a:pt x="209" y="58"/>
                  <a:pt x="212" y="58"/>
                </a:cubicBezTo>
                <a:cubicBezTo>
                  <a:pt x="217" y="59"/>
                  <a:pt x="217" y="53"/>
                  <a:pt x="214" y="51"/>
                </a:cubicBezTo>
                <a:cubicBezTo>
                  <a:pt x="218" y="51"/>
                  <a:pt x="215" y="45"/>
                  <a:pt x="213" y="44"/>
                </a:cubicBezTo>
                <a:cubicBezTo>
                  <a:pt x="211" y="43"/>
                  <a:pt x="202" y="46"/>
                  <a:pt x="207" y="47"/>
                </a:cubicBezTo>
                <a:cubicBezTo>
                  <a:pt x="206" y="47"/>
                  <a:pt x="200" y="59"/>
                  <a:pt x="196" y="53"/>
                </a:cubicBezTo>
                <a:cubicBezTo>
                  <a:pt x="195" y="52"/>
                  <a:pt x="195" y="47"/>
                  <a:pt x="193" y="46"/>
                </a:cubicBezTo>
                <a:cubicBezTo>
                  <a:pt x="190" y="46"/>
                  <a:pt x="189" y="49"/>
                  <a:pt x="188" y="50"/>
                </a:cubicBezTo>
                <a:cubicBezTo>
                  <a:pt x="190" y="47"/>
                  <a:pt x="181" y="45"/>
                  <a:pt x="180" y="44"/>
                </a:cubicBezTo>
                <a:cubicBezTo>
                  <a:pt x="183" y="42"/>
                  <a:pt x="180" y="39"/>
                  <a:pt x="178" y="38"/>
                </a:cubicBezTo>
                <a:cubicBezTo>
                  <a:pt x="176" y="36"/>
                  <a:pt x="169" y="35"/>
                  <a:pt x="168" y="37"/>
                </a:cubicBezTo>
                <a:cubicBezTo>
                  <a:pt x="163" y="43"/>
                  <a:pt x="173" y="44"/>
                  <a:pt x="175" y="45"/>
                </a:cubicBezTo>
                <a:cubicBezTo>
                  <a:pt x="176" y="46"/>
                  <a:pt x="179" y="48"/>
                  <a:pt x="177" y="49"/>
                </a:cubicBezTo>
                <a:cubicBezTo>
                  <a:pt x="176" y="50"/>
                  <a:pt x="171" y="51"/>
                  <a:pt x="171" y="52"/>
                </a:cubicBezTo>
                <a:cubicBezTo>
                  <a:pt x="169" y="54"/>
                  <a:pt x="172" y="57"/>
                  <a:pt x="170" y="59"/>
                </a:cubicBezTo>
                <a:cubicBezTo>
                  <a:pt x="168" y="57"/>
                  <a:pt x="168" y="53"/>
                  <a:pt x="166" y="50"/>
                </a:cubicBezTo>
                <a:cubicBezTo>
                  <a:pt x="168" y="53"/>
                  <a:pt x="157" y="52"/>
                  <a:pt x="157" y="52"/>
                </a:cubicBezTo>
                <a:cubicBezTo>
                  <a:pt x="154" y="52"/>
                  <a:pt x="148" y="54"/>
                  <a:pt x="145" y="50"/>
                </a:cubicBezTo>
                <a:cubicBezTo>
                  <a:pt x="144" y="49"/>
                  <a:pt x="144" y="44"/>
                  <a:pt x="146" y="45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2" y="43"/>
                  <a:pt x="125" y="47"/>
                  <a:pt x="117" y="51"/>
                </a:cubicBezTo>
                <a:cubicBezTo>
                  <a:pt x="118" y="51"/>
                  <a:pt x="119" y="51"/>
                  <a:pt x="120" y="50"/>
                </a:cubicBezTo>
                <a:cubicBezTo>
                  <a:pt x="122" y="50"/>
                  <a:pt x="124" y="48"/>
                  <a:pt x="126" y="47"/>
                </a:cubicBezTo>
                <a:cubicBezTo>
                  <a:pt x="128" y="46"/>
                  <a:pt x="134" y="43"/>
                  <a:pt x="136" y="46"/>
                </a:cubicBezTo>
                <a:cubicBezTo>
                  <a:pt x="137" y="45"/>
                  <a:pt x="137" y="45"/>
                  <a:pt x="138" y="44"/>
                </a:cubicBezTo>
                <a:cubicBezTo>
                  <a:pt x="139" y="46"/>
                  <a:pt x="141" y="48"/>
                  <a:pt x="143" y="51"/>
                </a:cubicBezTo>
                <a:cubicBezTo>
                  <a:pt x="141" y="50"/>
                  <a:pt x="137" y="50"/>
                  <a:pt x="135" y="50"/>
                </a:cubicBezTo>
                <a:cubicBezTo>
                  <a:pt x="133" y="51"/>
                  <a:pt x="130" y="51"/>
                  <a:pt x="130" y="53"/>
                </a:cubicBezTo>
                <a:cubicBezTo>
                  <a:pt x="130" y="55"/>
                  <a:pt x="131" y="57"/>
                  <a:pt x="131" y="58"/>
                </a:cubicBezTo>
                <a:cubicBezTo>
                  <a:pt x="128" y="56"/>
                  <a:pt x="125" y="52"/>
                  <a:pt x="121" y="51"/>
                </a:cubicBezTo>
                <a:cubicBezTo>
                  <a:pt x="119" y="51"/>
                  <a:pt x="117" y="51"/>
                  <a:pt x="115" y="52"/>
                </a:cubicBezTo>
                <a:cubicBezTo>
                  <a:pt x="91" y="65"/>
                  <a:pt x="71" y="84"/>
                  <a:pt x="56" y="107"/>
                </a:cubicBezTo>
                <a:cubicBezTo>
                  <a:pt x="57" y="108"/>
                  <a:pt x="58" y="109"/>
                  <a:pt x="59" y="109"/>
                </a:cubicBezTo>
                <a:cubicBezTo>
                  <a:pt x="62" y="110"/>
                  <a:pt x="59" y="117"/>
                  <a:pt x="64" y="113"/>
                </a:cubicBezTo>
                <a:cubicBezTo>
                  <a:pt x="66" y="115"/>
                  <a:pt x="66" y="116"/>
                  <a:pt x="65" y="118"/>
                </a:cubicBezTo>
                <a:cubicBezTo>
                  <a:pt x="65" y="118"/>
                  <a:pt x="75" y="124"/>
                  <a:pt x="76" y="125"/>
                </a:cubicBezTo>
                <a:cubicBezTo>
                  <a:pt x="78" y="126"/>
                  <a:pt x="80" y="128"/>
                  <a:pt x="81" y="130"/>
                </a:cubicBezTo>
                <a:cubicBezTo>
                  <a:pt x="82" y="132"/>
                  <a:pt x="80" y="134"/>
                  <a:pt x="79" y="135"/>
                </a:cubicBezTo>
                <a:cubicBezTo>
                  <a:pt x="78" y="134"/>
                  <a:pt x="75" y="130"/>
                  <a:pt x="74" y="131"/>
                </a:cubicBezTo>
                <a:cubicBezTo>
                  <a:pt x="73" y="133"/>
                  <a:pt x="74" y="139"/>
                  <a:pt x="77" y="139"/>
                </a:cubicBezTo>
                <a:cubicBezTo>
                  <a:pt x="73" y="139"/>
                  <a:pt x="75" y="155"/>
                  <a:pt x="74" y="158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3" y="161"/>
                  <a:pt x="76" y="173"/>
                  <a:pt x="81" y="172"/>
                </a:cubicBezTo>
                <a:cubicBezTo>
                  <a:pt x="78" y="172"/>
                  <a:pt x="87" y="184"/>
                  <a:pt x="88" y="185"/>
                </a:cubicBezTo>
                <a:cubicBezTo>
                  <a:pt x="91" y="187"/>
                  <a:pt x="95" y="188"/>
                  <a:pt x="97" y="192"/>
                </a:cubicBezTo>
                <a:cubicBezTo>
                  <a:pt x="100" y="195"/>
                  <a:pt x="100" y="201"/>
                  <a:pt x="103" y="203"/>
                </a:cubicBezTo>
                <a:cubicBezTo>
                  <a:pt x="102" y="206"/>
                  <a:pt x="108" y="210"/>
                  <a:pt x="108" y="214"/>
                </a:cubicBezTo>
                <a:cubicBezTo>
                  <a:pt x="108" y="214"/>
                  <a:pt x="107" y="214"/>
                  <a:pt x="107" y="215"/>
                </a:cubicBezTo>
                <a:cubicBezTo>
                  <a:pt x="108" y="218"/>
                  <a:pt x="113" y="218"/>
                  <a:pt x="115" y="221"/>
                </a:cubicBezTo>
                <a:cubicBezTo>
                  <a:pt x="116" y="223"/>
                  <a:pt x="115" y="228"/>
                  <a:pt x="118" y="227"/>
                </a:cubicBezTo>
                <a:cubicBezTo>
                  <a:pt x="118" y="222"/>
                  <a:pt x="115" y="216"/>
                  <a:pt x="112" y="212"/>
                </a:cubicBezTo>
                <a:cubicBezTo>
                  <a:pt x="110" y="209"/>
                  <a:pt x="109" y="207"/>
                  <a:pt x="108" y="204"/>
                </a:cubicBezTo>
                <a:cubicBezTo>
                  <a:pt x="106" y="202"/>
                  <a:pt x="106" y="199"/>
                  <a:pt x="105" y="197"/>
                </a:cubicBezTo>
                <a:cubicBezTo>
                  <a:pt x="106" y="197"/>
                  <a:pt x="112" y="199"/>
                  <a:pt x="111" y="200"/>
                </a:cubicBezTo>
                <a:cubicBezTo>
                  <a:pt x="109" y="205"/>
                  <a:pt x="119" y="214"/>
                  <a:pt x="122" y="217"/>
                </a:cubicBezTo>
                <a:cubicBezTo>
                  <a:pt x="123" y="218"/>
                  <a:pt x="128" y="225"/>
                  <a:pt x="125" y="225"/>
                </a:cubicBezTo>
                <a:cubicBezTo>
                  <a:pt x="129" y="225"/>
                  <a:pt x="133" y="230"/>
                  <a:pt x="135" y="233"/>
                </a:cubicBezTo>
                <a:cubicBezTo>
                  <a:pt x="137" y="236"/>
                  <a:pt x="136" y="241"/>
                  <a:pt x="138" y="245"/>
                </a:cubicBezTo>
                <a:cubicBezTo>
                  <a:pt x="139" y="250"/>
                  <a:pt x="146" y="252"/>
                  <a:pt x="150" y="255"/>
                </a:cubicBezTo>
                <a:cubicBezTo>
                  <a:pt x="154" y="256"/>
                  <a:pt x="157" y="259"/>
                  <a:pt x="160" y="260"/>
                </a:cubicBezTo>
                <a:cubicBezTo>
                  <a:pt x="166" y="262"/>
                  <a:pt x="167" y="260"/>
                  <a:pt x="171" y="260"/>
                </a:cubicBezTo>
                <a:cubicBezTo>
                  <a:pt x="178" y="259"/>
                  <a:pt x="179" y="266"/>
                  <a:pt x="184" y="269"/>
                </a:cubicBezTo>
                <a:cubicBezTo>
                  <a:pt x="187" y="270"/>
                  <a:pt x="194" y="273"/>
                  <a:pt x="198" y="271"/>
                </a:cubicBezTo>
                <a:cubicBezTo>
                  <a:pt x="196" y="272"/>
                  <a:pt x="203" y="282"/>
                  <a:pt x="204" y="283"/>
                </a:cubicBezTo>
                <a:cubicBezTo>
                  <a:pt x="206" y="286"/>
                  <a:pt x="210" y="287"/>
                  <a:pt x="213" y="290"/>
                </a:cubicBezTo>
                <a:cubicBezTo>
                  <a:pt x="213" y="290"/>
                  <a:pt x="214" y="289"/>
                  <a:pt x="214" y="288"/>
                </a:cubicBezTo>
                <a:cubicBezTo>
                  <a:pt x="213" y="291"/>
                  <a:pt x="218" y="296"/>
                  <a:pt x="221" y="296"/>
                </a:cubicBezTo>
                <a:cubicBezTo>
                  <a:pt x="223" y="295"/>
                  <a:pt x="224" y="290"/>
                  <a:pt x="224" y="288"/>
                </a:cubicBezTo>
                <a:cubicBezTo>
                  <a:pt x="219" y="290"/>
                  <a:pt x="215" y="288"/>
                  <a:pt x="212" y="283"/>
                </a:cubicBezTo>
                <a:cubicBezTo>
                  <a:pt x="211" y="282"/>
                  <a:pt x="207" y="275"/>
                  <a:pt x="211" y="275"/>
                </a:cubicBezTo>
                <a:cubicBezTo>
                  <a:pt x="216" y="275"/>
                  <a:pt x="212" y="271"/>
                  <a:pt x="212" y="268"/>
                </a:cubicBezTo>
                <a:cubicBezTo>
                  <a:pt x="211" y="264"/>
                  <a:pt x="208" y="262"/>
                  <a:pt x="206" y="259"/>
                </a:cubicBezTo>
                <a:cubicBezTo>
                  <a:pt x="205" y="262"/>
                  <a:pt x="200" y="261"/>
                  <a:pt x="198" y="259"/>
                </a:cubicBezTo>
                <a:cubicBezTo>
                  <a:pt x="198" y="259"/>
                  <a:pt x="197" y="261"/>
                  <a:pt x="197" y="262"/>
                </a:cubicBezTo>
                <a:cubicBezTo>
                  <a:pt x="196" y="262"/>
                  <a:pt x="195" y="262"/>
                  <a:pt x="194" y="261"/>
                </a:cubicBezTo>
                <a:cubicBezTo>
                  <a:pt x="194" y="258"/>
                  <a:pt x="194" y="255"/>
                  <a:pt x="195" y="251"/>
                </a:cubicBezTo>
                <a:cubicBezTo>
                  <a:pt x="196" y="247"/>
                  <a:pt x="205" y="238"/>
                  <a:pt x="194" y="239"/>
                </a:cubicBezTo>
                <a:cubicBezTo>
                  <a:pt x="190" y="239"/>
                  <a:pt x="188" y="240"/>
                  <a:pt x="187" y="244"/>
                </a:cubicBezTo>
                <a:cubicBezTo>
                  <a:pt x="186" y="247"/>
                  <a:pt x="186" y="249"/>
                  <a:pt x="183" y="251"/>
                </a:cubicBezTo>
                <a:cubicBezTo>
                  <a:pt x="181" y="252"/>
                  <a:pt x="173" y="251"/>
                  <a:pt x="171" y="250"/>
                </a:cubicBezTo>
                <a:cubicBezTo>
                  <a:pt x="166" y="247"/>
                  <a:pt x="163" y="239"/>
                  <a:pt x="163" y="234"/>
                </a:cubicBezTo>
                <a:cubicBezTo>
                  <a:pt x="163" y="227"/>
                  <a:pt x="166" y="221"/>
                  <a:pt x="163" y="215"/>
                </a:cubicBezTo>
                <a:cubicBezTo>
                  <a:pt x="164" y="213"/>
                  <a:pt x="166" y="211"/>
                  <a:pt x="168" y="210"/>
                </a:cubicBezTo>
                <a:cubicBezTo>
                  <a:pt x="169" y="209"/>
                  <a:pt x="171" y="210"/>
                  <a:pt x="172" y="207"/>
                </a:cubicBezTo>
                <a:cubicBezTo>
                  <a:pt x="171" y="207"/>
                  <a:pt x="170" y="206"/>
                  <a:pt x="170" y="206"/>
                </a:cubicBezTo>
                <a:cubicBezTo>
                  <a:pt x="173" y="208"/>
                  <a:pt x="180" y="203"/>
                  <a:pt x="184" y="206"/>
                </a:cubicBezTo>
                <a:cubicBezTo>
                  <a:pt x="186" y="207"/>
                  <a:pt x="188" y="208"/>
                  <a:pt x="189" y="205"/>
                </a:cubicBezTo>
                <a:cubicBezTo>
                  <a:pt x="189" y="205"/>
                  <a:pt x="187" y="202"/>
                  <a:pt x="188" y="200"/>
                </a:cubicBezTo>
                <a:cubicBezTo>
                  <a:pt x="189" y="204"/>
                  <a:pt x="192" y="205"/>
                  <a:pt x="196" y="202"/>
                </a:cubicBezTo>
                <a:cubicBezTo>
                  <a:pt x="197" y="203"/>
                  <a:pt x="201" y="203"/>
                  <a:pt x="204" y="204"/>
                </a:cubicBezTo>
                <a:cubicBezTo>
                  <a:pt x="207" y="206"/>
                  <a:pt x="207" y="209"/>
                  <a:pt x="211" y="205"/>
                </a:cubicBezTo>
                <a:cubicBezTo>
                  <a:pt x="213" y="208"/>
                  <a:pt x="213" y="208"/>
                  <a:pt x="214" y="211"/>
                </a:cubicBezTo>
                <a:cubicBezTo>
                  <a:pt x="214" y="214"/>
                  <a:pt x="216" y="221"/>
                  <a:pt x="218" y="222"/>
                </a:cubicBezTo>
                <a:cubicBezTo>
                  <a:pt x="224" y="225"/>
                  <a:pt x="222" y="217"/>
                  <a:pt x="222" y="214"/>
                </a:cubicBezTo>
                <a:cubicBezTo>
                  <a:pt x="222" y="213"/>
                  <a:pt x="222" y="205"/>
                  <a:pt x="221" y="205"/>
                </a:cubicBezTo>
                <a:cubicBezTo>
                  <a:pt x="213" y="203"/>
                  <a:pt x="216" y="197"/>
                  <a:pt x="221" y="193"/>
                </a:cubicBezTo>
                <a:cubicBezTo>
                  <a:pt x="222" y="192"/>
                  <a:pt x="227" y="190"/>
                  <a:pt x="230" y="188"/>
                </a:cubicBezTo>
                <a:cubicBezTo>
                  <a:pt x="232" y="186"/>
                  <a:pt x="235" y="183"/>
                  <a:pt x="234" y="179"/>
                </a:cubicBezTo>
                <a:cubicBezTo>
                  <a:pt x="235" y="179"/>
                  <a:pt x="236" y="178"/>
                  <a:pt x="236" y="177"/>
                </a:cubicBezTo>
                <a:cubicBezTo>
                  <a:pt x="236" y="177"/>
                  <a:pt x="233" y="174"/>
                  <a:pt x="232" y="175"/>
                </a:cubicBezTo>
                <a:cubicBezTo>
                  <a:pt x="234" y="174"/>
                  <a:pt x="234" y="172"/>
                  <a:pt x="233" y="171"/>
                </a:cubicBezTo>
                <a:cubicBezTo>
                  <a:pt x="235" y="169"/>
                  <a:pt x="234" y="166"/>
                  <a:pt x="236" y="165"/>
                </a:cubicBezTo>
                <a:cubicBezTo>
                  <a:pt x="239" y="169"/>
                  <a:pt x="245" y="165"/>
                  <a:pt x="242" y="162"/>
                </a:cubicBezTo>
                <a:cubicBezTo>
                  <a:pt x="244" y="158"/>
                  <a:pt x="250" y="160"/>
                  <a:pt x="252" y="157"/>
                </a:cubicBezTo>
                <a:cubicBezTo>
                  <a:pt x="255" y="158"/>
                  <a:pt x="253" y="153"/>
                  <a:pt x="255" y="150"/>
                </a:cubicBezTo>
                <a:cubicBezTo>
                  <a:pt x="256" y="148"/>
                  <a:pt x="259" y="148"/>
                  <a:pt x="262" y="147"/>
                </a:cubicBezTo>
                <a:cubicBezTo>
                  <a:pt x="262" y="147"/>
                  <a:pt x="268" y="143"/>
                  <a:pt x="266" y="143"/>
                </a:cubicBezTo>
                <a:cubicBezTo>
                  <a:pt x="270" y="144"/>
                  <a:pt x="279" y="139"/>
                  <a:pt x="272" y="135"/>
                </a:cubicBezTo>
                <a:cubicBezTo>
                  <a:pt x="273" y="133"/>
                  <a:pt x="270" y="132"/>
                  <a:pt x="268" y="132"/>
                </a:cubicBezTo>
                <a:cubicBezTo>
                  <a:pt x="269" y="131"/>
                  <a:pt x="272" y="132"/>
                  <a:pt x="273" y="131"/>
                </a:cubicBezTo>
                <a:cubicBezTo>
                  <a:pt x="276" y="129"/>
                  <a:pt x="274" y="128"/>
                  <a:pt x="271" y="127"/>
                </a:cubicBezTo>
                <a:cubicBezTo>
                  <a:pt x="268" y="126"/>
                  <a:pt x="263" y="128"/>
                  <a:pt x="261" y="130"/>
                </a:cubicBezTo>
                <a:cubicBezTo>
                  <a:pt x="259" y="132"/>
                  <a:pt x="257" y="134"/>
                  <a:pt x="255" y="135"/>
                </a:cubicBezTo>
                <a:close/>
                <a:moveTo>
                  <a:pt x="308" y="302"/>
                </a:moveTo>
                <a:cubicBezTo>
                  <a:pt x="306" y="301"/>
                  <a:pt x="303" y="301"/>
                  <a:pt x="301" y="300"/>
                </a:cubicBezTo>
                <a:cubicBezTo>
                  <a:pt x="299" y="300"/>
                  <a:pt x="298" y="299"/>
                  <a:pt x="295" y="298"/>
                </a:cubicBezTo>
                <a:cubicBezTo>
                  <a:pt x="296" y="293"/>
                  <a:pt x="290" y="292"/>
                  <a:pt x="287" y="289"/>
                </a:cubicBezTo>
                <a:cubicBezTo>
                  <a:pt x="284" y="287"/>
                  <a:pt x="282" y="284"/>
                  <a:pt x="277" y="285"/>
                </a:cubicBezTo>
                <a:cubicBezTo>
                  <a:pt x="276" y="285"/>
                  <a:pt x="271" y="287"/>
                  <a:pt x="272" y="288"/>
                </a:cubicBezTo>
                <a:cubicBezTo>
                  <a:pt x="269" y="285"/>
                  <a:pt x="268" y="284"/>
                  <a:pt x="263" y="282"/>
                </a:cubicBezTo>
                <a:cubicBezTo>
                  <a:pt x="259" y="281"/>
                  <a:pt x="257" y="276"/>
                  <a:pt x="253" y="281"/>
                </a:cubicBezTo>
                <a:cubicBezTo>
                  <a:pt x="251" y="283"/>
                  <a:pt x="252" y="286"/>
                  <a:pt x="251" y="288"/>
                </a:cubicBezTo>
                <a:cubicBezTo>
                  <a:pt x="247" y="285"/>
                  <a:pt x="254" y="282"/>
                  <a:pt x="251" y="279"/>
                </a:cubicBezTo>
                <a:cubicBezTo>
                  <a:pt x="248" y="275"/>
                  <a:pt x="243" y="281"/>
                  <a:pt x="240" y="282"/>
                </a:cubicBezTo>
                <a:cubicBezTo>
                  <a:pt x="239" y="284"/>
                  <a:pt x="237" y="284"/>
                  <a:pt x="236" y="286"/>
                </a:cubicBezTo>
                <a:cubicBezTo>
                  <a:pt x="235" y="287"/>
                  <a:pt x="234" y="290"/>
                  <a:pt x="233" y="291"/>
                </a:cubicBezTo>
                <a:cubicBezTo>
                  <a:pt x="233" y="289"/>
                  <a:pt x="228" y="290"/>
                  <a:pt x="228" y="288"/>
                </a:cubicBezTo>
                <a:cubicBezTo>
                  <a:pt x="229" y="294"/>
                  <a:pt x="229" y="301"/>
                  <a:pt x="230" y="307"/>
                </a:cubicBezTo>
                <a:cubicBezTo>
                  <a:pt x="231" y="310"/>
                  <a:pt x="230" y="316"/>
                  <a:pt x="227" y="319"/>
                </a:cubicBezTo>
                <a:cubicBezTo>
                  <a:pt x="224" y="321"/>
                  <a:pt x="221" y="324"/>
                  <a:pt x="220" y="329"/>
                </a:cubicBezTo>
                <a:cubicBezTo>
                  <a:pt x="220" y="332"/>
                  <a:pt x="220" y="334"/>
                  <a:pt x="223" y="335"/>
                </a:cubicBezTo>
                <a:cubicBezTo>
                  <a:pt x="223" y="339"/>
                  <a:pt x="219" y="342"/>
                  <a:pt x="219" y="346"/>
                </a:cubicBezTo>
                <a:cubicBezTo>
                  <a:pt x="219" y="346"/>
                  <a:pt x="220" y="348"/>
                  <a:pt x="220" y="350"/>
                </a:cubicBezTo>
                <a:cubicBezTo>
                  <a:pt x="254" y="344"/>
                  <a:pt x="285" y="327"/>
                  <a:pt x="308" y="302"/>
                </a:cubicBezTo>
                <a:close/>
              </a:path>
            </a:pathLst>
          </a:custGeom>
          <a:solidFill>
            <a:srgbClr val="222A35"/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Freeform 103"/>
          <p:cNvSpPr>
            <a:spLocks noEditPoints="1"/>
          </p:cNvSpPr>
          <p:nvPr/>
        </p:nvSpPr>
        <p:spPr bwMode="auto">
          <a:xfrm>
            <a:off x="3969693" y="2746147"/>
            <a:ext cx="356343" cy="524723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rgbClr val="222A35"/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Freeform 63"/>
          <p:cNvSpPr>
            <a:spLocks noEditPoints="1"/>
          </p:cNvSpPr>
          <p:nvPr/>
        </p:nvSpPr>
        <p:spPr bwMode="auto">
          <a:xfrm>
            <a:off x="5974623" y="2817691"/>
            <a:ext cx="524359" cy="381634"/>
          </a:xfrm>
          <a:custGeom>
            <a:avLst/>
            <a:gdLst/>
            <a:ahLst/>
            <a:cxnLst>
              <a:cxn ang="0">
                <a:pos x="62" y="57"/>
              </a:cxn>
              <a:cxn ang="0">
                <a:pos x="18" y="57"/>
              </a:cxn>
              <a:cxn ang="0">
                <a:pos x="0" y="39"/>
              </a:cxn>
              <a:cxn ang="0">
                <a:pos x="11" y="23"/>
              </a:cxn>
              <a:cxn ang="0">
                <a:pos x="11" y="21"/>
              </a:cxn>
              <a:cxn ang="0">
                <a:pos x="31" y="0"/>
              </a:cxn>
              <a:cxn ang="0">
                <a:pos x="50" y="13"/>
              </a:cxn>
              <a:cxn ang="0">
                <a:pos x="57" y="11"/>
              </a:cxn>
              <a:cxn ang="0">
                <a:pos x="67" y="21"/>
              </a:cxn>
              <a:cxn ang="0">
                <a:pos x="66" y="27"/>
              </a:cxn>
              <a:cxn ang="0">
                <a:pos x="78" y="42"/>
              </a:cxn>
              <a:cxn ang="0">
                <a:pos x="62" y="57"/>
              </a:cxn>
              <a:cxn ang="0">
                <a:pos x="51" y="31"/>
              </a:cxn>
              <a:cxn ang="0">
                <a:pos x="42" y="31"/>
              </a:cxn>
              <a:cxn ang="0">
                <a:pos x="42" y="17"/>
              </a:cxn>
              <a:cxn ang="0">
                <a:pos x="40" y="16"/>
              </a:cxn>
              <a:cxn ang="0">
                <a:pos x="33" y="16"/>
              </a:cxn>
              <a:cxn ang="0">
                <a:pos x="31" y="17"/>
              </a:cxn>
              <a:cxn ang="0">
                <a:pos x="31" y="31"/>
              </a:cxn>
              <a:cxn ang="0">
                <a:pos x="22" y="31"/>
              </a:cxn>
              <a:cxn ang="0">
                <a:pos x="21" y="33"/>
              </a:cxn>
              <a:cxn ang="0">
                <a:pos x="21" y="34"/>
              </a:cxn>
              <a:cxn ang="0">
                <a:pos x="36" y="48"/>
              </a:cxn>
              <a:cxn ang="0">
                <a:pos x="36" y="48"/>
              </a:cxn>
              <a:cxn ang="0">
                <a:pos x="37" y="48"/>
              </a:cxn>
              <a:cxn ang="0">
                <a:pos x="51" y="34"/>
              </a:cxn>
              <a:cxn ang="0">
                <a:pos x="52" y="33"/>
              </a:cxn>
              <a:cxn ang="0">
                <a:pos x="51" y="31"/>
              </a:cxn>
            </a:cxnLst>
            <a:rect l="0" t="0" r="r" b="b"/>
            <a:pathLst>
              <a:path w="78" h="57">
                <a:moveTo>
                  <a:pt x="62" y="57"/>
                </a:moveTo>
                <a:cubicBezTo>
                  <a:pt x="18" y="57"/>
                  <a:pt x="18" y="57"/>
                  <a:pt x="18" y="57"/>
                </a:cubicBezTo>
                <a:cubicBezTo>
                  <a:pt x="9" y="57"/>
                  <a:pt x="0" y="49"/>
                  <a:pt x="0" y="39"/>
                </a:cubicBezTo>
                <a:cubicBezTo>
                  <a:pt x="0" y="32"/>
                  <a:pt x="5" y="26"/>
                  <a:pt x="11" y="23"/>
                </a:cubicBezTo>
                <a:cubicBezTo>
                  <a:pt x="11" y="22"/>
                  <a:pt x="11" y="22"/>
                  <a:pt x="11" y="21"/>
                </a:cubicBezTo>
                <a:cubicBezTo>
                  <a:pt x="11" y="10"/>
                  <a:pt x="20" y="0"/>
                  <a:pt x="31" y="0"/>
                </a:cubicBezTo>
                <a:cubicBezTo>
                  <a:pt x="40" y="0"/>
                  <a:pt x="47" y="6"/>
                  <a:pt x="50" y="13"/>
                </a:cubicBezTo>
                <a:cubicBezTo>
                  <a:pt x="52" y="12"/>
                  <a:pt x="55" y="11"/>
                  <a:pt x="57" y="11"/>
                </a:cubicBezTo>
                <a:cubicBezTo>
                  <a:pt x="63" y="11"/>
                  <a:pt x="67" y="15"/>
                  <a:pt x="67" y="21"/>
                </a:cubicBezTo>
                <a:cubicBezTo>
                  <a:pt x="67" y="23"/>
                  <a:pt x="67" y="25"/>
                  <a:pt x="66" y="27"/>
                </a:cubicBezTo>
                <a:cubicBezTo>
                  <a:pt x="73" y="28"/>
                  <a:pt x="78" y="34"/>
                  <a:pt x="78" y="42"/>
                </a:cubicBezTo>
                <a:cubicBezTo>
                  <a:pt x="78" y="50"/>
                  <a:pt x="71" y="57"/>
                  <a:pt x="62" y="57"/>
                </a:cubicBezTo>
                <a:close/>
                <a:moveTo>
                  <a:pt x="51" y="31"/>
                </a:moveTo>
                <a:cubicBezTo>
                  <a:pt x="42" y="31"/>
                  <a:pt x="42" y="31"/>
                  <a:pt x="42" y="31"/>
                </a:cubicBezTo>
                <a:cubicBezTo>
                  <a:pt x="42" y="17"/>
                  <a:pt x="42" y="17"/>
                  <a:pt x="42" y="17"/>
                </a:cubicBezTo>
                <a:cubicBezTo>
                  <a:pt x="42" y="16"/>
                  <a:pt x="41" y="16"/>
                  <a:pt x="40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32" y="16"/>
                  <a:pt x="31" y="16"/>
                  <a:pt x="31" y="17"/>
                </a:cubicBezTo>
                <a:cubicBezTo>
                  <a:pt x="31" y="31"/>
                  <a:pt x="31" y="31"/>
                  <a:pt x="31" y="31"/>
                </a:cubicBezTo>
                <a:cubicBezTo>
                  <a:pt x="22" y="31"/>
                  <a:pt x="22" y="31"/>
                  <a:pt x="22" y="31"/>
                </a:cubicBezTo>
                <a:cubicBezTo>
                  <a:pt x="22" y="31"/>
                  <a:pt x="21" y="32"/>
                  <a:pt x="21" y="33"/>
                </a:cubicBezTo>
                <a:cubicBezTo>
                  <a:pt x="21" y="33"/>
                  <a:pt x="21" y="33"/>
                  <a:pt x="21" y="34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7" y="48"/>
                  <a:pt x="37" y="48"/>
                  <a:pt x="37" y="48"/>
                </a:cubicBezTo>
                <a:cubicBezTo>
                  <a:pt x="51" y="34"/>
                  <a:pt x="51" y="34"/>
                  <a:pt x="51" y="34"/>
                </a:cubicBezTo>
                <a:cubicBezTo>
                  <a:pt x="52" y="33"/>
                  <a:pt x="52" y="33"/>
                  <a:pt x="52" y="33"/>
                </a:cubicBezTo>
                <a:cubicBezTo>
                  <a:pt x="52" y="32"/>
                  <a:pt x="51" y="31"/>
                  <a:pt x="51" y="31"/>
                </a:cubicBezTo>
                <a:close/>
              </a:path>
            </a:pathLst>
          </a:custGeom>
          <a:solidFill>
            <a:srgbClr val="222A35"/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10237" y="4685035"/>
            <a:ext cx="1982726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48710" y="4234470"/>
            <a:ext cx="1763447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31436" y="4741018"/>
            <a:ext cx="1982726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69909" y="4290453"/>
            <a:ext cx="1763447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255444" y="4741018"/>
            <a:ext cx="1982726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93917" y="4290453"/>
            <a:ext cx="1763447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40922" y="45198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906" y="-139869"/>
            <a:ext cx="2279964" cy="1645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/>
      <p:bldP spid="4" grpId="0" bldLvl="0"/>
      <p:bldP spid="5" grpId="0" bldLvl="0"/>
      <p:bldP spid="6" grpId="0" bldLvl="0"/>
      <p:bldP spid="13" grpId="0" bldLvl="0"/>
      <p:bldP spid="14" grpId="0" bldLvl="0"/>
      <p:bldP spid="15" grpId="0" bldLvl="0"/>
      <p:bldP spid="16" grpId="0" bldLvl="0"/>
      <p:bldP spid="17" grpId="0" bldLvl="0"/>
      <p:bldP spid="18" grpId="0" bldLvl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0922" y="43747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矩形: 圆角 5"/>
          <p:cNvSpPr/>
          <p:nvPr/>
        </p:nvSpPr>
        <p:spPr>
          <a:xfrm>
            <a:off x="6567329" y="2112403"/>
            <a:ext cx="654704" cy="654704"/>
          </a:xfrm>
          <a:prstGeom prst="roundRect">
            <a:avLst/>
          </a:prstGeom>
          <a:noFill/>
          <a:ln>
            <a:solidFill>
              <a:srgbClr val="6C666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D45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矩形: 圆角 6"/>
          <p:cNvSpPr/>
          <p:nvPr/>
        </p:nvSpPr>
        <p:spPr>
          <a:xfrm>
            <a:off x="6579234" y="3383176"/>
            <a:ext cx="654704" cy="654704"/>
          </a:xfrm>
          <a:prstGeom prst="roundRect">
            <a:avLst/>
          </a:prstGeom>
          <a:noFill/>
          <a:ln>
            <a:solidFill>
              <a:srgbClr val="6C666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D45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14192" y="2296227"/>
            <a:ext cx="3547745" cy="57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69740" y="1959760"/>
            <a:ext cx="2050415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69742" y="3637982"/>
            <a:ext cx="3547745" cy="57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25292" y="3301432"/>
            <a:ext cx="273431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: 圆角 6"/>
          <p:cNvSpPr/>
          <p:nvPr/>
        </p:nvSpPr>
        <p:spPr>
          <a:xfrm>
            <a:off x="6567169" y="4671591"/>
            <a:ext cx="654704" cy="654704"/>
          </a:xfrm>
          <a:prstGeom prst="roundRect">
            <a:avLst/>
          </a:prstGeom>
          <a:noFill/>
          <a:ln>
            <a:solidFill>
              <a:srgbClr val="6C666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D45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57677" y="4926397"/>
            <a:ext cx="3547745" cy="57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13227" y="4589847"/>
            <a:ext cx="273431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65"/>
          <a:stretch>
            <a:fillRect/>
          </a:stretch>
        </p:blipFill>
        <p:spPr>
          <a:xfrm>
            <a:off x="991246" y="2101134"/>
            <a:ext cx="5188291" cy="322516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801" y="-286142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/>
      <p:bldP spid="7" grpId="0" bldLvl="0"/>
      <p:bldP spid="8" grpId="0" bldLvl="0"/>
      <p:bldP spid="9" grpId="0" bldLvl="0"/>
      <p:bldP spid="11" grpId="0" bldLvl="0"/>
      <p:bldP spid="12" grpId="0" bldLvl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2741136" y="1293920"/>
            <a:ext cx="6542842" cy="42701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893536" y="1446320"/>
            <a:ext cx="6239832" cy="3976285"/>
          </a:xfrm>
          <a:prstGeom prst="ellipse">
            <a:avLst/>
          </a:prstGeom>
          <a:noFill/>
          <a:ln w="41275">
            <a:solidFill>
              <a:srgbClr val="3A61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08228" y="2671010"/>
            <a:ext cx="4519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>
                <a:solidFill>
                  <a:schemeClr val="tx1">
                    <a:lumMod val="85000"/>
                    <a:lumOff val="1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</a:defRPr>
            </a:lvl1pPr>
          </a:lstStyle>
          <a:p>
            <a:r>
              <a:rPr lang="zh-CN" altLang="en-US" smtClean="0">
                <a:sym typeface="+mn-lt"/>
              </a:rPr>
              <a:t>填入标题</a:t>
            </a:r>
            <a:endParaRPr lang="zh-CN" altLang="en-US" dirty="0"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9524" y="3813283"/>
            <a:ext cx="5679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Loem ipsum dolor sameman tanam casectetur adipiscing elit tamam dalam qoue sampe. dolor sameman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5065" y="1689624"/>
            <a:ext cx="2948212" cy="106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4800" dirty="0">
                <a:solidFill>
                  <a:srgbClr val="3A6166"/>
                </a:solidFill>
                <a:cs typeface="+mn-ea"/>
                <a:sym typeface="+mn-lt"/>
              </a:rPr>
              <a:t>PART 03</a:t>
            </a:r>
            <a:endParaRPr lang="en-US" sz="4800" dirty="0">
              <a:solidFill>
                <a:srgbClr val="3A6166"/>
              </a:solidFill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760" y="212346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77"/>
          <a:stretch>
            <a:fillRect/>
          </a:stretch>
        </p:blipFill>
        <p:spPr>
          <a:xfrm>
            <a:off x="5218989" y="0"/>
            <a:ext cx="3589554" cy="689689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235308" y="2723594"/>
            <a:ext cx="2324349" cy="216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矩形: 圆角 5"/>
          <p:cNvSpPr/>
          <p:nvPr/>
        </p:nvSpPr>
        <p:spPr>
          <a:xfrm>
            <a:off x="1191288" y="2128169"/>
            <a:ext cx="654704" cy="654704"/>
          </a:xfrm>
          <a:prstGeom prst="roundRect">
            <a:avLst/>
          </a:prstGeom>
          <a:noFill/>
          <a:ln>
            <a:solidFill>
              <a:srgbClr val="6C666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D45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: 圆角 6"/>
          <p:cNvSpPr/>
          <p:nvPr/>
        </p:nvSpPr>
        <p:spPr>
          <a:xfrm>
            <a:off x="1203193" y="3398942"/>
            <a:ext cx="654704" cy="654704"/>
          </a:xfrm>
          <a:prstGeom prst="roundRect">
            <a:avLst/>
          </a:prstGeom>
          <a:noFill/>
          <a:ln>
            <a:solidFill>
              <a:srgbClr val="6C666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D45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8152" y="2311993"/>
            <a:ext cx="3360822" cy="61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93699" y="1975526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93702" y="3653748"/>
            <a:ext cx="3360822" cy="61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49251" y="3317198"/>
            <a:ext cx="273431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: 圆角 6"/>
          <p:cNvSpPr/>
          <p:nvPr/>
        </p:nvSpPr>
        <p:spPr>
          <a:xfrm>
            <a:off x="1191128" y="4687357"/>
            <a:ext cx="654704" cy="654704"/>
          </a:xfrm>
          <a:prstGeom prst="roundRect">
            <a:avLst/>
          </a:prstGeom>
          <a:noFill/>
          <a:ln>
            <a:solidFill>
              <a:srgbClr val="6C666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D45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81637" y="4942163"/>
            <a:ext cx="3360822" cy="61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37186" y="4605613"/>
            <a:ext cx="273431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760" y="212346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/>
      <p:bldP spid="9" grpId="0" bldLvl="0"/>
      <p:bldP spid="10" grpId="0" bldLvl="0"/>
      <p:bldP spid="11" grpId="0" bldLvl="0"/>
      <p:bldP spid="12" grpId="0" bldLvl="0"/>
      <p:bldP spid="14" grpId="0" bldLvl="0"/>
      <p:bldP spid="15" grpId="0" bldLvl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6"/>
          <p:cNvSpPr txBox="1"/>
          <p:nvPr/>
        </p:nvSpPr>
        <p:spPr>
          <a:xfrm>
            <a:off x="3054983" y="5414601"/>
            <a:ext cx="758317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请在此添加文本内容， 请在此添加文本内容，请在此添加文本内容，请在此添加文本内容， 请在此添加文本内容， 请在此添加文本内容， 请在此添加文本内容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TextBox 70"/>
          <p:cNvSpPr txBox="1"/>
          <p:nvPr/>
        </p:nvSpPr>
        <p:spPr>
          <a:xfrm>
            <a:off x="2984250" y="4954246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22A35"/>
                </a:solidFill>
                <a:cs typeface="+mn-ea"/>
                <a:sym typeface="+mn-lt"/>
              </a:rPr>
              <a:t>请添加标题</a:t>
            </a:r>
            <a:endParaRPr lang="zh-CN" altLang="en-US" sz="2400" b="1" dirty="0">
              <a:solidFill>
                <a:srgbClr val="222A35"/>
              </a:solidFill>
              <a:cs typeface="+mn-ea"/>
              <a:sym typeface="+mn-lt"/>
            </a:endParaRPr>
          </a:p>
        </p:txBody>
      </p:sp>
      <p:sp>
        <p:nvSpPr>
          <p:cNvPr id="4" name="Freeform 28"/>
          <p:cNvSpPr>
            <a:spLocks noEditPoints="1"/>
          </p:cNvSpPr>
          <p:nvPr/>
        </p:nvSpPr>
        <p:spPr bwMode="auto">
          <a:xfrm>
            <a:off x="1841498" y="5097736"/>
            <a:ext cx="843280" cy="626745"/>
          </a:xfrm>
          <a:custGeom>
            <a:avLst/>
            <a:gdLst>
              <a:gd name="T0" fmla="*/ 44 w 209"/>
              <a:gd name="T1" fmla="*/ 99 h 155"/>
              <a:gd name="T2" fmla="*/ 24 w 209"/>
              <a:gd name="T3" fmla="*/ 87 h 155"/>
              <a:gd name="T4" fmla="*/ 28 w 209"/>
              <a:gd name="T5" fmla="*/ 4 h 155"/>
              <a:gd name="T6" fmla="*/ 179 w 209"/>
              <a:gd name="T7" fmla="*/ 4 h 155"/>
              <a:gd name="T8" fmla="*/ 182 w 209"/>
              <a:gd name="T9" fmla="*/ 87 h 155"/>
              <a:gd name="T10" fmla="*/ 161 w 209"/>
              <a:gd name="T11" fmla="*/ 99 h 155"/>
              <a:gd name="T12" fmla="*/ 209 w 209"/>
              <a:gd name="T13" fmla="*/ 141 h 155"/>
              <a:gd name="T14" fmla="*/ 7 w 209"/>
              <a:gd name="T15" fmla="*/ 155 h 155"/>
              <a:gd name="T16" fmla="*/ 63 w 209"/>
              <a:gd name="T17" fmla="*/ 102 h 155"/>
              <a:gd name="T18" fmla="*/ 63 w 209"/>
              <a:gd name="T19" fmla="*/ 99 h 155"/>
              <a:gd name="T20" fmla="*/ 36 w 209"/>
              <a:gd name="T21" fmla="*/ 12 h 155"/>
              <a:gd name="T22" fmla="*/ 36 w 209"/>
              <a:gd name="T23" fmla="*/ 12 h 155"/>
              <a:gd name="T24" fmla="*/ 36 w 209"/>
              <a:gd name="T25" fmla="*/ 87 h 155"/>
              <a:gd name="T26" fmla="*/ 170 w 209"/>
              <a:gd name="T27" fmla="*/ 87 h 155"/>
              <a:gd name="T28" fmla="*/ 170 w 209"/>
              <a:gd name="T29" fmla="*/ 12 h 155"/>
              <a:gd name="T30" fmla="*/ 27 w 209"/>
              <a:gd name="T31" fmla="*/ 133 h 155"/>
              <a:gd name="T32" fmla="*/ 31 w 209"/>
              <a:gd name="T33" fmla="*/ 126 h 155"/>
              <a:gd name="T34" fmla="*/ 61 w 209"/>
              <a:gd name="T35" fmla="*/ 115 h 155"/>
              <a:gd name="T36" fmla="*/ 157 w 209"/>
              <a:gd name="T37" fmla="*/ 110 h 155"/>
              <a:gd name="T38" fmla="*/ 170 w 209"/>
              <a:gd name="T39" fmla="*/ 110 h 155"/>
              <a:gd name="T40" fmla="*/ 140 w 209"/>
              <a:gd name="T41" fmla="*/ 115 h 155"/>
              <a:gd name="T42" fmla="*/ 139 w 209"/>
              <a:gd name="T43" fmla="*/ 110 h 155"/>
              <a:gd name="T44" fmla="*/ 136 w 209"/>
              <a:gd name="T45" fmla="*/ 115 h 155"/>
              <a:gd name="T46" fmla="*/ 103 w 209"/>
              <a:gd name="T47" fmla="*/ 110 h 155"/>
              <a:gd name="T48" fmla="*/ 117 w 209"/>
              <a:gd name="T49" fmla="*/ 110 h 155"/>
              <a:gd name="T50" fmla="*/ 84 w 209"/>
              <a:gd name="T51" fmla="*/ 115 h 155"/>
              <a:gd name="T52" fmla="*/ 85 w 209"/>
              <a:gd name="T53" fmla="*/ 110 h 155"/>
              <a:gd name="T54" fmla="*/ 80 w 209"/>
              <a:gd name="T55" fmla="*/ 115 h 155"/>
              <a:gd name="T56" fmla="*/ 152 w 209"/>
              <a:gd name="T57" fmla="*/ 117 h 155"/>
              <a:gd name="T58" fmla="*/ 175 w 209"/>
              <a:gd name="T59" fmla="*/ 117 h 155"/>
              <a:gd name="T60" fmla="*/ 134 w 209"/>
              <a:gd name="T61" fmla="*/ 123 h 155"/>
              <a:gd name="T62" fmla="*/ 132 w 209"/>
              <a:gd name="T63" fmla="*/ 117 h 155"/>
              <a:gd name="T64" fmla="*/ 129 w 209"/>
              <a:gd name="T65" fmla="*/ 123 h 155"/>
              <a:gd name="T66" fmla="*/ 94 w 209"/>
              <a:gd name="T67" fmla="*/ 117 h 155"/>
              <a:gd name="T68" fmla="*/ 109 w 209"/>
              <a:gd name="T69" fmla="*/ 117 h 155"/>
              <a:gd name="T70" fmla="*/ 73 w 209"/>
              <a:gd name="T71" fmla="*/ 123 h 155"/>
              <a:gd name="T72" fmla="*/ 75 w 209"/>
              <a:gd name="T73" fmla="*/ 117 h 155"/>
              <a:gd name="T74" fmla="*/ 68 w 209"/>
              <a:gd name="T75" fmla="*/ 123 h 155"/>
              <a:gd name="T76" fmla="*/ 37 w 209"/>
              <a:gd name="T77" fmla="*/ 117 h 155"/>
              <a:gd name="T78" fmla="*/ 51 w 209"/>
              <a:gd name="T79" fmla="*/ 117 h 155"/>
              <a:gd name="T80" fmla="*/ 163 w 209"/>
              <a:gd name="T81" fmla="*/ 133 h 155"/>
              <a:gd name="T82" fmla="*/ 160 w 209"/>
              <a:gd name="T83" fmla="*/ 126 h 155"/>
              <a:gd name="T84" fmla="*/ 158 w 209"/>
              <a:gd name="T85" fmla="*/ 133 h 155"/>
              <a:gd name="T86" fmla="*/ 119 w 209"/>
              <a:gd name="T87" fmla="*/ 126 h 155"/>
              <a:gd name="T88" fmla="*/ 135 w 209"/>
              <a:gd name="T89" fmla="*/ 126 h 155"/>
              <a:gd name="T90" fmla="*/ 98 w 209"/>
              <a:gd name="T91" fmla="*/ 133 h 155"/>
              <a:gd name="T92" fmla="*/ 98 w 209"/>
              <a:gd name="T93" fmla="*/ 126 h 155"/>
              <a:gd name="T94" fmla="*/ 92 w 209"/>
              <a:gd name="T95" fmla="*/ 133 h 155"/>
              <a:gd name="T96" fmla="*/ 57 w 209"/>
              <a:gd name="T97" fmla="*/ 126 h 155"/>
              <a:gd name="T98" fmla="*/ 73 w 209"/>
              <a:gd name="T99" fmla="*/ 12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09" h="155">
                <a:moveTo>
                  <a:pt x="27" y="102"/>
                </a:moveTo>
                <a:cubicBezTo>
                  <a:pt x="44" y="102"/>
                  <a:pt x="44" y="102"/>
                  <a:pt x="44" y="102"/>
                </a:cubicBezTo>
                <a:cubicBezTo>
                  <a:pt x="44" y="99"/>
                  <a:pt x="44" y="99"/>
                  <a:pt x="44" y="99"/>
                </a:cubicBezTo>
                <a:cubicBezTo>
                  <a:pt x="36" y="99"/>
                  <a:pt x="36" y="99"/>
                  <a:pt x="36" y="99"/>
                </a:cubicBezTo>
                <a:cubicBezTo>
                  <a:pt x="33" y="99"/>
                  <a:pt x="30" y="98"/>
                  <a:pt x="28" y="96"/>
                </a:cubicBezTo>
                <a:cubicBezTo>
                  <a:pt x="25" y="93"/>
                  <a:pt x="24" y="90"/>
                  <a:pt x="24" y="87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9"/>
                  <a:pt x="25" y="6"/>
                  <a:pt x="28" y="4"/>
                </a:cubicBezTo>
                <a:cubicBezTo>
                  <a:pt x="28" y="4"/>
                  <a:pt x="28" y="4"/>
                  <a:pt x="28" y="4"/>
                </a:cubicBezTo>
                <a:cubicBezTo>
                  <a:pt x="30" y="1"/>
                  <a:pt x="33" y="0"/>
                  <a:pt x="36" y="0"/>
                </a:cubicBezTo>
                <a:cubicBezTo>
                  <a:pt x="170" y="0"/>
                  <a:pt x="170" y="0"/>
                  <a:pt x="170" y="0"/>
                </a:cubicBezTo>
                <a:cubicBezTo>
                  <a:pt x="173" y="0"/>
                  <a:pt x="177" y="1"/>
                  <a:pt x="179" y="4"/>
                </a:cubicBezTo>
                <a:cubicBezTo>
                  <a:pt x="179" y="4"/>
                  <a:pt x="179" y="4"/>
                  <a:pt x="179" y="4"/>
                </a:cubicBezTo>
                <a:cubicBezTo>
                  <a:pt x="181" y="6"/>
                  <a:pt x="182" y="9"/>
                  <a:pt x="182" y="12"/>
                </a:cubicBezTo>
                <a:cubicBezTo>
                  <a:pt x="182" y="87"/>
                  <a:pt x="182" y="87"/>
                  <a:pt x="182" y="87"/>
                </a:cubicBezTo>
                <a:cubicBezTo>
                  <a:pt x="182" y="90"/>
                  <a:pt x="181" y="93"/>
                  <a:pt x="179" y="96"/>
                </a:cubicBezTo>
                <a:cubicBezTo>
                  <a:pt x="177" y="98"/>
                  <a:pt x="173" y="99"/>
                  <a:pt x="170" y="99"/>
                </a:cubicBezTo>
                <a:cubicBezTo>
                  <a:pt x="161" y="99"/>
                  <a:pt x="161" y="99"/>
                  <a:pt x="161" y="99"/>
                </a:cubicBezTo>
                <a:cubicBezTo>
                  <a:pt x="161" y="102"/>
                  <a:pt x="161" y="102"/>
                  <a:pt x="161" y="102"/>
                </a:cubicBezTo>
                <a:cubicBezTo>
                  <a:pt x="180" y="102"/>
                  <a:pt x="180" y="102"/>
                  <a:pt x="180" y="102"/>
                </a:cubicBezTo>
                <a:cubicBezTo>
                  <a:pt x="209" y="141"/>
                  <a:pt x="209" y="141"/>
                  <a:pt x="209" y="141"/>
                </a:cubicBezTo>
                <a:cubicBezTo>
                  <a:pt x="209" y="141"/>
                  <a:pt x="209" y="141"/>
                  <a:pt x="209" y="141"/>
                </a:cubicBezTo>
                <a:cubicBezTo>
                  <a:pt x="202" y="155"/>
                  <a:pt x="202" y="155"/>
                  <a:pt x="202" y="155"/>
                </a:cubicBezTo>
                <a:cubicBezTo>
                  <a:pt x="7" y="155"/>
                  <a:pt x="7" y="155"/>
                  <a:pt x="7" y="155"/>
                </a:cubicBezTo>
                <a:cubicBezTo>
                  <a:pt x="0" y="141"/>
                  <a:pt x="0" y="141"/>
                  <a:pt x="0" y="141"/>
                </a:cubicBezTo>
                <a:cubicBezTo>
                  <a:pt x="27" y="102"/>
                  <a:pt x="27" y="102"/>
                  <a:pt x="27" y="102"/>
                </a:cubicBezTo>
                <a:close/>
                <a:moveTo>
                  <a:pt x="63" y="102"/>
                </a:moveTo>
                <a:cubicBezTo>
                  <a:pt x="143" y="102"/>
                  <a:pt x="143" y="102"/>
                  <a:pt x="143" y="102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63" y="99"/>
                  <a:pt x="63" y="99"/>
                  <a:pt x="63" y="99"/>
                </a:cubicBezTo>
                <a:cubicBezTo>
                  <a:pt x="63" y="102"/>
                  <a:pt x="63" y="102"/>
                  <a:pt x="63" y="102"/>
                </a:cubicBezTo>
                <a:close/>
                <a:moveTo>
                  <a:pt x="170" y="12"/>
                </a:move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lose/>
                <a:moveTo>
                  <a:pt x="31" y="126"/>
                </a:moveTo>
                <a:cubicBezTo>
                  <a:pt x="30" y="128"/>
                  <a:pt x="28" y="131"/>
                  <a:pt x="27" y="133"/>
                </a:cubicBezTo>
                <a:cubicBezTo>
                  <a:pt x="34" y="133"/>
                  <a:pt x="41" y="133"/>
                  <a:pt x="48" y="133"/>
                </a:cubicBezTo>
                <a:cubicBezTo>
                  <a:pt x="49" y="131"/>
                  <a:pt x="50" y="128"/>
                  <a:pt x="51" y="126"/>
                </a:cubicBezTo>
                <a:cubicBezTo>
                  <a:pt x="44" y="126"/>
                  <a:pt x="38" y="126"/>
                  <a:pt x="31" y="126"/>
                </a:cubicBezTo>
                <a:close/>
                <a:moveTo>
                  <a:pt x="41" y="110"/>
                </a:moveTo>
                <a:cubicBezTo>
                  <a:pt x="40" y="111"/>
                  <a:pt x="39" y="113"/>
                  <a:pt x="38" y="115"/>
                </a:cubicBezTo>
                <a:cubicBezTo>
                  <a:pt x="46" y="115"/>
                  <a:pt x="53" y="115"/>
                  <a:pt x="61" y="115"/>
                </a:cubicBezTo>
                <a:cubicBezTo>
                  <a:pt x="62" y="113"/>
                  <a:pt x="62" y="111"/>
                  <a:pt x="63" y="110"/>
                </a:cubicBezTo>
                <a:cubicBezTo>
                  <a:pt x="56" y="110"/>
                  <a:pt x="49" y="110"/>
                  <a:pt x="41" y="110"/>
                </a:cubicBezTo>
                <a:close/>
                <a:moveTo>
                  <a:pt x="157" y="110"/>
                </a:moveTo>
                <a:cubicBezTo>
                  <a:pt x="157" y="111"/>
                  <a:pt x="158" y="113"/>
                  <a:pt x="159" y="115"/>
                </a:cubicBezTo>
                <a:cubicBezTo>
                  <a:pt x="164" y="115"/>
                  <a:pt x="169" y="115"/>
                  <a:pt x="173" y="115"/>
                </a:cubicBezTo>
                <a:cubicBezTo>
                  <a:pt x="172" y="113"/>
                  <a:pt x="171" y="111"/>
                  <a:pt x="170" y="110"/>
                </a:cubicBezTo>
                <a:cubicBezTo>
                  <a:pt x="166" y="110"/>
                  <a:pt x="161" y="110"/>
                  <a:pt x="157" y="110"/>
                </a:cubicBezTo>
                <a:close/>
                <a:moveTo>
                  <a:pt x="139" y="110"/>
                </a:moveTo>
                <a:cubicBezTo>
                  <a:pt x="139" y="111"/>
                  <a:pt x="140" y="113"/>
                  <a:pt x="140" y="115"/>
                </a:cubicBezTo>
                <a:cubicBezTo>
                  <a:pt x="145" y="115"/>
                  <a:pt x="150" y="115"/>
                  <a:pt x="155" y="115"/>
                </a:cubicBezTo>
                <a:cubicBezTo>
                  <a:pt x="154" y="113"/>
                  <a:pt x="153" y="111"/>
                  <a:pt x="152" y="110"/>
                </a:cubicBezTo>
                <a:cubicBezTo>
                  <a:pt x="148" y="110"/>
                  <a:pt x="143" y="110"/>
                  <a:pt x="139" y="110"/>
                </a:cubicBezTo>
                <a:close/>
                <a:moveTo>
                  <a:pt x="121" y="110"/>
                </a:moveTo>
                <a:cubicBezTo>
                  <a:pt x="121" y="111"/>
                  <a:pt x="121" y="113"/>
                  <a:pt x="122" y="115"/>
                </a:cubicBezTo>
                <a:cubicBezTo>
                  <a:pt x="126" y="115"/>
                  <a:pt x="131" y="115"/>
                  <a:pt x="136" y="115"/>
                </a:cubicBezTo>
                <a:cubicBezTo>
                  <a:pt x="135" y="113"/>
                  <a:pt x="135" y="111"/>
                  <a:pt x="134" y="110"/>
                </a:cubicBezTo>
                <a:cubicBezTo>
                  <a:pt x="130" y="110"/>
                  <a:pt x="125" y="110"/>
                  <a:pt x="121" y="110"/>
                </a:cubicBezTo>
                <a:close/>
                <a:moveTo>
                  <a:pt x="103" y="110"/>
                </a:moveTo>
                <a:cubicBezTo>
                  <a:pt x="103" y="111"/>
                  <a:pt x="103" y="113"/>
                  <a:pt x="103" y="115"/>
                </a:cubicBezTo>
                <a:cubicBezTo>
                  <a:pt x="108" y="115"/>
                  <a:pt x="113" y="115"/>
                  <a:pt x="117" y="115"/>
                </a:cubicBezTo>
                <a:cubicBezTo>
                  <a:pt x="117" y="113"/>
                  <a:pt x="117" y="111"/>
                  <a:pt x="117" y="110"/>
                </a:cubicBezTo>
                <a:cubicBezTo>
                  <a:pt x="112" y="110"/>
                  <a:pt x="108" y="110"/>
                  <a:pt x="103" y="110"/>
                </a:cubicBezTo>
                <a:close/>
                <a:moveTo>
                  <a:pt x="85" y="110"/>
                </a:moveTo>
                <a:cubicBezTo>
                  <a:pt x="85" y="111"/>
                  <a:pt x="85" y="113"/>
                  <a:pt x="84" y="115"/>
                </a:cubicBezTo>
                <a:cubicBezTo>
                  <a:pt x="89" y="115"/>
                  <a:pt x="94" y="115"/>
                  <a:pt x="98" y="115"/>
                </a:cubicBezTo>
                <a:cubicBezTo>
                  <a:pt x="99" y="113"/>
                  <a:pt x="99" y="111"/>
                  <a:pt x="99" y="110"/>
                </a:cubicBezTo>
                <a:cubicBezTo>
                  <a:pt x="94" y="110"/>
                  <a:pt x="90" y="110"/>
                  <a:pt x="85" y="110"/>
                </a:cubicBezTo>
                <a:close/>
                <a:moveTo>
                  <a:pt x="67" y="110"/>
                </a:moveTo>
                <a:cubicBezTo>
                  <a:pt x="67" y="111"/>
                  <a:pt x="66" y="113"/>
                  <a:pt x="66" y="115"/>
                </a:cubicBezTo>
                <a:cubicBezTo>
                  <a:pt x="70" y="115"/>
                  <a:pt x="75" y="115"/>
                  <a:pt x="80" y="115"/>
                </a:cubicBezTo>
                <a:cubicBezTo>
                  <a:pt x="80" y="113"/>
                  <a:pt x="81" y="111"/>
                  <a:pt x="81" y="110"/>
                </a:cubicBezTo>
                <a:cubicBezTo>
                  <a:pt x="77" y="110"/>
                  <a:pt x="72" y="110"/>
                  <a:pt x="67" y="110"/>
                </a:cubicBezTo>
                <a:close/>
                <a:moveTo>
                  <a:pt x="152" y="117"/>
                </a:moveTo>
                <a:cubicBezTo>
                  <a:pt x="153" y="119"/>
                  <a:pt x="153" y="121"/>
                  <a:pt x="154" y="123"/>
                </a:cubicBezTo>
                <a:cubicBezTo>
                  <a:pt x="162" y="123"/>
                  <a:pt x="170" y="123"/>
                  <a:pt x="178" y="123"/>
                </a:cubicBezTo>
                <a:cubicBezTo>
                  <a:pt x="177" y="121"/>
                  <a:pt x="176" y="119"/>
                  <a:pt x="175" y="117"/>
                </a:cubicBezTo>
                <a:cubicBezTo>
                  <a:pt x="167" y="117"/>
                  <a:pt x="160" y="117"/>
                  <a:pt x="152" y="117"/>
                </a:cubicBezTo>
                <a:close/>
                <a:moveTo>
                  <a:pt x="132" y="117"/>
                </a:moveTo>
                <a:cubicBezTo>
                  <a:pt x="133" y="119"/>
                  <a:pt x="133" y="121"/>
                  <a:pt x="134" y="123"/>
                </a:cubicBezTo>
                <a:cubicBezTo>
                  <a:pt x="139" y="123"/>
                  <a:pt x="144" y="123"/>
                  <a:pt x="149" y="123"/>
                </a:cubicBezTo>
                <a:cubicBezTo>
                  <a:pt x="148" y="121"/>
                  <a:pt x="148" y="119"/>
                  <a:pt x="147" y="117"/>
                </a:cubicBezTo>
                <a:cubicBezTo>
                  <a:pt x="142" y="117"/>
                  <a:pt x="137" y="117"/>
                  <a:pt x="132" y="117"/>
                </a:cubicBezTo>
                <a:close/>
                <a:moveTo>
                  <a:pt x="113" y="117"/>
                </a:moveTo>
                <a:cubicBezTo>
                  <a:pt x="113" y="119"/>
                  <a:pt x="114" y="121"/>
                  <a:pt x="114" y="123"/>
                </a:cubicBezTo>
                <a:cubicBezTo>
                  <a:pt x="119" y="123"/>
                  <a:pt x="124" y="123"/>
                  <a:pt x="129" y="123"/>
                </a:cubicBezTo>
                <a:cubicBezTo>
                  <a:pt x="129" y="121"/>
                  <a:pt x="128" y="119"/>
                  <a:pt x="128" y="117"/>
                </a:cubicBezTo>
                <a:cubicBezTo>
                  <a:pt x="123" y="117"/>
                  <a:pt x="118" y="117"/>
                  <a:pt x="113" y="117"/>
                </a:cubicBezTo>
                <a:close/>
                <a:moveTo>
                  <a:pt x="94" y="117"/>
                </a:moveTo>
                <a:cubicBezTo>
                  <a:pt x="94" y="119"/>
                  <a:pt x="94" y="121"/>
                  <a:pt x="93" y="123"/>
                </a:cubicBezTo>
                <a:cubicBezTo>
                  <a:pt x="99" y="123"/>
                  <a:pt x="104" y="123"/>
                  <a:pt x="109" y="123"/>
                </a:cubicBezTo>
                <a:cubicBezTo>
                  <a:pt x="109" y="121"/>
                  <a:pt x="109" y="119"/>
                  <a:pt x="109" y="117"/>
                </a:cubicBezTo>
                <a:cubicBezTo>
                  <a:pt x="104" y="117"/>
                  <a:pt x="99" y="117"/>
                  <a:pt x="94" y="117"/>
                </a:cubicBezTo>
                <a:close/>
                <a:moveTo>
                  <a:pt x="75" y="117"/>
                </a:moveTo>
                <a:cubicBezTo>
                  <a:pt x="74" y="119"/>
                  <a:pt x="74" y="121"/>
                  <a:pt x="73" y="123"/>
                </a:cubicBezTo>
                <a:cubicBezTo>
                  <a:pt x="79" y="123"/>
                  <a:pt x="84" y="123"/>
                  <a:pt x="89" y="123"/>
                </a:cubicBezTo>
                <a:cubicBezTo>
                  <a:pt x="89" y="121"/>
                  <a:pt x="89" y="119"/>
                  <a:pt x="90" y="117"/>
                </a:cubicBezTo>
                <a:cubicBezTo>
                  <a:pt x="85" y="117"/>
                  <a:pt x="80" y="117"/>
                  <a:pt x="75" y="117"/>
                </a:cubicBezTo>
                <a:close/>
                <a:moveTo>
                  <a:pt x="56" y="117"/>
                </a:moveTo>
                <a:cubicBezTo>
                  <a:pt x="55" y="119"/>
                  <a:pt x="54" y="121"/>
                  <a:pt x="53" y="123"/>
                </a:cubicBezTo>
                <a:cubicBezTo>
                  <a:pt x="58" y="123"/>
                  <a:pt x="63" y="123"/>
                  <a:pt x="68" y="123"/>
                </a:cubicBezTo>
                <a:cubicBezTo>
                  <a:pt x="69" y="121"/>
                  <a:pt x="70" y="119"/>
                  <a:pt x="70" y="117"/>
                </a:cubicBezTo>
                <a:cubicBezTo>
                  <a:pt x="65" y="117"/>
                  <a:pt x="60" y="117"/>
                  <a:pt x="56" y="117"/>
                </a:cubicBezTo>
                <a:close/>
                <a:moveTo>
                  <a:pt x="37" y="117"/>
                </a:moveTo>
                <a:cubicBezTo>
                  <a:pt x="35" y="119"/>
                  <a:pt x="34" y="121"/>
                  <a:pt x="33" y="123"/>
                </a:cubicBezTo>
                <a:cubicBezTo>
                  <a:pt x="38" y="123"/>
                  <a:pt x="43" y="123"/>
                  <a:pt x="48" y="123"/>
                </a:cubicBezTo>
                <a:cubicBezTo>
                  <a:pt x="49" y="121"/>
                  <a:pt x="50" y="119"/>
                  <a:pt x="51" y="117"/>
                </a:cubicBezTo>
                <a:cubicBezTo>
                  <a:pt x="46" y="117"/>
                  <a:pt x="41" y="117"/>
                  <a:pt x="37" y="117"/>
                </a:cubicBezTo>
                <a:close/>
                <a:moveTo>
                  <a:pt x="160" y="126"/>
                </a:moveTo>
                <a:cubicBezTo>
                  <a:pt x="161" y="128"/>
                  <a:pt x="162" y="131"/>
                  <a:pt x="163" y="133"/>
                </a:cubicBezTo>
                <a:cubicBezTo>
                  <a:pt x="170" y="133"/>
                  <a:pt x="177" y="133"/>
                  <a:pt x="184" y="133"/>
                </a:cubicBezTo>
                <a:cubicBezTo>
                  <a:pt x="183" y="131"/>
                  <a:pt x="182" y="128"/>
                  <a:pt x="180" y="126"/>
                </a:cubicBezTo>
                <a:cubicBezTo>
                  <a:pt x="174" y="126"/>
                  <a:pt x="167" y="126"/>
                  <a:pt x="160" y="126"/>
                </a:cubicBezTo>
                <a:close/>
                <a:moveTo>
                  <a:pt x="139" y="126"/>
                </a:moveTo>
                <a:cubicBezTo>
                  <a:pt x="140" y="128"/>
                  <a:pt x="141" y="131"/>
                  <a:pt x="141" y="133"/>
                </a:cubicBezTo>
                <a:cubicBezTo>
                  <a:pt x="147" y="133"/>
                  <a:pt x="152" y="133"/>
                  <a:pt x="158" y="133"/>
                </a:cubicBezTo>
                <a:cubicBezTo>
                  <a:pt x="157" y="131"/>
                  <a:pt x="156" y="128"/>
                  <a:pt x="155" y="126"/>
                </a:cubicBezTo>
                <a:cubicBezTo>
                  <a:pt x="150" y="126"/>
                  <a:pt x="145" y="126"/>
                  <a:pt x="139" y="126"/>
                </a:cubicBezTo>
                <a:close/>
                <a:moveTo>
                  <a:pt x="119" y="126"/>
                </a:moveTo>
                <a:cubicBezTo>
                  <a:pt x="119" y="128"/>
                  <a:pt x="119" y="131"/>
                  <a:pt x="119" y="133"/>
                </a:cubicBezTo>
                <a:cubicBezTo>
                  <a:pt x="125" y="133"/>
                  <a:pt x="131" y="133"/>
                  <a:pt x="136" y="133"/>
                </a:cubicBezTo>
                <a:cubicBezTo>
                  <a:pt x="136" y="131"/>
                  <a:pt x="135" y="128"/>
                  <a:pt x="135" y="126"/>
                </a:cubicBezTo>
                <a:cubicBezTo>
                  <a:pt x="129" y="126"/>
                  <a:pt x="124" y="126"/>
                  <a:pt x="119" y="126"/>
                </a:cubicBezTo>
                <a:close/>
                <a:moveTo>
                  <a:pt x="98" y="126"/>
                </a:moveTo>
                <a:cubicBezTo>
                  <a:pt x="98" y="128"/>
                  <a:pt x="98" y="131"/>
                  <a:pt x="98" y="133"/>
                </a:cubicBezTo>
                <a:cubicBezTo>
                  <a:pt x="103" y="133"/>
                  <a:pt x="109" y="133"/>
                  <a:pt x="115" y="133"/>
                </a:cubicBezTo>
                <a:cubicBezTo>
                  <a:pt x="114" y="131"/>
                  <a:pt x="114" y="128"/>
                  <a:pt x="114" y="126"/>
                </a:cubicBezTo>
                <a:cubicBezTo>
                  <a:pt x="109" y="126"/>
                  <a:pt x="103" y="126"/>
                  <a:pt x="98" y="126"/>
                </a:cubicBezTo>
                <a:close/>
                <a:moveTo>
                  <a:pt x="77" y="126"/>
                </a:moveTo>
                <a:cubicBezTo>
                  <a:pt x="77" y="128"/>
                  <a:pt x="76" y="131"/>
                  <a:pt x="76" y="133"/>
                </a:cubicBezTo>
                <a:cubicBezTo>
                  <a:pt x="81" y="133"/>
                  <a:pt x="87" y="133"/>
                  <a:pt x="92" y="133"/>
                </a:cubicBezTo>
                <a:cubicBezTo>
                  <a:pt x="93" y="131"/>
                  <a:pt x="93" y="128"/>
                  <a:pt x="93" y="126"/>
                </a:cubicBezTo>
                <a:cubicBezTo>
                  <a:pt x="88" y="126"/>
                  <a:pt x="83" y="126"/>
                  <a:pt x="77" y="126"/>
                </a:cubicBezTo>
                <a:close/>
                <a:moveTo>
                  <a:pt x="57" y="126"/>
                </a:moveTo>
                <a:cubicBezTo>
                  <a:pt x="56" y="128"/>
                  <a:pt x="55" y="131"/>
                  <a:pt x="54" y="133"/>
                </a:cubicBezTo>
                <a:cubicBezTo>
                  <a:pt x="60" y="133"/>
                  <a:pt x="65" y="133"/>
                  <a:pt x="71" y="133"/>
                </a:cubicBezTo>
                <a:cubicBezTo>
                  <a:pt x="71" y="131"/>
                  <a:pt x="72" y="128"/>
                  <a:pt x="73" y="126"/>
                </a:cubicBezTo>
                <a:cubicBezTo>
                  <a:pt x="67" y="126"/>
                  <a:pt x="62" y="126"/>
                  <a:pt x="57" y="126"/>
                </a:cubicBezTo>
                <a:close/>
              </a:path>
            </a:pathLst>
          </a:custGeom>
          <a:solidFill>
            <a:srgbClr val="222A35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838448" y="5097736"/>
            <a:ext cx="5715" cy="730250"/>
          </a:xfrm>
          <a:prstGeom prst="line">
            <a:avLst/>
          </a:prstGeom>
          <a:ln>
            <a:solidFill>
              <a:srgbClr val="6C66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1936037" y="2231716"/>
            <a:ext cx="654704" cy="654704"/>
          </a:xfrm>
          <a:prstGeom prst="roundRect">
            <a:avLst/>
          </a:prstGeom>
          <a:noFill/>
          <a:ln>
            <a:solidFill>
              <a:srgbClr val="6C66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935242" y="3532334"/>
            <a:ext cx="654704" cy="654704"/>
          </a:xfrm>
          <a:prstGeom prst="roundRect">
            <a:avLst/>
          </a:prstGeom>
          <a:noFill/>
          <a:ln>
            <a:solidFill>
              <a:srgbClr val="6C66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82900" y="2415540"/>
            <a:ext cx="3445510" cy="61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38448" y="2079073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38450" y="3799205"/>
            <a:ext cx="3347085" cy="61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94204" y="3462864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35"/>
          <a:stretch>
            <a:fillRect/>
          </a:stretch>
        </p:blipFill>
        <p:spPr>
          <a:xfrm>
            <a:off x="6620569" y="2112952"/>
            <a:ext cx="4110210" cy="268764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760" y="212346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 bldLvl="0"/>
      <p:bldP spid="9" grpId="0" bldLvl="0"/>
      <p:bldP spid="10" grpId="0" bldLvl="0"/>
      <p:bldP spid="11" grpId="0" bldLvl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双波形 2"/>
          <p:cNvSpPr/>
          <p:nvPr/>
        </p:nvSpPr>
        <p:spPr>
          <a:xfrm rot="16200000">
            <a:off x="6859315" y="1338753"/>
            <a:ext cx="8213836" cy="4180495"/>
          </a:xfrm>
          <a:prstGeom prst="doubleWave">
            <a:avLst>
              <a:gd name="adj1" fmla="val 7061"/>
              <a:gd name="adj2" fmla="val -180"/>
            </a:avLst>
          </a:prstGeom>
          <a:blipFill dpi="0" rotWithShape="1">
            <a:blip r:embed="rId1"/>
            <a:srcRect/>
            <a:stretch>
              <a:fillRect t="-40000" r="-152000"/>
            </a:stretch>
          </a:blipFill>
          <a:ln>
            <a:noFill/>
          </a:ln>
          <a:effectLst>
            <a:outerShdw blurRad="127000" dist="38100" dir="16200000" sx="101000" sy="101000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Freeform 28"/>
          <p:cNvSpPr>
            <a:spLocks noEditPoints="1"/>
          </p:cNvSpPr>
          <p:nvPr/>
        </p:nvSpPr>
        <p:spPr bwMode="auto">
          <a:xfrm>
            <a:off x="1836509" y="1957425"/>
            <a:ext cx="520700" cy="387350"/>
          </a:xfrm>
          <a:custGeom>
            <a:avLst/>
            <a:gdLst>
              <a:gd name="T0" fmla="*/ 44 w 209"/>
              <a:gd name="T1" fmla="*/ 99 h 155"/>
              <a:gd name="T2" fmla="*/ 24 w 209"/>
              <a:gd name="T3" fmla="*/ 87 h 155"/>
              <a:gd name="T4" fmla="*/ 28 w 209"/>
              <a:gd name="T5" fmla="*/ 4 h 155"/>
              <a:gd name="T6" fmla="*/ 179 w 209"/>
              <a:gd name="T7" fmla="*/ 4 h 155"/>
              <a:gd name="T8" fmla="*/ 182 w 209"/>
              <a:gd name="T9" fmla="*/ 87 h 155"/>
              <a:gd name="T10" fmla="*/ 161 w 209"/>
              <a:gd name="T11" fmla="*/ 99 h 155"/>
              <a:gd name="T12" fmla="*/ 209 w 209"/>
              <a:gd name="T13" fmla="*/ 141 h 155"/>
              <a:gd name="T14" fmla="*/ 7 w 209"/>
              <a:gd name="T15" fmla="*/ 155 h 155"/>
              <a:gd name="T16" fmla="*/ 63 w 209"/>
              <a:gd name="T17" fmla="*/ 102 h 155"/>
              <a:gd name="T18" fmla="*/ 63 w 209"/>
              <a:gd name="T19" fmla="*/ 99 h 155"/>
              <a:gd name="T20" fmla="*/ 36 w 209"/>
              <a:gd name="T21" fmla="*/ 12 h 155"/>
              <a:gd name="T22" fmla="*/ 36 w 209"/>
              <a:gd name="T23" fmla="*/ 12 h 155"/>
              <a:gd name="T24" fmla="*/ 36 w 209"/>
              <a:gd name="T25" fmla="*/ 87 h 155"/>
              <a:gd name="T26" fmla="*/ 170 w 209"/>
              <a:gd name="T27" fmla="*/ 87 h 155"/>
              <a:gd name="T28" fmla="*/ 170 w 209"/>
              <a:gd name="T29" fmla="*/ 12 h 155"/>
              <a:gd name="T30" fmla="*/ 27 w 209"/>
              <a:gd name="T31" fmla="*/ 133 h 155"/>
              <a:gd name="T32" fmla="*/ 31 w 209"/>
              <a:gd name="T33" fmla="*/ 126 h 155"/>
              <a:gd name="T34" fmla="*/ 61 w 209"/>
              <a:gd name="T35" fmla="*/ 115 h 155"/>
              <a:gd name="T36" fmla="*/ 157 w 209"/>
              <a:gd name="T37" fmla="*/ 110 h 155"/>
              <a:gd name="T38" fmla="*/ 170 w 209"/>
              <a:gd name="T39" fmla="*/ 110 h 155"/>
              <a:gd name="T40" fmla="*/ 140 w 209"/>
              <a:gd name="T41" fmla="*/ 115 h 155"/>
              <a:gd name="T42" fmla="*/ 139 w 209"/>
              <a:gd name="T43" fmla="*/ 110 h 155"/>
              <a:gd name="T44" fmla="*/ 136 w 209"/>
              <a:gd name="T45" fmla="*/ 115 h 155"/>
              <a:gd name="T46" fmla="*/ 103 w 209"/>
              <a:gd name="T47" fmla="*/ 110 h 155"/>
              <a:gd name="T48" fmla="*/ 117 w 209"/>
              <a:gd name="T49" fmla="*/ 110 h 155"/>
              <a:gd name="T50" fmla="*/ 84 w 209"/>
              <a:gd name="T51" fmla="*/ 115 h 155"/>
              <a:gd name="T52" fmla="*/ 85 w 209"/>
              <a:gd name="T53" fmla="*/ 110 h 155"/>
              <a:gd name="T54" fmla="*/ 80 w 209"/>
              <a:gd name="T55" fmla="*/ 115 h 155"/>
              <a:gd name="T56" fmla="*/ 152 w 209"/>
              <a:gd name="T57" fmla="*/ 117 h 155"/>
              <a:gd name="T58" fmla="*/ 175 w 209"/>
              <a:gd name="T59" fmla="*/ 117 h 155"/>
              <a:gd name="T60" fmla="*/ 134 w 209"/>
              <a:gd name="T61" fmla="*/ 123 h 155"/>
              <a:gd name="T62" fmla="*/ 132 w 209"/>
              <a:gd name="T63" fmla="*/ 117 h 155"/>
              <a:gd name="T64" fmla="*/ 129 w 209"/>
              <a:gd name="T65" fmla="*/ 123 h 155"/>
              <a:gd name="T66" fmla="*/ 94 w 209"/>
              <a:gd name="T67" fmla="*/ 117 h 155"/>
              <a:gd name="T68" fmla="*/ 109 w 209"/>
              <a:gd name="T69" fmla="*/ 117 h 155"/>
              <a:gd name="T70" fmla="*/ 73 w 209"/>
              <a:gd name="T71" fmla="*/ 123 h 155"/>
              <a:gd name="T72" fmla="*/ 75 w 209"/>
              <a:gd name="T73" fmla="*/ 117 h 155"/>
              <a:gd name="T74" fmla="*/ 68 w 209"/>
              <a:gd name="T75" fmla="*/ 123 h 155"/>
              <a:gd name="T76" fmla="*/ 37 w 209"/>
              <a:gd name="T77" fmla="*/ 117 h 155"/>
              <a:gd name="T78" fmla="*/ 51 w 209"/>
              <a:gd name="T79" fmla="*/ 117 h 155"/>
              <a:gd name="T80" fmla="*/ 163 w 209"/>
              <a:gd name="T81" fmla="*/ 133 h 155"/>
              <a:gd name="T82" fmla="*/ 160 w 209"/>
              <a:gd name="T83" fmla="*/ 126 h 155"/>
              <a:gd name="T84" fmla="*/ 158 w 209"/>
              <a:gd name="T85" fmla="*/ 133 h 155"/>
              <a:gd name="T86" fmla="*/ 119 w 209"/>
              <a:gd name="T87" fmla="*/ 126 h 155"/>
              <a:gd name="T88" fmla="*/ 135 w 209"/>
              <a:gd name="T89" fmla="*/ 126 h 155"/>
              <a:gd name="T90" fmla="*/ 98 w 209"/>
              <a:gd name="T91" fmla="*/ 133 h 155"/>
              <a:gd name="T92" fmla="*/ 98 w 209"/>
              <a:gd name="T93" fmla="*/ 126 h 155"/>
              <a:gd name="T94" fmla="*/ 92 w 209"/>
              <a:gd name="T95" fmla="*/ 133 h 155"/>
              <a:gd name="T96" fmla="*/ 57 w 209"/>
              <a:gd name="T97" fmla="*/ 126 h 155"/>
              <a:gd name="T98" fmla="*/ 73 w 209"/>
              <a:gd name="T99" fmla="*/ 12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09" h="155">
                <a:moveTo>
                  <a:pt x="27" y="102"/>
                </a:moveTo>
                <a:cubicBezTo>
                  <a:pt x="44" y="102"/>
                  <a:pt x="44" y="102"/>
                  <a:pt x="44" y="102"/>
                </a:cubicBezTo>
                <a:cubicBezTo>
                  <a:pt x="44" y="99"/>
                  <a:pt x="44" y="99"/>
                  <a:pt x="44" y="99"/>
                </a:cubicBezTo>
                <a:cubicBezTo>
                  <a:pt x="36" y="99"/>
                  <a:pt x="36" y="99"/>
                  <a:pt x="36" y="99"/>
                </a:cubicBezTo>
                <a:cubicBezTo>
                  <a:pt x="33" y="99"/>
                  <a:pt x="30" y="98"/>
                  <a:pt x="28" y="96"/>
                </a:cubicBezTo>
                <a:cubicBezTo>
                  <a:pt x="25" y="93"/>
                  <a:pt x="24" y="90"/>
                  <a:pt x="24" y="87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9"/>
                  <a:pt x="25" y="6"/>
                  <a:pt x="28" y="4"/>
                </a:cubicBezTo>
                <a:cubicBezTo>
                  <a:pt x="28" y="4"/>
                  <a:pt x="28" y="4"/>
                  <a:pt x="28" y="4"/>
                </a:cubicBezTo>
                <a:cubicBezTo>
                  <a:pt x="30" y="1"/>
                  <a:pt x="33" y="0"/>
                  <a:pt x="36" y="0"/>
                </a:cubicBezTo>
                <a:cubicBezTo>
                  <a:pt x="170" y="0"/>
                  <a:pt x="170" y="0"/>
                  <a:pt x="170" y="0"/>
                </a:cubicBezTo>
                <a:cubicBezTo>
                  <a:pt x="173" y="0"/>
                  <a:pt x="177" y="1"/>
                  <a:pt x="179" y="4"/>
                </a:cubicBezTo>
                <a:cubicBezTo>
                  <a:pt x="179" y="4"/>
                  <a:pt x="179" y="4"/>
                  <a:pt x="179" y="4"/>
                </a:cubicBezTo>
                <a:cubicBezTo>
                  <a:pt x="181" y="6"/>
                  <a:pt x="182" y="9"/>
                  <a:pt x="182" y="12"/>
                </a:cubicBezTo>
                <a:cubicBezTo>
                  <a:pt x="182" y="87"/>
                  <a:pt x="182" y="87"/>
                  <a:pt x="182" y="87"/>
                </a:cubicBezTo>
                <a:cubicBezTo>
                  <a:pt x="182" y="90"/>
                  <a:pt x="181" y="93"/>
                  <a:pt x="179" y="96"/>
                </a:cubicBezTo>
                <a:cubicBezTo>
                  <a:pt x="177" y="98"/>
                  <a:pt x="173" y="99"/>
                  <a:pt x="170" y="99"/>
                </a:cubicBezTo>
                <a:cubicBezTo>
                  <a:pt x="161" y="99"/>
                  <a:pt x="161" y="99"/>
                  <a:pt x="161" y="99"/>
                </a:cubicBezTo>
                <a:cubicBezTo>
                  <a:pt x="161" y="102"/>
                  <a:pt x="161" y="102"/>
                  <a:pt x="161" y="102"/>
                </a:cubicBezTo>
                <a:cubicBezTo>
                  <a:pt x="180" y="102"/>
                  <a:pt x="180" y="102"/>
                  <a:pt x="180" y="102"/>
                </a:cubicBezTo>
                <a:cubicBezTo>
                  <a:pt x="209" y="141"/>
                  <a:pt x="209" y="141"/>
                  <a:pt x="209" y="141"/>
                </a:cubicBezTo>
                <a:cubicBezTo>
                  <a:pt x="209" y="141"/>
                  <a:pt x="209" y="141"/>
                  <a:pt x="209" y="141"/>
                </a:cubicBezTo>
                <a:cubicBezTo>
                  <a:pt x="202" y="155"/>
                  <a:pt x="202" y="155"/>
                  <a:pt x="202" y="155"/>
                </a:cubicBezTo>
                <a:cubicBezTo>
                  <a:pt x="7" y="155"/>
                  <a:pt x="7" y="155"/>
                  <a:pt x="7" y="155"/>
                </a:cubicBezTo>
                <a:cubicBezTo>
                  <a:pt x="0" y="141"/>
                  <a:pt x="0" y="141"/>
                  <a:pt x="0" y="141"/>
                </a:cubicBezTo>
                <a:cubicBezTo>
                  <a:pt x="27" y="102"/>
                  <a:pt x="27" y="102"/>
                  <a:pt x="27" y="102"/>
                </a:cubicBezTo>
                <a:close/>
                <a:moveTo>
                  <a:pt x="63" y="102"/>
                </a:moveTo>
                <a:cubicBezTo>
                  <a:pt x="143" y="102"/>
                  <a:pt x="143" y="102"/>
                  <a:pt x="143" y="102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63" y="99"/>
                  <a:pt x="63" y="99"/>
                  <a:pt x="63" y="99"/>
                </a:cubicBezTo>
                <a:cubicBezTo>
                  <a:pt x="63" y="102"/>
                  <a:pt x="63" y="102"/>
                  <a:pt x="63" y="102"/>
                </a:cubicBezTo>
                <a:close/>
                <a:moveTo>
                  <a:pt x="170" y="12"/>
                </a:move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lose/>
                <a:moveTo>
                  <a:pt x="31" y="126"/>
                </a:moveTo>
                <a:cubicBezTo>
                  <a:pt x="30" y="128"/>
                  <a:pt x="28" y="131"/>
                  <a:pt x="27" y="133"/>
                </a:cubicBezTo>
                <a:cubicBezTo>
                  <a:pt x="34" y="133"/>
                  <a:pt x="41" y="133"/>
                  <a:pt x="48" y="133"/>
                </a:cubicBezTo>
                <a:cubicBezTo>
                  <a:pt x="49" y="131"/>
                  <a:pt x="50" y="128"/>
                  <a:pt x="51" y="126"/>
                </a:cubicBezTo>
                <a:cubicBezTo>
                  <a:pt x="44" y="126"/>
                  <a:pt x="38" y="126"/>
                  <a:pt x="31" y="126"/>
                </a:cubicBezTo>
                <a:close/>
                <a:moveTo>
                  <a:pt x="41" y="110"/>
                </a:moveTo>
                <a:cubicBezTo>
                  <a:pt x="40" y="111"/>
                  <a:pt x="39" y="113"/>
                  <a:pt x="38" y="115"/>
                </a:cubicBezTo>
                <a:cubicBezTo>
                  <a:pt x="46" y="115"/>
                  <a:pt x="53" y="115"/>
                  <a:pt x="61" y="115"/>
                </a:cubicBezTo>
                <a:cubicBezTo>
                  <a:pt x="62" y="113"/>
                  <a:pt x="62" y="111"/>
                  <a:pt x="63" y="110"/>
                </a:cubicBezTo>
                <a:cubicBezTo>
                  <a:pt x="56" y="110"/>
                  <a:pt x="49" y="110"/>
                  <a:pt x="41" y="110"/>
                </a:cubicBezTo>
                <a:close/>
                <a:moveTo>
                  <a:pt x="157" y="110"/>
                </a:moveTo>
                <a:cubicBezTo>
                  <a:pt x="157" y="111"/>
                  <a:pt x="158" y="113"/>
                  <a:pt x="159" y="115"/>
                </a:cubicBezTo>
                <a:cubicBezTo>
                  <a:pt x="164" y="115"/>
                  <a:pt x="169" y="115"/>
                  <a:pt x="173" y="115"/>
                </a:cubicBezTo>
                <a:cubicBezTo>
                  <a:pt x="172" y="113"/>
                  <a:pt x="171" y="111"/>
                  <a:pt x="170" y="110"/>
                </a:cubicBezTo>
                <a:cubicBezTo>
                  <a:pt x="166" y="110"/>
                  <a:pt x="161" y="110"/>
                  <a:pt x="157" y="110"/>
                </a:cubicBezTo>
                <a:close/>
                <a:moveTo>
                  <a:pt x="139" y="110"/>
                </a:moveTo>
                <a:cubicBezTo>
                  <a:pt x="139" y="111"/>
                  <a:pt x="140" y="113"/>
                  <a:pt x="140" y="115"/>
                </a:cubicBezTo>
                <a:cubicBezTo>
                  <a:pt x="145" y="115"/>
                  <a:pt x="150" y="115"/>
                  <a:pt x="155" y="115"/>
                </a:cubicBezTo>
                <a:cubicBezTo>
                  <a:pt x="154" y="113"/>
                  <a:pt x="153" y="111"/>
                  <a:pt x="152" y="110"/>
                </a:cubicBezTo>
                <a:cubicBezTo>
                  <a:pt x="148" y="110"/>
                  <a:pt x="143" y="110"/>
                  <a:pt x="139" y="110"/>
                </a:cubicBezTo>
                <a:close/>
                <a:moveTo>
                  <a:pt x="121" y="110"/>
                </a:moveTo>
                <a:cubicBezTo>
                  <a:pt x="121" y="111"/>
                  <a:pt x="121" y="113"/>
                  <a:pt x="122" y="115"/>
                </a:cubicBezTo>
                <a:cubicBezTo>
                  <a:pt x="126" y="115"/>
                  <a:pt x="131" y="115"/>
                  <a:pt x="136" y="115"/>
                </a:cubicBezTo>
                <a:cubicBezTo>
                  <a:pt x="135" y="113"/>
                  <a:pt x="135" y="111"/>
                  <a:pt x="134" y="110"/>
                </a:cubicBezTo>
                <a:cubicBezTo>
                  <a:pt x="130" y="110"/>
                  <a:pt x="125" y="110"/>
                  <a:pt x="121" y="110"/>
                </a:cubicBezTo>
                <a:close/>
                <a:moveTo>
                  <a:pt x="103" y="110"/>
                </a:moveTo>
                <a:cubicBezTo>
                  <a:pt x="103" y="111"/>
                  <a:pt x="103" y="113"/>
                  <a:pt x="103" y="115"/>
                </a:cubicBezTo>
                <a:cubicBezTo>
                  <a:pt x="108" y="115"/>
                  <a:pt x="113" y="115"/>
                  <a:pt x="117" y="115"/>
                </a:cubicBezTo>
                <a:cubicBezTo>
                  <a:pt x="117" y="113"/>
                  <a:pt x="117" y="111"/>
                  <a:pt x="117" y="110"/>
                </a:cubicBezTo>
                <a:cubicBezTo>
                  <a:pt x="112" y="110"/>
                  <a:pt x="108" y="110"/>
                  <a:pt x="103" y="110"/>
                </a:cubicBezTo>
                <a:close/>
                <a:moveTo>
                  <a:pt x="85" y="110"/>
                </a:moveTo>
                <a:cubicBezTo>
                  <a:pt x="85" y="111"/>
                  <a:pt x="85" y="113"/>
                  <a:pt x="84" y="115"/>
                </a:cubicBezTo>
                <a:cubicBezTo>
                  <a:pt x="89" y="115"/>
                  <a:pt x="94" y="115"/>
                  <a:pt x="98" y="115"/>
                </a:cubicBezTo>
                <a:cubicBezTo>
                  <a:pt x="99" y="113"/>
                  <a:pt x="99" y="111"/>
                  <a:pt x="99" y="110"/>
                </a:cubicBezTo>
                <a:cubicBezTo>
                  <a:pt x="94" y="110"/>
                  <a:pt x="90" y="110"/>
                  <a:pt x="85" y="110"/>
                </a:cubicBezTo>
                <a:close/>
                <a:moveTo>
                  <a:pt x="67" y="110"/>
                </a:moveTo>
                <a:cubicBezTo>
                  <a:pt x="67" y="111"/>
                  <a:pt x="66" y="113"/>
                  <a:pt x="66" y="115"/>
                </a:cubicBezTo>
                <a:cubicBezTo>
                  <a:pt x="70" y="115"/>
                  <a:pt x="75" y="115"/>
                  <a:pt x="80" y="115"/>
                </a:cubicBezTo>
                <a:cubicBezTo>
                  <a:pt x="80" y="113"/>
                  <a:pt x="81" y="111"/>
                  <a:pt x="81" y="110"/>
                </a:cubicBezTo>
                <a:cubicBezTo>
                  <a:pt x="77" y="110"/>
                  <a:pt x="72" y="110"/>
                  <a:pt x="67" y="110"/>
                </a:cubicBezTo>
                <a:close/>
                <a:moveTo>
                  <a:pt x="152" y="117"/>
                </a:moveTo>
                <a:cubicBezTo>
                  <a:pt x="153" y="119"/>
                  <a:pt x="153" y="121"/>
                  <a:pt x="154" y="123"/>
                </a:cubicBezTo>
                <a:cubicBezTo>
                  <a:pt x="162" y="123"/>
                  <a:pt x="170" y="123"/>
                  <a:pt x="178" y="123"/>
                </a:cubicBezTo>
                <a:cubicBezTo>
                  <a:pt x="177" y="121"/>
                  <a:pt x="176" y="119"/>
                  <a:pt x="175" y="117"/>
                </a:cubicBezTo>
                <a:cubicBezTo>
                  <a:pt x="167" y="117"/>
                  <a:pt x="160" y="117"/>
                  <a:pt x="152" y="117"/>
                </a:cubicBezTo>
                <a:close/>
                <a:moveTo>
                  <a:pt x="132" y="117"/>
                </a:moveTo>
                <a:cubicBezTo>
                  <a:pt x="133" y="119"/>
                  <a:pt x="133" y="121"/>
                  <a:pt x="134" y="123"/>
                </a:cubicBezTo>
                <a:cubicBezTo>
                  <a:pt x="139" y="123"/>
                  <a:pt x="144" y="123"/>
                  <a:pt x="149" y="123"/>
                </a:cubicBezTo>
                <a:cubicBezTo>
                  <a:pt x="148" y="121"/>
                  <a:pt x="148" y="119"/>
                  <a:pt x="147" y="117"/>
                </a:cubicBezTo>
                <a:cubicBezTo>
                  <a:pt x="142" y="117"/>
                  <a:pt x="137" y="117"/>
                  <a:pt x="132" y="117"/>
                </a:cubicBezTo>
                <a:close/>
                <a:moveTo>
                  <a:pt x="113" y="117"/>
                </a:moveTo>
                <a:cubicBezTo>
                  <a:pt x="113" y="119"/>
                  <a:pt x="114" y="121"/>
                  <a:pt x="114" y="123"/>
                </a:cubicBezTo>
                <a:cubicBezTo>
                  <a:pt x="119" y="123"/>
                  <a:pt x="124" y="123"/>
                  <a:pt x="129" y="123"/>
                </a:cubicBezTo>
                <a:cubicBezTo>
                  <a:pt x="129" y="121"/>
                  <a:pt x="128" y="119"/>
                  <a:pt x="128" y="117"/>
                </a:cubicBezTo>
                <a:cubicBezTo>
                  <a:pt x="123" y="117"/>
                  <a:pt x="118" y="117"/>
                  <a:pt x="113" y="117"/>
                </a:cubicBezTo>
                <a:close/>
                <a:moveTo>
                  <a:pt x="94" y="117"/>
                </a:moveTo>
                <a:cubicBezTo>
                  <a:pt x="94" y="119"/>
                  <a:pt x="94" y="121"/>
                  <a:pt x="93" y="123"/>
                </a:cubicBezTo>
                <a:cubicBezTo>
                  <a:pt x="99" y="123"/>
                  <a:pt x="104" y="123"/>
                  <a:pt x="109" y="123"/>
                </a:cubicBezTo>
                <a:cubicBezTo>
                  <a:pt x="109" y="121"/>
                  <a:pt x="109" y="119"/>
                  <a:pt x="109" y="117"/>
                </a:cubicBezTo>
                <a:cubicBezTo>
                  <a:pt x="104" y="117"/>
                  <a:pt x="99" y="117"/>
                  <a:pt x="94" y="117"/>
                </a:cubicBezTo>
                <a:close/>
                <a:moveTo>
                  <a:pt x="75" y="117"/>
                </a:moveTo>
                <a:cubicBezTo>
                  <a:pt x="74" y="119"/>
                  <a:pt x="74" y="121"/>
                  <a:pt x="73" y="123"/>
                </a:cubicBezTo>
                <a:cubicBezTo>
                  <a:pt x="79" y="123"/>
                  <a:pt x="84" y="123"/>
                  <a:pt x="89" y="123"/>
                </a:cubicBezTo>
                <a:cubicBezTo>
                  <a:pt x="89" y="121"/>
                  <a:pt x="89" y="119"/>
                  <a:pt x="90" y="117"/>
                </a:cubicBezTo>
                <a:cubicBezTo>
                  <a:pt x="85" y="117"/>
                  <a:pt x="80" y="117"/>
                  <a:pt x="75" y="117"/>
                </a:cubicBezTo>
                <a:close/>
                <a:moveTo>
                  <a:pt x="56" y="117"/>
                </a:moveTo>
                <a:cubicBezTo>
                  <a:pt x="55" y="119"/>
                  <a:pt x="54" y="121"/>
                  <a:pt x="53" y="123"/>
                </a:cubicBezTo>
                <a:cubicBezTo>
                  <a:pt x="58" y="123"/>
                  <a:pt x="63" y="123"/>
                  <a:pt x="68" y="123"/>
                </a:cubicBezTo>
                <a:cubicBezTo>
                  <a:pt x="69" y="121"/>
                  <a:pt x="70" y="119"/>
                  <a:pt x="70" y="117"/>
                </a:cubicBezTo>
                <a:cubicBezTo>
                  <a:pt x="65" y="117"/>
                  <a:pt x="60" y="117"/>
                  <a:pt x="56" y="117"/>
                </a:cubicBezTo>
                <a:close/>
                <a:moveTo>
                  <a:pt x="37" y="117"/>
                </a:moveTo>
                <a:cubicBezTo>
                  <a:pt x="35" y="119"/>
                  <a:pt x="34" y="121"/>
                  <a:pt x="33" y="123"/>
                </a:cubicBezTo>
                <a:cubicBezTo>
                  <a:pt x="38" y="123"/>
                  <a:pt x="43" y="123"/>
                  <a:pt x="48" y="123"/>
                </a:cubicBezTo>
                <a:cubicBezTo>
                  <a:pt x="49" y="121"/>
                  <a:pt x="50" y="119"/>
                  <a:pt x="51" y="117"/>
                </a:cubicBezTo>
                <a:cubicBezTo>
                  <a:pt x="46" y="117"/>
                  <a:pt x="41" y="117"/>
                  <a:pt x="37" y="117"/>
                </a:cubicBezTo>
                <a:close/>
                <a:moveTo>
                  <a:pt x="160" y="126"/>
                </a:moveTo>
                <a:cubicBezTo>
                  <a:pt x="161" y="128"/>
                  <a:pt x="162" y="131"/>
                  <a:pt x="163" y="133"/>
                </a:cubicBezTo>
                <a:cubicBezTo>
                  <a:pt x="170" y="133"/>
                  <a:pt x="177" y="133"/>
                  <a:pt x="184" y="133"/>
                </a:cubicBezTo>
                <a:cubicBezTo>
                  <a:pt x="183" y="131"/>
                  <a:pt x="182" y="128"/>
                  <a:pt x="180" y="126"/>
                </a:cubicBezTo>
                <a:cubicBezTo>
                  <a:pt x="174" y="126"/>
                  <a:pt x="167" y="126"/>
                  <a:pt x="160" y="126"/>
                </a:cubicBezTo>
                <a:close/>
                <a:moveTo>
                  <a:pt x="139" y="126"/>
                </a:moveTo>
                <a:cubicBezTo>
                  <a:pt x="140" y="128"/>
                  <a:pt x="141" y="131"/>
                  <a:pt x="141" y="133"/>
                </a:cubicBezTo>
                <a:cubicBezTo>
                  <a:pt x="147" y="133"/>
                  <a:pt x="152" y="133"/>
                  <a:pt x="158" y="133"/>
                </a:cubicBezTo>
                <a:cubicBezTo>
                  <a:pt x="157" y="131"/>
                  <a:pt x="156" y="128"/>
                  <a:pt x="155" y="126"/>
                </a:cubicBezTo>
                <a:cubicBezTo>
                  <a:pt x="150" y="126"/>
                  <a:pt x="145" y="126"/>
                  <a:pt x="139" y="126"/>
                </a:cubicBezTo>
                <a:close/>
                <a:moveTo>
                  <a:pt x="119" y="126"/>
                </a:moveTo>
                <a:cubicBezTo>
                  <a:pt x="119" y="128"/>
                  <a:pt x="119" y="131"/>
                  <a:pt x="119" y="133"/>
                </a:cubicBezTo>
                <a:cubicBezTo>
                  <a:pt x="125" y="133"/>
                  <a:pt x="131" y="133"/>
                  <a:pt x="136" y="133"/>
                </a:cubicBezTo>
                <a:cubicBezTo>
                  <a:pt x="136" y="131"/>
                  <a:pt x="135" y="128"/>
                  <a:pt x="135" y="126"/>
                </a:cubicBezTo>
                <a:cubicBezTo>
                  <a:pt x="129" y="126"/>
                  <a:pt x="124" y="126"/>
                  <a:pt x="119" y="126"/>
                </a:cubicBezTo>
                <a:close/>
                <a:moveTo>
                  <a:pt x="98" y="126"/>
                </a:moveTo>
                <a:cubicBezTo>
                  <a:pt x="98" y="128"/>
                  <a:pt x="98" y="131"/>
                  <a:pt x="98" y="133"/>
                </a:cubicBezTo>
                <a:cubicBezTo>
                  <a:pt x="103" y="133"/>
                  <a:pt x="109" y="133"/>
                  <a:pt x="115" y="133"/>
                </a:cubicBezTo>
                <a:cubicBezTo>
                  <a:pt x="114" y="131"/>
                  <a:pt x="114" y="128"/>
                  <a:pt x="114" y="126"/>
                </a:cubicBezTo>
                <a:cubicBezTo>
                  <a:pt x="109" y="126"/>
                  <a:pt x="103" y="126"/>
                  <a:pt x="98" y="126"/>
                </a:cubicBezTo>
                <a:close/>
                <a:moveTo>
                  <a:pt x="77" y="126"/>
                </a:moveTo>
                <a:cubicBezTo>
                  <a:pt x="77" y="128"/>
                  <a:pt x="76" y="131"/>
                  <a:pt x="76" y="133"/>
                </a:cubicBezTo>
                <a:cubicBezTo>
                  <a:pt x="81" y="133"/>
                  <a:pt x="87" y="133"/>
                  <a:pt x="92" y="133"/>
                </a:cubicBezTo>
                <a:cubicBezTo>
                  <a:pt x="93" y="131"/>
                  <a:pt x="93" y="128"/>
                  <a:pt x="93" y="126"/>
                </a:cubicBezTo>
                <a:cubicBezTo>
                  <a:pt x="88" y="126"/>
                  <a:pt x="83" y="126"/>
                  <a:pt x="77" y="126"/>
                </a:cubicBezTo>
                <a:close/>
                <a:moveTo>
                  <a:pt x="57" y="126"/>
                </a:moveTo>
                <a:cubicBezTo>
                  <a:pt x="56" y="128"/>
                  <a:pt x="55" y="131"/>
                  <a:pt x="54" y="133"/>
                </a:cubicBezTo>
                <a:cubicBezTo>
                  <a:pt x="60" y="133"/>
                  <a:pt x="65" y="133"/>
                  <a:pt x="71" y="133"/>
                </a:cubicBezTo>
                <a:cubicBezTo>
                  <a:pt x="71" y="131"/>
                  <a:pt x="72" y="128"/>
                  <a:pt x="73" y="126"/>
                </a:cubicBezTo>
                <a:cubicBezTo>
                  <a:pt x="67" y="126"/>
                  <a:pt x="62" y="126"/>
                  <a:pt x="57" y="12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45349" y="2432405"/>
            <a:ext cx="130302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Freeform 28"/>
          <p:cNvSpPr>
            <a:spLocks noEditPoints="1"/>
          </p:cNvSpPr>
          <p:nvPr/>
        </p:nvSpPr>
        <p:spPr bwMode="auto">
          <a:xfrm>
            <a:off x="1837144" y="3454755"/>
            <a:ext cx="520700" cy="387350"/>
          </a:xfrm>
          <a:custGeom>
            <a:avLst/>
            <a:gdLst>
              <a:gd name="T0" fmla="*/ 44 w 209"/>
              <a:gd name="T1" fmla="*/ 99 h 155"/>
              <a:gd name="T2" fmla="*/ 24 w 209"/>
              <a:gd name="T3" fmla="*/ 87 h 155"/>
              <a:gd name="T4" fmla="*/ 28 w 209"/>
              <a:gd name="T5" fmla="*/ 4 h 155"/>
              <a:gd name="T6" fmla="*/ 179 w 209"/>
              <a:gd name="T7" fmla="*/ 4 h 155"/>
              <a:gd name="T8" fmla="*/ 182 w 209"/>
              <a:gd name="T9" fmla="*/ 87 h 155"/>
              <a:gd name="T10" fmla="*/ 161 w 209"/>
              <a:gd name="T11" fmla="*/ 99 h 155"/>
              <a:gd name="T12" fmla="*/ 209 w 209"/>
              <a:gd name="T13" fmla="*/ 141 h 155"/>
              <a:gd name="T14" fmla="*/ 7 w 209"/>
              <a:gd name="T15" fmla="*/ 155 h 155"/>
              <a:gd name="T16" fmla="*/ 63 w 209"/>
              <a:gd name="T17" fmla="*/ 102 h 155"/>
              <a:gd name="T18" fmla="*/ 63 w 209"/>
              <a:gd name="T19" fmla="*/ 99 h 155"/>
              <a:gd name="T20" fmla="*/ 36 w 209"/>
              <a:gd name="T21" fmla="*/ 12 h 155"/>
              <a:gd name="T22" fmla="*/ 36 w 209"/>
              <a:gd name="T23" fmla="*/ 12 h 155"/>
              <a:gd name="T24" fmla="*/ 36 w 209"/>
              <a:gd name="T25" fmla="*/ 87 h 155"/>
              <a:gd name="T26" fmla="*/ 170 w 209"/>
              <a:gd name="T27" fmla="*/ 87 h 155"/>
              <a:gd name="T28" fmla="*/ 170 w 209"/>
              <a:gd name="T29" fmla="*/ 12 h 155"/>
              <a:gd name="T30" fmla="*/ 27 w 209"/>
              <a:gd name="T31" fmla="*/ 133 h 155"/>
              <a:gd name="T32" fmla="*/ 31 w 209"/>
              <a:gd name="T33" fmla="*/ 126 h 155"/>
              <a:gd name="T34" fmla="*/ 61 w 209"/>
              <a:gd name="T35" fmla="*/ 115 h 155"/>
              <a:gd name="T36" fmla="*/ 157 w 209"/>
              <a:gd name="T37" fmla="*/ 110 h 155"/>
              <a:gd name="T38" fmla="*/ 170 w 209"/>
              <a:gd name="T39" fmla="*/ 110 h 155"/>
              <a:gd name="T40" fmla="*/ 140 w 209"/>
              <a:gd name="T41" fmla="*/ 115 h 155"/>
              <a:gd name="T42" fmla="*/ 139 w 209"/>
              <a:gd name="T43" fmla="*/ 110 h 155"/>
              <a:gd name="T44" fmla="*/ 136 w 209"/>
              <a:gd name="T45" fmla="*/ 115 h 155"/>
              <a:gd name="T46" fmla="*/ 103 w 209"/>
              <a:gd name="T47" fmla="*/ 110 h 155"/>
              <a:gd name="T48" fmla="*/ 117 w 209"/>
              <a:gd name="T49" fmla="*/ 110 h 155"/>
              <a:gd name="T50" fmla="*/ 84 w 209"/>
              <a:gd name="T51" fmla="*/ 115 h 155"/>
              <a:gd name="T52" fmla="*/ 85 w 209"/>
              <a:gd name="T53" fmla="*/ 110 h 155"/>
              <a:gd name="T54" fmla="*/ 80 w 209"/>
              <a:gd name="T55" fmla="*/ 115 h 155"/>
              <a:gd name="T56" fmla="*/ 152 w 209"/>
              <a:gd name="T57" fmla="*/ 117 h 155"/>
              <a:gd name="T58" fmla="*/ 175 w 209"/>
              <a:gd name="T59" fmla="*/ 117 h 155"/>
              <a:gd name="T60" fmla="*/ 134 w 209"/>
              <a:gd name="T61" fmla="*/ 123 h 155"/>
              <a:gd name="T62" fmla="*/ 132 w 209"/>
              <a:gd name="T63" fmla="*/ 117 h 155"/>
              <a:gd name="T64" fmla="*/ 129 w 209"/>
              <a:gd name="T65" fmla="*/ 123 h 155"/>
              <a:gd name="T66" fmla="*/ 94 w 209"/>
              <a:gd name="T67" fmla="*/ 117 h 155"/>
              <a:gd name="T68" fmla="*/ 109 w 209"/>
              <a:gd name="T69" fmla="*/ 117 h 155"/>
              <a:gd name="T70" fmla="*/ 73 w 209"/>
              <a:gd name="T71" fmla="*/ 123 h 155"/>
              <a:gd name="T72" fmla="*/ 75 w 209"/>
              <a:gd name="T73" fmla="*/ 117 h 155"/>
              <a:gd name="T74" fmla="*/ 68 w 209"/>
              <a:gd name="T75" fmla="*/ 123 h 155"/>
              <a:gd name="T76" fmla="*/ 37 w 209"/>
              <a:gd name="T77" fmla="*/ 117 h 155"/>
              <a:gd name="T78" fmla="*/ 51 w 209"/>
              <a:gd name="T79" fmla="*/ 117 h 155"/>
              <a:gd name="T80" fmla="*/ 163 w 209"/>
              <a:gd name="T81" fmla="*/ 133 h 155"/>
              <a:gd name="T82" fmla="*/ 160 w 209"/>
              <a:gd name="T83" fmla="*/ 126 h 155"/>
              <a:gd name="T84" fmla="*/ 158 w 209"/>
              <a:gd name="T85" fmla="*/ 133 h 155"/>
              <a:gd name="T86" fmla="*/ 119 w 209"/>
              <a:gd name="T87" fmla="*/ 126 h 155"/>
              <a:gd name="T88" fmla="*/ 135 w 209"/>
              <a:gd name="T89" fmla="*/ 126 h 155"/>
              <a:gd name="T90" fmla="*/ 98 w 209"/>
              <a:gd name="T91" fmla="*/ 133 h 155"/>
              <a:gd name="T92" fmla="*/ 98 w 209"/>
              <a:gd name="T93" fmla="*/ 126 h 155"/>
              <a:gd name="T94" fmla="*/ 92 w 209"/>
              <a:gd name="T95" fmla="*/ 133 h 155"/>
              <a:gd name="T96" fmla="*/ 57 w 209"/>
              <a:gd name="T97" fmla="*/ 126 h 155"/>
              <a:gd name="T98" fmla="*/ 73 w 209"/>
              <a:gd name="T99" fmla="*/ 12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09" h="155">
                <a:moveTo>
                  <a:pt x="27" y="102"/>
                </a:moveTo>
                <a:cubicBezTo>
                  <a:pt x="44" y="102"/>
                  <a:pt x="44" y="102"/>
                  <a:pt x="44" y="102"/>
                </a:cubicBezTo>
                <a:cubicBezTo>
                  <a:pt x="44" y="99"/>
                  <a:pt x="44" y="99"/>
                  <a:pt x="44" y="99"/>
                </a:cubicBezTo>
                <a:cubicBezTo>
                  <a:pt x="36" y="99"/>
                  <a:pt x="36" y="99"/>
                  <a:pt x="36" y="99"/>
                </a:cubicBezTo>
                <a:cubicBezTo>
                  <a:pt x="33" y="99"/>
                  <a:pt x="30" y="98"/>
                  <a:pt x="28" y="96"/>
                </a:cubicBezTo>
                <a:cubicBezTo>
                  <a:pt x="25" y="93"/>
                  <a:pt x="24" y="90"/>
                  <a:pt x="24" y="87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9"/>
                  <a:pt x="25" y="6"/>
                  <a:pt x="28" y="4"/>
                </a:cubicBezTo>
                <a:cubicBezTo>
                  <a:pt x="28" y="4"/>
                  <a:pt x="28" y="4"/>
                  <a:pt x="28" y="4"/>
                </a:cubicBezTo>
                <a:cubicBezTo>
                  <a:pt x="30" y="1"/>
                  <a:pt x="33" y="0"/>
                  <a:pt x="36" y="0"/>
                </a:cubicBezTo>
                <a:cubicBezTo>
                  <a:pt x="170" y="0"/>
                  <a:pt x="170" y="0"/>
                  <a:pt x="170" y="0"/>
                </a:cubicBezTo>
                <a:cubicBezTo>
                  <a:pt x="173" y="0"/>
                  <a:pt x="177" y="1"/>
                  <a:pt x="179" y="4"/>
                </a:cubicBezTo>
                <a:cubicBezTo>
                  <a:pt x="179" y="4"/>
                  <a:pt x="179" y="4"/>
                  <a:pt x="179" y="4"/>
                </a:cubicBezTo>
                <a:cubicBezTo>
                  <a:pt x="181" y="6"/>
                  <a:pt x="182" y="9"/>
                  <a:pt x="182" y="12"/>
                </a:cubicBezTo>
                <a:cubicBezTo>
                  <a:pt x="182" y="87"/>
                  <a:pt x="182" y="87"/>
                  <a:pt x="182" y="87"/>
                </a:cubicBezTo>
                <a:cubicBezTo>
                  <a:pt x="182" y="90"/>
                  <a:pt x="181" y="93"/>
                  <a:pt x="179" y="96"/>
                </a:cubicBezTo>
                <a:cubicBezTo>
                  <a:pt x="177" y="98"/>
                  <a:pt x="173" y="99"/>
                  <a:pt x="170" y="99"/>
                </a:cubicBezTo>
                <a:cubicBezTo>
                  <a:pt x="161" y="99"/>
                  <a:pt x="161" y="99"/>
                  <a:pt x="161" y="99"/>
                </a:cubicBezTo>
                <a:cubicBezTo>
                  <a:pt x="161" y="102"/>
                  <a:pt x="161" y="102"/>
                  <a:pt x="161" y="102"/>
                </a:cubicBezTo>
                <a:cubicBezTo>
                  <a:pt x="180" y="102"/>
                  <a:pt x="180" y="102"/>
                  <a:pt x="180" y="102"/>
                </a:cubicBezTo>
                <a:cubicBezTo>
                  <a:pt x="209" y="141"/>
                  <a:pt x="209" y="141"/>
                  <a:pt x="209" y="141"/>
                </a:cubicBezTo>
                <a:cubicBezTo>
                  <a:pt x="209" y="141"/>
                  <a:pt x="209" y="141"/>
                  <a:pt x="209" y="141"/>
                </a:cubicBezTo>
                <a:cubicBezTo>
                  <a:pt x="202" y="155"/>
                  <a:pt x="202" y="155"/>
                  <a:pt x="202" y="155"/>
                </a:cubicBezTo>
                <a:cubicBezTo>
                  <a:pt x="7" y="155"/>
                  <a:pt x="7" y="155"/>
                  <a:pt x="7" y="155"/>
                </a:cubicBezTo>
                <a:cubicBezTo>
                  <a:pt x="0" y="141"/>
                  <a:pt x="0" y="141"/>
                  <a:pt x="0" y="141"/>
                </a:cubicBezTo>
                <a:cubicBezTo>
                  <a:pt x="27" y="102"/>
                  <a:pt x="27" y="102"/>
                  <a:pt x="27" y="102"/>
                </a:cubicBezTo>
                <a:close/>
                <a:moveTo>
                  <a:pt x="63" y="102"/>
                </a:moveTo>
                <a:cubicBezTo>
                  <a:pt x="143" y="102"/>
                  <a:pt x="143" y="102"/>
                  <a:pt x="143" y="102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63" y="99"/>
                  <a:pt x="63" y="99"/>
                  <a:pt x="63" y="99"/>
                </a:cubicBezTo>
                <a:cubicBezTo>
                  <a:pt x="63" y="102"/>
                  <a:pt x="63" y="102"/>
                  <a:pt x="63" y="102"/>
                </a:cubicBezTo>
                <a:close/>
                <a:moveTo>
                  <a:pt x="170" y="12"/>
                </a:move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lose/>
                <a:moveTo>
                  <a:pt x="31" y="126"/>
                </a:moveTo>
                <a:cubicBezTo>
                  <a:pt x="30" y="128"/>
                  <a:pt x="28" y="131"/>
                  <a:pt x="27" y="133"/>
                </a:cubicBezTo>
                <a:cubicBezTo>
                  <a:pt x="34" y="133"/>
                  <a:pt x="41" y="133"/>
                  <a:pt x="48" y="133"/>
                </a:cubicBezTo>
                <a:cubicBezTo>
                  <a:pt x="49" y="131"/>
                  <a:pt x="50" y="128"/>
                  <a:pt x="51" y="126"/>
                </a:cubicBezTo>
                <a:cubicBezTo>
                  <a:pt x="44" y="126"/>
                  <a:pt x="38" y="126"/>
                  <a:pt x="31" y="126"/>
                </a:cubicBezTo>
                <a:close/>
                <a:moveTo>
                  <a:pt x="41" y="110"/>
                </a:moveTo>
                <a:cubicBezTo>
                  <a:pt x="40" y="111"/>
                  <a:pt x="39" y="113"/>
                  <a:pt x="38" y="115"/>
                </a:cubicBezTo>
                <a:cubicBezTo>
                  <a:pt x="46" y="115"/>
                  <a:pt x="53" y="115"/>
                  <a:pt x="61" y="115"/>
                </a:cubicBezTo>
                <a:cubicBezTo>
                  <a:pt x="62" y="113"/>
                  <a:pt x="62" y="111"/>
                  <a:pt x="63" y="110"/>
                </a:cubicBezTo>
                <a:cubicBezTo>
                  <a:pt x="56" y="110"/>
                  <a:pt x="49" y="110"/>
                  <a:pt x="41" y="110"/>
                </a:cubicBezTo>
                <a:close/>
                <a:moveTo>
                  <a:pt x="157" y="110"/>
                </a:moveTo>
                <a:cubicBezTo>
                  <a:pt x="157" y="111"/>
                  <a:pt x="158" y="113"/>
                  <a:pt x="159" y="115"/>
                </a:cubicBezTo>
                <a:cubicBezTo>
                  <a:pt x="164" y="115"/>
                  <a:pt x="169" y="115"/>
                  <a:pt x="173" y="115"/>
                </a:cubicBezTo>
                <a:cubicBezTo>
                  <a:pt x="172" y="113"/>
                  <a:pt x="171" y="111"/>
                  <a:pt x="170" y="110"/>
                </a:cubicBezTo>
                <a:cubicBezTo>
                  <a:pt x="166" y="110"/>
                  <a:pt x="161" y="110"/>
                  <a:pt x="157" y="110"/>
                </a:cubicBezTo>
                <a:close/>
                <a:moveTo>
                  <a:pt x="139" y="110"/>
                </a:moveTo>
                <a:cubicBezTo>
                  <a:pt x="139" y="111"/>
                  <a:pt x="140" y="113"/>
                  <a:pt x="140" y="115"/>
                </a:cubicBezTo>
                <a:cubicBezTo>
                  <a:pt x="145" y="115"/>
                  <a:pt x="150" y="115"/>
                  <a:pt x="155" y="115"/>
                </a:cubicBezTo>
                <a:cubicBezTo>
                  <a:pt x="154" y="113"/>
                  <a:pt x="153" y="111"/>
                  <a:pt x="152" y="110"/>
                </a:cubicBezTo>
                <a:cubicBezTo>
                  <a:pt x="148" y="110"/>
                  <a:pt x="143" y="110"/>
                  <a:pt x="139" y="110"/>
                </a:cubicBezTo>
                <a:close/>
                <a:moveTo>
                  <a:pt x="121" y="110"/>
                </a:moveTo>
                <a:cubicBezTo>
                  <a:pt x="121" y="111"/>
                  <a:pt x="121" y="113"/>
                  <a:pt x="122" y="115"/>
                </a:cubicBezTo>
                <a:cubicBezTo>
                  <a:pt x="126" y="115"/>
                  <a:pt x="131" y="115"/>
                  <a:pt x="136" y="115"/>
                </a:cubicBezTo>
                <a:cubicBezTo>
                  <a:pt x="135" y="113"/>
                  <a:pt x="135" y="111"/>
                  <a:pt x="134" y="110"/>
                </a:cubicBezTo>
                <a:cubicBezTo>
                  <a:pt x="130" y="110"/>
                  <a:pt x="125" y="110"/>
                  <a:pt x="121" y="110"/>
                </a:cubicBezTo>
                <a:close/>
                <a:moveTo>
                  <a:pt x="103" y="110"/>
                </a:moveTo>
                <a:cubicBezTo>
                  <a:pt x="103" y="111"/>
                  <a:pt x="103" y="113"/>
                  <a:pt x="103" y="115"/>
                </a:cubicBezTo>
                <a:cubicBezTo>
                  <a:pt x="108" y="115"/>
                  <a:pt x="113" y="115"/>
                  <a:pt x="117" y="115"/>
                </a:cubicBezTo>
                <a:cubicBezTo>
                  <a:pt x="117" y="113"/>
                  <a:pt x="117" y="111"/>
                  <a:pt x="117" y="110"/>
                </a:cubicBezTo>
                <a:cubicBezTo>
                  <a:pt x="112" y="110"/>
                  <a:pt x="108" y="110"/>
                  <a:pt x="103" y="110"/>
                </a:cubicBezTo>
                <a:close/>
                <a:moveTo>
                  <a:pt x="85" y="110"/>
                </a:moveTo>
                <a:cubicBezTo>
                  <a:pt x="85" y="111"/>
                  <a:pt x="85" y="113"/>
                  <a:pt x="84" y="115"/>
                </a:cubicBezTo>
                <a:cubicBezTo>
                  <a:pt x="89" y="115"/>
                  <a:pt x="94" y="115"/>
                  <a:pt x="98" y="115"/>
                </a:cubicBezTo>
                <a:cubicBezTo>
                  <a:pt x="99" y="113"/>
                  <a:pt x="99" y="111"/>
                  <a:pt x="99" y="110"/>
                </a:cubicBezTo>
                <a:cubicBezTo>
                  <a:pt x="94" y="110"/>
                  <a:pt x="90" y="110"/>
                  <a:pt x="85" y="110"/>
                </a:cubicBezTo>
                <a:close/>
                <a:moveTo>
                  <a:pt x="67" y="110"/>
                </a:moveTo>
                <a:cubicBezTo>
                  <a:pt x="67" y="111"/>
                  <a:pt x="66" y="113"/>
                  <a:pt x="66" y="115"/>
                </a:cubicBezTo>
                <a:cubicBezTo>
                  <a:pt x="70" y="115"/>
                  <a:pt x="75" y="115"/>
                  <a:pt x="80" y="115"/>
                </a:cubicBezTo>
                <a:cubicBezTo>
                  <a:pt x="80" y="113"/>
                  <a:pt x="81" y="111"/>
                  <a:pt x="81" y="110"/>
                </a:cubicBezTo>
                <a:cubicBezTo>
                  <a:pt x="77" y="110"/>
                  <a:pt x="72" y="110"/>
                  <a:pt x="67" y="110"/>
                </a:cubicBezTo>
                <a:close/>
                <a:moveTo>
                  <a:pt x="152" y="117"/>
                </a:moveTo>
                <a:cubicBezTo>
                  <a:pt x="153" y="119"/>
                  <a:pt x="153" y="121"/>
                  <a:pt x="154" y="123"/>
                </a:cubicBezTo>
                <a:cubicBezTo>
                  <a:pt x="162" y="123"/>
                  <a:pt x="170" y="123"/>
                  <a:pt x="178" y="123"/>
                </a:cubicBezTo>
                <a:cubicBezTo>
                  <a:pt x="177" y="121"/>
                  <a:pt x="176" y="119"/>
                  <a:pt x="175" y="117"/>
                </a:cubicBezTo>
                <a:cubicBezTo>
                  <a:pt x="167" y="117"/>
                  <a:pt x="160" y="117"/>
                  <a:pt x="152" y="117"/>
                </a:cubicBezTo>
                <a:close/>
                <a:moveTo>
                  <a:pt x="132" y="117"/>
                </a:moveTo>
                <a:cubicBezTo>
                  <a:pt x="133" y="119"/>
                  <a:pt x="133" y="121"/>
                  <a:pt x="134" y="123"/>
                </a:cubicBezTo>
                <a:cubicBezTo>
                  <a:pt x="139" y="123"/>
                  <a:pt x="144" y="123"/>
                  <a:pt x="149" y="123"/>
                </a:cubicBezTo>
                <a:cubicBezTo>
                  <a:pt x="148" y="121"/>
                  <a:pt x="148" y="119"/>
                  <a:pt x="147" y="117"/>
                </a:cubicBezTo>
                <a:cubicBezTo>
                  <a:pt x="142" y="117"/>
                  <a:pt x="137" y="117"/>
                  <a:pt x="132" y="117"/>
                </a:cubicBezTo>
                <a:close/>
                <a:moveTo>
                  <a:pt x="113" y="117"/>
                </a:moveTo>
                <a:cubicBezTo>
                  <a:pt x="113" y="119"/>
                  <a:pt x="114" y="121"/>
                  <a:pt x="114" y="123"/>
                </a:cubicBezTo>
                <a:cubicBezTo>
                  <a:pt x="119" y="123"/>
                  <a:pt x="124" y="123"/>
                  <a:pt x="129" y="123"/>
                </a:cubicBezTo>
                <a:cubicBezTo>
                  <a:pt x="129" y="121"/>
                  <a:pt x="128" y="119"/>
                  <a:pt x="128" y="117"/>
                </a:cubicBezTo>
                <a:cubicBezTo>
                  <a:pt x="123" y="117"/>
                  <a:pt x="118" y="117"/>
                  <a:pt x="113" y="117"/>
                </a:cubicBezTo>
                <a:close/>
                <a:moveTo>
                  <a:pt x="94" y="117"/>
                </a:moveTo>
                <a:cubicBezTo>
                  <a:pt x="94" y="119"/>
                  <a:pt x="94" y="121"/>
                  <a:pt x="93" y="123"/>
                </a:cubicBezTo>
                <a:cubicBezTo>
                  <a:pt x="99" y="123"/>
                  <a:pt x="104" y="123"/>
                  <a:pt x="109" y="123"/>
                </a:cubicBezTo>
                <a:cubicBezTo>
                  <a:pt x="109" y="121"/>
                  <a:pt x="109" y="119"/>
                  <a:pt x="109" y="117"/>
                </a:cubicBezTo>
                <a:cubicBezTo>
                  <a:pt x="104" y="117"/>
                  <a:pt x="99" y="117"/>
                  <a:pt x="94" y="117"/>
                </a:cubicBezTo>
                <a:close/>
                <a:moveTo>
                  <a:pt x="75" y="117"/>
                </a:moveTo>
                <a:cubicBezTo>
                  <a:pt x="74" y="119"/>
                  <a:pt x="74" y="121"/>
                  <a:pt x="73" y="123"/>
                </a:cubicBezTo>
                <a:cubicBezTo>
                  <a:pt x="79" y="123"/>
                  <a:pt x="84" y="123"/>
                  <a:pt x="89" y="123"/>
                </a:cubicBezTo>
                <a:cubicBezTo>
                  <a:pt x="89" y="121"/>
                  <a:pt x="89" y="119"/>
                  <a:pt x="90" y="117"/>
                </a:cubicBezTo>
                <a:cubicBezTo>
                  <a:pt x="85" y="117"/>
                  <a:pt x="80" y="117"/>
                  <a:pt x="75" y="117"/>
                </a:cubicBezTo>
                <a:close/>
                <a:moveTo>
                  <a:pt x="56" y="117"/>
                </a:moveTo>
                <a:cubicBezTo>
                  <a:pt x="55" y="119"/>
                  <a:pt x="54" y="121"/>
                  <a:pt x="53" y="123"/>
                </a:cubicBezTo>
                <a:cubicBezTo>
                  <a:pt x="58" y="123"/>
                  <a:pt x="63" y="123"/>
                  <a:pt x="68" y="123"/>
                </a:cubicBezTo>
                <a:cubicBezTo>
                  <a:pt x="69" y="121"/>
                  <a:pt x="70" y="119"/>
                  <a:pt x="70" y="117"/>
                </a:cubicBezTo>
                <a:cubicBezTo>
                  <a:pt x="65" y="117"/>
                  <a:pt x="60" y="117"/>
                  <a:pt x="56" y="117"/>
                </a:cubicBezTo>
                <a:close/>
                <a:moveTo>
                  <a:pt x="37" y="117"/>
                </a:moveTo>
                <a:cubicBezTo>
                  <a:pt x="35" y="119"/>
                  <a:pt x="34" y="121"/>
                  <a:pt x="33" y="123"/>
                </a:cubicBezTo>
                <a:cubicBezTo>
                  <a:pt x="38" y="123"/>
                  <a:pt x="43" y="123"/>
                  <a:pt x="48" y="123"/>
                </a:cubicBezTo>
                <a:cubicBezTo>
                  <a:pt x="49" y="121"/>
                  <a:pt x="50" y="119"/>
                  <a:pt x="51" y="117"/>
                </a:cubicBezTo>
                <a:cubicBezTo>
                  <a:pt x="46" y="117"/>
                  <a:pt x="41" y="117"/>
                  <a:pt x="37" y="117"/>
                </a:cubicBezTo>
                <a:close/>
                <a:moveTo>
                  <a:pt x="160" y="126"/>
                </a:moveTo>
                <a:cubicBezTo>
                  <a:pt x="161" y="128"/>
                  <a:pt x="162" y="131"/>
                  <a:pt x="163" y="133"/>
                </a:cubicBezTo>
                <a:cubicBezTo>
                  <a:pt x="170" y="133"/>
                  <a:pt x="177" y="133"/>
                  <a:pt x="184" y="133"/>
                </a:cubicBezTo>
                <a:cubicBezTo>
                  <a:pt x="183" y="131"/>
                  <a:pt x="182" y="128"/>
                  <a:pt x="180" y="126"/>
                </a:cubicBezTo>
                <a:cubicBezTo>
                  <a:pt x="174" y="126"/>
                  <a:pt x="167" y="126"/>
                  <a:pt x="160" y="126"/>
                </a:cubicBezTo>
                <a:close/>
                <a:moveTo>
                  <a:pt x="139" y="126"/>
                </a:moveTo>
                <a:cubicBezTo>
                  <a:pt x="140" y="128"/>
                  <a:pt x="141" y="131"/>
                  <a:pt x="141" y="133"/>
                </a:cubicBezTo>
                <a:cubicBezTo>
                  <a:pt x="147" y="133"/>
                  <a:pt x="152" y="133"/>
                  <a:pt x="158" y="133"/>
                </a:cubicBezTo>
                <a:cubicBezTo>
                  <a:pt x="157" y="131"/>
                  <a:pt x="156" y="128"/>
                  <a:pt x="155" y="126"/>
                </a:cubicBezTo>
                <a:cubicBezTo>
                  <a:pt x="150" y="126"/>
                  <a:pt x="145" y="126"/>
                  <a:pt x="139" y="126"/>
                </a:cubicBezTo>
                <a:close/>
                <a:moveTo>
                  <a:pt x="119" y="126"/>
                </a:moveTo>
                <a:cubicBezTo>
                  <a:pt x="119" y="128"/>
                  <a:pt x="119" y="131"/>
                  <a:pt x="119" y="133"/>
                </a:cubicBezTo>
                <a:cubicBezTo>
                  <a:pt x="125" y="133"/>
                  <a:pt x="131" y="133"/>
                  <a:pt x="136" y="133"/>
                </a:cubicBezTo>
                <a:cubicBezTo>
                  <a:pt x="136" y="131"/>
                  <a:pt x="135" y="128"/>
                  <a:pt x="135" y="126"/>
                </a:cubicBezTo>
                <a:cubicBezTo>
                  <a:pt x="129" y="126"/>
                  <a:pt x="124" y="126"/>
                  <a:pt x="119" y="126"/>
                </a:cubicBezTo>
                <a:close/>
                <a:moveTo>
                  <a:pt x="98" y="126"/>
                </a:moveTo>
                <a:cubicBezTo>
                  <a:pt x="98" y="128"/>
                  <a:pt x="98" y="131"/>
                  <a:pt x="98" y="133"/>
                </a:cubicBezTo>
                <a:cubicBezTo>
                  <a:pt x="103" y="133"/>
                  <a:pt x="109" y="133"/>
                  <a:pt x="115" y="133"/>
                </a:cubicBezTo>
                <a:cubicBezTo>
                  <a:pt x="114" y="131"/>
                  <a:pt x="114" y="128"/>
                  <a:pt x="114" y="126"/>
                </a:cubicBezTo>
                <a:cubicBezTo>
                  <a:pt x="109" y="126"/>
                  <a:pt x="103" y="126"/>
                  <a:pt x="98" y="126"/>
                </a:cubicBezTo>
                <a:close/>
                <a:moveTo>
                  <a:pt x="77" y="126"/>
                </a:moveTo>
                <a:cubicBezTo>
                  <a:pt x="77" y="128"/>
                  <a:pt x="76" y="131"/>
                  <a:pt x="76" y="133"/>
                </a:cubicBezTo>
                <a:cubicBezTo>
                  <a:pt x="81" y="133"/>
                  <a:pt x="87" y="133"/>
                  <a:pt x="92" y="133"/>
                </a:cubicBezTo>
                <a:cubicBezTo>
                  <a:pt x="93" y="131"/>
                  <a:pt x="93" y="128"/>
                  <a:pt x="93" y="126"/>
                </a:cubicBezTo>
                <a:cubicBezTo>
                  <a:pt x="88" y="126"/>
                  <a:pt x="83" y="126"/>
                  <a:pt x="77" y="126"/>
                </a:cubicBezTo>
                <a:close/>
                <a:moveTo>
                  <a:pt x="57" y="126"/>
                </a:moveTo>
                <a:cubicBezTo>
                  <a:pt x="56" y="128"/>
                  <a:pt x="55" y="131"/>
                  <a:pt x="54" y="133"/>
                </a:cubicBezTo>
                <a:cubicBezTo>
                  <a:pt x="60" y="133"/>
                  <a:pt x="65" y="133"/>
                  <a:pt x="71" y="133"/>
                </a:cubicBezTo>
                <a:cubicBezTo>
                  <a:pt x="71" y="131"/>
                  <a:pt x="72" y="128"/>
                  <a:pt x="73" y="126"/>
                </a:cubicBezTo>
                <a:cubicBezTo>
                  <a:pt x="67" y="126"/>
                  <a:pt x="62" y="126"/>
                  <a:pt x="57" y="12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45984" y="3929735"/>
            <a:ext cx="130302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Freeform 28"/>
          <p:cNvSpPr>
            <a:spLocks noEditPoints="1"/>
          </p:cNvSpPr>
          <p:nvPr/>
        </p:nvSpPr>
        <p:spPr bwMode="auto">
          <a:xfrm>
            <a:off x="1837144" y="4908111"/>
            <a:ext cx="520700" cy="387350"/>
          </a:xfrm>
          <a:custGeom>
            <a:avLst/>
            <a:gdLst>
              <a:gd name="T0" fmla="*/ 44 w 209"/>
              <a:gd name="T1" fmla="*/ 99 h 155"/>
              <a:gd name="T2" fmla="*/ 24 w 209"/>
              <a:gd name="T3" fmla="*/ 87 h 155"/>
              <a:gd name="T4" fmla="*/ 28 w 209"/>
              <a:gd name="T5" fmla="*/ 4 h 155"/>
              <a:gd name="T6" fmla="*/ 179 w 209"/>
              <a:gd name="T7" fmla="*/ 4 h 155"/>
              <a:gd name="T8" fmla="*/ 182 w 209"/>
              <a:gd name="T9" fmla="*/ 87 h 155"/>
              <a:gd name="T10" fmla="*/ 161 w 209"/>
              <a:gd name="T11" fmla="*/ 99 h 155"/>
              <a:gd name="T12" fmla="*/ 209 w 209"/>
              <a:gd name="T13" fmla="*/ 141 h 155"/>
              <a:gd name="T14" fmla="*/ 7 w 209"/>
              <a:gd name="T15" fmla="*/ 155 h 155"/>
              <a:gd name="T16" fmla="*/ 63 w 209"/>
              <a:gd name="T17" fmla="*/ 102 h 155"/>
              <a:gd name="T18" fmla="*/ 63 w 209"/>
              <a:gd name="T19" fmla="*/ 99 h 155"/>
              <a:gd name="T20" fmla="*/ 36 w 209"/>
              <a:gd name="T21" fmla="*/ 12 h 155"/>
              <a:gd name="T22" fmla="*/ 36 w 209"/>
              <a:gd name="T23" fmla="*/ 12 h 155"/>
              <a:gd name="T24" fmla="*/ 36 w 209"/>
              <a:gd name="T25" fmla="*/ 87 h 155"/>
              <a:gd name="T26" fmla="*/ 170 w 209"/>
              <a:gd name="T27" fmla="*/ 87 h 155"/>
              <a:gd name="T28" fmla="*/ 170 w 209"/>
              <a:gd name="T29" fmla="*/ 12 h 155"/>
              <a:gd name="T30" fmla="*/ 27 w 209"/>
              <a:gd name="T31" fmla="*/ 133 h 155"/>
              <a:gd name="T32" fmla="*/ 31 w 209"/>
              <a:gd name="T33" fmla="*/ 126 h 155"/>
              <a:gd name="T34" fmla="*/ 61 w 209"/>
              <a:gd name="T35" fmla="*/ 115 h 155"/>
              <a:gd name="T36" fmla="*/ 157 w 209"/>
              <a:gd name="T37" fmla="*/ 110 h 155"/>
              <a:gd name="T38" fmla="*/ 170 w 209"/>
              <a:gd name="T39" fmla="*/ 110 h 155"/>
              <a:gd name="T40" fmla="*/ 140 w 209"/>
              <a:gd name="T41" fmla="*/ 115 h 155"/>
              <a:gd name="T42" fmla="*/ 139 w 209"/>
              <a:gd name="T43" fmla="*/ 110 h 155"/>
              <a:gd name="T44" fmla="*/ 136 w 209"/>
              <a:gd name="T45" fmla="*/ 115 h 155"/>
              <a:gd name="T46" fmla="*/ 103 w 209"/>
              <a:gd name="T47" fmla="*/ 110 h 155"/>
              <a:gd name="T48" fmla="*/ 117 w 209"/>
              <a:gd name="T49" fmla="*/ 110 h 155"/>
              <a:gd name="T50" fmla="*/ 84 w 209"/>
              <a:gd name="T51" fmla="*/ 115 h 155"/>
              <a:gd name="T52" fmla="*/ 85 w 209"/>
              <a:gd name="T53" fmla="*/ 110 h 155"/>
              <a:gd name="T54" fmla="*/ 80 w 209"/>
              <a:gd name="T55" fmla="*/ 115 h 155"/>
              <a:gd name="T56" fmla="*/ 152 w 209"/>
              <a:gd name="T57" fmla="*/ 117 h 155"/>
              <a:gd name="T58" fmla="*/ 175 w 209"/>
              <a:gd name="T59" fmla="*/ 117 h 155"/>
              <a:gd name="T60" fmla="*/ 134 w 209"/>
              <a:gd name="T61" fmla="*/ 123 h 155"/>
              <a:gd name="T62" fmla="*/ 132 w 209"/>
              <a:gd name="T63" fmla="*/ 117 h 155"/>
              <a:gd name="T64" fmla="*/ 129 w 209"/>
              <a:gd name="T65" fmla="*/ 123 h 155"/>
              <a:gd name="T66" fmla="*/ 94 w 209"/>
              <a:gd name="T67" fmla="*/ 117 h 155"/>
              <a:gd name="T68" fmla="*/ 109 w 209"/>
              <a:gd name="T69" fmla="*/ 117 h 155"/>
              <a:gd name="T70" fmla="*/ 73 w 209"/>
              <a:gd name="T71" fmla="*/ 123 h 155"/>
              <a:gd name="T72" fmla="*/ 75 w 209"/>
              <a:gd name="T73" fmla="*/ 117 h 155"/>
              <a:gd name="T74" fmla="*/ 68 w 209"/>
              <a:gd name="T75" fmla="*/ 123 h 155"/>
              <a:gd name="T76" fmla="*/ 37 w 209"/>
              <a:gd name="T77" fmla="*/ 117 h 155"/>
              <a:gd name="T78" fmla="*/ 51 w 209"/>
              <a:gd name="T79" fmla="*/ 117 h 155"/>
              <a:gd name="T80" fmla="*/ 163 w 209"/>
              <a:gd name="T81" fmla="*/ 133 h 155"/>
              <a:gd name="T82" fmla="*/ 160 w 209"/>
              <a:gd name="T83" fmla="*/ 126 h 155"/>
              <a:gd name="T84" fmla="*/ 158 w 209"/>
              <a:gd name="T85" fmla="*/ 133 h 155"/>
              <a:gd name="T86" fmla="*/ 119 w 209"/>
              <a:gd name="T87" fmla="*/ 126 h 155"/>
              <a:gd name="T88" fmla="*/ 135 w 209"/>
              <a:gd name="T89" fmla="*/ 126 h 155"/>
              <a:gd name="T90" fmla="*/ 98 w 209"/>
              <a:gd name="T91" fmla="*/ 133 h 155"/>
              <a:gd name="T92" fmla="*/ 98 w 209"/>
              <a:gd name="T93" fmla="*/ 126 h 155"/>
              <a:gd name="T94" fmla="*/ 92 w 209"/>
              <a:gd name="T95" fmla="*/ 133 h 155"/>
              <a:gd name="T96" fmla="*/ 57 w 209"/>
              <a:gd name="T97" fmla="*/ 126 h 155"/>
              <a:gd name="T98" fmla="*/ 73 w 209"/>
              <a:gd name="T99" fmla="*/ 12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09" h="155">
                <a:moveTo>
                  <a:pt x="27" y="102"/>
                </a:moveTo>
                <a:cubicBezTo>
                  <a:pt x="44" y="102"/>
                  <a:pt x="44" y="102"/>
                  <a:pt x="44" y="102"/>
                </a:cubicBezTo>
                <a:cubicBezTo>
                  <a:pt x="44" y="99"/>
                  <a:pt x="44" y="99"/>
                  <a:pt x="44" y="99"/>
                </a:cubicBezTo>
                <a:cubicBezTo>
                  <a:pt x="36" y="99"/>
                  <a:pt x="36" y="99"/>
                  <a:pt x="36" y="99"/>
                </a:cubicBezTo>
                <a:cubicBezTo>
                  <a:pt x="33" y="99"/>
                  <a:pt x="30" y="98"/>
                  <a:pt x="28" y="96"/>
                </a:cubicBezTo>
                <a:cubicBezTo>
                  <a:pt x="25" y="93"/>
                  <a:pt x="24" y="90"/>
                  <a:pt x="24" y="87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9"/>
                  <a:pt x="25" y="6"/>
                  <a:pt x="28" y="4"/>
                </a:cubicBezTo>
                <a:cubicBezTo>
                  <a:pt x="28" y="4"/>
                  <a:pt x="28" y="4"/>
                  <a:pt x="28" y="4"/>
                </a:cubicBezTo>
                <a:cubicBezTo>
                  <a:pt x="30" y="1"/>
                  <a:pt x="33" y="0"/>
                  <a:pt x="36" y="0"/>
                </a:cubicBezTo>
                <a:cubicBezTo>
                  <a:pt x="170" y="0"/>
                  <a:pt x="170" y="0"/>
                  <a:pt x="170" y="0"/>
                </a:cubicBezTo>
                <a:cubicBezTo>
                  <a:pt x="173" y="0"/>
                  <a:pt x="177" y="1"/>
                  <a:pt x="179" y="4"/>
                </a:cubicBezTo>
                <a:cubicBezTo>
                  <a:pt x="179" y="4"/>
                  <a:pt x="179" y="4"/>
                  <a:pt x="179" y="4"/>
                </a:cubicBezTo>
                <a:cubicBezTo>
                  <a:pt x="181" y="6"/>
                  <a:pt x="182" y="9"/>
                  <a:pt x="182" y="12"/>
                </a:cubicBezTo>
                <a:cubicBezTo>
                  <a:pt x="182" y="87"/>
                  <a:pt x="182" y="87"/>
                  <a:pt x="182" y="87"/>
                </a:cubicBezTo>
                <a:cubicBezTo>
                  <a:pt x="182" y="90"/>
                  <a:pt x="181" y="93"/>
                  <a:pt x="179" y="96"/>
                </a:cubicBezTo>
                <a:cubicBezTo>
                  <a:pt x="177" y="98"/>
                  <a:pt x="173" y="99"/>
                  <a:pt x="170" y="99"/>
                </a:cubicBezTo>
                <a:cubicBezTo>
                  <a:pt x="161" y="99"/>
                  <a:pt x="161" y="99"/>
                  <a:pt x="161" y="99"/>
                </a:cubicBezTo>
                <a:cubicBezTo>
                  <a:pt x="161" y="102"/>
                  <a:pt x="161" y="102"/>
                  <a:pt x="161" y="102"/>
                </a:cubicBezTo>
                <a:cubicBezTo>
                  <a:pt x="180" y="102"/>
                  <a:pt x="180" y="102"/>
                  <a:pt x="180" y="102"/>
                </a:cubicBezTo>
                <a:cubicBezTo>
                  <a:pt x="209" y="141"/>
                  <a:pt x="209" y="141"/>
                  <a:pt x="209" y="141"/>
                </a:cubicBezTo>
                <a:cubicBezTo>
                  <a:pt x="209" y="141"/>
                  <a:pt x="209" y="141"/>
                  <a:pt x="209" y="141"/>
                </a:cubicBezTo>
                <a:cubicBezTo>
                  <a:pt x="202" y="155"/>
                  <a:pt x="202" y="155"/>
                  <a:pt x="202" y="155"/>
                </a:cubicBezTo>
                <a:cubicBezTo>
                  <a:pt x="7" y="155"/>
                  <a:pt x="7" y="155"/>
                  <a:pt x="7" y="155"/>
                </a:cubicBezTo>
                <a:cubicBezTo>
                  <a:pt x="0" y="141"/>
                  <a:pt x="0" y="141"/>
                  <a:pt x="0" y="141"/>
                </a:cubicBezTo>
                <a:cubicBezTo>
                  <a:pt x="27" y="102"/>
                  <a:pt x="27" y="102"/>
                  <a:pt x="27" y="102"/>
                </a:cubicBezTo>
                <a:close/>
                <a:moveTo>
                  <a:pt x="63" y="102"/>
                </a:moveTo>
                <a:cubicBezTo>
                  <a:pt x="143" y="102"/>
                  <a:pt x="143" y="102"/>
                  <a:pt x="143" y="102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63" y="99"/>
                  <a:pt x="63" y="99"/>
                  <a:pt x="63" y="99"/>
                </a:cubicBezTo>
                <a:cubicBezTo>
                  <a:pt x="63" y="102"/>
                  <a:pt x="63" y="102"/>
                  <a:pt x="63" y="102"/>
                </a:cubicBezTo>
                <a:close/>
                <a:moveTo>
                  <a:pt x="170" y="12"/>
                </a:move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87"/>
                  <a:pt x="170" y="87"/>
                  <a:pt x="170" y="87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ubicBezTo>
                  <a:pt x="170" y="12"/>
                  <a:pt x="170" y="12"/>
                  <a:pt x="170" y="12"/>
                </a:cubicBezTo>
                <a:close/>
                <a:moveTo>
                  <a:pt x="31" y="126"/>
                </a:moveTo>
                <a:cubicBezTo>
                  <a:pt x="30" y="128"/>
                  <a:pt x="28" y="131"/>
                  <a:pt x="27" y="133"/>
                </a:cubicBezTo>
                <a:cubicBezTo>
                  <a:pt x="34" y="133"/>
                  <a:pt x="41" y="133"/>
                  <a:pt x="48" y="133"/>
                </a:cubicBezTo>
                <a:cubicBezTo>
                  <a:pt x="49" y="131"/>
                  <a:pt x="50" y="128"/>
                  <a:pt x="51" y="126"/>
                </a:cubicBezTo>
                <a:cubicBezTo>
                  <a:pt x="44" y="126"/>
                  <a:pt x="38" y="126"/>
                  <a:pt x="31" y="126"/>
                </a:cubicBezTo>
                <a:close/>
                <a:moveTo>
                  <a:pt x="41" y="110"/>
                </a:moveTo>
                <a:cubicBezTo>
                  <a:pt x="40" y="111"/>
                  <a:pt x="39" y="113"/>
                  <a:pt x="38" y="115"/>
                </a:cubicBezTo>
                <a:cubicBezTo>
                  <a:pt x="46" y="115"/>
                  <a:pt x="53" y="115"/>
                  <a:pt x="61" y="115"/>
                </a:cubicBezTo>
                <a:cubicBezTo>
                  <a:pt x="62" y="113"/>
                  <a:pt x="62" y="111"/>
                  <a:pt x="63" y="110"/>
                </a:cubicBezTo>
                <a:cubicBezTo>
                  <a:pt x="56" y="110"/>
                  <a:pt x="49" y="110"/>
                  <a:pt x="41" y="110"/>
                </a:cubicBezTo>
                <a:close/>
                <a:moveTo>
                  <a:pt x="157" y="110"/>
                </a:moveTo>
                <a:cubicBezTo>
                  <a:pt x="157" y="111"/>
                  <a:pt x="158" y="113"/>
                  <a:pt x="159" y="115"/>
                </a:cubicBezTo>
                <a:cubicBezTo>
                  <a:pt x="164" y="115"/>
                  <a:pt x="169" y="115"/>
                  <a:pt x="173" y="115"/>
                </a:cubicBezTo>
                <a:cubicBezTo>
                  <a:pt x="172" y="113"/>
                  <a:pt x="171" y="111"/>
                  <a:pt x="170" y="110"/>
                </a:cubicBezTo>
                <a:cubicBezTo>
                  <a:pt x="166" y="110"/>
                  <a:pt x="161" y="110"/>
                  <a:pt x="157" y="110"/>
                </a:cubicBezTo>
                <a:close/>
                <a:moveTo>
                  <a:pt x="139" y="110"/>
                </a:moveTo>
                <a:cubicBezTo>
                  <a:pt x="139" y="111"/>
                  <a:pt x="140" y="113"/>
                  <a:pt x="140" y="115"/>
                </a:cubicBezTo>
                <a:cubicBezTo>
                  <a:pt x="145" y="115"/>
                  <a:pt x="150" y="115"/>
                  <a:pt x="155" y="115"/>
                </a:cubicBezTo>
                <a:cubicBezTo>
                  <a:pt x="154" y="113"/>
                  <a:pt x="153" y="111"/>
                  <a:pt x="152" y="110"/>
                </a:cubicBezTo>
                <a:cubicBezTo>
                  <a:pt x="148" y="110"/>
                  <a:pt x="143" y="110"/>
                  <a:pt x="139" y="110"/>
                </a:cubicBezTo>
                <a:close/>
                <a:moveTo>
                  <a:pt x="121" y="110"/>
                </a:moveTo>
                <a:cubicBezTo>
                  <a:pt x="121" y="111"/>
                  <a:pt x="121" y="113"/>
                  <a:pt x="122" y="115"/>
                </a:cubicBezTo>
                <a:cubicBezTo>
                  <a:pt x="126" y="115"/>
                  <a:pt x="131" y="115"/>
                  <a:pt x="136" y="115"/>
                </a:cubicBezTo>
                <a:cubicBezTo>
                  <a:pt x="135" y="113"/>
                  <a:pt x="135" y="111"/>
                  <a:pt x="134" y="110"/>
                </a:cubicBezTo>
                <a:cubicBezTo>
                  <a:pt x="130" y="110"/>
                  <a:pt x="125" y="110"/>
                  <a:pt x="121" y="110"/>
                </a:cubicBezTo>
                <a:close/>
                <a:moveTo>
                  <a:pt x="103" y="110"/>
                </a:moveTo>
                <a:cubicBezTo>
                  <a:pt x="103" y="111"/>
                  <a:pt x="103" y="113"/>
                  <a:pt x="103" y="115"/>
                </a:cubicBezTo>
                <a:cubicBezTo>
                  <a:pt x="108" y="115"/>
                  <a:pt x="113" y="115"/>
                  <a:pt x="117" y="115"/>
                </a:cubicBezTo>
                <a:cubicBezTo>
                  <a:pt x="117" y="113"/>
                  <a:pt x="117" y="111"/>
                  <a:pt x="117" y="110"/>
                </a:cubicBezTo>
                <a:cubicBezTo>
                  <a:pt x="112" y="110"/>
                  <a:pt x="108" y="110"/>
                  <a:pt x="103" y="110"/>
                </a:cubicBezTo>
                <a:close/>
                <a:moveTo>
                  <a:pt x="85" y="110"/>
                </a:moveTo>
                <a:cubicBezTo>
                  <a:pt x="85" y="111"/>
                  <a:pt x="85" y="113"/>
                  <a:pt x="84" y="115"/>
                </a:cubicBezTo>
                <a:cubicBezTo>
                  <a:pt x="89" y="115"/>
                  <a:pt x="94" y="115"/>
                  <a:pt x="98" y="115"/>
                </a:cubicBezTo>
                <a:cubicBezTo>
                  <a:pt x="99" y="113"/>
                  <a:pt x="99" y="111"/>
                  <a:pt x="99" y="110"/>
                </a:cubicBezTo>
                <a:cubicBezTo>
                  <a:pt x="94" y="110"/>
                  <a:pt x="90" y="110"/>
                  <a:pt x="85" y="110"/>
                </a:cubicBezTo>
                <a:close/>
                <a:moveTo>
                  <a:pt x="67" y="110"/>
                </a:moveTo>
                <a:cubicBezTo>
                  <a:pt x="67" y="111"/>
                  <a:pt x="66" y="113"/>
                  <a:pt x="66" y="115"/>
                </a:cubicBezTo>
                <a:cubicBezTo>
                  <a:pt x="70" y="115"/>
                  <a:pt x="75" y="115"/>
                  <a:pt x="80" y="115"/>
                </a:cubicBezTo>
                <a:cubicBezTo>
                  <a:pt x="80" y="113"/>
                  <a:pt x="81" y="111"/>
                  <a:pt x="81" y="110"/>
                </a:cubicBezTo>
                <a:cubicBezTo>
                  <a:pt x="77" y="110"/>
                  <a:pt x="72" y="110"/>
                  <a:pt x="67" y="110"/>
                </a:cubicBezTo>
                <a:close/>
                <a:moveTo>
                  <a:pt x="152" y="117"/>
                </a:moveTo>
                <a:cubicBezTo>
                  <a:pt x="153" y="119"/>
                  <a:pt x="153" y="121"/>
                  <a:pt x="154" y="123"/>
                </a:cubicBezTo>
                <a:cubicBezTo>
                  <a:pt x="162" y="123"/>
                  <a:pt x="170" y="123"/>
                  <a:pt x="178" y="123"/>
                </a:cubicBezTo>
                <a:cubicBezTo>
                  <a:pt x="177" y="121"/>
                  <a:pt x="176" y="119"/>
                  <a:pt x="175" y="117"/>
                </a:cubicBezTo>
                <a:cubicBezTo>
                  <a:pt x="167" y="117"/>
                  <a:pt x="160" y="117"/>
                  <a:pt x="152" y="117"/>
                </a:cubicBezTo>
                <a:close/>
                <a:moveTo>
                  <a:pt x="132" y="117"/>
                </a:moveTo>
                <a:cubicBezTo>
                  <a:pt x="133" y="119"/>
                  <a:pt x="133" y="121"/>
                  <a:pt x="134" y="123"/>
                </a:cubicBezTo>
                <a:cubicBezTo>
                  <a:pt x="139" y="123"/>
                  <a:pt x="144" y="123"/>
                  <a:pt x="149" y="123"/>
                </a:cubicBezTo>
                <a:cubicBezTo>
                  <a:pt x="148" y="121"/>
                  <a:pt x="148" y="119"/>
                  <a:pt x="147" y="117"/>
                </a:cubicBezTo>
                <a:cubicBezTo>
                  <a:pt x="142" y="117"/>
                  <a:pt x="137" y="117"/>
                  <a:pt x="132" y="117"/>
                </a:cubicBezTo>
                <a:close/>
                <a:moveTo>
                  <a:pt x="113" y="117"/>
                </a:moveTo>
                <a:cubicBezTo>
                  <a:pt x="113" y="119"/>
                  <a:pt x="114" y="121"/>
                  <a:pt x="114" y="123"/>
                </a:cubicBezTo>
                <a:cubicBezTo>
                  <a:pt x="119" y="123"/>
                  <a:pt x="124" y="123"/>
                  <a:pt x="129" y="123"/>
                </a:cubicBezTo>
                <a:cubicBezTo>
                  <a:pt x="129" y="121"/>
                  <a:pt x="128" y="119"/>
                  <a:pt x="128" y="117"/>
                </a:cubicBezTo>
                <a:cubicBezTo>
                  <a:pt x="123" y="117"/>
                  <a:pt x="118" y="117"/>
                  <a:pt x="113" y="117"/>
                </a:cubicBezTo>
                <a:close/>
                <a:moveTo>
                  <a:pt x="94" y="117"/>
                </a:moveTo>
                <a:cubicBezTo>
                  <a:pt x="94" y="119"/>
                  <a:pt x="94" y="121"/>
                  <a:pt x="93" y="123"/>
                </a:cubicBezTo>
                <a:cubicBezTo>
                  <a:pt x="99" y="123"/>
                  <a:pt x="104" y="123"/>
                  <a:pt x="109" y="123"/>
                </a:cubicBezTo>
                <a:cubicBezTo>
                  <a:pt x="109" y="121"/>
                  <a:pt x="109" y="119"/>
                  <a:pt x="109" y="117"/>
                </a:cubicBezTo>
                <a:cubicBezTo>
                  <a:pt x="104" y="117"/>
                  <a:pt x="99" y="117"/>
                  <a:pt x="94" y="117"/>
                </a:cubicBezTo>
                <a:close/>
                <a:moveTo>
                  <a:pt x="75" y="117"/>
                </a:moveTo>
                <a:cubicBezTo>
                  <a:pt x="74" y="119"/>
                  <a:pt x="74" y="121"/>
                  <a:pt x="73" y="123"/>
                </a:cubicBezTo>
                <a:cubicBezTo>
                  <a:pt x="79" y="123"/>
                  <a:pt x="84" y="123"/>
                  <a:pt x="89" y="123"/>
                </a:cubicBezTo>
                <a:cubicBezTo>
                  <a:pt x="89" y="121"/>
                  <a:pt x="89" y="119"/>
                  <a:pt x="90" y="117"/>
                </a:cubicBezTo>
                <a:cubicBezTo>
                  <a:pt x="85" y="117"/>
                  <a:pt x="80" y="117"/>
                  <a:pt x="75" y="117"/>
                </a:cubicBezTo>
                <a:close/>
                <a:moveTo>
                  <a:pt x="56" y="117"/>
                </a:moveTo>
                <a:cubicBezTo>
                  <a:pt x="55" y="119"/>
                  <a:pt x="54" y="121"/>
                  <a:pt x="53" y="123"/>
                </a:cubicBezTo>
                <a:cubicBezTo>
                  <a:pt x="58" y="123"/>
                  <a:pt x="63" y="123"/>
                  <a:pt x="68" y="123"/>
                </a:cubicBezTo>
                <a:cubicBezTo>
                  <a:pt x="69" y="121"/>
                  <a:pt x="70" y="119"/>
                  <a:pt x="70" y="117"/>
                </a:cubicBezTo>
                <a:cubicBezTo>
                  <a:pt x="65" y="117"/>
                  <a:pt x="60" y="117"/>
                  <a:pt x="56" y="117"/>
                </a:cubicBezTo>
                <a:close/>
                <a:moveTo>
                  <a:pt x="37" y="117"/>
                </a:moveTo>
                <a:cubicBezTo>
                  <a:pt x="35" y="119"/>
                  <a:pt x="34" y="121"/>
                  <a:pt x="33" y="123"/>
                </a:cubicBezTo>
                <a:cubicBezTo>
                  <a:pt x="38" y="123"/>
                  <a:pt x="43" y="123"/>
                  <a:pt x="48" y="123"/>
                </a:cubicBezTo>
                <a:cubicBezTo>
                  <a:pt x="49" y="121"/>
                  <a:pt x="50" y="119"/>
                  <a:pt x="51" y="117"/>
                </a:cubicBezTo>
                <a:cubicBezTo>
                  <a:pt x="46" y="117"/>
                  <a:pt x="41" y="117"/>
                  <a:pt x="37" y="117"/>
                </a:cubicBezTo>
                <a:close/>
                <a:moveTo>
                  <a:pt x="160" y="126"/>
                </a:moveTo>
                <a:cubicBezTo>
                  <a:pt x="161" y="128"/>
                  <a:pt x="162" y="131"/>
                  <a:pt x="163" y="133"/>
                </a:cubicBezTo>
                <a:cubicBezTo>
                  <a:pt x="170" y="133"/>
                  <a:pt x="177" y="133"/>
                  <a:pt x="184" y="133"/>
                </a:cubicBezTo>
                <a:cubicBezTo>
                  <a:pt x="183" y="131"/>
                  <a:pt x="182" y="128"/>
                  <a:pt x="180" y="126"/>
                </a:cubicBezTo>
                <a:cubicBezTo>
                  <a:pt x="174" y="126"/>
                  <a:pt x="167" y="126"/>
                  <a:pt x="160" y="126"/>
                </a:cubicBezTo>
                <a:close/>
                <a:moveTo>
                  <a:pt x="139" y="126"/>
                </a:moveTo>
                <a:cubicBezTo>
                  <a:pt x="140" y="128"/>
                  <a:pt x="141" y="131"/>
                  <a:pt x="141" y="133"/>
                </a:cubicBezTo>
                <a:cubicBezTo>
                  <a:pt x="147" y="133"/>
                  <a:pt x="152" y="133"/>
                  <a:pt x="158" y="133"/>
                </a:cubicBezTo>
                <a:cubicBezTo>
                  <a:pt x="157" y="131"/>
                  <a:pt x="156" y="128"/>
                  <a:pt x="155" y="126"/>
                </a:cubicBezTo>
                <a:cubicBezTo>
                  <a:pt x="150" y="126"/>
                  <a:pt x="145" y="126"/>
                  <a:pt x="139" y="126"/>
                </a:cubicBezTo>
                <a:close/>
                <a:moveTo>
                  <a:pt x="119" y="126"/>
                </a:moveTo>
                <a:cubicBezTo>
                  <a:pt x="119" y="128"/>
                  <a:pt x="119" y="131"/>
                  <a:pt x="119" y="133"/>
                </a:cubicBezTo>
                <a:cubicBezTo>
                  <a:pt x="125" y="133"/>
                  <a:pt x="131" y="133"/>
                  <a:pt x="136" y="133"/>
                </a:cubicBezTo>
                <a:cubicBezTo>
                  <a:pt x="136" y="131"/>
                  <a:pt x="135" y="128"/>
                  <a:pt x="135" y="126"/>
                </a:cubicBezTo>
                <a:cubicBezTo>
                  <a:pt x="129" y="126"/>
                  <a:pt x="124" y="126"/>
                  <a:pt x="119" y="126"/>
                </a:cubicBezTo>
                <a:close/>
                <a:moveTo>
                  <a:pt x="98" y="126"/>
                </a:moveTo>
                <a:cubicBezTo>
                  <a:pt x="98" y="128"/>
                  <a:pt x="98" y="131"/>
                  <a:pt x="98" y="133"/>
                </a:cubicBezTo>
                <a:cubicBezTo>
                  <a:pt x="103" y="133"/>
                  <a:pt x="109" y="133"/>
                  <a:pt x="115" y="133"/>
                </a:cubicBezTo>
                <a:cubicBezTo>
                  <a:pt x="114" y="131"/>
                  <a:pt x="114" y="128"/>
                  <a:pt x="114" y="126"/>
                </a:cubicBezTo>
                <a:cubicBezTo>
                  <a:pt x="109" y="126"/>
                  <a:pt x="103" y="126"/>
                  <a:pt x="98" y="126"/>
                </a:cubicBezTo>
                <a:close/>
                <a:moveTo>
                  <a:pt x="77" y="126"/>
                </a:moveTo>
                <a:cubicBezTo>
                  <a:pt x="77" y="128"/>
                  <a:pt x="76" y="131"/>
                  <a:pt x="76" y="133"/>
                </a:cubicBezTo>
                <a:cubicBezTo>
                  <a:pt x="81" y="133"/>
                  <a:pt x="87" y="133"/>
                  <a:pt x="92" y="133"/>
                </a:cubicBezTo>
                <a:cubicBezTo>
                  <a:pt x="93" y="131"/>
                  <a:pt x="93" y="128"/>
                  <a:pt x="93" y="126"/>
                </a:cubicBezTo>
                <a:cubicBezTo>
                  <a:pt x="88" y="126"/>
                  <a:pt x="83" y="126"/>
                  <a:pt x="77" y="126"/>
                </a:cubicBezTo>
                <a:close/>
                <a:moveTo>
                  <a:pt x="57" y="126"/>
                </a:moveTo>
                <a:cubicBezTo>
                  <a:pt x="56" y="128"/>
                  <a:pt x="55" y="131"/>
                  <a:pt x="54" y="133"/>
                </a:cubicBezTo>
                <a:cubicBezTo>
                  <a:pt x="60" y="133"/>
                  <a:pt x="65" y="133"/>
                  <a:pt x="71" y="133"/>
                </a:cubicBezTo>
                <a:cubicBezTo>
                  <a:pt x="71" y="131"/>
                  <a:pt x="72" y="128"/>
                  <a:pt x="73" y="126"/>
                </a:cubicBezTo>
                <a:cubicBezTo>
                  <a:pt x="67" y="126"/>
                  <a:pt x="62" y="126"/>
                  <a:pt x="57" y="12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45984" y="5397061"/>
            <a:ext cx="130302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63634" y="1957425"/>
            <a:ext cx="4435475" cy="73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21089" y="3454755"/>
            <a:ext cx="4435475" cy="70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63634" y="4908111"/>
            <a:ext cx="4435475" cy="70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721281" y="2314219"/>
            <a:ext cx="2050739" cy="106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4800" dirty="0">
                <a:solidFill>
                  <a:srgbClr val="2F3A49"/>
                </a:solidFill>
                <a:cs typeface="+mn-ea"/>
                <a:sym typeface="+mn-lt"/>
              </a:rPr>
              <a:t>FOUR</a:t>
            </a:r>
            <a:endParaRPr lang="en-US" sz="4800" dirty="0">
              <a:solidFill>
                <a:srgbClr val="2F3A49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927901" y="3767649"/>
            <a:ext cx="1825597" cy="499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2000" dirty="0">
                <a:solidFill>
                  <a:srgbClr val="2F3A49"/>
                </a:solidFill>
                <a:cs typeface="+mn-ea"/>
                <a:sym typeface="+mn-lt"/>
              </a:rPr>
              <a:t>PROUDECT</a:t>
            </a:r>
            <a:endParaRPr lang="en-US" sz="2000" dirty="0">
              <a:solidFill>
                <a:srgbClr val="2F3A49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139" y="4492831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bldLvl="0"/>
      <p:bldP spid="9" grpId="0" bldLvl="0"/>
      <p:bldP spid="11" grpId="0" bldLvl="0"/>
      <p:bldP spid="12" grpId="0" bldLvl="0"/>
      <p:bldP spid="13" grpId="0" bldLvl="0"/>
      <p:bldP spid="14" grpId="0" bldLvl="0"/>
      <p:bldP spid="15" grpId="0" bldLvl="0"/>
      <p:bldP spid="16" grpId="0" bldLvl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833241"/>
          </a:xfrm>
          <a:prstGeom prst="rect">
            <a:avLst/>
          </a:prstGeom>
          <a:blipFill>
            <a:blip r:embed="rId1"/>
            <a:stretch>
              <a:fillRect t="-40000" r="-152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双波形 2"/>
          <p:cNvSpPr/>
          <p:nvPr/>
        </p:nvSpPr>
        <p:spPr>
          <a:xfrm>
            <a:off x="-253559" y="1464743"/>
            <a:ext cx="13114282" cy="6745821"/>
          </a:xfrm>
          <a:prstGeom prst="doubleWave">
            <a:avLst>
              <a:gd name="adj1" fmla="val 3973"/>
              <a:gd name="adj2" fmla="val -18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16200000" sx="101000" sy="101000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圆角矩形 6"/>
          <p:cNvSpPr/>
          <p:nvPr/>
        </p:nvSpPr>
        <p:spPr>
          <a:xfrm>
            <a:off x="4865916" y="2857500"/>
            <a:ext cx="1143000" cy="1143000"/>
          </a:xfrm>
          <a:prstGeom prst="roundRect">
            <a:avLst>
              <a:gd name="adj" fmla="val 8889"/>
            </a:avLst>
          </a:prstGeom>
          <a:solidFill>
            <a:srgbClr val="3A616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圆角矩形 7"/>
          <p:cNvSpPr/>
          <p:nvPr/>
        </p:nvSpPr>
        <p:spPr>
          <a:xfrm>
            <a:off x="6096000" y="2857500"/>
            <a:ext cx="1143000" cy="1143000"/>
          </a:xfrm>
          <a:prstGeom prst="roundRect">
            <a:avLst>
              <a:gd name="adj" fmla="val 8889"/>
            </a:avLst>
          </a:prstGeom>
          <a:solidFill>
            <a:srgbClr val="3A616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W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圆角矩形 8"/>
          <p:cNvSpPr/>
          <p:nvPr/>
        </p:nvSpPr>
        <p:spPr>
          <a:xfrm>
            <a:off x="6096000" y="4087584"/>
            <a:ext cx="1143000" cy="1143000"/>
          </a:xfrm>
          <a:prstGeom prst="roundRect">
            <a:avLst>
              <a:gd name="adj" fmla="val 8889"/>
            </a:avLst>
          </a:prstGeom>
          <a:solidFill>
            <a:srgbClr val="3A616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O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圆角矩形 9"/>
          <p:cNvSpPr/>
          <p:nvPr/>
        </p:nvSpPr>
        <p:spPr>
          <a:xfrm>
            <a:off x="4865916" y="4087584"/>
            <a:ext cx="1143000" cy="1143000"/>
          </a:xfrm>
          <a:prstGeom prst="roundRect">
            <a:avLst>
              <a:gd name="adj" fmla="val 8889"/>
            </a:avLst>
          </a:prstGeom>
          <a:solidFill>
            <a:srgbClr val="3A616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T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5101" y="2711984"/>
            <a:ext cx="223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20000"/>
              </a:spcBef>
              <a:buFont typeface="Arial" panose="020B0604020202020204" pitchFamily="34" charset="0"/>
              <a:buNone/>
              <a:defRPr sz="3600" b="1" cap="all">
                <a:gradFill>
                  <a:gsLst>
                    <a:gs pos="5000">
                      <a:srgbClr val="BD1032"/>
                    </a:gs>
                    <a:gs pos="36000">
                      <a:srgbClr val="55020D"/>
                    </a:gs>
                    <a:gs pos="68000">
                      <a:srgbClr val="E13377"/>
                    </a:gs>
                    <a:gs pos="100000">
                      <a:srgbClr val="ED8571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0" spc="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标题文本</a:t>
            </a:r>
            <a:endParaRPr kumimoji="0" lang="zh-CN" altLang="en-US" sz="2400" b="0" i="0" u="none" strike="noStrike" kern="1200" cap="all" spc="6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TextBox 34"/>
          <p:cNvSpPr txBox="1"/>
          <p:nvPr/>
        </p:nvSpPr>
        <p:spPr>
          <a:xfrm>
            <a:off x="1225101" y="3124798"/>
            <a:ext cx="2735577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lorem ipsum dolor sit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amet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ea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commodoconsequat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25101" y="4756088"/>
            <a:ext cx="223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20000"/>
              </a:spcBef>
              <a:buFont typeface="Arial" panose="020B0604020202020204" pitchFamily="34" charset="0"/>
              <a:buNone/>
              <a:defRPr sz="3600" b="1" cap="all">
                <a:gradFill>
                  <a:gsLst>
                    <a:gs pos="5000">
                      <a:srgbClr val="BD1032"/>
                    </a:gs>
                    <a:gs pos="36000">
                      <a:srgbClr val="55020D"/>
                    </a:gs>
                    <a:gs pos="68000">
                      <a:srgbClr val="E13377"/>
                    </a:gs>
                    <a:gs pos="100000">
                      <a:srgbClr val="ED8571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0" spc="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标题文本</a:t>
            </a:r>
            <a:endParaRPr kumimoji="0" lang="zh-CN" altLang="en-US" sz="2400" b="0" i="0" u="none" strike="noStrike" kern="1200" cap="all" spc="6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4"/>
          <p:cNvSpPr txBox="1"/>
          <p:nvPr/>
        </p:nvSpPr>
        <p:spPr>
          <a:xfrm>
            <a:off x="1225101" y="5168902"/>
            <a:ext cx="2735577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lorem ipsum dolor sit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amet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ea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commodoconsequat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86800" y="2779150"/>
            <a:ext cx="223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20000"/>
              </a:spcBef>
              <a:buFont typeface="Arial" panose="020B0604020202020204" pitchFamily="34" charset="0"/>
              <a:buNone/>
              <a:defRPr sz="3600" b="1" cap="all">
                <a:gradFill>
                  <a:gsLst>
                    <a:gs pos="5000">
                      <a:srgbClr val="BD1032"/>
                    </a:gs>
                    <a:gs pos="36000">
                      <a:srgbClr val="55020D"/>
                    </a:gs>
                    <a:gs pos="68000">
                      <a:srgbClr val="E13377"/>
                    </a:gs>
                    <a:gs pos="100000">
                      <a:srgbClr val="ED8571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0" spc="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标题文本</a:t>
            </a:r>
            <a:endParaRPr kumimoji="0" lang="zh-CN" altLang="en-US" sz="2400" b="0" i="0" u="none" strike="noStrike" kern="1200" cap="all" spc="6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TextBox 34"/>
          <p:cNvSpPr txBox="1"/>
          <p:nvPr/>
        </p:nvSpPr>
        <p:spPr>
          <a:xfrm>
            <a:off x="8170362" y="3240815"/>
            <a:ext cx="2735577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lorem ipsum dolor sit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amet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ea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commodoconsequat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71559" y="4820987"/>
            <a:ext cx="223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20000"/>
              </a:spcBef>
              <a:buFont typeface="Arial" panose="020B0604020202020204" pitchFamily="34" charset="0"/>
              <a:buNone/>
              <a:defRPr sz="3600" b="1" cap="all">
                <a:gradFill>
                  <a:gsLst>
                    <a:gs pos="5000">
                      <a:srgbClr val="BD1032"/>
                    </a:gs>
                    <a:gs pos="36000">
                      <a:srgbClr val="55020D"/>
                    </a:gs>
                    <a:gs pos="68000">
                      <a:srgbClr val="E13377"/>
                    </a:gs>
                    <a:gs pos="100000">
                      <a:srgbClr val="ED8571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0" spc="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标题文本</a:t>
            </a:r>
            <a:endParaRPr kumimoji="0" lang="zh-CN" altLang="en-US" sz="2400" b="0" i="0" u="none" strike="noStrike" kern="1200" cap="all" spc="6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TextBox 34"/>
          <p:cNvSpPr txBox="1"/>
          <p:nvPr/>
        </p:nvSpPr>
        <p:spPr>
          <a:xfrm>
            <a:off x="8155121" y="5180726"/>
            <a:ext cx="2735577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lorem ipsum dolor sit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amet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ea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commodoconsequat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760" y="212346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bldLvl="0" animBg="1"/>
      <p:bldP spid="6" grpId="0" bldLvl="0" animBg="1"/>
      <p:bldP spid="7" grpId="0" bldLvl="0" animBg="1"/>
      <p:bldP spid="8" grpId="0" bldLvl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2741136" y="1293920"/>
            <a:ext cx="6542842" cy="42701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893536" y="1446320"/>
            <a:ext cx="6239832" cy="3976285"/>
          </a:xfrm>
          <a:prstGeom prst="ellipse">
            <a:avLst/>
          </a:prstGeom>
          <a:noFill/>
          <a:ln w="41275">
            <a:solidFill>
              <a:srgbClr val="3A61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08228" y="2700038"/>
            <a:ext cx="4519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>
                <a:solidFill>
                  <a:schemeClr val="tx1">
                    <a:lumMod val="85000"/>
                    <a:lumOff val="1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</a:defRPr>
            </a:lvl1pPr>
          </a:lstStyle>
          <a:p>
            <a:r>
              <a:rPr lang="zh-CN" altLang="en-US" dirty="0" smtClean="0">
                <a:sym typeface="+mn-lt"/>
              </a:rPr>
              <a:t>填入标题</a:t>
            </a:r>
            <a:endParaRPr lang="zh-CN" altLang="en-US" dirty="0"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9524" y="3813283"/>
            <a:ext cx="5679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Loem ipsum dolor sameman tanam casectetur adipiscing elit tamam dalam qoue sampe. dolor sameman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5065" y="1689624"/>
            <a:ext cx="2948212" cy="106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sz="4800" dirty="0">
                <a:solidFill>
                  <a:srgbClr val="3A6166"/>
                </a:solidFill>
                <a:cs typeface="+mn-ea"/>
                <a:sym typeface="+mn-lt"/>
              </a:rPr>
              <a:t>PART 04</a:t>
            </a:r>
            <a:endParaRPr lang="en-US" sz="4800" dirty="0">
              <a:solidFill>
                <a:srgbClr val="3A6166"/>
              </a:solidFill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760" y="212346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833241"/>
          </a:xfrm>
          <a:prstGeom prst="rect">
            <a:avLst/>
          </a:prstGeom>
          <a:blipFill>
            <a:blip r:embed="rId1"/>
            <a:stretch>
              <a:fillRect t="-40000" r="-152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双波形 2"/>
          <p:cNvSpPr/>
          <p:nvPr/>
        </p:nvSpPr>
        <p:spPr>
          <a:xfrm>
            <a:off x="-253559" y="1464743"/>
            <a:ext cx="13114282" cy="6745821"/>
          </a:xfrm>
          <a:prstGeom prst="doubleWave">
            <a:avLst>
              <a:gd name="adj1" fmla="val 3973"/>
              <a:gd name="adj2" fmla="val -18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16200000" sx="101000" sy="101000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23743" y="2715260"/>
            <a:ext cx="990600" cy="990600"/>
            <a:chOff x="1962150" y="2000250"/>
            <a:chExt cx="990600" cy="990600"/>
          </a:xfrm>
        </p:grpSpPr>
        <p:sp>
          <p:nvSpPr>
            <p:cNvPr id="6" name="矩形: 圆角 1"/>
            <p:cNvSpPr/>
            <p:nvPr/>
          </p:nvSpPr>
          <p:spPr>
            <a:xfrm>
              <a:off x="1962150" y="2000250"/>
              <a:ext cx="990600" cy="990600"/>
            </a:xfrm>
            <a:prstGeom prst="roundRect">
              <a:avLst/>
            </a:prstGeom>
            <a:noFill/>
            <a:ln>
              <a:solidFill>
                <a:srgbClr val="2F3A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" name="Freeform 84"/>
            <p:cNvSpPr>
              <a:spLocks noEditPoints="1"/>
            </p:cNvSpPr>
            <p:nvPr/>
          </p:nvSpPr>
          <p:spPr bwMode="auto">
            <a:xfrm>
              <a:off x="2230038" y="2268138"/>
              <a:ext cx="454824" cy="454824"/>
            </a:xfrm>
            <a:custGeom>
              <a:avLst/>
              <a:gdLst>
                <a:gd name="T0" fmla="*/ 1017 w 1019"/>
                <a:gd name="T1" fmla="*/ 375 h 1017"/>
                <a:gd name="T2" fmla="*/ 1014 w 1019"/>
                <a:gd name="T3" fmla="*/ 366 h 1017"/>
                <a:gd name="T4" fmla="*/ 757 w 1019"/>
                <a:gd name="T5" fmla="*/ 13 h 1017"/>
                <a:gd name="T6" fmla="*/ 750 w 1019"/>
                <a:gd name="T7" fmla="*/ 6 h 1017"/>
                <a:gd name="T8" fmla="*/ 749 w 1019"/>
                <a:gd name="T9" fmla="*/ 5 h 1017"/>
                <a:gd name="T10" fmla="*/ 739 w 1019"/>
                <a:gd name="T11" fmla="*/ 1 h 1017"/>
                <a:gd name="T12" fmla="*/ 739 w 1019"/>
                <a:gd name="T13" fmla="*/ 1 h 1017"/>
                <a:gd name="T14" fmla="*/ 286 w 1019"/>
                <a:gd name="T15" fmla="*/ 0 h 1017"/>
                <a:gd name="T16" fmla="*/ 279 w 1019"/>
                <a:gd name="T17" fmla="*/ 1 h 1017"/>
                <a:gd name="T18" fmla="*/ 278 w 1019"/>
                <a:gd name="T19" fmla="*/ 1 h 1017"/>
                <a:gd name="T20" fmla="*/ 269 w 1019"/>
                <a:gd name="T21" fmla="*/ 5 h 1017"/>
                <a:gd name="T22" fmla="*/ 267 w 1019"/>
                <a:gd name="T23" fmla="*/ 6 h 1017"/>
                <a:gd name="T24" fmla="*/ 6 w 1019"/>
                <a:gd name="T25" fmla="*/ 363 h 1017"/>
                <a:gd name="T26" fmla="*/ 5 w 1019"/>
                <a:gd name="T27" fmla="*/ 365 h 1017"/>
                <a:gd name="T28" fmla="*/ 3 w 1019"/>
                <a:gd name="T29" fmla="*/ 369 h 1017"/>
                <a:gd name="T30" fmla="*/ 1 w 1019"/>
                <a:gd name="T31" fmla="*/ 373 h 1017"/>
                <a:gd name="T32" fmla="*/ 0 w 1019"/>
                <a:gd name="T33" fmla="*/ 382 h 1017"/>
                <a:gd name="T34" fmla="*/ 0 w 1019"/>
                <a:gd name="T35" fmla="*/ 386 h 1017"/>
                <a:gd name="T36" fmla="*/ 3 w 1019"/>
                <a:gd name="T37" fmla="*/ 395 h 1017"/>
                <a:gd name="T38" fmla="*/ 4 w 1019"/>
                <a:gd name="T39" fmla="*/ 396 h 1017"/>
                <a:gd name="T40" fmla="*/ 7 w 1019"/>
                <a:gd name="T41" fmla="*/ 401 h 1017"/>
                <a:gd name="T42" fmla="*/ 485 w 1019"/>
                <a:gd name="T43" fmla="*/ 1007 h 1017"/>
                <a:gd name="T44" fmla="*/ 490 w 1019"/>
                <a:gd name="T45" fmla="*/ 1011 h 1017"/>
                <a:gd name="T46" fmla="*/ 493 w 1019"/>
                <a:gd name="T47" fmla="*/ 1013 h 1017"/>
                <a:gd name="T48" fmla="*/ 496 w 1019"/>
                <a:gd name="T49" fmla="*/ 1015 h 1017"/>
                <a:gd name="T50" fmla="*/ 501 w 1019"/>
                <a:gd name="T51" fmla="*/ 1017 h 1017"/>
                <a:gd name="T52" fmla="*/ 509 w 1019"/>
                <a:gd name="T53" fmla="*/ 1017 h 1017"/>
                <a:gd name="T54" fmla="*/ 509 w 1019"/>
                <a:gd name="T55" fmla="*/ 1017 h 1017"/>
                <a:gd name="T56" fmla="*/ 515 w 1019"/>
                <a:gd name="T57" fmla="*/ 1017 h 1017"/>
                <a:gd name="T58" fmla="*/ 518 w 1019"/>
                <a:gd name="T59" fmla="*/ 1016 h 1017"/>
                <a:gd name="T60" fmla="*/ 524 w 1019"/>
                <a:gd name="T61" fmla="*/ 1013 h 1017"/>
                <a:gd name="T62" fmla="*/ 525 w 1019"/>
                <a:gd name="T63" fmla="*/ 1013 h 1017"/>
                <a:gd name="T64" fmla="*/ 532 w 1019"/>
                <a:gd name="T65" fmla="*/ 1007 h 1017"/>
                <a:gd name="T66" fmla="*/ 1008 w 1019"/>
                <a:gd name="T67" fmla="*/ 404 h 1017"/>
                <a:gd name="T68" fmla="*/ 1015 w 1019"/>
                <a:gd name="T69" fmla="*/ 394 h 1017"/>
                <a:gd name="T70" fmla="*/ 1019 w 1019"/>
                <a:gd name="T71" fmla="*/ 382 h 1017"/>
                <a:gd name="T72" fmla="*/ 691 w 1019"/>
                <a:gd name="T73" fmla="*/ 63 h 1017"/>
                <a:gd name="T74" fmla="*/ 327 w 1019"/>
                <a:gd name="T75" fmla="*/ 63 h 1017"/>
                <a:gd name="T76" fmla="*/ 328 w 1019"/>
                <a:gd name="T77" fmla="*/ 350 h 1017"/>
                <a:gd name="T78" fmla="*/ 97 w 1019"/>
                <a:gd name="T79" fmla="*/ 413 h 1017"/>
                <a:gd name="T80" fmla="*/ 97 w 1019"/>
                <a:gd name="T81" fmla="*/ 413 h 1017"/>
                <a:gd name="T82" fmla="*/ 610 w 1019"/>
                <a:gd name="T83" fmla="*/ 413 h 1017"/>
                <a:gd name="T84" fmla="*/ 675 w 1019"/>
                <a:gd name="T85" fmla="*/ 413 h 1017"/>
                <a:gd name="T86" fmla="*/ 689 w 1019"/>
                <a:gd name="T87" fmla="*/ 350 h 1017"/>
                <a:gd name="T88" fmla="*/ 689 w 1019"/>
                <a:gd name="T89" fmla="*/ 350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19" h="1017">
                  <a:moveTo>
                    <a:pt x="1018" y="376"/>
                  </a:moveTo>
                  <a:lnTo>
                    <a:pt x="1018" y="376"/>
                  </a:lnTo>
                  <a:lnTo>
                    <a:pt x="1017" y="375"/>
                  </a:lnTo>
                  <a:lnTo>
                    <a:pt x="1017" y="375"/>
                  </a:lnTo>
                  <a:lnTo>
                    <a:pt x="1015" y="371"/>
                  </a:lnTo>
                  <a:lnTo>
                    <a:pt x="1014" y="366"/>
                  </a:lnTo>
                  <a:lnTo>
                    <a:pt x="1011" y="363"/>
                  </a:lnTo>
                  <a:lnTo>
                    <a:pt x="1008" y="358"/>
                  </a:lnTo>
                  <a:lnTo>
                    <a:pt x="757" y="13"/>
                  </a:lnTo>
                  <a:lnTo>
                    <a:pt x="757" y="13"/>
                  </a:lnTo>
                  <a:lnTo>
                    <a:pt x="754" y="10"/>
                  </a:lnTo>
                  <a:lnTo>
                    <a:pt x="750" y="6"/>
                  </a:lnTo>
                  <a:lnTo>
                    <a:pt x="750" y="6"/>
                  </a:lnTo>
                  <a:lnTo>
                    <a:pt x="749" y="5"/>
                  </a:lnTo>
                  <a:lnTo>
                    <a:pt x="749" y="5"/>
                  </a:lnTo>
                  <a:lnTo>
                    <a:pt x="744" y="2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1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79" y="1"/>
                  </a:lnTo>
                  <a:lnTo>
                    <a:pt x="279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3" y="2"/>
                  </a:lnTo>
                  <a:lnTo>
                    <a:pt x="269" y="5"/>
                  </a:lnTo>
                  <a:lnTo>
                    <a:pt x="269" y="5"/>
                  </a:lnTo>
                  <a:lnTo>
                    <a:pt x="267" y="6"/>
                  </a:lnTo>
                  <a:lnTo>
                    <a:pt x="267" y="6"/>
                  </a:lnTo>
                  <a:lnTo>
                    <a:pt x="263" y="10"/>
                  </a:lnTo>
                  <a:lnTo>
                    <a:pt x="260" y="13"/>
                  </a:lnTo>
                  <a:lnTo>
                    <a:pt x="6" y="363"/>
                  </a:lnTo>
                  <a:lnTo>
                    <a:pt x="6" y="363"/>
                  </a:lnTo>
                  <a:lnTo>
                    <a:pt x="5" y="365"/>
                  </a:lnTo>
                  <a:lnTo>
                    <a:pt x="5" y="365"/>
                  </a:lnTo>
                  <a:lnTo>
                    <a:pt x="3" y="368"/>
                  </a:lnTo>
                  <a:lnTo>
                    <a:pt x="3" y="368"/>
                  </a:lnTo>
                  <a:lnTo>
                    <a:pt x="3" y="369"/>
                  </a:lnTo>
                  <a:lnTo>
                    <a:pt x="3" y="369"/>
                  </a:lnTo>
                  <a:lnTo>
                    <a:pt x="1" y="373"/>
                  </a:lnTo>
                  <a:lnTo>
                    <a:pt x="1" y="373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1" y="390"/>
                  </a:lnTo>
                  <a:lnTo>
                    <a:pt x="1" y="390"/>
                  </a:lnTo>
                  <a:lnTo>
                    <a:pt x="3" y="395"/>
                  </a:lnTo>
                  <a:lnTo>
                    <a:pt x="3" y="395"/>
                  </a:lnTo>
                  <a:lnTo>
                    <a:pt x="4" y="396"/>
                  </a:lnTo>
                  <a:lnTo>
                    <a:pt x="4" y="396"/>
                  </a:lnTo>
                  <a:lnTo>
                    <a:pt x="5" y="398"/>
                  </a:lnTo>
                  <a:lnTo>
                    <a:pt x="5" y="398"/>
                  </a:lnTo>
                  <a:lnTo>
                    <a:pt x="7" y="401"/>
                  </a:lnTo>
                  <a:lnTo>
                    <a:pt x="483" y="1005"/>
                  </a:lnTo>
                  <a:lnTo>
                    <a:pt x="483" y="1005"/>
                  </a:lnTo>
                  <a:lnTo>
                    <a:pt x="485" y="1007"/>
                  </a:lnTo>
                  <a:lnTo>
                    <a:pt x="485" y="1007"/>
                  </a:lnTo>
                  <a:lnTo>
                    <a:pt x="490" y="1011"/>
                  </a:lnTo>
                  <a:lnTo>
                    <a:pt x="490" y="1011"/>
                  </a:lnTo>
                  <a:lnTo>
                    <a:pt x="492" y="1013"/>
                  </a:lnTo>
                  <a:lnTo>
                    <a:pt x="492" y="1013"/>
                  </a:lnTo>
                  <a:lnTo>
                    <a:pt x="493" y="1013"/>
                  </a:lnTo>
                  <a:lnTo>
                    <a:pt x="493" y="1013"/>
                  </a:lnTo>
                  <a:lnTo>
                    <a:pt x="496" y="1015"/>
                  </a:lnTo>
                  <a:lnTo>
                    <a:pt x="496" y="1015"/>
                  </a:lnTo>
                  <a:lnTo>
                    <a:pt x="500" y="1016"/>
                  </a:lnTo>
                  <a:lnTo>
                    <a:pt x="500" y="1016"/>
                  </a:lnTo>
                  <a:lnTo>
                    <a:pt x="501" y="1017"/>
                  </a:lnTo>
                  <a:lnTo>
                    <a:pt x="501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15" y="1017"/>
                  </a:lnTo>
                  <a:lnTo>
                    <a:pt x="515" y="1017"/>
                  </a:lnTo>
                  <a:lnTo>
                    <a:pt x="518" y="1016"/>
                  </a:lnTo>
                  <a:lnTo>
                    <a:pt x="518" y="1016"/>
                  </a:lnTo>
                  <a:lnTo>
                    <a:pt x="521" y="1015"/>
                  </a:lnTo>
                  <a:lnTo>
                    <a:pt x="521" y="1015"/>
                  </a:lnTo>
                  <a:lnTo>
                    <a:pt x="524" y="1013"/>
                  </a:lnTo>
                  <a:lnTo>
                    <a:pt x="524" y="1013"/>
                  </a:lnTo>
                  <a:lnTo>
                    <a:pt x="525" y="1013"/>
                  </a:lnTo>
                  <a:lnTo>
                    <a:pt x="525" y="1013"/>
                  </a:lnTo>
                  <a:lnTo>
                    <a:pt x="527" y="1011"/>
                  </a:lnTo>
                  <a:lnTo>
                    <a:pt x="527" y="1011"/>
                  </a:lnTo>
                  <a:lnTo>
                    <a:pt x="532" y="1007"/>
                  </a:lnTo>
                  <a:lnTo>
                    <a:pt x="532" y="1007"/>
                  </a:lnTo>
                  <a:lnTo>
                    <a:pt x="534" y="1005"/>
                  </a:lnTo>
                  <a:lnTo>
                    <a:pt x="1008" y="404"/>
                  </a:lnTo>
                  <a:lnTo>
                    <a:pt x="1008" y="404"/>
                  </a:lnTo>
                  <a:lnTo>
                    <a:pt x="1012" y="400"/>
                  </a:lnTo>
                  <a:lnTo>
                    <a:pt x="1015" y="394"/>
                  </a:lnTo>
                  <a:lnTo>
                    <a:pt x="1018" y="388"/>
                  </a:lnTo>
                  <a:lnTo>
                    <a:pt x="1019" y="382"/>
                  </a:lnTo>
                  <a:lnTo>
                    <a:pt x="1019" y="382"/>
                  </a:lnTo>
                  <a:lnTo>
                    <a:pt x="1018" y="376"/>
                  </a:lnTo>
                  <a:lnTo>
                    <a:pt x="1018" y="376"/>
                  </a:lnTo>
                  <a:close/>
                  <a:moveTo>
                    <a:pt x="691" y="63"/>
                  </a:moveTo>
                  <a:lnTo>
                    <a:pt x="625" y="350"/>
                  </a:lnTo>
                  <a:lnTo>
                    <a:pt x="393" y="350"/>
                  </a:lnTo>
                  <a:lnTo>
                    <a:pt x="327" y="63"/>
                  </a:lnTo>
                  <a:lnTo>
                    <a:pt x="691" y="63"/>
                  </a:lnTo>
                  <a:close/>
                  <a:moveTo>
                    <a:pt x="271" y="106"/>
                  </a:moveTo>
                  <a:lnTo>
                    <a:pt x="328" y="350"/>
                  </a:lnTo>
                  <a:lnTo>
                    <a:pt x="94" y="350"/>
                  </a:lnTo>
                  <a:lnTo>
                    <a:pt x="271" y="106"/>
                  </a:lnTo>
                  <a:close/>
                  <a:moveTo>
                    <a:pt x="97" y="413"/>
                  </a:moveTo>
                  <a:lnTo>
                    <a:pt x="343" y="413"/>
                  </a:lnTo>
                  <a:lnTo>
                    <a:pt x="446" y="854"/>
                  </a:lnTo>
                  <a:lnTo>
                    <a:pt x="97" y="413"/>
                  </a:lnTo>
                  <a:close/>
                  <a:moveTo>
                    <a:pt x="509" y="845"/>
                  </a:moveTo>
                  <a:lnTo>
                    <a:pt x="408" y="413"/>
                  </a:lnTo>
                  <a:lnTo>
                    <a:pt x="610" y="413"/>
                  </a:lnTo>
                  <a:lnTo>
                    <a:pt x="509" y="845"/>
                  </a:lnTo>
                  <a:close/>
                  <a:moveTo>
                    <a:pt x="572" y="854"/>
                  </a:moveTo>
                  <a:lnTo>
                    <a:pt x="675" y="413"/>
                  </a:lnTo>
                  <a:lnTo>
                    <a:pt x="920" y="413"/>
                  </a:lnTo>
                  <a:lnTo>
                    <a:pt x="572" y="854"/>
                  </a:lnTo>
                  <a:close/>
                  <a:moveTo>
                    <a:pt x="689" y="350"/>
                  </a:moveTo>
                  <a:lnTo>
                    <a:pt x="746" y="106"/>
                  </a:lnTo>
                  <a:lnTo>
                    <a:pt x="923" y="350"/>
                  </a:lnTo>
                  <a:lnTo>
                    <a:pt x="689" y="350"/>
                  </a:lnTo>
                  <a:close/>
                </a:path>
              </a:pathLst>
            </a:custGeom>
            <a:solidFill>
              <a:srgbClr val="2F3A49"/>
            </a:solidFill>
            <a:ln>
              <a:solidFill>
                <a:srgbClr val="2F3A49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342577" y="3088640"/>
            <a:ext cx="3454319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42575" y="2665095"/>
            <a:ext cx="3193243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23743" y="4641216"/>
            <a:ext cx="990600" cy="990600"/>
            <a:chOff x="1962150" y="2000250"/>
            <a:chExt cx="990600" cy="990600"/>
          </a:xfrm>
        </p:grpSpPr>
        <p:sp>
          <p:nvSpPr>
            <p:cNvPr id="11" name="矩形: 圆角 10"/>
            <p:cNvSpPr/>
            <p:nvPr/>
          </p:nvSpPr>
          <p:spPr>
            <a:xfrm>
              <a:off x="1962150" y="2000250"/>
              <a:ext cx="990600" cy="990600"/>
            </a:xfrm>
            <a:prstGeom prst="roundRect">
              <a:avLst/>
            </a:prstGeom>
            <a:noFill/>
            <a:ln>
              <a:solidFill>
                <a:srgbClr val="2F3A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Freeform 84"/>
            <p:cNvSpPr>
              <a:spLocks noEditPoints="1"/>
            </p:cNvSpPr>
            <p:nvPr/>
          </p:nvSpPr>
          <p:spPr bwMode="auto">
            <a:xfrm>
              <a:off x="2230038" y="2268138"/>
              <a:ext cx="454824" cy="454824"/>
            </a:xfrm>
            <a:custGeom>
              <a:avLst/>
              <a:gdLst>
                <a:gd name="T0" fmla="*/ 1017 w 1019"/>
                <a:gd name="T1" fmla="*/ 375 h 1017"/>
                <a:gd name="T2" fmla="*/ 1014 w 1019"/>
                <a:gd name="T3" fmla="*/ 366 h 1017"/>
                <a:gd name="T4" fmla="*/ 757 w 1019"/>
                <a:gd name="T5" fmla="*/ 13 h 1017"/>
                <a:gd name="T6" fmla="*/ 750 w 1019"/>
                <a:gd name="T7" fmla="*/ 6 h 1017"/>
                <a:gd name="T8" fmla="*/ 749 w 1019"/>
                <a:gd name="T9" fmla="*/ 5 h 1017"/>
                <a:gd name="T10" fmla="*/ 739 w 1019"/>
                <a:gd name="T11" fmla="*/ 1 h 1017"/>
                <a:gd name="T12" fmla="*/ 739 w 1019"/>
                <a:gd name="T13" fmla="*/ 1 h 1017"/>
                <a:gd name="T14" fmla="*/ 286 w 1019"/>
                <a:gd name="T15" fmla="*/ 0 h 1017"/>
                <a:gd name="T16" fmla="*/ 279 w 1019"/>
                <a:gd name="T17" fmla="*/ 1 h 1017"/>
                <a:gd name="T18" fmla="*/ 278 w 1019"/>
                <a:gd name="T19" fmla="*/ 1 h 1017"/>
                <a:gd name="T20" fmla="*/ 269 w 1019"/>
                <a:gd name="T21" fmla="*/ 5 h 1017"/>
                <a:gd name="T22" fmla="*/ 267 w 1019"/>
                <a:gd name="T23" fmla="*/ 6 h 1017"/>
                <a:gd name="T24" fmla="*/ 6 w 1019"/>
                <a:gd name="T25" fmla="*/ 363 h 1017"/>
                <a:gd name="T26" fmla="*/ 5 w 1019"/>
                <a:gd name="T27" fmla="*/ 365 h 1017"/>
                <a:gd name="T28" fmla="*/ 3 w 1019"/>
                <a:gd name="T29" fmla="*/ 369 h 1017"/>
                <a:gd name="T30" fmla="*/ 1 w 1019"/>
                <a:gd name="T31" fmla="*/ 373 h 1017"/>
                <a:gd name="T32" fmla="*/ 0 w 1019"/>
                <a:gd name="T33" fmla="*/ 382 h 1017"/>
                <a:gd name="T34" fmla="*/ 0 w 1019"/>
                <a:gd name="T35" fmla="*/ 386 h 1017"/>
                <a:gd name="T36" fmla="*/ 3 w 1019"/>
                <a:gd name="T37" fmla="*/ 395 h 1017"/>
                <a:gd name="T38" fmla="*/ 4 w 1019"/>
                <a:gd name="T39" fmla="*/ 396 h 1017"/>
                <a:gd name="T40" fmla="*/ 7 w 1019"/>
                <a:gd name="T41" fmla="*/ 401 h 1017"/>
                <a:gd name="T42" fmla="*/ 485 w 1019"/>
                <a:gd name="T43" fmla="*/ 1007 h 1017"/>
                <a:gd name="T44" fmla="*/ 490 w 1019"/>
                <a:gd name="T45" fmla="*/ 1011 h 1017"/>
                <a:gd name="T46" fmla="*/ 493 w 1019"/>
                <a:gd name="T47" fmla="*/ 1013 h 1017"/>
                <a:gd name="T48" fmla="*/ 496 w 1019"/>
                <a:gd name="T49" fmla="*/ 1015 h 1017"/>
                <a:gd name="T50" fmla="*/ 501 w 1019"/>
                <a:gd name="T51" fmla="*/ 1017 h 1017"/>
                <a:gd name="T52" fmla="*/ 509 w 1019"/>
                <a:gd name="T53" fmla="*/ 1017 h 1017"/>
                <a:gd name="T54" fmla="*/ 509 w 1019"/>
                <a:gd name="T55" fmla="*/ 1017 h 1017"/>
                <a:gd name="T56" fmla="*/ 515 w 1019"/>
                <a:gd name="T57" fmla="*/ 1017 h 1017"/>
                <a:gd name="T58" fmla="*/ 518 w 1019"/>
                <a:gd name="T59" fmla="*/ 1016 h 1017"/>
                <a:gd name="T60" fmla="*/ 524 w 1019"/>
                <a:gd name="T61" fmla="*/ 1013 h 1017"/>
                <a:gd name="T62" fmla="*/ 525 w 1019"/>
                <a:gd name="T63" fmla="*/ 1013 h 1017"/>
                <a:gd name="T64" fmla="*/ 532 w 1019"/>
                <a:gd name="T65" fmla="*/ 1007 h 1017"/>
                <a:gd name="T66" fmla="*/ 1008 w 1019"/>
                <a:gd name="T67" fmla="*/ 404 h 1017"/>
                <a:gd name="T68" fmla="*/ 1015 w 1019"/>
                <a:gd name="T69" fmla="*/ 394 h 1017"/>
                <a:gd name="T70" fmla="*/ 1019 w 1019"/>
                <a:gd name="T71" fmla="*/ 382 h 1017"/>
                <a:gd name="T72" fmla="*/ 691 w 1019"/>
                <a:gd name="T73" fmla="*/ 63 h 1017"/>
                <a:gd name="T74" fmla="*/ 327 w 1019"/>
                <a:gd name="T75" fmla="*/ 63 h 1017"/>
                <a:gd name="T76" fmla="*/ 328 w 1019"/>
                <a:gd name="T77" fmla="*/ 350 h 1017"/>
                <a:gd name="T78" fmla="*/ 97 w 1019"/>
                <a:gd name="T79" fmla="*/ 413 h 1017"/>
                <a:gd name="T80" fmla="*/ 97 w 1019"/>
                <a:gd name="T81" fmla="*/ 413 h 1017"/>
                <a:gd name="T82" fmla="*/ 610 w 1019"/>
                <a:gd name="T83" fmla="*/ 413 h 1017"/>
                <a:gd name="T84" fmla="*/ 675 w 1019"/>
                <a:gd name="T85" fmla="*/ 413 h 1017"/>
                <a:gd name="T86" fmla="*/ 689 w 1019"/>
                <a:gd name="T87" fmla="*/ 350 h 1017"/>
                <a:gd name="T88" fmla="*/ 689 w 1019"/>
                <a:gd name="T89" fmla="*/ 350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19" h="1017">
                  <a:moveTo>
                    <a:pt x="1018" y="376"/>
                  </a:moveTo>
                  <a:lnTo>
                    <a:pt x="1018" y="376"/>
                  </a:lnTo>
                  <a:lnTo>
                    <a:pt x="1017" y="375"/>
                  </a:lnTo>
                  <a:lnTo>
                    <a:pt x="1017" y="375"/>
                  </a:lnTo>
                  <a:lnTo>
                    <a:pt x="1015" y="371"/>
                  </a:lnTo>
                  <a:lnTo>
                    <a:pt x="1014" y="366"/>
                  </a:lnTo>
                  <a:lnTo>
                    <a:pt x="1011" y="363"/>
                  </a:lnTo>
                  <a:lnTo>
                    <a:pt x="1008" y="358"/>
                  </a:lnTo>
                  <a:lnTo>
                    <a:pt x="757" y="13"/>
                  </a:lnTo>
                  <a:lnTo>
                    <a:pt x="757" y="13"/>
                  </a:lnTo>
                  <a:lnTo>
                    <a:pt x="754" y="10"/>
                  </a:lnTo>
                  <a:lnTo>
                    <a:pt x="750" y="6"/>
                  </a:lnTo>
                  <a:lnTo>
                    <a:pt x="750" y="6"/>
                  </a:lnTo>
                  <a:lnTo>
                    <a:pt x="749" y="5"/>
                  </a:lnTo>
                  <a:lnTo>
                    <a:pt x="749" y="5"/>
                  </a:lnTo>
                  <a:lnTo>
                    <a:pt x="744" y="2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1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79" y="1"/>
                  </a:lnTo>
                  <a:lnTo>
                    <a:pt x="279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3" y="2"/>
                  </a:lnTo>
                  <a:lnTo>
                    <a:pt x="269" y="5"/>
                  </a:lnTo>
                  <a:lnTo>
                    <a:pt x="269" y="5"/>
                  </a:lnTo>
                  <a:lnTo>
                    <a:pt x="267" y="6"/>
                  </a:lnTo>
                  <a:lnTo>
                    <a:pt x="267" y="6"/>
                  </a:lnTo>
                  <a:lnTo>
                    <a:pt x="263" y="10"/>
                  </a:lnTo>
                  <a:lnTo>
                    <a:pt x="260" y="13"/>
                  </a:lnTo>
                  <a:lnTo>
                    <a:pt x="6" y="363"/>
                  </a:lnTo>
                  <a:lnTo>
                    <a:pt x="6" y="363"/>
                  </a:lnTo>
                  <a:lnTo>
                    <a:pt x="5" y="365"/>
                  </a:lnTo>
                  <a:lnTo>
                    <a:pt x="5" y="365"/>
                  </a:lnTo>
                  <a:lnTo>
                    <a:pt x="3" y="368"/>
                  </a:lnTo>
                  <a:lnTo>
                    <a:pt x="3" y="368"/>
                  </a:lnTo>
                  <a:lnTo>
                    <a:pt x="3" y="369"/>
                  </a:lnTo>
                  <a:lnTo>
                    <a:pt x="3" y="369"/>
                  </a:lnTo>
                  <a:lnTo>
                    <a:pt x="1" y="373"/>
                  </a:lnTo>
                  <a:lnTo>
                    <a:pt x="1" y="373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1" y="390"/>
                  </a:lnTo>
                  <a:lnTo>
                    <a:pt x="1" y="390"/>
                  </a:lnTo>
                  <a:lnTo>
                    <a:pt x="3" y="395"/>
                  </a:lnTo>
                  <a:lnTo>
                    <a:pt x="3" y="395"/>
                  </a:lnTo>
                  <a:lnTo>
                    <a:pt x="4" y="396"/>
                  </a:lnTo>
                  <a:lnTo>
                    <a:pt x="4" y="396"/>
                  </a:lnTo>
                  <a:lnTo>
                    <a:pt x="5" y="398"/>
                  </a:lnTo>
                  <a:lnTo>
                    <a:pt x="5" y="398"/>
                  </a:lnTo>
                  <a:lnTo>
                    <a:pt x="7" y="401"/>
                  </a:lnTo>
                  <a:lnTo>
                    <a:pt x="483" y="1005"/>
                  </a:lnTo>
                  <a:lnTo>
                    <a:pt x="483" y="1005"/>
                  </a:lnTo>
                  <a:lnTo>
                    <a:pt x="485" y="1007"/>
                  </a:lnTo>
                  <a:lnTo>
                    <a:pt x="485" y="1007"/>
                  </a:lnTo>
                  <a:lnTo>
                    <a:pt x="490" y="1011"/>
                  </a:lnTo>
                  <a:lnTo>
                    <a:pt x="490" y="1011"/>
                  </a:lnTo>
                  <a:lnTo>
                    <a:pt x="492" y="1013"/>
                  </a:lnTo>
                  <a:lnTo>
                    <a:pt x="492" y="1013"/>
                  </a:lnTo>
                  <a:lnTo>
                    <a:pt x="493" y="1013"/>
                  </a:lnTo>
                  <a:lnTo>
                    <a:pt x="493" y="1013"/>
                  </a:lnTo>
                  <a:lnTo>
                    <a:pt x="496" y="1015"/>
                  </a:lnTo>
                  <a:lnTo>
                    <a:pt x="496" y="1015"/>
                  </a:lnTo>
                  <a:lnTo>
                    <a:pt x="500" y="1016"/>
                  </a:lnTo>
                  <a:lnTo>
                    <a:pt x="500" y="1016"/>
                  </a:lnTo>
                  <a:lnTo>
                    <a:pt x="501" y="1017"/>
                  </a:lnTo>
                  <a:lnTo>
                    <a:pt x="501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15" y="1017"/>
                  </a:lnTo>
                  <a:lnTo>
                    <a:pt x="515" y="1017"/>
                  </a:lnTo>
                  <a:lnTo>
                    <a:pt x="518" y="1016"/>
                  </a:lnTo>
                  <a:lnTo>
                    <a:pt x="518" y="1016"/>
                  </a:lnTo>
                  <a:lnTo>
                    <a:pt x="521" y="1015"/>
                  </a:lnTo>
                  <a:lnTo>
                    <a:pt x="521" y="1015"/>
                  </a:lnTo>
                  <a:lnTo>
                    <a:pt x="524" y="1013"/>
                  </a:lnTo>
                  <a:lnTo>
                    <a:pt x="524" y="1013"/>
                  </a:lnTo>
                  <a:lnTo>
                    <a:pt x="525" y="1013"/>
                  </a:lnTo>
                  <a:lnTo>
                    <a:pt x="525" y="1013"/>
                  </a:lnTo>
                  <a:lnTo>
                    <a:pt x="527" y="1011"/>
                  </a:lnTo>
                  <a:lnTo>
                    <a:pt x="527" y="1011"/>
                  </a:lnTo>
                  <a:lnTo>
                    <a:pt x="532" y="1007"/>
                  </a:lnTo>
                  <a:lnTo>
                    <a:pt x="532" y="1007"/>
                  </a:lnTo>
                  <a:lnTo>
                    <a:pt x="534" y="1005"/>
                  </a:lnTo>
                  <a:lnTo>
                    <a:pt x="1008" y="404"/>
                  </a:lnTo>
                  <a:lnTo>
                    <a:pt x="1008" y="404"/>
                  </a:lnTo>
                  <a:lnTo>
                    <a:pt x="1012" y="400"/>
                  </a:lnTo>
                  <a:lnTo>
                    <a:pt x="1015" y="394"/>
                  </a:lnTo>
                  <a:lnTo>
                    <a:pt x="1018" y="388"/>
                  </a:lnTo>
                  <a:lnTo>
                    <a:pt x="1019" y="382"/>
                  </a:lnTo>
                  <a:lnTo>
                    <a:pt x="1019" y="382"/>
                  </a:lnTo>
                  <a:lnTo>
                    <a:pt x="1018" y="376"/>
                  </a:lnTo>
                  <a:lnTo>
                    <a:pt x="1018" y="376"/>
                  </a:lnTo>
                  <a:close/>
                  <a:moveTo>
                    <a:pt x="691" y="63"/>
                  </a:moveTo>
                  <a:lnTo>
                    <a:pt x="625" y="350"/>
                  </a:lnTo>
                  <a:lnTo>
                    <a:pt x="393" y="350"/>
                  </a:lnTo>
                  <a:lnTo>
                    <a:pt x="327" y="63"/>
                  </a:lnTo>
                  <a:lnTo>
                    <a:pt x="691" y="63"/>
                  </a:lnTo>
                  <a:close/>
                  <a:moveTo>
                    <a:pt x="271" y="106"/>
                  </a:moveTo>
                  <a:lnTo>
                    <a:pt x="328" y="350"/>
                  </a:lnTo>
                  <a:lnTo>
                    <a:pt x="94" y="350"/>
                  </a:lnTo>
                  <a:lnTo>
                    <a:pt x="271" y="106"/>
                  </a:lnTo>
                  <a:close/>
                  <a:moveTo>
                    <a:pt x="97" y="413"/>
                  </a:moveTo>
                  <a:lnTo>
                    <a:pt x="343" y="413"/>
                  </a:lnTo>
                  <a:lnTo>
                    <a:pt x="446" y="854"/>
                  </a:lnTo>
                  <a:lnTo>
                    <a:pt x="97" y="413"/>
                  </a:lnTo>
                  <a:close/>
                  <a:moveTo>
                    <a:pt x="509" y="845"/>
                  </a:moveTo>
                  <a:lnTo>
                    <a:pt x="408" y="413"/>
                  </a:lnTo>
                  <a:lnTo>
                    <a:pt x="610" y="413"/>
                  </a:lnTo>
                  <a:lnTo>
                    <a:pt x="509" y="845"/>
                  </a:lnTo>
                  <a:close/>
                  <a:moveTo>
                    <a:pt x="572" y="854"/>
                  </a:moveTo>
                  <a:lnTo>
                    <a:pt x="675" y="413"/>
                  </a:lnTo>
                  <a:lnTo>
                    <a:pt x="920" y="413"/>
                  </a:lnTo>
                  <a:lnTo>
                    <a:pt x="572" y="854"/>
                  </a:lnTo>
                  <a:close/>
                  <a:moveTo>
                    <a:pt x="689" y="350"/>
                  </a:moveTo>
                  <a:lnTo>
                    <a:pt x="746" y="106"/>
                  </a:lnTo>
                  <a:lnTo>
                    <a:pt x="923" y="350"/>
                  </a:lnTo>
                  <a:lnTo>
                    <a:pt x="689" y="350"/>
                  </a:lnTo>
                  <a:close/>
                </a:path>
              </a:pathLst>
            </a:custGeom>
            <a:solidFill>
              <a:srgbClr val="2F3A49"/>
            </a:solidFill>
            <a:ln>
              <a:solidFill>
                <a:srgbClr val="2F3A49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342577" y="5014596"/>
            <a:ext cx="3454319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342575" y="4591051"/>
            <a:ext cx="3193243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543493" y="2715260"/>
            <a:ext cx="990600" cy="990600"/>
            <a:chOff x="1962150" y="2000250"/>
            <a:chExt cx="990600" cy="990600"/>
          </a:xfrm>
        </p:grpSpPr>
        <p:sp>
          <p:nvSpPr>
            <p:cNvPr id="16" name="矩形: 圆角 15"/>
            <p:cNvSpPr/>
            <p:nvPr/>
          </p:nvSpPr>
          <p:spPr>
            <a:xfrm>
              <a:off x="1962150" y="2000250"/>
              <a:ext cx="990600" cy="990600"/>
            </a:xfrm>
            <a:prstGeom prst="roundRect">
              <a:avLst/>
            </a:prstGeom>
            <a:noFill/>
            <a:ln>
              <a:solidFill>
                <a:srgbClr val="2F3A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Freeform 84"/>
            <p:cNvSpPr>
              <a:spLocks noEditPoints="1"/>
            </p:cNvSpPr>
            <p:nvPr/>
          </p:nvSpPr>
          <p:spPr bwMode="auto">
            <a:xfrm>
              <a:off x="2230038" y="2268138"/>
              <a:ext cx="454824" cy="454824"/>
            </a:xfrm>
            <a:custGeom>
              <a:avLst/>
              <a:gdLst>
                <a:gd name="T0" fmla="*/ 1017 w 1019"/>
                <a:gd name="T1" fmla="*/ 375 h 1017"/>
                <a:gd name="T2" fmla="*/ 1014 w 1019"/>
                <a:gd name="T3" fmla="*/ 366 h 1017"/>
                <a:gd name="T4" fmla="*/ 757 w 1019"/>
                <a:gd name="T5" fmla="*/ 13 h 1017"/>
                <a:gd name="T6" fmla="*/ 750 w 1019"/>
                <a:gd name="T7" fmla="*/ 6 h 1017"/>
                <a:gd name="T8" fmla="*/ 749 w 1019"/>
                <a:gd name="T9" fmla="*/ 5 h 1017"/>
                <a:gd name="T10" fmla="*/ 739 w 1019"/>
                <a:gd name="T11" fmla="*/ 1 h 1017"/>
                <a:gd name="T12" fmla="*/ 739 w 1019"/>
                <a:gd name="T13" fmla="*/ 1 h 1017"/>
                <a:gd name="T14" fmla="*/ 286 w 1019"/>
                <a:gd name="T15" fmla="*/ 0 h 1017"/>
                <a:gd name="T16" fmla="*/ 279 w 1019"/>
                <a:gd name="T17" fmla="*/ 1 h 1017"/>
                <a:gd name="T18" fmla="*/ 278 w 1019"/>
                <a:gd name="T19" fmla="*/ 1 h 1017"/>
                <a:gd name="T20" fmla="*/ 269 w 1019"/>
                <a:gd name="T21" fmla="*/ 5 h 1017"/>
                <a:gd name="T22" fmla="*/ 267 w 1019"/>
                <a:gd name="T23" fmla="*/ 6 h 1017"/>
                <a:gd name="T24" fmla="*/ 6 w 1019"/>
                <a:gd name="T25" fmla="*/ 363 h 1017"/>
                <a:gd name="T26" fmla="*/ 5 w 1019"/>
                <a:gd name="T27" fmla="*/ 365 h 1017"/>
                <a:gd name="T28" fmla="*/ 3 w 1019"/>
                <a:gd name="T29" fmla="*/ 369 h 1017"/>
                <a:gd name="T30" fmla="*/ 1 w 1019"/>
                <a:gd name="T31" fmla="*/ 373 h 1017"/>
                <a:gd name="T32" fmla="*/ 0 w 1019"/>
                <a:gd name="T33" fmla="*/ 382 h 1017"/>
                <a:gd name="T34" fmla="*/ 0 w 1019"/>
                <a:gd name="T35" fmla="*/ 386 h 1017"/>
                <a:gd name="T36" fmla="*/ 3 w 1019"/>
                <a:gd name="T37" fmla="*/ 395 h 1017"/>
                <a:gd name="T38" fmla="*/ 4 w 1019"/>
                <a:gd name="T39" fmla="*/ 396 h 1017"/>
                <a:gd name="T40" fmla="*/ 7 w 1019"/>
                <a:gd name="T41" fmla="*/ 401 h 1017"/>
                <a:gd name="T42" fmla="*/ 485 w 1019"/>
                <a:gd name="T43" fmla="*/ 1007 h 1017"/>
                <a:gd name="T44" fmla="*/ 490 w 1019"/>
                <a:gd name="T45" fmla="*/ 1011 h 1017"/>
                <a:gd name="T46" fmla="*/ 493 w 1019"/>
                <a:gd name="T47" fmla="*/ 1013 h 1017"/>
                <a:gd name="T48" fmla="*/ 496 w 1019"/>
                <a:gd name="T49" fmla="*/ 1015 h 1017"/>
                <a:gd name="T50" fmla="*/ 501 w 1019"/>
                <a:gd name="T51" fmla="*/ 1017 h 1017"/>
                <a:gd name="T52" fmla="*/ 509 w 1019"/>
                <a:gd name="T53" fmla="*/ 1017 h 1017"/>
                <a:gd name="T54" fmla="*/ 509 w 1019"/>
                <a:gd name="T55" fmla="*/ 1017 h 1017"/>
                <a:gd name="T56" fmla="*/ 515 w 1019"/>
                <a:gd name="T57" fmla="*/ 1017 h 1017"/>
                <a:gd name="T58" fmla="*/ 518 w 1019"/>
                <a:gd name="T59" fmla="*/ 1016 h 1017"/>
                <a:gd name="T60" fmla="*/ 524 w 1019"/>
                <a:gd name="T61" fmla="*/ 1013 h 1017"/>
                <a:gd name="T62" fmla="*/ 525 w 1019"/>
                <a:gd name="T63" fmla="*/ 1013 h 1017"/>
                <a:gd name="T64" fmla="*/ 532 w 1019"/>
                <a:gd name="T65" fmla="*/ 1007 h 1017"/>
                <a:gd name="T66" fmla="*/ 1008 w 1019"/>
                <a:gd name="T67" fmla="*/ 404 h 1017"/>
                <a:gd name="T68" fmla="*/ 1015 w 1019"/>
                <a:gd name="T69" fmla="*/ 394 h 1017"/>
                <a:gd name="T70" fmla="*/ 1019 w 1019"/>
                <a:gd name="T71" fmla="*/ 382 h 1017"/>
                <a:gd name="T72" fmla="*/ 691 w 1019"/>
                <a:gd name="T73" fmla="*/ 63 h 1017"/>
                <a:gd name="T74" fmla="*/ 327 w 1019"/>
                <a:gd name="T75" fmla="*/ 63 h 1017"/>
                <a:gd name="T76" fmla="*/ 328 w 1019"/>
                <a:gd name="T77" fmla="*/ 350 h 1017"/>
                <a:gd name="T78" fmla="*/ 97 w 1019"/>
                <a:gd name="T79" fmla="*/ 413 h 1017"/>
                <a:gd name="T80" fmla="*/ 97 w 1019"/>
                <a:gd name="T81" fmla="*/ 413 h 1017"/>
                <a:gd name="T82" fmla="*/ 610 w 1019"/>
                <a:gd name="T83" fmla="*/ 413 h 1017"/>
                <a:gd name="T84" fmla="*/ 675 w 1019"/>
                <a:gd name="T85" fmla="*/ 413 h 1017"/>
                <a:gd name="T86" fmla="*/ 689 w 1019"/>
                <a:gd name="T87" fmla="*/ 350 h 1017"/>
                <a:gd name="T88" fmla="*/ 689 w 1019"/>
                <a:gd name="T89" fmla="*/ 350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19" h="1017">
                  <a:moveTo>
                    <a:pt x="1018" y="376"/>
                  </a:moveTo>
                  <a:lnTo>
                    <a:pt x="1018" y="376"/>
                  </a:lnTo>
                  <a:lnTo>
                    <a:pt x="1017" y="375"/>
                  </a:lnTo>
                  <a:lnTo>
                    <a:pt x="1017" y="375"/>
                  </a:lnTo>
                  <a:lnTo>
                    <a:pt x="1015" y="371"/>
                  </a:lnTo>
                  <a:lnTo>
                    <a:pt x="1014" y="366"/>
                  </a:lnTo>
                  <a:lnTo>
                    <a:pt x="1011" y="363"/>
                  </a:lnTo>
                  <a:lnTo>
                    <a:pt x="1008" y="358"/>
                  </a:lnTo>
                  <a:lnTo>
                    <a:pt x="757" y="13"/>
                  </a:lnTo>
                  <a:lnTo>
                    <a:pt x="757" y="13"/>
                  </a:lnTo>
                  <a:lnTo>
                    <a:pt x="754" y="10"/>
                  </a:lnTo>
                  <a:lnTo>
                    <a:pt x="750" y="6"/>
                  </a:lnTo>
                  <a:lnTo>
                    <a:pt x="750" y="6"/>
                  </a:lnTo>
                  <a:lnTo>
                    <a:pt x="749" y="5"/>
                  </a:lnTo>
                  <a:lnTo>
                    <a:pt x="749" y="5"/>
                  </a:lnTo>
                  <a:lnTo>
                    <a:pt x="744" y="2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1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79" y="1"/>
                  </a:lnTo>
                  <a:lnTo>
                    <a:pt x="279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3" y="2"/>
                  </a:lnTo>
                  <a:lnTo>
                    <a:pt x="269" y="5"/>
                  </a:lnTo>
                  <a:lnTo>
                    <a:pt x="269" y="5"/>
                  </a:lnTo>
                  <a:lnTo>
                    <a:pt x="267" y="6"/>
                  </a:lnTo>
                  <a:lnTo>
                    <a:pt x="267" y="6"/>
                  </a:lnTo>
                  <a:lnTo>
                    <a:pt x="263" y="10"/>
                  </a:lnTo>
                  <a:lnTo>
                    <a:pt x="260" y="13"/>
                  </a:lnTo>
                  <a:lnTo>
                    <a:pt x="6" y="363"/>
                  </a:lnTo>
                  <a:lnTo>
                    <a:pt x="6" y="363"/>
                  </a:lnTo>
                  <a:lnTo>
                    <a:pt x="5" y="365"/>
                  </a:lnTo>
                  <a:lnTo>
                    <a:pt x="5" y="365"/>
                  </a:lnTo>
                  <a:lnTo>
                    <a:pt x="3" y="368"/>
                  </a:lnTo>
                  <a:lnTo>
                    <a:pt x="3" y="368"/>
                  </a:lnTo>
                  <a:lnTo>
                    <a:pt x="3" y="369"/>
                  </a:lnTo>
                  <a:lnTo>
                    <a:pt x="3" y="369"/>
                  </a:lnTo>
                  <a:lnTo>
                    <a:pt x="1" y="373"/>
                  </a:lnTo>
                  <a:lnTo>
                    <a:pt x="1" y="373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1" y="390"/>
                  </a:lnTo>
                  <a:lnTo>
                    <a:pt x="1" y="390"/>
                  </a:lnTo>
                  <a:lnTo>
                    <a:pt x="3" y="395"/>
                  </a:lnTo>
                  <a:lnTo>
                    <a:pt x="3" y="395"/>
                  </a:lnTo>
                  <a:lnTo>
                    <a:pt x="4" y="396"/>
                  </a:lnTo>
                  <a:lnTo>
                    <a:pt x="4" y="396"/>
                  </a:lnTo>
                  <a:lnTo>
                    <a:pt x="5" y="398"/>
                  </a:lnTo>
                  <a:lnTo>
                    <a:pt x="5" y="398"/>
                  </a:lnTo>
                  <a:lnTo>
                    <a:pt x="7" y="401"/>
                  </a:lnTo>
                  <a:lnTo>
                    <a:pt x="483" y="1005"/>
                  </a:lnTo>
                  <a:lnTo>
                    <a:pt x="483" y="1005"/>
                  </a:lnTo>
                  <a:lnTo>
                    <a:pt x="485" y="1007"/>
                  </a:lnTo>
                  <a:lnTo>
                    <a:pt x="485" y="1007"/>
                  </a:lnTo>
                  <a:lnTo>
                    <a:pt x="490" y="1011"/>
                  </a:lnTo>
                  <a:lnTo>
                    <a:pt x="490" y="1011"/>
                  </a:lnTo>
                  <a:lnTo>
                    <a:pt x="492" y="1013"/>
                  </a:lnTo>
                  <a:lnTo>
                    <a:pt x="492" y="1013"/>
                  </a:lnTo>
                  <a:lnTo>
                    <a:pt x="493" y="1013"/>
                  </a:lnTo>
                  <a:lnTo>
                    <a:pt x="493" y="1013"/>
                  </a:lnTo>
                  <a:lnTo>
                    <a:pt x="496" y="1015"/>
                  </a:lnTo>
                  <a:lnTo>
                    <a:pt x="496" y="1015"/>
                  </a:lnTo>
                  <a:lnTo>
                    <a:pt x="500" y="1016"/>
                  </a:lnTo>
                  <a:lnTo>
                    <a:pt x="500" y="1016"/>
                  </a:lnTo>
                  <a:lnTo>
                    <a:pt x="501" y="1017"/>
                  </a:lnTo>
                  <a:lnTo>
                    <a:pt x="501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15" y="1017"/>
                  </a:lnTo>
                  <a:lnTo>
                    <a:pt x="515" y="1017"/>
                  </a:lnTo>
                  <a:lnTo>
                    <a:pt x="518" y="1016"/>
                  </a:lnTo>
                  <a:lnTo>
                    <a:pt x="518" y="1016"/>
                  </a:lnTo>
                  <a:lnTo>
                    <a:pt x="521" y="1015"/>
                  </a:lnTo>
                  <a:lnTo>
                    <a:pt x="521" y="1015"/>
                  </a:lnTo>
                  <a:lnTo>
                    <a:pt x="524" y="1013"/>
                  </a:lnTo>
                  <a:lnTo>
                    <a:pt x="524" y="1013"/>
                  </a:lnTo>
                  <a:lnTo>
                    <a:pt x="525" y="1013"/>
                  </a:lnTo>
                  <a:lnTo>
                    <a:pt x="525" y="1013"/>
                  </a:lnTo>
                  <a:lnTo>
                    <a:pt x="527" y="1011"/>
                  </a:lnTo>
                  <a:lnTo>
                    <a:pt x="527" y="1011"/>
                  </a:lnTo>
                  <a:lnTo>
                    <a:pt x="532" y="1007"/>
                  </a:lnTo>
                  <a:lnTo>
                    <a:pt x="532" y="1007"/>
                  </a:lnTo>
                  <a:lnTo>
                    <a:pt x="534" y="1005"/>
                  </a:lnTo>
                  <a:lnTo>
                    <a:pt x="1008" y="404"/>
                  </a:lnTo>
                  <a:lnTo>
                    <a:pt x="1008" y="404"/>
                  </a:lnTo>
                  <a:lnTo>
                    <a:pt x="1012" y="400"/>
                  </a:lnTo>
                  <a:lnTo>
                    <a:pt x="1015" y="394"/>
                  </a:lnTo>
                  <a:lnTo>
                    <a:pt x="1018" y="388"/>
                  </a:lnTo>
                  <a:lnTo>
                    <a:pt x="1019" y="382"/>
                  </a:lnTo>
                  <a:lnTo>
                    <a:pt x="1019" y="382"/>
                  </a:lnTo>
                  <a:lnTo>
                    <a:pt x="1018" y="376"/>
                  </a:lnTo>
                  <a:lnTo>
                    <a:pt x="1018" y="376"/>
                  </a:lnTo>
                  <a:close/>
                  <a:moveTo>
                    <a:pt x="691" y="63"/>
                  </a:moveTo>
                  <a:lnTo>
                    <a:pt x="625" y="350"/>
                  </a:lnTo>
                  <a:lnTo>
                    <a:pt x="393" y="350"/>
                  </a:lnTo>
                  <a:lnTo>
                    <a:pt x="327" y="63"/>
                  </a:lnTo>
                  <a:lnTo>
                    <a:pt x="691" y="63"/>
                  </a:lnTo>
                  <a:close/>
                  <a:moveTo>
                    <a:pt x="271" y="106"/>
                  </a:moveTo>
                  <a:lnTo>
                    <a:pt x="328" y="350"/>
                  </a:lnTo>
                  <a:lnTo>
                    <a:pt x="94" y="350"/>
                  </a:lnTo>
                  <a:lnTo>
                    <a:pt x="271" y="106"/>
                  </a:lnTo>
                  <a:close/>
                  <a:moveTo>
                    <a:pt x="97" y="413"/>
                  </a:moveTo>
                  <a:lnTo>
                    <a:pt x="343" y="413"/>
                  </a:lnTo>
                  <a:lnTo>
                    <a:pt x="446" y="854"/>
                  </a:lnTo>
                  <a:lnTo>
                    <a:pt x="97" y="413"/>
                  </a:lnTo>
                  <a:close/>
                  <a:moveTo>
                    <a:pt x="509" y="845"/>
                  </a:moveTo>
                  <a:lnTo>
                    <a:pt x="408" y="413"/>
                  </a:lnTo>
                  <a:lnTo>
                    <a:pt x="610" y="413"/>
                  </a:lnTo>
                  <a:lnTo>
                    <a:pt x="509" y="845"/>
                  </a:lnTo>
                  <a:close/>
                  <a:moveTo>
                    <a:pt x="572" y="854"/>
                  </a:moveTo>
                  <a:lnTo>
                    <a:pt x="675" y="413"/>
                  </a:lnTo>
                  <a:lnTo>
                    <a:pt x="920" y="413"/>
                  </a:lnTo>
                  <a:lnTo>
                    <a:pt x="572" y="854"/>
                  </a:lnTo>
                  <a:close/>
                  <a:moveTo>
                    <a:pt x="689" y="350"/>
                  </a:moveTo>
                  <a:lnTo>
                    <a:pt x="746" y="106"/>
                  </a:lnTo>
                  <a:lnTo>
                    <a:pt x="923" y="350"/>
                  </a:lnTo>
                  <a:lnTo>
                    <a:pt x="689" y="350"/>
                  </a:lnTo>
                  <a:close/>
                </a:path>
              </a:pathLst>
            </a:custGeom>
            <a:solidFill>
              <a:srgbClr val="2F3A49"/>
            </a:solidFill>
            <a:ln>
              <a:solidFill>
                <a:srgbClr val="2F3A49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7962327" y="3088640"/>
            <a:ext cx="3454319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962325" y="2665095"/>
            <a:ext cx="3193243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43493" y="4641216"/>
            <a:ext cx="990600" cy="990600"/>
            <a:chOff x="1962150" y="2000250"/>
            <a:chExt cx="990600" cy="990600"/>
          </a:xfrm>
        </p:grpSpPr>
        <p:sp>
          <p:nvSpPr>
            <p:cNvPr id="21" name="矩形: 圆角 20"/>
            <p:cNvSpPr/>
            <p:nvPr/>
          </p:nvSpPr>
          <p:spPr>
            <a:xfrm>
              <a:off x="1962150" y="2000250"/>
              <a:ext cx="990600" cy="990600"/>
            </a:xfrm>
            <a:prstGeom prst="roundRect">
              <a:avLst/>
            </a:prstGeom>
            <a:noFill/>
            <a:ln>
              <a:solidFill>
                <a:srgbClr val="2F3A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Freeform 84"/>
            <p:cNvSpPr>
              <a:spLocks noEditPoints="1"/>
            </p:cNvSpPr>
            <p:nvPr/>
          </p:nvSpPr>
          <p:spPr bwMode="auto">
            <a:xfrm>
              <a:off x="2230038" y="2268138"/>
              <a:ext cx="454824" cy="454824"/>
            </a:xfrm>
            <a:custGeom>
              <a:avLst/>
              <a:gdLst>
                <a:gd name="T0" fmla="*/ 1017 w 1019"/>
                <a:gd name="T1" fmla="*/ 375 h 1017"/>
                <a:gd name="T2" fmla="*/ 1014 w 1019"/>
                <a:gd name="T3" fmla="*/ 366 h 1017"/>
                <a:gd name="T4" fmla="*/ 757 w 1019"/>
                <a:gd name="T5" fmla="*/ 13 h 1017"/>
                <a:gd name="T6" fmla="*/ 750 w 1019"/>
                <a:gd name="T7" fmla="*/ 6 h 1017"/>
                <a:gd name="T8" fmla="*/ 749 w 1019"/>
                <a:gd name="T9" fmla="*/ 5 h 1017"/>
                <a:gd name="T10" fmla="*/ 739 w 1019"/>
                <a:gd name="T11" fmla="*/ 1 h 1017"/>
                <a:gd name="T12" fmla="*/ 739 w 1019"/>
                <a:gd name="T13" fmla="*/ 1 h 1017"/>
                <a:gd name="T14" fmla="*/ 286 w 1019"/>
                <a:gd name="T15" fmla="*/ 0 h 1017"/>
                <a:gd name="T16" fmla="*/ 279 w 1019"/>
                <a:gd name="T17" fmla="*/ 1 h 1017"/>
                <a:gd name="T18" fmla="*/ 278 w 1019"/>
                <a:gd name="T19" fmla="*/ 1 h 1017"/>
                <a:gd name="T20" fmla="*/ 269 w 1019"/>
                <a:gd name="T21" fmla="*/ 5 h 1017"/>
                <a:gd name="T22" fmla="*/ 267 w 1019"/>
                <a:gd name="T23" fmla="*/ 6 h 1017"/>
                <a:gd name="T24" fmla="*/ 6 w 1019"/>
                <a:gd name="T25" fmla="*/ 363 h 1017"/>
                <a:gd name="T26" fmla="*/ 5 w 1019"/>
                <a:gd name="T27" fmla="*/ 365 h 1017"/>
                <a:gd name="T28" fmla="*/ 3 w 1019"/>
                <a:gd name="T29" fmla="*/ 369 h 1017"/>
                <a:gd name="T30" fmla="*/ 1 w 1019"/>
                <a:gd name="T31" fmla="*/ 373 h 1017"/>
                <a:gd name="T32" fmla="*/ 0 w 1019"/>
                <a:gd name="T33" fmla="*/ 382 h 1017"/>
                <a:gd name="T34" fmla="*/ 0 w 1019"/>
                <a:gd name="T35" fmla="*/ 386 h 1017"/>
                <a:gd name="T36" fmla="*/ 3 w 1019"/>
                <a:gd name="T37" fmla="*/ 395 h 1017"/>
                <a:gd name="T38" fmla="*/ 4 w 1019"/>
                <a:gd name="T39" fmla="*/ 396 h 1017"/>
                <a:gd name="T40" fmla="*/ 7 w 1019"/>
                <a:gd name="T41" fmla="*/ 401 h 1017"/>
                <a:gd name="T42" fmla="*/ 485 w 1019"/>
                <a:gd name="T43" fmla="*/ 1007 h 1017"/>
                <a:gd name="T44" fmla="*/ 490 w 1019"/>
                <a:gd name="T45" fmla="*/ 1011 h 1017"/>
                <a:gd name="T46" fmla="*/ 493 w 1019"/>
                <a:gd name="T47" fmla="*/ 1013 h 1017"/>
                <a:gd name="T48" fmla="*/ 496 w 1019"/>
                <a:gd name="T49" fmla="*/ 1015 h 1017"/>
                <a:gd name="T50" fmla="*/ 501 w 1019"/>
                <a:gd name="T51" fmla="*/ 1017 h 1017"/>
                <a:gd name="T52" fmla="*/ 509 w 1019"/>
                <a:gd name="T53" fmla="*/ 1017 h 1017"/>
                <a:gd name="T54" fmla="*/ 509 w 1019"/>
                <a:gd name="T55" fmla="*/ 1017 h 1017"/>
                <a:gd name="T56" fmla="*/ 515 w 1019"/>
                <a:gd name="T57" fmla="*/ 1017 h 1017"/>
                <a:gd name="T58" fmla="*/ 518 w 1019"/>
                <a:gd name="T59" fmla="*/ 1016 h 1017"/>
                <a:gd name="T60" fmla="*/ 524 w 1019"/>
                <a:gd name="T61" fmla="*/ 1013 h 1017"/>
                <a:gd name="T62" fmla="*/ 525 w 1019"/>
                <a:gd name="T63" fmla="*/ 1013 h 1017"/>
                <a:gd name="T64" fmla="*/ 532 w 1019"/>
                <a:gd name="T65" fmla="*/ 1007 h 1017"/>
                <a:gd name="T66" fmla="*/ 1008 w 1019"/>
                <a:gd name="T67" fmla="*/ 404 h 1017"/>
                <a:gd name="T68" fmla="*/ 1015 w 1019"/>
                <a:gd name="T69" fmla="*/ 394 h 1017"/>
                <a:gd name="T70" fmla="*/ 1019 w 1019"/>
                <a:gd name="T71" fmla="*/ 382 h 1017"/>
                <a:gd name="T72" fmla="*/ 691 w 1019"/>
                <a:gd name="T73" fmla="*/ 63 h 1017"/>
                <a:gd name="T74" fmla="*/ 327 w 1019"/>
                <a:gd name="T75" fmla="*/ 63 h 1017"/>
                <a:gd name="T76" fmla="*/ 328 w 1019"/>
                <a:gd name="T77" fmla="*/ 350 h 1017"/>
                <a:gd name="T78" fmla="*/ 97 w 1019"/>
                <a:gd name="T79" fmla="*/ 413 h 1017"/>
                <a:gd name="T80" fmla="*/ 97 w 1019"/>
                <a:gd name="T81" fmla="*/ 413 h 1017"/>
                <a:gd name="T82" fmla="*/ 610 w 1019"/>
                <a:gd name="T83" fmla="*/ 413 h 1017"/>
                <a:gd name="T84" fmla="*/ 675 w 1019"/>
                <a:gd name="T85" fmla="*/ 413 h 1017"/>
                <a:gd name="T86" fmla="*/ 689 w 1019"/>
                <a:gd name="T87" fmla="*/ 350 h 1017"/>
                <a:gd name="T88" fmla="*/ 689 w 1019"/>
                <a:gd name="T89" fmla="*/ 350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19" h="1017">
                  <a:moveTo>
                    <a:pt x="1018" y="376"/>
                  </a:moveTo>
                  <a:lnTo>
                    <a:pt x="1018" y="376"/>
                  </a:lnTo>
                  <a:lnTo>
                    <a:pt x="1017" y="375"/>
                  </a:lnTo>
                  <a:lnTo>
                    <a:pt x="1017" y="375"/>
                  </a:lnTo>
                  <a:lnTo>
                    <a:pt x="1015" y="371"/>
                  </a:lnTo>
                  <a:lnTo>
                    <a:pt x="1014" y="366"/>
                  </a:lnTo>
                  <a:lnTo>
                    <a:pt x="1011" y="363"/>
                  </a:lnTo>
                  <a:lnTo>
                    <a:pt x="1008" y="358"/>
                  </a:lnTo>
                  <a:lnTo>
                    <a:pt x="757" y="13"/>
                  </a:lnTo>
                  <a:lnTo>
                    <a:pt x="757" y="13"/>
                  </a:lnTo>
                  <a:lnTo>
                    <a:pt x="754" y="10"/>
                  </a:lnTo>
                  <a:lnTo>
                    <a:pt x="750" y="6"/>
                  </a:lnTo>
                  <a:lnTo>
                    <a:pt x="750" y="6"/>
                  </a:lnTo>
                  <a:lnTo>
                    <a:pt x="749" y="5"/>
                  </a:lnTo>
                  <a:lnTo>
                    <a:pt x="749" y="5"/>
                  </a:lnTo>
                  <a:lnTo>
                    <a:pt x="744" y="2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1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79" y="1"/>
                  </a:lnTo>
                  <a:lnTo>
                    <a:pt x="279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3" y="2"/>
                  </a:lnTo>
                  <a:lnTo>
                    <a:pt x="269" y="5"/>
                  </a:lnTo>
                  <a:lnTo>
                    <a:pt x="269" y="5"/>
                  </a:lnTo>
                  <a:lnTo>
                    <a:pt x="267" y="6"/>
                  </a:lnTo>
                  <a:lnTo>
                    <a:pt x="267" y="6"/>
                  </a:lnTo>
                  <a:lnTo>
                    <a:pt x="263" y="10"/>
                  </a:lnTo>
                  <a:lnTo>
                    <a:pt x="260" y="13"/>
                  </a:lnTo>
                  <a:lnTo>
                    <a:pt x="6" y="363"/>
                  </a:lnTo>
                  <a:lnTo>
                    <a:pt x="6" y="363"/>
                  </a:lnTo>
                  <a:lnTo>
                    <a:pt x="5" y="365"/>
                  </a:lnTo>
                  <a:lnTo>
                    <a:pt x="5" y="365"/>
                  </a:lnTo>
                  <a:lnTo>
                    <a:pt x="3" y="368"/>
                  </a:lnTo>
                  <a:lnTo>
                    <a:pt x="3" y="368"/>
                  </a:lnTo>
                  <a:lnTo>
                    <a:pt x="3" y="369"/>
                  </a:lnTo>
                  <a:lnTo>
                    <a:pt x="3" y="369"/>
                  </a:lnTo>
                  <a:lnTo>
                    <a:pt x="1" y="373"/>
                  </a:lnTo>
                  <a:lnTo>
                    <a:pt x="1" y="373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1" y="390"/>
                  </a:lnTo>
                  <a:lnTo>
                    <a:pt x="1" y="390"/>
                  </a:lnTo>
                  <a:lnTo>
                    <a:pt x="3" y="395"/>
                  </a:lnTo>
                  <a:lnTo>
                    <a:pt x="3" y="395"/>
                  </a:lnTo>
                  <a:lnTo>
                    <a:pt x="4" y="396"/>
                  </a:lnTo>
                  <a:lnTo>
                    <a:pt x="4" y="396"/>
                  </a:lnTo>
                  <a:lnTo>
                    <a:pt x="5" y="398"/>
                  </a:lnTo>
                  <a:lnTo>
                    <a:pt x="5" y="398"/>
                  </a:lnTo>
                  <a:lnTo>
                    <a:pt x="7" y="401"/>
                  </a:lnTo>
                  <a:lnTo>
                    <a:pt x="483" y="1005"/>
                  </a:lnTo>
                  <a:lnTo>
                    <a:pt x="483" y="1005"/>
                  </a:lnTo>
                  <a:lnTo>
                    <a:pt x="485" y="1007"/>
                  </a:lnTo>
                  <a:lnTo>
                    <a:pt x="485" y="1007"/>
                  </a:lnTo>
                  <a:lnTo>
                    <a:pt x="490" y="1011"/>
                  </a:lnTo>
                  <a:lnTo>
                    <a:pt x="490" y="1011"/>
                  </a:lnTo>
                  <a:lnTo>
                    <a:pt x="492" y="1013"/>
                  </a:lnTo>
                  <a:lnTo>
                    <a:pt x="492" y="1013"/>
                  </a:lnTo>
                  <a:lnTo>
                    <a:pt x="493" y="1013"/>
                  </a:lnTo>
                  <a:lnTo>
                    <a:pt x="493" y="1013"/>
                  </a:lnTo>
                  <a:lnTo>
                    <a:pt x="496" y="1015"/>
                  </a:lnTo>
                  <a:lnTo>
                    <a:pt x="496" y="1015"/>
                  </a:lnTo>
                  <a:lnTo>
                    <a:pt x="500" y="1016"/>
                  </a:lnTo>
                  <a:lnTo>
                    <a:pt x="500" y="1016"/>
                  </a:lnTo>
                  <a:lnTo>
                    <a:pt x="501" y="1017"/>
                  </a:lnTo>
                  <a:lnTo>
                    <a:pt x="501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15" y="1017"/>
                  </a:lnTo>
                  <a:lnTo>
                    <a:pt x="515" y="1017"/>
                  </a:lnTo>
                  <a:lnTo>
                    <a:pt x="518" y="1016"/>
                  </a:lnTo>
                  <a:lnTo>
                    <a:pt x="518" y="1016"/>
                  </a:lnTo>
                  <a:lnTo>
                    <a:pt x="521" y="1015"/>
                  </a:lnTo>
                  <a:lnTo>
                    <a:pt x="521" y="1015"/>
                  </a:lnTo>
                  <a:lnTo>
                    <a:pt x="524" y="1013"/>
                  </a:lnTo>
                  <a:lnTo>
                    <a:pt x="524" y="1013"/>
                  </a:lnTo>
                  <a:lnTo>
                    <a:pt x="525" y="1013"/>
                  </a:lnTo>
                  <a:lnTo>
                    <a:pt x="525" y="1013"/>
                  </a:lnTo>
                  <a:lnTo>
                    <a:pt x="527" y="1011"/>
                  </a:lnTo>
                  <a:lnTo>
                    <a:pt x="527" y="1011"/>
                  </a:lnTo>
                  <a:lnTo>
                    <a:pt x="532" y="1007"/>
                  </a:lnTo>
                  <a:lnTo>
                    <a:pt x="532" y="1007"/>
                  </a:lnTo>
                  <a:lnTo>
                    <a:pt x="534" y="1005"/>
                  </a:lnTo>
                  <a:lnTo>
                    <a:pt x="1008" y="404"/>
                  </a:lnTo>
                  <a:lnTo>
                    <a:pt x="1008" y="404"/>
                  </a:lnTo>
                  <a:lnTo>
                    <a:pt x="1012" y="400"/>
                  </a:lnTo>
                  <a:lnTo>
                    <a:pt x="1015" y="394"/>
                  </a:lnTo>
                  <a:lnTo>
                    <a:pt x="1018" y="388"/>
                  </a:lnTo>
                  <a:lnTo>
                    <a:pt x="1019" y="382"/>
                  </a:lnTo>
                  <a:lnTo>
                    <a:pt x="1019" y="382"/>
                  </a:lnTo>
                  <a:lnTo>
                    <a:pt x="1018" y="376"/>
                  </a:lnTo>
                  <a:lnTo>
                    <a:pt x="1018" y="376"/>
                  </a:lnTo>
                  <a:close/>
                  <a:moveTo>
                    <a:pt x="691" y="63"/>
                  </a:moveTo>
                  <a:lnTo>
                    <a:pt x="625" y="350"/>
                  </a:lnTo>
                  <a:lnTo>
                    <a:pt x="393" y="350"/>
                  </a:lnTo>
                  <a:lnTo>
                    <a:pt x="327" y="63"/>
                  </a:lnTo>
                  <a:lnTo>
                    <a:pt x="691" y="63"/>
                  </a:lnTo>
                  <a:close/>
                  <a:moveTo>
                    <a:pt x="271" y="106"/>
                  </a:moveTo>
                  <a:lnTo>
                    <a:pt x="328" y="350"/>
                  </a:lnTo>
                  <a:lnTo>
                    <a:pt x="94" y="350"/>
                  </a:lnTo>
                  <a:lnTo>
                    <a:pt x="271" y="106"/>
                  </a:lnTo>
                  <a:close/>
                  <a:moveTo>
                    <a:pt x="97" y="413"/>
                  </a:moveTo>
                  <a:lnTo>
                    <a:pt x="343" y="413"/>
                  </a:lnTo>
                  <a:lnTo>
                    <a:pt x="446" y="854"/>
                  </a:lnTo>
                  <a:lnTo>
                    <a:pt x="97" y="413"/>
                  </a:lnTo>
                  <a:close/>
                  <a:moveTo>
                    <a:pt x="509" y="845"/>
                  </a:moveTo>
                  <a:lnTo>
                    <a:pt x="408" y="413"/>
                  </a:lnTo>
                  <a:lnTo>
                    <a:pt x="610" y="413"/>
                  </a:lnTo>
                  <a:lnTo>
                    <a:pt x="509" y="845"/>
                  </a:lnTo>
                  <a:close/>
                  <a:moveTo>
                    <a:pt x="572" y="854"/>
                  </a:moveTo>
                  <a:lnTo>
                    <a:pt x="675" y="413"/>
                  </a:lnTo>
                  <a:lnTo>
                    <a:pt x="920" y="413"/>
                  </a:lnTo>
                  <a:lnTo>
                    <a:pt x="572" y="854"/>
                  </a:lnTo>
                  <a:close/>
                  <a:moveTo>
                    <a:pt x="689" y="350"/>
                  </a:moveTo>
                  <a:lnTo>
                    <a:pt x="746" y="106"/>
                  </a:lnTo>
                  <a:lnTo>
                    <a:pt x="923" y="350"/>
                  </a:lnTo>
                  <a:lnTo>
                    <a:pt x="689" y="350"/>
                  </a:lnTo>
                  <a:close/>
                </a:path>
              </a:pathLst>
            </a:custGeom>
            <a:solidFill>
              <a:srgbClr val="2F3A49"/>
            </a:solidFill>
            <a:ln>
              <a:solidFill>
                <a:srgbClr val="2F3A49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962327" y="5014596"/>
            <a:ext cx="3454319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962325" y="4591051"/>
            <a:ext cx="3193243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760" y="212346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bldLvl="0"/>
      <p:bldP spid="9" grpId="0" bldLvl="0"/>
      <p:bldP spid="13" grpId="0" bldLvl="0"/>
      <p:bldP spid="14" grpId="0" bldLvl="0"/>
      <p:bldP spid="18" grpId="0" bldLvl="0"/>
      <p:bldP spid="19" grpId="0" bldLvl="0"/>
      <p:bldP spid="23" grpId="0" bldLvl="0"/>
      <p:bldP spid="24" grpId="0" bldLvl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0" y="2256485"/>
            <a:ext cx="4800600" cy="1964029"/>
          </a:xfrm>
          <a:prstGeom prst="rect">
            <a:avLst/>
          </a:prstGeom>
          <a:noFill/>
          <a:ln>
            <a:solidFill>
              <a:srgbClr val="2F3A4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7B7F7E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50045" y="4672132"/>
            <a:ext cx="1024640" cy="1237600"/>
            <a:chOff x="4367779" y="1692756"/>
            <a:chExt cx="1386846" cy="1675084"/>
          </a:xfrm>
        </p:grpSpPr>
        <p:grpSp>
          <p:nvGrpSpPr>
            <p:cNvPr id="6" name="组合 5"/>
            <p:cNvGrpSpPr/>
            <p:nvPr/>
          </p:nvGrpSpPr>
          <p:grpSpPr>
            <a:xfrm rot="16200000">
              <a:off x="4521200" y="1692756"/>
              <a:ext cx="1080000" cy="1080000"/>
              <a:chOff x="4521200" y="1692756"/>
              <a:chExt cx="1080000" cy="1080000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4521200" y="1692756"/>
                <a:ext cx="1079500" cy="1079500"/>
              </a:xfrm>
              <a:prstGeom prst="ellipse">
                <a:avLst/>
              </a:prstGeom>
              <a:noFill/>
              <a:ln w="508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" name="弧形 9"/>
              <p:cNvSpPr/>
              <p:nvPr/>
            </p:nvSpPr>
            <p:spPr>
              <a:xfrm>
                <a:off x="4521200" y="1692756"/>
                <a:ext cx="1080000" cy="1080000"/>
              </a:xfrm>
              <a:prstGeom prst="arc">
                <a:avLst>
                  <a:gd name="adj1" fmla="val 16200000"/>
                  <a:gd name="adj2" fmla="val 11430465"/>
                </a:avLst>
              </a:prstGeom>
              <a:ln w="50800" cap="rnd">
                <a:solidFill>
                  <a:srgbClr val="2F3A4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4367779" y="2992924"/>
              <a:ext cx="1386846" cy="374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photoshop</a:t>
              </a:r>
              <a:endPara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649831" y="2080782"/>
              <a:ext cx="822736" cy="4582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75%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880836" y="4672134"/>
            <a:ext cx="1036630" cy="1237599"/>
            <a:chOff x="6099567" y="1692757"/>
            <a:chExt cx="1403073" cy="1675083"/>
          </a:xfrm>
        </p:grpSpPr>
        <p:grpSp>
          <p:nvGrpSpPr>
            <p:cNvPr id="12" name="组合 11"/>
            <p:cNvGrpSpPr/>
            <p:nvPr/>
          </p:nvGrpSpPr>
          <p:grpSpPr>
            <a:xfrm rot="16200000">
              <a:off x="6255134" y="1686790"/>
              <a:ext cx="1080000" cy="1091933"/>
              <a:chOff x="4521200" y="1680823"/>
              <a:chExt cx="1080000" cy="1091933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4521200" y="1680823"/>
                <a:ext cx="1079500" cy="1079500"/>
              </a:xfrm>
              <a:prstGeom prst="ellipse">
                <a:avLst/>
              </a:prstGeom>
              <a:noFill/>
              <a:ln w="508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" name="弧形 15"/>
              <p:cNvSpPr/>
              <p:nvPr/>
            </p:nvSpPr>
            <p:spPr>
              <a:xfrm>
                <a:off x="4521200" y="1692756"/>
                <a:ext cx="1080000" cy="1080000"/>
              </a:xfrm>
              <a:prstGeom prst="arc">
                <a:avLst>
                  <a:gd name="adj1" fmla="val 16200000"/>
                  <a:gd name="adj2" fmla="val 14201573"/>
                </a:avLst>
              </a:prstGeom>
              <a:ln w="50800" cap="rnd">
                <a:solidFill>
                  <a:srgbClr val="2F3A4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6099567" y="2992923"/>
              <a:ext cx="1403073" cy="3749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powerpoint</a:t>
              </a:r>
              <a:endPara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389733" y="2080783"/>
              <a:ext cx="822734" cy="4582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90%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743198" y="4672132"/>
            <a:ext cx="797934" cy="1237600"/>
            <a:chOff x="8089900" y="1692756"/>
            <a:chExt cx="1080000" cy="1675084"/>
          </a:xfrm>
        </p:grpSpPr>
        <p:grpSp>
          <p:nvGrpSpPr>
            <p:cNvPr id="18" name="组合 17"/>
            <p:cNvGrpSpPr/>
            <p:nvPr/>
          </p:nvGrpSpPr>
          <p:grpSpPr>
            <a:xfrm rot="16200000">
              <a:off x="8089900" y="1692756"/>
              <a:ext cx="1080000" cy="1080000"/>
              <a:chOff x="4521200" y="1692756"/>
              <a:chExt cx="1080000" cy="1080000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4521200" y="1692756"/>
                <a:ext cx="1079500" cy="1079500"/>
              </a:xfrm>
              <a:prstGeom prst="ellipse">
                <a:avLst/>
              </a:prstGeom>
              <a:noFill/>
              <a:ln w="508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" name="弧形 21"/>
              <p:cNvSpPr/>
              <p:nvPr/>
            </p:nvSpPr>
            <p:spPr>
              <a:xfrm>
                <a:off x="4521200" y="1692756"/>
                <a:ext cx="1080000" cy="1080000"/>
              </a:xfrm>
              <a:prstGeom prst="arc">
                <a:avLst>
                  <a:gd name="adj1" fmla="val 16200000"/>
                  <a:gd name="adj2" fmla="val 13075040"/>
                </a:avLst>
              </a:prstGeom>
              <a:ln w="50800" cap="rnd">
                <a:solidFill>
                  <a:srgbClr val="2F3A4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8126325" y="2992924"/>
              <a:ext cx="1007155" cy="374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3D max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8218533" y="2080782"/>
              <a:ext cx="822736" cy="4582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80%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3" name="Content Placeholder 2"/>
          <p:cNvSpPr txBox="1"/>
          <p:nvPr/>
        </p:nvSpPr>
        <p:spPr>
          <a:xfrm>
            <a:off x="6277142" y="2940281"/>
            <a:ext cx="4263990" cy="120032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This is a sample letter that has been placed to demonstrate the typing format on the letterhead design. When positioned the letterhead design. When positioned properly.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84781" y="2256485"/>
            <a:ext cx="3509872" cy="63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Add Title In Here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矩形: 剪去对角 24"/>
          <p:cNvSpPr/>
          <p:nvPr/>
        </p:nvSpPr>
        <p:spPr>
          <a:xfrm>
            <a:off x="1112520" y="2150815"/>
            <a:ext cx="4393834" cy="3686572"/>
          </a:xfrm>
          <a:prstGeom prst="snip2Diag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760" y="212346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936924" y="0"/>
            <a:ext cx="3255076" cy="6858000"/>
          </a:xfrm>
          <a:prstGeom prst="rect">
            <a:avLst/>
          </a:prstGeom>
          <a:solidFill>
            <a:srgbClr val="3A6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Picture Placeholder 1"/>
          <p:cNvSpPr txBox="1"/>
          <p:nvPr/>
        </p:nvSpPr>
        <p:spPr>
          <a:xfrm>
            <a:off x="7401253" y="1830277"/>
            <a:ext cx="3181350" cy="3181350"/>
          </a:xfrm>
          <a:custGeom>
            <a:avLst/>
            <a:gdLst>
              <a:gd name="connsiteX0" fmla="*/ 0 w 3181350"/>
              <a:gd name="connsiteY0" fmla="*/ 0 h 3181350"/>
              <a:gd name="connsiteX1" fmla="*/ 3181350 w 3181350"/>
              <a:gd name="connsiteY1" fmla="*/ 0 h 3181350"/>
              <a:gd name="connsiteX2" fmla="*/ 3181350 w 3181350"/>
              <a:gd name="connsiteY2" fmla="*/ 3181350 h 3181350"/>
              <a:gd name="connsiteX3" fmla="*/ 0 w 3181350"/>
              <a:gd name="connsiteY3" fmla="*/ 3181350 h 318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1350" h="3181350">
                <a:moveTo>
                  <a:pt x="0" y="0"/>
                </a:moveTo>
                <a:lnTo>
                  <a:pt x="3181350" y="0"/>
                </a:lnTo>
                <a:lnTo>
                  <a:pt x="3181350" y="3181350"/>
                </a:lnTo>
                <a:lnTo>
                  <a:pt x="0" y="3181350"/>
                </a:lnTo>
                <a:close/>
              </a:path>
            </a:pathLst>
          </a:custGeom>
          <a:blipFill>
            <a:blip r:embed="rId1"/>
            <a:stretch>
              <a:fillRect l="-3727" r="-3727"/>
            </a:stretch>
          </a:blipFill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1340903" y="199854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添加页面标题内容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Google Shape;86;p19"/>
          <p:cNvSpPr txBox="1"/>
          <p:nvPr/>
        </p:nvSpPr>
        <p:spPr>
          <a:xfrm>
            <a:off x="1340903" y="1564270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YOUR TITLE HERE</a:t>
            </a:r>
            <a:endParaRPr sz="24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TextBox 24"/>
          <p:cNvSpPr txBox="1"/>
          <p:nvPr/>
        </p:nvSpPr>
        <p:spPr>
          <a:xfrm>
            <a:off x="1340902" y="2796547"/>
            <a:ext cx="5245357" cy="861758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4221395" y="4192575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r>
              <a:rPr lang="en-US" altLang="zh-CN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8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endParaRPr lang="en-US" sz="5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ectangle 6"/>
          <p:cNvSpPr/>
          <p:nvPr/>
        </p:nvSpPr>
        <p:spPr>
          <a:xfrm>
            <a:off x="4221395" y="5135550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Short 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1340902" y="5135550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Short 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340902" y="4192575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en-US" altLang="zh-CN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endParaRPr lang="en-US" sz="5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35" y="-394144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Oval 27"/>
          <p:cNvSpPr>
            <a:spLocks noChangeArrowheads="1"/>
          </p:cNvSpPr>
          <p:nvPr/>
        </p:nvSpPr>
        <p:spPr bwMode="auto">
          <a:xfrm>
            <a:off x="4008720" y="2264402"/>
            <a:ext cx="1552575" cy="1550988"/>
          </a:xfrm>
          <a:prstGeom prst="ellipse">
            <a:avLst/>
          </a:prstGeom>
          <a:noFill/>
          <a:ln w="9525">
            <a:solidFill>
              <a:srgbClr val="2F3A49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7B7F7E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Oval 29"/>
          <p:cNvSpPr>
            <a:spLocks noChangeArrowheads="1"/>
          </p:cNvSpPr>
          <p:nvPr/>
        </p:nvSpPr>
        <p:spPr bwMode="auto">
          <a:xfrm>
            <a:off x="1626523" y="2264402"/>
            <a:ext cx="1552575" cy="1550988"/>
          </a:xfrm>
          <a:prstGeom prst="ellipse">
            <a:avLst/>
          </a:prstGeom>
          <a:noFill/>
          <a:ln w="9525">
            <a:solidFill>
              <a:srgbClr val="2F3A49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7B7F7E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Oval 30"/>
          <p:cNvSpPr>
            <a:spLocks noChangeArrowheads="1"/>
          </p:cNvSpPr>
          <p:nvPr/>
        </p:nvSpPr>
        <p:spPr bwMode="auto">
          <a:xfrm>
            <a:off x="6547749" y="2308665"/>
            <a:ext cx="1552575" cy="1550988"/>
          </a:xfrm>
          <a:prstGeom prst="ellipse">
            <a:avLst/>
          </a:prstGeom>
          <a:noFill/>
          <a:ln w="9525">
            <a:solidFill>
              <a:srgbClr val="2F3A49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7B7F7E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Oval 31"/>
          <p:cNvSpPr>
            <a:spLocks noChangeArrowheads="1"/>
          </p:cNvSpPr>
          <p:nvPr/>
        </p:nvSpPr>
        <p:spPr bwMode="auto">
          <a:xfrm>
            <a:off x="8880168" y="2277788"/>
            <a:ext cx="1552575" cy="1550988"/>
          </a:xfrm>
          <a:prstGeom prst="ellipse">
            <a:avLst/>
          </a:prstGeom>
          <a:noFill/>
          <a:ln w="9525">
            <a:solidFill>
              <a:srgbClr val="2F3A49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7B7F7E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Freeform 36"/>
          <p:cNvSpPr/>
          <p:nvPr/>
        </p:nvSpPr>
        <p:spPr bwMode="auto">
          <a:xfrm>
            <a:off x="2151985" y="2705727"/>
            <a:ext cx="503238" cy="668338"/>
          </a:xfrm>
          <a:custGeom>
            <a:avLst/>
            <a:gdLst/>
            <a:ahLst/>
            <a:cxnLst>
              <a:cxn ang="0">
                <a:pos x="134" y="165"/>
              </a:cxn>
              <a:cxn ang="0">
                <a:pos x="67" y="178"/>
              </a:cxn>
              <a:cxn ang="0">
                <a:pos x="0" y="165"/>
              </a:cxn>
              <a:cxn ang="0">
                <a:pos x="0" y="155"/>
              </a:cxn>
              <a:cxn ang="0">
                <a:pos x="12" y="135"/>
              </a:cxn>
              <a:cxn ang="0">
                <a:pos x="40" y="120"/>
              </a:cxn>
              <a:cxn ang="0">
                <a:pos x="48" y="107"/>
              </a:cxn>
              <a:cxn ang="0">
                <a:pos x="48" y="94"/>
              </a:cxn>
              <a:cxn ang="0">
                <a:pos x="47" y="93"/>
              </a:cxn>
              <a:cxn ang="0">
                <a:pos x="37" y="71"/>
              </a:cxn>
              <a:cxn ang="0">
                <a:pos x="36" y="69"/>
              </a:cxn>
              <a:cxn ang="0">
                <a:pos x="35" y="69"/>
              </a:cxn>
              <a:cxn ang="0">
                <a:pos x="32" y="63"/>
              </a:cxn>
              <a:cxn ang="0">
                <a:pos x="32" y="51"/>
              </a:cxn>
              <a:cxn ang="0">
                <a:pos x="34" y="46"/>
              </a:cxn>
              <a:cxn ang="0">
                <a:pos x="35" y="45"/>
              </a:cxn>
              <a:cxn ang="0">
                <a:pos x="35" y="25"/>
              </a:cxn>
              <a:cxn ang="0">
                <a:pos x="35" y="25"/>
              </a:cxn>
              <a:cxn ang="0">
                <a:pos x="40" y="9"/>
              </a:cxn>
              <a:cxn ang="0">
                <a:pos x="67" y="0"/>
              </a:cxn>
              <a:cxn ang="0">
                <a:pos x="94" y="9"/>
              </a:cxn>
              <a:cxn ang="0">
                <a:pos x="99" y="25"/>
              </a:cxn>
              <a:cxn ang="0">
                <a:pos x="99" y="45"/>
              </a:cxn>
              <a:cxn ang="0">
                <a:pos x="100" y="46"/>
              </a:cxn>
              <a:cxn ang="0">
                <a:pos x="102" y="51"/>
              </a:cxn>
              <a:cxn ang="0">
                <a:pos x="102" y="63"/>
              </a:cxn>
              <a:cxn ang="0">
                <a:pos x="97" y="69"/>
              </a:cxn>
              <a:cxn ang="0">
                <a:pos x="96" y="70"/>
              </a:cxn>
              <a:cxn ang="0">
                <a:pos x="95" y="72"/>
              </a:cxn>
              <a:cxn ang="0">
                <a:pos x="86" y="90"/>
              </a:cxn>
              <a:cxn ang="0">
                <a:pos x="84" y="93"/>
              </a:cxn>
              <a:cxn ang="0">
                <a:pos x="83" y="94"/>
              </a:cxn>
              <a:cxn ang="0">
                <a:pos x="83" y="107"/>
              </a:cxn>
              <a:cxn ang="0">
                <a:pos x="91" y="120"/>
              </a:cxn>
              <a:cxn ang="0">
                <a:pos x="121" y="135"/>
              </a:cxn>
              <a:cxn ang="0">
                <a:pos x="134" y="155"/>
              </a:cxn>
              <a:cxn ang="0">
                <a:pos x="134" y="165"/>
              </a:cxn>
            </a:cxnLst>
            <a:rect l="0" t="0" r="r" b="b"/>
            <a:pathLst>
              <a:path w="134" h="178">
                <a:moveTo>
                  <a:pt x="134" y="165"/>
                </a:moveTo>
                <a:cubicBezTo>
                  <a:pt x="134" y="169"/>
                  <a:pt x="110" y="178"/>
                  <a:pt x="67" y="178"/>
                </a:cubicBezTo>
                <a:cubicBezTo>
                  <a:pt x="24" y="178"/>
                  <a:pt x="0" y="169"/>
                  <a:pt x="0" y="165"/>
                </a:cubicBezTo>
                <a:cubicBezTo>
                  <a:pt x="0" y="155"/>
                  <a:pt x="0" y="155"/>
                  <a:pt x="0" y="155"/>
                </a:cubicBezTo>
                <a:cubicBezTo>
                  <a:pt x="0" y="147"/>
                  <a:pt x="5" y="139"/>
                  <a:pt x="12" y="135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5" y="117"/>
                  <a:pt x="48" y="112"/>
                  <a:pt x="48" y="107"/>
                </a:cubicBezTo>
                <a:cubicBezTo>
                  <a:pt x="48" y="94"/>
                  <a:pt x="48" y="94"/>
                  <a:pt x="48" y="94"/>
                </a:cubicBezTo>
                <a:cubicBezTo>
                  <a:pt x="47" y="93"/>
                  <a:pt x="47" y="93"/>
                  <a:pt x="47" y="93"/>
                </a:cubicBezTo>
                <a:cubicBezTo>
                  <a:pt x="47" y="93"/>
                  <a:pt x="39" y="84"/>
                  <a:pt x="37" y="71"/>
                </a:cubicBezTo>
                <a:cubicBezTo>
                  <a:pt x="36" y="69"/>
                  <a:pt x="36" y="69"/>
                  <a:pt x="36" y="69"/>
                </a:cubicBezTo>
                <a:cubicBezTo>
                  <a:pt x="35" y="69"/>
                  <a:pt x="35" y="69"/>
                  <a:pt x="35" y="69"/>
                </a:cubicBezTo>
                <a:cubicBezTo>
                  <a:pt x="33" y="68"/>
                  <a:pt x="32" y="66"/>
                  <a:pt x="32" y="63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49"/>
                  <a:pt x="33" y="47"/>
                  <a:pt x="34" y="46"/>
                </a:cubicBezTo>
                <a:cubicBezTo>
                  <a:pt x="35" y="45"/>
                  <a:pt x="35" y="45"/>
                  <a:pt x="35" y="45"/>
                </a:cubicBezTo>
                <a:cubicBezTo>
                  <a:pt x="35" y="25"/>
                  <a:pt x="35" y="25"/>
                  <a:pt x="35" y="25"/>
                </a:cubicBezTo>
                <a:cubicBezTo>
                  <a:pt x="35" y="25"/>
                  <a:pt x="35" y="25"/>
                  <a:pt x="35" y="25"/>
                </a:cubicBezTo>
                <a:cubicBezTo>
                  <a:pt x="35" y="25"/>
                  <a:pt x="34" y="16"/>
                  <a:pt x="40" y="9"/>
                </a:cubicBezTo>
                <a:cubicBezTo>
                  <a:pt x="46" y="3"/>
                  <a:pt x="55" y="0"/>
                  <a:pt x="67" y="0"/>
                </a:cubicBezTo>
                <a:cubicBezTo>
                  <a:pt x="79" y="0"/>
                  <a:pt x="88" y="3"/>
                  <a:pt x="94" y="9"/>
                </a:cubicBezTo>
                <a:cubicBezTo>
                  <a:pt x="100" y="16"/>
                  <a:pt x="99" y="25"/>
                  <a:pt x="99" y="25"/>
                </a:cubicBezTo>
                <a:cubicBezTo>
                  <a:pt x="99" y="45"/>
                  <a:pt x="99" y="45"/>
                  <a:pt x="99" y="45"/>
                </a:cubicBezTo>
                <a:cubicBezTo>
                  <a:pt x="100" y="46"/>
                  <a:pt x="100" y="46"/>
                  <a:pt x="100" y="46"/>
                </a:cubicBezTo>
                <a:cubicBezTo>
                  <a:pt x="101" y="47"/>
                  <a:pt x="102" y="49"/>
                  <a:pt x="102" y="51"/>
                </a:cubicBezTo>
                <a:cubicBezTo>
                  <a:pt x="102" y="63"/>
                  <a:pt x="102" y="63"/>
                  <a:pt x="102" y="63"/>
                </a:cubicBezTo>
                <a:cubicBezTo>
                  <a:pt x="102" y="66"/>
                  <a:pt x="100" y="69"/>
                  <a:pt x="97" y="69"/>
                </a:cubicBezTo>
                <a:cubicBezTo>
                  <a:pt x="96" y="70"/>
                  <a:pt x="96" y="70"/>
                  <a:pt x="96" y="70"/>
                </a:cubicBezTo>
                <a:cubicBezTo>
                  <a:pt x="95" y="72"/>
                  <a:pt x="95" y="72"/>
                  <a:pt x="95" y="72"/>
                </a:cubicBezTo>
                <a:cubicBezTo>
                  <a:pt x="93" y="78"/>
                  <a:pt x="90" y="84"/>
                  <a:pt x="86" y="90"/>
                </a:cubicBezTo>
                <a:cubicBezTo>
                  <a:pt x="85" y="91"/>
                  <a:pt x="85" y="92"/>
                  <a:pt x="84" y="93"/>
                </a:cubicBezTo>
                <a:cubicBezTo>
                  <a:pt x="83" y="94"/>
                  <a:pt x="83" y="94"/>
                  <a:pt x="83" y="94"/>
                </a:cubicBezTo>
                <a:cubicBezTo>
                  <a:pt x="83" y="107"/>
                  <a:pt x="83" y="107"/>
                  <a:pt x="83" y="107"/>
                </a:cubicBezTo>
                <a:cubicBezTo>
                  <a:pt x="83" y="113"/>
                  <a:pt x="86" y="118"/>
                  <a:pt x="91" y="120"/>
                </a:cubicBezTo>
                <a:cubicBezTo>
                  <a:pt x="121" y="135"/>
                  <a:pt x="121" y="135"/>
                  <a:pt x="121" y="135"/>
                </a:cubicBezTo>
                <a:cubicBezTo>
                  <a:pt x="129" y="139"/>
                  <a:pt x="134" y="147"/>
                  <a:pt x="134" y="155"/>
                </a:cubicBezTo>
                <a:lnTo>
                  <a:pt x="134" y="165"/>
                </a:lnTo>
                <a:close/>
              </a:path>
            </a:pathLst>
          </a:custGeom>
          <a:solidFill>
            <a:srgbClr val="2F3A49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Freeform 37"/>
          <p:cNvSpPr>
            <a:spLocks noEditPoints="1"/>
          </p:cNvSpPr>
          <p:nvPr/>
        </p:nvSpPr>
        <p:spPr bwMode="auto">
          <a:xfrm>
            <a:off x="9356418" y="2754038"/>
            <a:ext cx="600075" cy="600075"/>
          </a:xfrm>
          <a:custGeom>
            <a:avLst/>
            <a:gdLst/>
            <a:ahLst/>
            <a:cxnLst>
              <a:cxn ang="0">
                <a:pos x="81" y="0"/>
              </a:cxn>
              <a:cxn ang="0">
                <a:pos x="2" y="78"/>
              </a:cxn>
              <a:cxn ang="0">
                <a:pos x="13" y="119"/>
              </a:cxn>
              <a:cxn ang="0">
                <a:pos x="0" y="160"/>
              </a:cxn>
              <a:cxn ang="0">
                <a:pos x="45" y="148"/>
              </a:cxn>
              <a:cxn ang="0">
                <a:pos x="81" y="157"/>
              </a:cxn>
              <a:cxn ang="0">
                <a:pos x="160" y="78"/>
              </a:cxn>
              <a:cxn ang="0">
                <a:pos x="81" y="0"/>
              </a:cxn>
              <a:cxn ang="0">
                <a:pos x="44" y="88"/>
              </a:cxn>
              <a:cxn ang="0">
                <a:pos x="34" y="78"/>
              </a:cxn>
              <a:cxn ang="0">
                <a:pos x="44" y="68"/>
              </a:cxn>
              <a:cxn ang="0">
                <a:pos x="54" y="78"/>
              </a:cxn>
              <a:cxn ang="0">
                <a:pos x="44" y="88"/>
              </a:cxn>
              <a:cxn ang="0">
                <a:pos x="82" y="88"/>
              </a:cxn>
              <a:cxn ang="0">
                <a:pos x="71" y="78"/>
              </a:cxn>
              <a:cxn ang="0">
                <a:pos x="82" y="68"/>
              </a:cxn>
              <a:cxn ang="0">
                <a:pos x="92" y="78"/>
              </a:cxn>
              <a:cxn ang="0">
                <a:pos x="82" y="88"/>
              </a:cxn>
              <a:cxn ang="0">
                <a:pos x="119" y="88"/>
              </a:cxn>
              <a:cxn ang="0">
                <a:pos x="109" y="78"/>
              </a:cxn>
              <a:cxn ang="0">
                <a:pos x="119" y="68"/>
              </a:cxn>
              <a:cxn ang="0">
                <a:pos x="130" y="78"/>
              </a:cxn>
              <a:cxn ang="0">
                <a:pos x="119" y="88"/>
              </a:cxn>
            </a:cxnLst>
            <a:rect l="0" t="0" r="r" b="b"/>
            <a:pathLst>
              <a:path w="160" h="160">
                <a:moveTo>
                  <a:pt x="81" y="0"/>
                </a:moveTo>
                <a:cubicBezTo>
                  <a:pt x="38" y="0"/>
                  <a:pt x="2" y="35"/>
                  <a:pt x="2" y="78"/>
                </a:cubicBezTo>
                <a:cubicBezTo>
                  <a:pt x="2" y="93"/>
                  <a:pt x="6" y="107"/>
                  <a:pt x="13" y="119"/>
                </a:cubicBezTo>
                <a:cubicBezTo>
                  <a:pt x="0" y="160"/>
                  <a:pt x="0" y="160"/>
                  <a:pt x="0" y="160"/>
                </a:cubicBezTo>
                <a:cubicBezTo>
                  <a:pt x="45" y="148"/>
                  <a:pt x="45" y="148"/>
                  <a:pt x="45" y="148"/>
                </a:cubicBezTo>
                <a:cubicBezTo>
                  <a:pt x="56" y="154"/>
                  <a:pt x="68" y="157"/>
                  <a:pt x="81" y="157"/>
                </a:cubicBezTo>
                <a:cubicBezTo>
                  <a:pt x="125" y="157"/>
                  <a:pt x="160" y="122"/>
                  <a:pt x="160" y="78"/>
                </a:cubicBezTo>
                <a:cubicBezTo>
                  <a:pt x="160" y="35"/>
                  <a:pt x="125" y="0"/>
                  <a:pt x="81" y="0"/>
                </a:cubicBezTo>
                <a:close/>
                <a:moveTo>
                  <a:pt x="44" y="88"/>
                </a:moveTo>
                <a:cubicBezTo>
                  <a:pt x="38" y="88"/>
                  <a:pt x="34" y="84"/>
                  <a:pt x="34" y="78"/>
                </a:cubicBezTo>
                <a:cubicBezTo>
                  <a:pt x="34" y="72"/>
                  <a:pt x="38" y="68"/>
                  <a:pt x="44" y="68"/>
                </a:cubicBezTo>
                <a:cubicBezTo>
                  <a:pt x="50" y="68"/>
                  <a:pt x="54" y="72"/>
                  <a:pt x="54" y="78"/>
                </a:cubicBezTo>
                <a:cubicBezTo>
                  <a:pt x="54" y="84"/>
                  <a:pt x="50" y="88"/>
                  <a:pt x="44" y="88"/>
                </a:cubicBezTo>
                <a:close/>
                <a:moveTo>
                  <a:pt x="82" y="88"/>
                </a:moveTo>
                <a:cubicBezTo>
                  <a:pt x="76" y="88"/>
                  <a:pt x="71" y="84"/>
                  <a:pt x="71" y="78"/>
                </a:cubicBezTo>
                <a:cubicBezTo>
                  <a:pt x="71" y="72"/>
                  <a:pt x="76" y="68"/>
                  <a:pt x="82" y="68"/>
                </a:cubicBezTo>
                <a:cubicBezTo>
                  <a:pt x="87" y="68"/>
                  <a:pt x="92" y="72"/>
                  <a:pt x="92" y="78"/>
                </a:cubicBezTo>
                <a:cubicBezTo>
                  <a:pt x="92" y="84"/>
                  <a:pt x="87" y="88"/>
                  <a:pt x="82" y="88"/>
                </a:cubicBezTo>
                <a:close/>
                <a:moveTo>
                  <a:pt x="119" y="88"/>
                </a:moveTo>
                <a:cubicBezTo>
                  <a:pt x="114" y="88"/>
                  <a:pt x="109" y="84"/>
                  <a:pt x="109" y="78"/>
                </a:cubicBezTo>
                <a:cubicBezTo>
                  <a:pt x="109" y="72"/>
                  <a:pt x="114" y="68"/>
                  <a:pt x="119" y="68"/>
                </a:cubicBezTo>
                <a:cubicBezTo>
                  <a:pt x="125" y="68"/>
                  <a:pt x="130" y="72"/>
                  <a:pt x="130" y="78"/>
                </a:cubicBezTo>
                <a:cubicBezTo>
                  <a:pt x="130" y="84"/>
                  <a:pt x="125" y="88"/>
                  <a:pt x="119" y="88"/>
                </a:cubicBezTo>
                <a:close/>
              </a:path>
            </a:pathLst>
          </a:custGeom>
          <a:solidFill>
            <a:srgbClr val="2F3A49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Freeform 59"/>
          <p:cNvSpPr>
            <a:spLocks noEditPoints="1"/>
          </p:cNvSpPr>
          <p:nvPr/>
        </p:nvSpPr>
        <p:spPr bwMode="auto">
          <a:xfrm>
            <a:off x="4484970" y="2807327"/>
            <a:ext cx="600075" cy="544513"/>
          </a:xfrm>
          <a:custGeom>
            <a:avLst/>
            <a:gdLst/>
            <a:ahLst/>
            <a:cxnLst>
              <a:cxn ang="0">
                <a:pos x="138" y="0"/>
              </a:cxn>
              <a:cxn ang="0">
                <a:pos x="22" y="0"/>
              </a:cxn>
              <a:cxn ang="0">
                <a:pos x="0" y="22"/>
              </a:cxn>
              <a:cxn ang="0">
                <a:pos x="0" y="96"/>
              </a:cxn>
              <a:cxn ang="0">
                <a:pos x="22" y="118"/>
              </a:cxn>
              <a:cxn ang="0">
                <a:pos x="97" y="118"/>
              </a:cxn>
              <a:cxn ang="0">
                <a:pos x="137" y="144"/>
              </a:cxn>
              <a:cxn ang="0">
                <a:pos x="139" y="145"/>
              </a:cxn>
              <a:cxn ang="0">
                <a:pos x="141" y="144"/>
              </a:cxn>
              <a:cxn ang="0">
                <a:pos x="143" y="141"/>
              </a:cxn>
              <a:cxn ang="0">
                <a:pos x="143" y="116"/>
              </a:cxn>
              <a:cxn ang="0">
                <a:pos x="160" y="96"/>
              </a:cxn>
              <a:cxn ang="0">
                <a:pos x="160" y="22"/>
              </a:cxn>
              <a:cxn ang="0">
                <a:pos x="138" y="0"/>
              </a:cxn>
              <a:cxn ang="0">
                <a:pos x="99" y="87"/>
              </a:cxn>
              <a:cxn ang="0">
                <a:pos x="31" y="87"/>
              </a:cxn>
              <a:cxn ang="0">
                <a:pos x="22" y="78"/>
              </a:cxn>
              <a:cxn ang="0">
                <a:pos x="31" y="69"/>
              </a:cxn>
              <a:cxn ang="0">
                <a:pos x="99" y="69"/>
              </a:cxn>
              <a:cxn ang="0">
                <a:pos x="107" y="78"/>
              </a:cxn>
              <a:cxn ang="0">
                <a:pos x="99" y="87"/>
              </a:cxn>
              <a:cxn ang="0">
                <a:pos x="129" y="51"/>
              </a:cxn>
              <a:cxn ang="0">
                <a:pos x="31" y="51"/>
              </a:cxn>
              <a:cxn ang="0">
                <a:pos x="22" y="42"/>
              </a:cxn>
              <a:cxn ang="0">
                <a:pos x="31" y="34"/>
              </a:cxn>
              <a:cxn ang="0">
                <a:pos x="129" y="34"/>
              </a:cxn>
              <a:cxn ang="0">
                <a:pos x="138" y="42"/>
              </a:cxn>
              <a:cxn ang="0">
                <a:pos x="129" y="51"/>
              </a:cxn>
            </a:cxnLst>
            <a:rect l="0" t="0" r="r" b="b"/>
            <a:pathLst>
              <a:path w="160" h="145">
                <a:moveTo>
                  <a:pt x="138" y="0"/>
                </a:moveTo>
                <a:cubicBezTo>
                  <a:pt x="22" y="0"/>
                  <a:pt x="22" y="0"/>
                  <a:pt x="22" y="0"/>
                </a:cubicBezTo>
                <a:cubicBezTo>
                  <a:pt x="10" y="0"/>
                  <a:pt x="0" y="10"/>
                  <a:pt x="0" y="22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108"/>
                  <a:pt x="10" y="118"/>
                  <a:pt x="22" y="118"/>
                </a:cubicBezTo>
                <a:cubicBezTo>
                  <a:pt x="97" y="118"/>
                  <a:pt x="97" y="118"/>
                  <a:pt x="97" y="118"/>
                </a:cubicBezTo>
                <a:cubicBezTo>
                  <a:pt x="137" y="144"/>
                  <a:pt x="137" y="144"/>
                  <a:pt x="137" y="144"/>
                </a:cubicBezTo>
                <a:cubicBezTo>
                  <a:pt x="137" y="145"/>
                  <a:pt x="138" y="145"/>
                  <a:pt x="139" y="145"/>
                </a:cubicBezTo>
                <a:cubicBezTo>
                  <a:pt x="140" y="145"/>
                  <a:pt x="140" y="145"/>
                  <a:pt x="141" y="144"/>
                </a:cubicBezTo>
                <a:cubicBezTo>
                  <a:pt x="142" y="144"/>
                  <a:pt x="143" y="142"/>
                  <a:pt x="143" y="141"/>
                </a:cubicBezTo>
                <a:cubicBezTo>
                  <a:pt x="143" y="116"/>
                  <a:pt x="143" y="116"/>
                  <a:pt x="143" y="116"/>
                </a:cubicBezTo>
                <a:cubicBezTo>
                  <a:pt x="151" y="113"/>
                  <a:pt x="160" y="106"/>
                  <a:pt x="160" y="96"/>
                </a:cubicBezTo>
                <a:cubicBezTo>
                  <a:pt x="160" y="22"/>
                  <a:pt x="160" y="22"/>
                  <a:pt x="160" y="22"/>
                </a:cubicBezTo>
                <a:cubicBezTo>
                  <a:pt x="160" y="10"/>
                  <a:pt x="150" y="0"/>
                  <a:pt x="138" y="0"/>
                </a:cubicBezTo>
                <a:close/>
                <a:moveTo>
                  <a:pt x="99" y="87"/>
                </a:moveTo>
                <a:cubicBezTo>
                  <a:pt x="31" y="87"/>
                  <a:pt x="31" y="87"/>
                  <a:pt x="31" y="87"/>
                </a:cubicBezTo>
                <a:cubicBezTo>
                  <a:pt x="26" y="87"/>
                  <a:pt x="22" y="83"/>
                  <a:pt x="22" y="78"/>
                </a:cubicBezTo>
                <a:cubicBezTo>
                  <a:pt x="22" y="73"/>
                  <a:pt x="26" y="69"/>
                  <a:pt x="31" y="69"/>
                </a:cubicBezTo>
                <a:cubicBezTo>
                  <a:pt x="99" y="69"/>
                  <a:pt x="99" y="69"/>
                  <a:pt x="99" y="69"/>
                </a:cubicBezTo>
                <a:cubicBezTo>
                  <a:pt x="104" y="69"/>
                  <a:pt x="107" y="73"/>
                  <a:pt x="107" y="78"/>
                </a:cubicBezTo>
                <a:cubicBezTo>
                  <a:pt x="107" y="83"/>
                  <a:pt x="104" y="87"/>
                  <a:pt x="99" y="87"/>
                </a:cubicBezTo>
                <a:close/>
                <a:moveTo>
                  <a:pt x="129" y="51"/>
                </a:moveTo>
                <a:cubicBezTo>
                  <a:pt x="31" y="51"/>
                  <a:pt x="31" y="51"/>
                  <a:pt x="31" y="51"/>
                </a:cubicBezTo>
                <a:cubicBezTo>
                  <a:pt x="26" y="51"/>
                  <a:pt x="22" y="47"/>
                  <a:pt x="22" y="42"/>
                </a:cubicBezTo>
                <a:cubicBezTo>
                  <a:pt x="22" y="38"/>
                  <a:pt x="26" y="34"/>
                  <a:pt x="31" y="34"/>
                </a:cubicBezTo>
                <a:cubicBezTo>
                  <a:pt x="129" y="34"/>
                  <a:pt x="129" y="34"/>
                  <a:pt x="129" y="34"/>
                </a:cubicBezTo>
                <a:cubicBezTo>
                  <a:pt x="134" y="34"/>
                  <a:pt x="138" y="38"/>
                  <a:pt x="138" y="42"/>
                </a:cubicBezTo>
                <a:cubicBezTo>
                  <a:pt x="138" y="47"/>
                  <a:pt x="134" y="51"/>
                  <a:pt x="129" y="51"/>
                </a:cubicBezTo>
                <a:close/>
              </a:path>
            </a:pathLst>
          </a:custGeom>
          <a:solidFill>
            <a:srgbClr val="2F3A49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Freeform 60"/>
          <p:cNvSpPr>
            <a:spLocks noEditPoints="1"/>
          </p:cNvSpPr>
          <p:nvPr/>
        </p:nvSpPr>
        <p:spPr bwMode="auto">
          <a:xfrm>
            <a:off x="6985899" y="2746815"/>
            <a:ext cx="674688" cy="674688"/>
          </a:xfrm>
          <a:custGeom>
            <a:avLst/>
            <a:gdLst/>
            <a:ahLst/>
            <a:cxnLst>
              <a:cxn ang="0">
                <a:pos x="154" y="70"/>
              </a:cxn>
              <a:cxn ang="0">
                <a:pos x="149" y="59"/>
              </a:cxn>
              <a:cxn ang="0">
                <a:pos x="164" y="40"/>
              </a:cxn>
              <a:cxn ang="0">
                <a:pos x="146" y="19"/>
              </a:cxn>
              <a:cxn ang="0">
                <a:pos x="121" y="31"/>
              </a:cxn>
              <a:cxn ang="0">
                <a:pos x="110" y="26"/>
              </a:cxn>
              <a:cxn ang="0">
                <a:pos x="101" y="0"/>
              </a:cxn>
              <a:cxn ang="0">
                <a:pos x="70" y="9"/>
              </a:cxn>
              <a:cxn ang="0">
                <a:pos x="66" y="32"/>
              </a:cxn>
              <a:cxn ang="0">
                <a:pos x="47" y="19"/>
              </a:cxn>
              <a:cxn ang="0">
                <a:pos x="19" y="34"/>
              </a:cxn>
              <a:cxn ang="0">
                <a:pos x="19" y="47"/>
              </a:cxn>
              <a:cxn ang="0">
                <a:pos x="32" y="66"/>
              </a:cxn>
              <a:cxn ang="0">
                <a:pos x="9" y="70"/>
              </a:cxn>
              <a:cxn ang="0">
                <a:pos x="0" y="101"/>
              </a:cxn>
              <a:cxn ang="0">
                <a:pos x="26" y="110"/>
              </a:cxn>
              <a:cxn ang="0">
                <a:pos x="31" y="121"/>
              </a:cxn>
              <a:cxn ang="0">
                <a:pos x="16" y="139"/>
              </a:cxn>
              <a:cxn ang="0">
                <a:pos x="34" y="161"/>
              </a:cxn>
              <a:cxn ang="0">
                <a:pos x="59" y="149"/>
              </a:cxn>
              <a:cxn ang="0">
                <a:pos x="70" y="154"/>
              </a:cxn>
              <a:cxn ang="0">
                <a:pos x="79" y="180"/>
              </a:cxn>
              <a:cxn ang="0">
                <a:pos x="110" y="171"/>
              </a:cxn>
              <a:cxn ang="0">
                <a:pos x="114" y="148"/>
              </a:cxn>
              <a:cxn ang="0">
                <a:pos x="133" y="161"/>
              </a:cxn>
              <a:cxn ang="0">
                <a:pos x="161" y="146"/>
              </a:cxn>
              <a:cxn ang="0">
                <a:pos x="161" y="133"/>
              </a:cxn>
              <a:cxn ang="0">
                <a:pos x="148" y="114"/>
              </a:cxn>
              <a:cxn ang="0">
                <a:pos x="171" y="110"/>
              </a:cxn>
              <a:cxn ang="0">
                <a:pos x="180" y="79"/>
              </a:cxn>
              <a:cxn ang="0">
                <a:pos x="90" y="113"/>
              </a:cxn>
              <a:cxn ang="0">
                <a:pos x="90" y="67"/>
              </a:cxn>
              <a:cxn ang="0">
                <a:pos x="90" y="113"/>
              </a:cxn>
            </a:cxnLst>
            <a:rect l="0" t="0" r="r" b="b"/>
            <a:pathLst>
              <a:path w="180" h="180">
                <a:moveTo>
                  <a:pt x="171" y="70"/>
                </a:moveTo>
                <a:cubicBezTo>
                  <a:pt x="154" y="70"/>
                  <a:pt x="154" y="70"/>
                  <a:pt x="154" y="70"/>
                </a:cubicBezTo>
                <a:cubicBezTo>
                  <a:pt x="151" y="70"/>
                  <a:pt x="149" y="68"/>
                  <a:pt x="148" y="66"/>
                </a:cubicBezTo>
                <a:cubicBezTo>
                  <a:pt x="147" y="63"/>
                  <a:pt x="147" y="61"/>
                  <a:pt x="149" y="59"/>
                </a:cubicBezTo>
                <a:cubicBezTo>
                  <a:pt x="161" y="47"/>
                  <a:pt x="161" y="47"/>
                  <a:pt x="161" y="47"/>
                </a:cubicBezTo>
                <a:cubicBezTo>
                  <a:pt x="163" y="45"/>
                  <a:pt x="164" y="43"/>
                  <a:pt x="164" y="40"/>
                </a:cubicBezTo>
                <a:cubicBezTo>
                  <a:pt x="164" y="38"/>
                  <a:pt x="163" y="36"/>
                  <a:pt x="161" y="34"/>
                </a:cubicBezTo>
                <a:cubicBezTo>
                  <a:pt x="146" y="19"/>
                  <a:pt x="146" y="19"/>
                  <a:pt x="146" y="19"/>
                </a:cubicBezTo>
                <a:cubicBezTo>
                  <a:pt x="142" y="15"/>
                  <a:pt x="136" y="15"/>
                  <a:pt x="133" y="19"/>
                </a:cubicBezTo>
                <a:cubicBezTo>
                  <a:pt x="121" y="31"/>
                  <a:pt x="121" y="31"/>
                  <a:pt x="121" y="31"/>
                </a:cubicBezTo>
                <a:cubicBezTo>
                  <a:pt x="119" y="32"/>
                  <a:pt x="116" y="33"/>
                  <a:pt x="114" y="32"/>
                </a:cubicBezTo>
                <a:cubicBezTo>
                  <a:pt x="111" y="31"/>
                  <a:pt x="110" y="29"/>
                  <a:pt x="110" y="26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4"/>
                  <a:pt x="106" y="0"/>
                  <a:pt x="101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4" y="0"/>
                  <a:pt x="70" y="4"/>
                  <a:pt x="70" y="9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9"/>
                  <a:pt x="68" y="31"/>
                  <a:pt x="66" y="32"/>
                </a:cubicBezTo>
                <a:cubicBezTo>
                  <a:pt x="63" y="33"/>
                  <a:pt x="61" y="32"/>
                  <a:pt x="59" y="31"/>
                </a:cubicBezTo>
                <a:cubicBezTo>
                  <a:pt x="47" y="19"/>
                  <a:pt x="47" y="19"/>
                  <a:pt x="47" y="19"/>
                </a:cubicBezTo>
                <a:cubicBezTo>
                  <a:pt x="43" y="15"/>
                  <a:pt x="37" y="15"/>
                  <a:pt x="34" y="19"/>
                </a:cubicBezTo>
                <a:cubicBezTo>
                  <a:pt x="19" y="34"/>
                  <a:pt x="19" y="34"/>
                  <a:pt x="19" y="34"/>
                </a:cubicBezTo>
                <a:cubicBezTo>
                  <a:pt x="17" y="36"/>
                  <a:pt x="16" y="38"/>
                  <a:pt x="16" y="40"/>
                </a:cubicBezTo>
                <a:cubicBezTo>
                  <a:pt x="16" y="43"/>
                  <a:pt x="17" y="45"/>
                  <a:pt x="19" y="47"/>
                </a:cubicBezTo>
                <a:cubicBezTo>
                  <a:pt x="31" y="59"/>
                  <a:pt x="31" y="59"/>
                  <a:pt x="31" y="59"/>
                </a:cubicBezTo>
                <a:cubicBezTo>
                  <a:pt x="32" y="61"/>
                  <a:pt x="33" y="63"/>
                  <a:pt x="32" y="66"/>
                </a:cubicBezTo>
                <a:cubicBezTo>
                  <a:pt x="31" y="68"/>
                  <a:pt x="29" y="70"/>
                  <a:pt x="26" y="70"/>
                </a:cubicBezTo>
                <a:cubicBezTo>
                  <a:pt x="9" y="70"/>
                  <a:pt x="9" y="70"/>
                  <a:pt x="9" y="70"/>
                </a:cubicBezTo>
                <a:cubicBezTo>
                  <a:pt x="4" y="70"/>
                  <a:pt x="0" y="74"/>
                  <a:pt x="0" y="79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106"/>
                  <a:pt x="4" y="110"/>
                  <a:pt x="9" y="110"/>
                </a:cubicBezTo>
                <a:cubicBezTo>
                  <a:pt x="26" y="110"/>
                  <a:pt x="26" y="110"/>
                  <a:pt x="26" y="110"/>
                </a:cubicBezTo>
                <a:cubicBezTo>
                  <a:pt x="29" y="110"/>
                  <a:pt x="31" y="111"/>
                  <a:pt x="32" y="114"/>
                </a:cubicBezTo>
                <a:cubicBezTo>
                  <a:pt x="33" y="116"/>
                  <a:pt x="32" y="119"/>
                  <a:pt x="31" y="121"/>
                </a:cubicBezTo>
                <a:cubicBezTo>
                  <a:pt x="19" y="133"/>
                  <a:pt x="19" y="133"/>
                  <a:pt x="19" y="133"/>
                </a:cubicBezTo>
                <a:cubicBezTo>
                  <a:pt x="17" y="135"/>
                  <a:pt x="16" y="137"/>
                  <a:pt x="16" y="139"/>
                </a:cubicBezTo>
                <a:cubicBezTo>
                  <a:pt x="16" y="142"/>
                  <a:pt x="17" y="144"/>
                  <a:pt x="19" y="146"/>
                </a:cubicBezTo>
                <a:cubicBezTo>
                  <a:pt x="34" y="161"/>
                  <a:pt x="34" y="161"/>
                  <a:pt x="34" y="161"/>
                </a:cubicBezTo>
                <a:cubicBezTo>
                  <a:pt x="37" y="165"/>
                  <a:pt x="43" y="165"/>
                  <a:pt x="47" y="161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61" y="147"/>
                  <a:pt x="63" y="147"/>
                  <a:pt x="66" y="148"/>
                </a:cubicBezTo>
                <a:cubicBezTo>
                  <a:pt x="68" y="149"/>
                  <a:pt x="70" y="151"/>
                  <a:pt x="70" y="154"/>
                </a:cubicBezTo>
                <a:cubicBezTo>
                  <a:pt x="70" y="171"/>
                  <a:pt x="70" y="171"/>
                  <a:pt x="70" y="171"/>
                </a:cubicBezTo>
                <a:cubicBezTo>
                  <a:pt x="70" y="176"/>
                  <a:pt x="74" y="180"/>
                  <a:pt x="79" y="180"/>
                </a:cubicBezTo>
                <a:cubicBezTo>
                  <a:pt x="101" y="180"/>
                  <a:pt x="101" y="180"/>
                  <a:pt x="101" y="180"/>
                </a:cubicBezTo>
                <a:cubicBezTo>
                  <a:pt x="106" y="180"/>
                  <a:pt x="110" y="176"/>
                  <a:pt x="110" y="171"/>
                </a:cubicBezTo>
                <a:cubicBezTo>
                  <a:pt x="110" y="154"/>
                  <a:pt x="110" y="154"/>
                  <a:pt x="110" y="154"/>
                </a:cubicBezTo>
                <a:cubicBezTo>
                  <a:pt x="110" y="151"/>
                  <a:pt x="111" y="149"/>
                  <a:pt x="114" y="148"/>
                </a:cubicBezTo>
                <a:cubicBezTo>
                  <a:pt x="116" y="147"/>
                  <a:pt x="119" y="147"/>
                  <a:pt x="121" y="149"/>
                </a:cubicBezTo>
                <a:cubicBezTo>
                  <a:pt x="133" y="161"/>
                  <a:pt x="133" y="161"/>
                  <a:pt x="133" y="161"/>
                </a:cubicBezTo>
                <a:cubicBezTo>
                  <a:pt x="136" y="165"/>
                  <a:pt x="142" y="165"/>
                  <a:pt x="146" y="161"/>
                </a:cubicBezTo>
                <a:cubicBezTo>
                  <a:pt x="161" y="146"/>
                  <a:pt x="161" y="146"/>
                  <a:pt x="161" y="146"/>
                </a:cubicBezTo>
                <a:cubicBezTo>
                  <a:pt x="163" y="144"/>
                  <a:pt x="164" y="142"/>
                  <a:pt x="164" y="139"/>
                </a:cubicBezTo>
                <a:cubicBezTo>
                  <a:pt x="164" y="137"/>
                  <a:pt x="163" y="135"/>
                  <a:pt x="161" y="133"/>
                </a:cubicBezTo>
                <a:cubicBezTo>
                  <a:pt x="149" y="121"/>
                  <a:pt x="149" y="121"/>
                  <a:pt x="149" y="121"/>
                </a:cubicBezTo>
                <a:cubicBezTo>
                  <a:pt x="147" y="119"/>
                  <a:pt x="147" y="116"/>
                  <a:pt x="148" y="114"/>
                </a:cubicBezTo>
                <a:cubicBezTo>
                  <a:pt x="149" y="111"/>
                  <a:pt x="151" y="110"/>
                  <a:pt x="154" y="110"/>
                </a:cubicBezTo>
                <a:cubicBezTo>
                  <a:pt x="171" y="110"/>
                  <a:pt x="171" y="110"/>
                  <a:pt x="171" y="110"/>
                </a:cubicBezTo>
                <a:cubicBezTo>
                  <a:pt x="176" y="110"/>
                  <a:pt x="180" y="106"/>
                  <a:pt x="180" y="101"/>
                </a:cubicBezTo>
                <a:cubicBezTo>
                  <a:pt x="180" y="79"/>
                  <a:pt x="180" y="79"/>
                  <a:pt x="180" y="79"/>
                </a:cubicBezTo>
                <a:cubicBezTo>
                  <a:pt x="180" y="74"/>
                  <a:pt x="176" y="70"/>
                  <a:pt x="171" y="70"/>
                </a:cubicBezTo>
                <a:close/>
                <a:moveTo>
                  <a:pt x="90" y="113"/>
                </a:moveTo>
                <a:cubicBezTo>
                  <a:pt x="77" y="113"/>
                  <a:pt x="67" y="103"/>
                  <a:pt x="67" y="90"/>
                </a:cubicBezTo>
                <a:cubicBezTo>
                  <a:pt x="67" y="77"/>
                  <a:pt x="77" y="67"/>
                  <a:pt x="90" y="67"/>
                </a:cubicBezTo>
                <a:cubicBezTo>
                  <a:pt x="103" y="67"/>
                  <a:pt x="113" y="77"/>
                  <a:pt x="113" y="90"/>
                </a:cubicBezTo>
                <a:cubicBezTo>
                  <a:pt x="113" y="103"/>
                  <a:pt x="103" y="113"/>
                  <a:pt x="90" y="113"/>
                </a:cubicBezTo>
                <a:close/>
              </a:path>
            </a:pathLst>
          </a:custGeom>
          <a:solidFill>
            <a:srgbClr val="2F3A49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39478" y="4757631"/>
            <a:ext cx="2218055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39476" y="4334086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99364" y="4757631"/>
            <a:ext cx="2218055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99362" y="4334086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59250" y="4801633"/>
            <a:ext cx="2218055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259248" y="4378088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81462" y="4816042"/>
            <a:ext cx="2218055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81460" y="4392497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704" y="-159273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500"/>
                            </p:stCondLst>
                            <p:childTnLst>
                              <p:par>
                                <p:cTn id="8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/>
      <p:bldP spid="17" grpId="0" bldLvl="0"/>
      <p:bldP spid="18" grpId="0" bldLvl="0"/>
      <p:bldP spid="19" grpId="0" bldLvl="0"/>
      <p:bldP spid="20" grpId="0" bldLvl="0"/>
      <p:bldP spid="21" grpId="0" bldLvl="0"/>
      <p:bldP spid="22" grpId="0" bldLvl="0"/>
      <p:bldP spid="23" grpId="0" bldLvl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4759" y="2141316"/>
            <a:ext cx="3738623" cy="3599727"/>
          </a:xfrm>
          <a:prstGeom prst="ellipse">
            <a:avLst/>
          </a:prstGeom>
        </p:spPr>
      </p:pic>
      <p:sp>
        <p:nvSpPr>
          <p:cNvPr id="3" name="圆: 空心 2"/>
          <p:cNvSpPr/>
          <p:nvPr/>
        </p:nvSpPr>
        <p:spPr>
          <a:xfrm>
            <a:off x="3650342" y="1546808"/>
            <a:ext cx="4891313" cy="4775200"/>
          </a:xfrm>
          <a:prstGeom prst="donut">
            <a:avLst>
              <a:gd name="adj" fmla="val 12556"/>
            </a:avLst>
          </a:prstGeom>
          <a:solidFill>
            <a:srgbClr val="3A6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290712" y="3052218"/>
            <a:ext cx="2409876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Please enter text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19546" y="2601653"/>
            <a:ext cx="168149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9229" y="3052218"/>
            <a:ext cx="2409876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Please enter text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here.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97615" y="2601653"/>
            <a:ext cx="168149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0922" y="37941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请输入标题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04496" y="506265"/>
            <a:ext cx="331076" cy="331076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25" y="-405509"/>
            <a:ext cx="3529501" cy="2547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ldLvl="0"/>
      <p:bldP spid="5" grpId="0" bldLvl="0"/>
      <p:bldP spid="6" grpId="0" bldLvl="0"/>
      <p:bldP spid="7" grpId="0" bldLvl="0"/>
    </p:bldLst>
  </p:timing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PA" val="v4.1.3"/>
</p:tagLst>
</file>

<file path=ppt/tags/tag4.xml><?xml version="1.0" encoding="utf-8"?>
<p:tagLst xmlns:p="http://schemas.openxmlformats.org/presentationml/2006/main">
  <p:tag name="PA" val="v4.1.3"/>
</p:tagLst>
</file>

<file path=ppt/tags/tag5.xml><?xml version="1.0" encoding="utf-8"?>
<p:tagLst xmlns:p="http://schemas.openxmlformats.org/presentationml/2006/main">
  <p:tag name="PA" val="v4.1.3"/>
</p:tagLst>
</file>

<file path=ppt/tags/tag6.xml><?xml version="1.0" encoding="utf-8"?>
<p:tagLst xmlns:p="http://schemas.openxmlformats.org/presentationml/2006/main">
  <p:tag name="PA" val="v4.1.3"/>
</p:tagLst>
</file>

<file path=ppt/tags/tag7.xml><?xml version="1.0" encoding="utf-8"?>
<p:tagLst xmlns:p="http://schemas.openxmlformats.org/presentationml/2006/main">
  <p:tag name="PA" val="v4.1.3"/>
</p:tagLst>
</file>

<file path=ppt/tags/tag8.xml><?xml version="1.0" encoding="utf-8"?>
<p:tagLst xmlns:p="http://schemas.openxmlformats.org/presentationml/2006/main">
  <p:tag name="ISPRING_PRESENTATION_TITLE" val="年终总结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35hgg4u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6300</Words>
  <Application>WPS 演示</Application>
  <PresentationFormat>宽屏</PresentationFormat>
  <Paragraphs>364</Paragraphs>
  <Slides>24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印品天逸黑</vt:lpstr>
      <vt:lpstr>黑体</vt:lpstr>
      <vt:lpstr>方正正黑简体</vt:lpstr>
      <vt:lpstr>微软雅黑</vt:lpstr>
      <vt:lpstr>Arial Unicode MS</vt:lpstr>
      <vt:lpstr>等线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淡雅水彩晕染</dc:title>
  <dc:creator>第一PPT</dc:creator>
  <cp:keywords>www.1ppt.com</cp:keywords>
  <dc:description>www.1ppt.com</dc:description>
  <cp:lastModifiedBy>Lio</cp:lastModifiedBy>
  <cp:revision>118</cp:revision>
  <dcterms:created xsi:type="dcterms:W3CDTF">2019-06-11T09:29:00Z</dcterms:created>
  <dcterms:modified xsi:type="dcterms:W3CDTF">2021-05-25T04:13:39Z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FD658383C9C44EF4AA7EAB909CA02D75</vt:lpwstr>
  </property>
  <property fmtid="{D5CDD505-2E9C-101B-9397-08002B2CF9AE}" pid="3" name="KSOProductBuildVer">
    <vt:lpwstr>2052-11.1.0.10495</vt:lpwstr>
  </property>
</Properties>
</file>