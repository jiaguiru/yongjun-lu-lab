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5" r:id="rId5"/>
    <p:sldId id="257" r:id="rId6"/>
    <p:sldId id="258" r:id="rId7"/>
    <p:sldId id="265" r:id="rId8"/>
    <p:sldId id="276" r:id="rId9"/>
    <p:sldId id="266" r:id="rId10"/>
    <p:sldId id="267" r:id="rId11"/>
    <p:sldId id="301" r:id="rId12"/>
    <p:sldId id="271" r:id="rId13"/>
    <p:sldId id="273" r:id="rId14"/>
    <p:sldId id="272" r:id="rId15"/>
    <p:sldId id="302" r:id="rId16"/>
    <p:sldId id="270" r:id="rId17"/>
    <p:sldId id="281" r:id="rId18"/>
    <p:sldId id="284" r:id="rId19"/>
    <p:sldId id="292" r:id="rId20"/>
    <p:sldId id="293" r:id="rId21"/>
    <p:sldId id="279" r:id="rId22"/>
    <p:sldId id="303" r:id="rId23"/>
    <p:sldId id="275" r:id="rId24"/>
    <p:sldId id="294" r:id="rId25"/>
    <p:sldId id="305" r:id="rId26"/>
  </p:sldIdLst>
  <p:sldSz cx="8999220" cy="5039995"/>
  <p:notesSz cx="6858000" cy="9144000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B49B"/>
    <a:srgbClr val="959AA2"/>
    <a:srgbClr val="C0F6ED"/>
    <a:srgbClr val="99F1E2"/>
    <a:srgbClr val="53585F"/>
    <a:srgbClr val="138774"/>
    <a:srgbClr val="1AB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2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96" y="246"/>
      </p:cViewPr>
      <p:guideLst>
        <p:guide orient="horz" pos="1587"/>
        <p:guide pos="28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CFDDC-4151-4F58-BEA7-655A61B04F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4688" y="1143000"/>
            <a:ext cx="550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D692C-C307-4C02-AC17-4596772F2D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824885"/>
            <a:ext cx="674965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24942" y="2647331"/>
            <a:ext cx="6749654" cy="1216909"/>
          </a:xfrm>
        </p:spPr>
        <p:txBody>
          <a:bodyPr/>
          <a:lstStyle>
            <a:lvl1pPr marL="0" indent="0" algn="ctr">
              <a:buNone/>
              <a:defRPr sz="1765"/>
            </a:lvl1pPr>
            <a:lvl2pPr marL="335915" indent="0" algn="ctr">
              <a:buNone/>
              <a:defRPr sz="1470"/>
            </a:lvl2pPr>
            <a:lvl3pPr marL="671830" indent="0" algn="ctr">
              <a:buNone/>
              <a:defRPr sz="1325"/>
            </a:lvl3pPr>
            <a:lvl4pPr marL="1008380" indent="0" algn="ctr">
              <a:buNone/>
              <a:defRPr sz="1175"/>
            </a:lvl4pPr>
            <a:lvl5pPr marL="1344295" indent="0" algn="ctr">
              <a:buNone/>
              <a:defRPr sz="1175"/>
            </a:lvl5pPr>
            <a:lvl6pPr marL="1680210" indent="0" algn="ctr">
              <a:buNone/>
              <a:defRPr sz="1175"/>
            </a:lvl6pPr>
            <a:lvl7pPr marL="2016125" indent="0" algn="ctr">
              <a:buNone/>
              <a:defRPr sz="1175"/>
            </a:lvl7pPr>
            <a:lvl8pPr marL="2352040" indent="0" algn="ctr">
              <a:buNone/>
              <a:defRPr sz="1175"/>
            </a:lvl8pPr>
            <a:lvl9pPr marL="2688590" indent="0" algn="ctr">
              <a:buNone/>
              <a:defRPr sz="1175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256579"/>
            <a:ext cx="7762102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4031" y="3373044"/>
            <a:ext cx="7762102" cy="1102568"/>
          </a:xfrm>
        </p:spPr>
        <p:txBody>
          <a:bodyPr/>
          <a:lstStyle>
            <a:lvl1pPr marL="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1pPr>
            <a:lvl2pPr marL="335915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183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6pPr>
            <a:lvl7pPr marL="201612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7pPr>
            <a:lvl8pPr marL="235204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8pPr>
            <a:lvl9pPr marL="268859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18718" y="1341750"/>
            <a:ext cx="3824804" cy="319803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56016" y="1341750"/>
            <a:ext cx="3824804" cy="319803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68350"/>
            <a:ext cx="7762102" cy="9742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891" y="1235577"/>
            <a:ext cx="3807226" cy="605537"/>
          </a:xfrm>
        </p:spPr>
        <p:txBody>
          <a:bodyPr anchor="b"/>
          <a:lstStyle>
            <a:lvl1pPr marL="0" indent="0">
              <a:buNone/>
              <a:defRPr sz="1765" b="1"/>
            </a:lvl1pPr>
            <a:lvl2pPr marL="335915" indent="0">
              <a:buNone/>
              <a:defRPr sz="1470" b="1"/>
            </a:lvl2pPr>
            <a:lvl3pPr marL="671830" indent="0">
              <a:buNone/>
              <a:defRPr sz="1325" b="1"/>
            </a:lvl3pPr>
            <a:lvl4pPr marL="1008380" indent="0">
              <a:buNone/>
              <a:defRPr sz="1175" b="1"/>
            </a:lvl4pPr>
            <a:lvl5pPr marL="1344295" indent="0">
              <a:buNone/>
              <a:defRPr sz="1175" b="1"/>
            </a:lvl5pPr>
            <a:lvl6pPr marL="1680210" indent="0">
              <a:buNone/>
              <a:defRPr sz="1175" b="1"/>
            </a:lvl6pPr>
            <a:lvl7pPr marL="2016125" indent="0">
              <a:buNone/>
              <a:defRPr sz="1175" b="1"/>
            </a:lvl7pPr>
            <a:lvl8pPr marL="2352040" indent="0">
              <a:buNone/>
              <a:defRPr sz="1175" b="1"/>
            </a:lvl8pPr>
            <a:lvl9pPr marL="2688590" indent="0">
              <a:buNone/>
              <a:defRPr sz="1175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891" y="1841114"/>
            <a:ext cx="3807226" cy="270800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56016" y="1235577"/>
            <a:ext cx="3825976" cy="605537"/>
          </a:xfrm>
        </p:spPr>
        <p:txBody>
          <a:bodyPr anchor="b"/>
          <a:lstStyle>
            <a:lvl1pPr marL="0" indent="0">
              <a:buNone/>
              <a:defRPr sz="1765" b="1"/>
            </a:lvl1pPr>
            <a:lvl2pPr marL="335915" indent="0">
              <a:buNone/>
              <a:defRPr sz="1470" b="1"/>
            </a:lvl2pPr>
            <a:lvl3pPr marL="671830" indent="0">
              <a:buNone/>
              <a:defRPr sz="1325" b="1"/>
            </a:lvl3pPr>
            <a:lvl4pPr marL="1008380" indent="0">
              <a:buNone/>
              <a:defRPr sz="1175" b="1"/>
            </a:lvl4pPr>
            <a:lvl5pPr marL="1344295" indent="0">
              <a:buNone/>
              <a:defRPr sz="1175" b="1"/>
            </a:lvl5pPr>
            <a:lvl6pPr marL="1680210" indent="0">
              <a:buNone/>
              <a:defRPr sz="1175" b="1"/>
            </a:lvl6pPr>
            <a:lvl7pPr marL="2016125" indent="0">
              <a:buNone/>
              <a:defRPr sz="1175" b="1"/>
            </a:lvl7pPr>
            <a:lvl8pPr marL="2352040" indent="0">
              <a:buNone/>
              <a:defRPr sz="1175" b="1"/>
            </a:lvl8pPr>
            <a:lvl9pPr marL="2688590" indent="0">
              <a:buNone/>
              <a:defRPr sz="1175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556016" y="1841114"/>
            <a:ext cx="3825976" cy="270800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2836337" y="9010828"/>
            <a:ext cx="216116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zh-CN" altLang="en-US" sz="1100" dirty="0">
                <a:solidFill>
                  <a:prstClr val="black"/>
                </a:solidFill>
                <a:ea typeface="宋体" panose="02010600030101010101" pitchFamily="2" charset="-122"/>
              </a:rPr>
              <a:t>第一</a:t>
            </a:r>
            <a:r>
              <a:rPr lang="en-US" altLang="zh-CN" sz="1100" dirty="0">
                <a:solidFill>
                  <a:prstClr val="black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100" dirty="0">
                <a:solidFill>
                  <a:prstClr val="black"/>
                </a:solidFill>
                <a:ea typeface="宋体" panose="02010600030101010101" pitchFamily="2" charset="-122"/>
              </a:rPr>
              <a:t>模板网：</a:t>
            </a:r>
            <a:r>
              <a:rPr lang="en-US" altLang="zh-CN" sz="1100" dirty="0" smtClean="0">
                <a:solidFill>
                  <a:prstClr val="black"/>
                </a:solidFill>
                <a:ea typeface="宋体" panose="02010600030101010101" pitchFamily="2" charset="-122"/>
                <a:hlinkClick r:id="rId2"/>
              </a:rPr>
              <a:t>www.1ppt.com</a:t>
            </a:r>
            <a:r>
              <a:rPr lang="en-US" altLang="zh-CN" sz="1100" dirty="0" smtClean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11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021"/>
            <a:ext cx="2902585" cy="1176073"/>
          </a:xfrm>
        </p:spPr>
        <p:txBody>
          <a:bodyPr anchor="b"/>
          <a:lstStyle>
            <a:lvl1pPr>
              <a:defRPr sz="23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25976" y="725712"/>
            <a:ext cx="4556016" cy="3581889"/>
          </a:xfrm>
        </p:spPr>
        <p:txBody>
          <a:bodyPr/>
          <a:lstStyle>
            <a:lvl1pPr>
              <a:defRPr sz="2350"/>
            </a:lvl1pPr>
            <a:lvl2pPr>
              <a:defRPr sz="2060"/>
            </a:lvl2pPr>
            <a:lvl3pPr>
              <a:defRPr sz="1765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9891" y="1512094"/>
            <a:ext cx="2902585" cy="2801341"/>
          </a:xfrm>
        </p:spPr>
        <p:txBody>
          <a:bodyPr/>
          <a:lstStyle>
            <a:lvl1pPr marL="0" indent="0">
              <a:buNone/>
              <a:defRPr sz="1175"/>
            </a:lvl1pPr>
            <a:lvl2pPr marL="335915" indent="0">
              <a:buNone/>
              <a:defRPr sz="1030"/>
            </a:lvl2pPr>
            <a:lvl3pPr marL="671830" indent="0">
              <a:buNone/>
              <a:defRPr sz="880"/>
            </a:lvl3pPr>
            <a:lvl4pPr marL="1008380" indent="0">
              <a:buNone/>
              <a:defRPr sz="735"/>
            </a:lvl4pPr>
            <a:lvl5pPr marL="1344295" indent="0">
              <a:buNone/>
              <a:defRPr sz="735"/>
            </a:lvl5pPr>
            <a:lvl6pPr marL="1680210" indent="0">
              <a:buNone/>
              <a:defRPr sz="735"/>
            </a:lvl6pPr>
            <a:lvl7pPr marL="2016125" indent="0">
              <a:buNone/>
              <a:defRPr sz="735"/>
            </a:lvl7pPr>
            <a:lvl8pPr marL="2352040" indent="0">
              <a:buNone/>
              <a:defRPr sz="735"/>
            </a:lvl8pPr>
            <a:lvl9pPr marL="2688590" indent="0">
              <a:buNone/>
              <a:defRPr sz="73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021"/>
            <a:ext cx="2902585" cy="1176073"/>
          </a:xfrm>
        </p:spPr>
        <p:txBody>
          <a:bodyPr anchor="b"/>
          <a:lstStyle>
            <a:lvl1pPr>
              <a:defRPr sz="23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725712"/>
            <a:ext cx="4556016" cy="3581889"/>
          </a:xfrm>
        </p:spPr>
        <p:txBody>
          <a:bodyPr anchor="t"/>
          <a:lstStyle>
            <a:lvl1pPr marL="0" indent="0">
              <a:buNone/>
              <a:defRPr sz="2350"/>
            </a:lvl1pPr>
            <a:lvl2pPr marL="335915" indent="0">
              <a:buNone/>
              <a:defRPr sz="2060"/>
            </a:lvl2pPr>
            <a:lvl3pPr marL="671830" indent="0">
              <a:buNone/>
              <a:defRPr sz="1765"/>
            </a:lvl3pPr>
            <a:lvl4pPr marL="1008380" indent="0">
              <a:buNone/>
              <a:defRPr sz="1470"/>
            </a:lvl4pPr>
            <a:lvl5pPr marL="1344295" indent="0">
              <a:buNone/>
              <a:defRPr sz="1470"/>
            </a:lvl5pPr>
            <a:lvl6pPr marL="1680210" indent="0">
              <a:buNone/>
              <a:defRPr sz="1470"/>
            </a:lvl6pPr>
            <a:lvl7pPr marL="2016125" indent="0">
              <a:buNone/>
              <a:defRPr sz="1470"/>
            </a:lvl7pPr>
            <a:lvl8pPr marL="2352040" indent="0">
              <a:buNone/>
              <a:defRPr sz="1470"/>
            </a:lvl8pPr>
            <a:lvl9pPr marL="2688590" indent="0">
              <a:buNone/>
              <a:defRPr sz="147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9891" y="1512094"/>
            <a:ext cx="2902585" cy="2801341"/>
          </a:xfrm>
        </p:spPr>
        <p:txBody>
          <a:bodyPr/>
          <a:lstStyle>
            <a:lvl1pPr marL="0" indent="0">
              <a:buNone/>
              <a:defRPr sz="1175"/>
            </a:lvl1pPr>
            <a:lvl2pPr marL="335915" indent="0">
              <a:buNone/>
              <a:defRPr sz="1030"/>
            </a:lvl2pPr>
            <a:lvl3pPr marL="671830" indent="0">
              <a:buNone/>
              <a:defRPr sz="880"/>
            </a:lvl3pPr>
            <a:lvl4pPr marL="1008380" indent="0">
              <a:buNone/>
              <a:defRPr sz="735"/>
            </a:lvl4pPr>
            <a:lvl5pPr marL="1344295" indent="0">
              <a:buNone/>
              <a:defRPr sz="735"/>
            </a:lvl5pPr>
            <a:lvl6pPr marL="1680210" indent="0">
              <a:buNone/>
              <a:defRPr sz="735"/>
            </a:lvl6pPr>
            <a:lvl7pPr marL="2016125" indent="0">
              <a:buNone/>
              <a:defRPr sz="735"/>
            </a:lvl7pPr>
            <a:lvl8pPr marL="2352040" indent="0">
              <a:buNone/>
              <a:defRPr sz="735"/>
            </a:lvl8pPr>
            <a:lvl9pPr marL="2688590" indent="0">
              <a:buNone/>
              <a:defRPr sz="73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68350"/>
            <a:ext cx="1940525" cy="42714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18718" y="268350"/>
            <a:ext cx="5709082" cy="427143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68350"/>
            <a:ext cx="7762102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341750"/>
            <a:ext cx="7762102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4671624"/>
            <a:ext cx="202489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4FFCF-463E-4D67-9145-5F37447319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4671624"/>
            <a:ext cx="3037344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4671624"/>
            <a:ext cx="202489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A364A-95C9-4918-B87B-C8364849B0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xStyles>
    <p:titleStyle>
      <a:lvl1pPr algn="l" defTabSz="671830" rtl="0" eaLnBrk="1" latinLnBrk="0" hangingPunct="1">
        <a:lnSpc>
          <a:spcPct val="90000"/>
        </a:lnSpc>
        <a:spcBef>
          <a:spcPct val="0"/>
        </a:spcBef>
        <a:buNone/>
        <a:defRPr sz="32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183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6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020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25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25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25" kern="1200">
          <a:solidFill>
            <a:schemeClr val="tx1"/>
          </a:solidFill>
          <a:latin typeface="+mn-lt"/>
          <a:ea typeface="+mn-ea"/>
          <a:cs typeface="+mn-cs"/>
        </a:defRPr>
      </a:lvl6pPr>
      <a:lvl7pPr marL="2184400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25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25" kern="1200">
          <a:solidFill>
            <a:schemeClr val="tx1"/>
          </a:solidFill>
          <a:latin typeface="+mn-lt"/>
          <a:ea typeface="+mn-ea"/>
          <a:cs typeface="+mn-cs"/>
        </a:defRPr>
      </a:lvl8pPr>
      <a:lvl9pPr marL="2856230" indent="-168275" algn="l" defTabSz="671830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2pPr>
      <a:lvl3pPr marL="671830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6pPr>
      <a:lvl7pPr marL="2016125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7pPr>
      <a:lvl8pPr marL="2352040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8pPr>
      <a:lvl9pPr marL="2688590" algn="l" defTabSz="671830" rtl="0" eaLnBrk="1" latinLnBrk="0" hangingPunct="1">
        <a:defRPr sz="13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773" y="0"/>
            <a:ext cx="7641765" cy="504031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8999538" cy="5040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837" y="-794"/>
            <a:ext cx="5609967" cy="504031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69053" y="1112394"/>
            <a:ext cx="7112000" cy="2834640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9053" y="117374"/>
            <a:ext cx="14766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smtClean="0">
                <a:solidFill>
                  <a:srgbClr val="19B49B"/>
                </a:solidFill>
                <a:latin typeface="Agency FB" panose="020B0503020202020204" pitchFamily="34" charset="0"/>
              </a:rPr>
              <a:t>2030</a:t>
            </a:r>
            <a:endParaRPr lang="zh-CN" altLang="en-US" sz="6000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35940" y="2877385"/>
            <a:ext cx="521435" cy="0"/>
          </a:xfrm>
          <a:prstGeom prst="line">
            <a:avLst/>
          </a:prstGeom>
          <a:ln w="254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252198" y="2959416"/>
            <a:ext cx="49276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 vitae </a:t>
            </a:r>
            <a:endParaRPr lang="en-US" altLang="zh-CN" sz="950" dirty="0">
              <a:solidFill>
                <a:srgbClr val="53585F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  <a:p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accumsan,a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pulvinar lorem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lacinina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950" dirty="0">
              <a:solidFill>
                <a:srgbClr val="53585F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14098" y="3439476"/>
            <a:ext cx="4927622" cy="26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汇报人</a:t>
            </a:r>
            <a:r>
              <a:rPr lang="en-US" altLang="zh-CN" sz="1150" dirty="0" smtClean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:</a:t>
            </a:r>
            <a:r>
              <a:rPr lang="zh-CN" altLang="en-US" sz="1150" dirty="0" smtClean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今日双鸭山   日期</a:t>
            </a:r>
            <a:r>
              <a:rPr lang="zh-CN" altLang="en-US" sz="115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：</a:t>
            </a:r>
            <a:r>
              <a:rPr lang="en-US" altLang="zh-CN" sz="1150" dirty="0" smtClean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2030.12.12</a:t>
            </a:r>
            <a:endParaRPr lang="zh-CN" altLang="en-US" sz="115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627239" y="1119224"/>
            <a:ext cx="0" cy="54193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1" y="1569648"/>
            <a:ext cx="3635168" cy="1205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1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21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662177" y="0"/>
            <a:ext cx="6788773" cy="5040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5319" y="-20786"/>
            <a:ext cx="5354595" cy="5061099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1223729" y="1423986"/>
            <a:ext cx="7334632" cy="2901612"/>
          </a:xfrm>
          <a:prstGeom prst="rect">
            <a:avLst/>
          </a:prstGeom>
          <a:solidFill>
            <a:srgbClr val="19B49B"/>
          </a:solidFill>
          <a:ln>
            <a:solidFill>
              <a:srgbClr val="19B49B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72009" tIns="36005" rIns="72009" bIns="36005" numCol="1" anchor="t" anchorCtr="0" compatLnSpc="1"/>
          <a:lstStyle/>
          <a:p>
            <a:endParaRPr lang="zh-CN" altLang="en-US" sz="1890" dirty="0"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18"/>
          <p:cNvSpPr>
            <a:spLocks noChangeArrowheads="1"/>
          </p:cNvSpPr>
          <p:nvPr/>
        </p:nvSpPr>
        <p:spPr bwMode="auto">
          <a:xfrm>
            <a:off x="1424944" y="657164"/>
            <a:ext cx="1271073" cy="743256"/>
          </a:xfrm>
          <a:prstGeom prst="rect">
            <a:avLst/>
          </a:prstGeom>
          <a:noFill/>
          <a:ln w="9525">
            <a:noFill/>
            <a:bevel/>
          </a:ln>
        </p:spPr>
        <p:txBody>
          <a:bodyPr wrap="none" lIns="95990" tIns="47994" rIns="95990" bIns="47994">
            <a:spAutoFit/>
          </a:bodyPr>
          <a:lstStyle/>
          <a:p>
            <a:pPr defTabSz="960120">
              <a:defRPr/>
            </a:pPr>
            <a:r>
              <a:rPr lang="zh-CN" altLang="en-US" sz="4200" kern="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前言</a:t>
            </a:r>
            <a:endParaRPr lang="zh-CN" altLang="en-US" sz="1890" kern="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前言"/>
          <p:cNvSpPr>
            <a:spLocks noChangeArrowheads="1"/>
          </p:cNvSpPr>
          <p:nvPr/>
        </p:nvSpPr>
        <p:spPr bwMode="auto">
          <a:xfrm>
            <a:off x="2611316" y="944699"/>
            <a:ext cx="1742356" cy="452407"/>
          </a:xfrm>
          <a:prstGeom prst="rect">
            <a:avLst/>
          </a:prstGeom>
          <a:noFill/>
          <a:ln w="9525">
            <a:noFill/>
            <a:bevel/>
          </a:ln>
        </p:spPr>
        <p:txBody>
          <a:bodyPr wrap="none" lIns="95990" tIns="47994" rIns="95990" bIns="47994">
            <a:spAutoFit/>
          </a:bodyPr>
          <a:lstStyle/>
          <a:p>
            <a:pPr algn="ctr"/>
            <a:r>
              <a:rPr lang="en-US" altLang="zh-CN" sz="2310" dirty="0">
                <a:solidFill>
                  <a:srgbClr val="19B49B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Introduction</a:t>
            </a:r>
            <a:endParaRPr lang="zh-CN" altLang="en-US" sz="2310" dirty="0">
              <a:solidFill>
                <a:srgbClr val="19B49B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5"/>
          <p:cNvSpPr>
            <a:spLocks noChangeArrowheads="1"/>
          </p:cNvSpPr>
          <p:nvPr/>
        </p:nvSpPr>
        <p:spPr bwMode="auto">
          <a:xfrm>
            <a:off x="1184218" y="1426051"/>
            <a:ext cx="7418762" cy="2901612"/>
          </a:xfrm>
          <a:prstGeom prst="rect">
            <a:avLst/>
          </a:prstGeom>
          <a:noFill/>
          <a:ln w="19050">
            <a:solidFill>
              <a:srgbClr val="19B49B"/>
            </a:solidFill>
            <a:bevel/>
          </a:ln>
        </p:spPr>
        <p:txBody>
          <a:bodyPr lIns="71996" tIns="35999" rIns="71996" bIns="35999" anchor="ctr"/>
          <a:lstStyle/>
          <a:p>
            <a:pPr algn="ctr"/>
            <a:endParaRPr lang="zh-CN" altLang="zh-CN" sz="1890">
              <a:solidFill>
                <a:srgbClr val="FFFFFF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1328" y="1556574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270989" y="1912899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270989" y="2269224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270989" y="2612542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270452" y="2980560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75294" y="3367814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270452" y="3764026"/>
            <a:ext cx="6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在此填入合适的内容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3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1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21" dur="2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31" grpId="0"/>
          <p:bldP spid="32" grpId="0"/>
          <p:bldP spid="33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3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1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21" dur="2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31" grpId="0"/>
          <p:bldP spid="32" grpId="0"/>
          <p:bldP spid="33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2984" y="-20786"/>
            <a:ext cx="5412260" cy="506109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439264" y="1128251"/>
            <a:ext cx="339213" cy="339213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gency FB" panose="020B0503020202020204" pitchFamily="34" charset="0"/>
                <a:ea typeface="★懐風体" panose="02000600000000000000" pitchFamily="2" charset="-128"/>
              </a:rPr>
              <a:t>01</a:t>
            </a:r>
            <a:endParaRPr lang="zh-CN" altLang="en-US" sz="1400" dirty="0">
              <a:latin typeface="Agency FB" panose="020B0503020202020204" pitchFamily="34" charset="0"/>
              <a:ea typeface="★懐風体" panose="02000600000000000000" pitchFamily="2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60881" y="995516"/>
            <a:ext cx="2140974" cy="3485043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08606" y="101646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b="1" dirty="0">
              <a:latin typeface="Agency FB" panose="020B0503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8835" y="1313202"/>
            <a:ext cx="2553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800" b="1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39264" y="1800779"/>
            <a:ext cx="339213" cy="339213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gency FB" panose="020B0503020202020204" pitchFamily="34" charset="0"/>
                <a:ea typeface="★懐風体" panose="02000600000000000000" pitchFamily="2" charset="-128"/>
              </a:rPr>
              <a:t>02</a:t>
            </a:r>
            <a:endParaRPr lang="zh-CN" altLang="en-US" sz="1400" dirty="0">
              <a:latin typeface="Agency FB" panose="020B0503020202020204" pitchFamily="34" charset="0"/>
              <a:ea typeface="★懐風体" panose="02000600000000000000" pitchFamily="2" charset="-128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08606" y="168899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b="1" dirty="0">
              <a:latin typeface="Agency FB" panose="020B0503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8835" y="1985730"/>
            <a:ext cx="2553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800" b="1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39264" y="2512143"/>
            <a:ext cx="339213" cy="339213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gency FB" panose="020B0503020202020204" pitchFamily="34" charset="0"/>
                <a:ea typeface="★懐風体" panose="02000600000000000000" pitchFamily="2" charset="-128"/>
              </a:rPr>
              <a:t>03</a:t>
            </a:r>
            <a:endParaRPr lang="zh-CN" altLang="en-US" sz="1400" dirty="0">
              <a:latin typeface="Agency FB" panose="020B0503020202020204" pitchFamily="34" charset="0"/>
              <a:ea typeface="★懐風体" panose="02000600000000000000" pitchFamily="2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08606" y="240035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b="1" dirty="0">
              <a:latin typeface="Agency FB" panose="020B0503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38835" y="2697094"/>
            <a:ext cx="2553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800" b="1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439264" y="3204989"/>
            <a:ext cx="339213" cy="339213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gency FB" panose="020B0503020202020204" pitchFamily="34" charset="0"/>
                <a:ea typeface="★懐風体" panose="02000600000000000000" pitchFamily="2" charset="-128"/>
              </a:rPr>
              <a:t>04</a:t>
            </a:r>
            <a:endParaRPr lang="zh-CN" altLang="en-US" sz="1400" dirty="0">
              <a:latin typeface="Agency FB" panose="020B0503020202020204" pitchFamily="34" charset="0"/>
              <a:ea typeface="★懐風体" panose="02000600000000000000" pitchFamily="2" charset="-128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08606" y="309320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b="1" dirty="0">
              <a:latin typeface="Agency FB" panose="020B0503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38835" y="3389940"/>
            <a:ext cx="2553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800" b="1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28158" y="1175339"/>
            <a:ext cx="738664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dirty="0">
                <a:latin typeface="Agency FB" panose="020B0503020202020204" pitchFamily="34" charset="0"/>
              </a:rPr>
              <a:t>目录</a:t>
            </a:r>
            <a:endParaRPr lang="zh-CN" altLang="en-US" sz="3600" b="1" dirty="0">
              <a:latin typeface="Agency FB" panose="020B0503020202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3308350" y="1244989"/>
            <a:ext cx="0" cy="47498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777038" y="1195215"/>
            <a:ext cx="433965" cy="26909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ipsum, vitae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81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1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</a:t>
            </a:r>
            <a:endParaRPr lang="zh-CN" altLang="en-US" sz="81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439264" y="3905537"/>
            <a:ext cx="339213" cy="339213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gency FB" panose="020B0503020202020204" pitchFamily="34" charset="0"/>
                <a:ea typeface="★懐風体" panose="02000600000000000000" pitchFamily="2" charset="-128"/>
              </a:rPr>
              <a:t>05</a:t>
            </a:r>
            <a:endParaRPr lang="zh-CN" altLang="en-US" sz="1400" dirty="0">
              <a:latin typeface="Agency FB" panose="020B0503020202020204" pitchFamily="34" charset="0"/>
              <a:ea typeface="★懐風体" panose="02000600000000000000" pitchFamily="2" charset="-128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08606" y="379375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b="1" dirty="0">
              <a:latin typeface="Agency FB" panose="020B0503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938835" y="4090488"/>
            <a:ext cx="2553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8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8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800" b="1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2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49"/>
                                </p:stCondLst>
                                <p:childTnLst>
                                  <p:par>
                                    <p:cTn id="14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49"/>
                                </p:stCondLst>
                                <p:childTnLst>
                                  <p:par>
                                    <p:cTn id="1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620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6700"/>
                                </p:stCondLst>
                                <p:childTnLst>
                                  <p:par>
                                    <p:cTn id="28" presetID="2" presetClass="entr" presetSubtype="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7600"/>
                                </p:stCondLst>
                                <p:childTnLst>
                                  <p:par>
                                    <p:cTn id="3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9370"/>
                                </p:stCondLst>
                                <p:childTnLst>
                                  <p:par>
                                    <p:cTn id="3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9870"/>
                                </p:stCondLst>
                                <p:childTnLst>
                                  <p:par>
                                    <p:cTn id="43" presetID="2" presetClass="entr" presetSubtype="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0770"/>
                                </p:stCondLst>
                                <p:childTnLst>
                                  <p:par>
                                    <p:cTn id="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2540"/>
                                </p:stCondLst>
                                <p:childTnLst>
                                  <p:par>
                                    <p:cTn id="5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13040"/>
                                </p:stCondLst>
                                <p:childTnLst>
                                  <p:par>
                                    <p:cTn id="58" presetID="2" presetClass="entr" presetSubtype="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6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6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13940"/>
                                </p:stCondLst>
                                <p:childTnLst>
                                  <p:par>
                                    <p:cTn id="6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3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15710"/>
                                </p:stCondLst>
                                <p:childTnLst>
                                  <p:par>
                                    <p:cTn id="6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16210"/>
                                </p:stCondLst>
                                <p:childTnLst>
                                  <p:par>
                                    <p:cTn id="73" presetID="2" presetClass="entr" presetSubtype="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75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76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17109"/>
                                </p:stCondLst>
                                <p:childTnLst>
                                  <p:par>
                                    <p:cTn id="7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3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18879"/>
                                </p:stCondLst>
                                <p:childTnLst>
                                  <p:par>
                                    <p:cTn id="8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19379"/>
                                </p:stCondLst>
                                <p:childTnLst>
                                  <p:par>
                                    <p:cTn id="88" presetID="2" presetClass="entr" presetSubtype="2" fill="hold" grpId="0" nodeType="afterEffect" p14:presetBounceEnd="20000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90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9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20280"/>
                                </p:stCondLst>
                                <p:childTnLst>
                                  <p:par>
                                    <p:cTn id="9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3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3" grpId="0" animBg="1"/>
          <p:bldP spid="6" grpId="0"/>
          <p:bldP spid="9" grpId="0"/>
          <p:bldP spid="14" grpId="0" animBg="1"/>
          <p:bldP spid="15" grpId="0"/>
          <p:bldP spid="16" grpId="0"/>
          <p:bldP spid="17" grpId="0" animBg="1"/>
          <p:bldP spid="18" grpId="0"/>
          <p:bldP spid="19" grpId="0"/>
          <p:bldP spid="20" grpId="0" animBg="1"/>
          <p:bldP spid="21" grpId="0"/>
          <p:bldP spid="22" grpId="0"/>
          <p:bldP spid="23" grpId="0"/>
          <p:bldP spid="25" grpId="0"/>
          <p:bldP spid="27" grpId="0" animBg="1"/>
          <p:bldP spid="28" grpId="0"/>
          <p:bldP spid="2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49"/>
                                </p:stCondLst>
                                <p:childTnLst>
                                  <p:par>
                                    <p:cTn id="14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49"/>
                                </p:stCondLst>
                                <p:childTnLst>
                                  <p:par>
                                    <p:cTn id="1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620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6700"/>
                                </p:stCondLst>
                                <p:childTnLst>
                                  <p:par>
                                    <p:cTn id="28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7600"/>
                                </p:stCondLst>
                                <p:childTnLst>
                                  <p:par>
                                    <p:cTn id="3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9370"/>
                                </p:stCondLst>
                                <p:childTnLst>
                                  <p:par>
                                    <p:cTn id="3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9870"/>
                                </p:stCondLst>
                                <p:childTnLst>
                                  <p:par>
                                    <p:cTn id="43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0770"/>
                                </p:stCondLst>
                                <p:childTnLst>
                                  <p:par>
                                    <p:cTn id="4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2540"/>
                                </p:stCondLst>
                                <p:childTnLst>
                                  <p:par>
                                    <p:cTn id="5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13040"/>
                                </p:stCondLst>
                                <p:childTnLst>
                                  <p:par>
                                    <p:cTn id="58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13940"/>
                                </p:stCondLst>
                                <p:childTnLst>
                                  <p:par>
                                    <p:cTn id="6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3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15710"/>
                                </p:stCondLst>
                                <p:childTnLst>
                                  <p:par>
                                    <p:cTn id="6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1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16210"/>
                                </p:stCondLst>
                                <p:childTnLst>
                                  <p:par>
                                    <p:cTn id="73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17109"/>
                                </p:stCondLst>
                                <p:childTnLst>
                                  <p:par>
                                    <p:cTn id="7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3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18879"/>
                                </p:stCondLst>
                                <p:childTnLst>
                                  <p:par>
                                    <p:cTn id="8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19379"/>
                                </p:stCondLst>
                                <p:childTnLst>
                                  <p:par>
                                    <p:cTn id="88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20280"/>
                                </p:stCondLst>
                                <p:childTnLst>
                                  <p:par>
                                    <p:cTn id="9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3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3" grpId="0" animBg="1"/>
          <p:bldP spid="6" grpId="0"/>
          <p:bldP spid="9" grpId="0"/>
          <p:bldP spid="14" grpId="0" animBg="1"/>
          <p:bldP spid="15" grpId="0"/>
          <p:bldP spid="16" grpId="0"/>
          <p:bldP spid="17" grpId="0" animBg="1"/>
          <p:bldP spid="18" grpId="0"/>
          <p:bldP spid="19" grpId="0"/>
          <p:bldP spid="20" grpId="0" animBg="1"/>
          <p:bldP spid="21" grpId="0"/>
          <p:bldP spid="22" grpId="0"/>
          <p:bldP spid="23" grpId="0"/>
          <p:bldP spid="25" grpId="0"/>
          <p:bldP spid="27" grpId="0" animBg="1"/>
          <p:bldP spid="28" grpId="0"/>
          <p:bldP spid="29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2281" y="-1"/>
            <a:ext cx="5379307" cy="50403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1119" y="1092074"/>
            <a:ext cx="6489133" cy="2834640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32068" y="1362890"/>
            <a:ext cx="1568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spc="300" dirty="0">
                <a:solidFill>
                  <a:srgbClr val="19B49B"/>
                </a:solidFill>
                <a:latin typeface="Agency FB" panose="020B0503020202020204" pitchFamily="34" charset="0"/>
              </a:rPr>
              <a:t>PART 01</a:t>
            </a:r>
            <a:endParaRPr lang="zh-CN" altLang="en-US" sz="3600" spc="300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3793" y="205100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sz="3600" b="1" dirty="0">
              <a:latin typeface="Agency FB" panose="020B0503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093974" y="2781520"/>
            <a:ext cx="412034" cy="0"/>
          </a:xfrm>
          <a:prstGeom prst="line">
            <a:avLst/>
          </a:prstGeom>
          <a:ln w="3175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12289" y="2929919"/>
            <a:ext cx="492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 vitae </a:t>
            </a:r>
            <a:endParaRPr lang="en-US" altLang="zh-CN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  <a:p>
            <a:pPr algn="r"/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accumsan,a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pulvinar lorem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lacinina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99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869476" y="1347311"/>
            <a:ext cx="1171610" cy="569667"/>
            <a:chOff x="4065694" y="3960217"/>
            <a:chExt cx="2811555" cy="1338958"/>
          </a:xfrm>
        </p:grpSpPr>
        <p:sp>
          <p:nvSpPr>
            <p:cNvPr id="6" name="Rounded Rectangle 43"/>
            <p:cNvSpPr/>
            <p:nvPr/>
          </p:nvSpPr>
          <p:spPr>
            <a:xfrm>
              <a:off x="4081294" y="3961259"/>
              <a:ext cx="2230265" cy="557566"/>
            </a:xfrm>
            <a:prstGeom prst="roundRect">
              <a:avLst>
                <a:gd name="adj" fmla="val 46832"/>
              </a:avLst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75"/>
            </a:p>
          </p:txBody>
        </p:sp>
        <p:sp>
          <p:nvSpPr>
            <p:cNvPr id="7" name="TextBox 52"/>
            <p:cNvSpPr txBox="1"/>
            <p:nvPr/>
          </p:nvSpPr>
          <p:spPr>
            <a:xfrm>
              <a:off x="4306124" y="3960217"/>
              <a:ext cx="2005436" cy="615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bg1"/>
                  </a:solidFill>
                  <a:latin typeface="思源黑体 CN Medium" pitchFamily="34" charset="-122"/>
                  <a:ea typeface="思源黑体 CN Medium" pitchFamily="34" charset="-122"/>
                </a:rPr>
                <a:t>项目名称</a:t>
              </a:r>
              <a:endParaRPr lang="id-ID" altLang="zh-CN" sz="1100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endParaRPr>
            </a:p>
          </p:txBody>
        </p:sp>
        <p:sp>
          <p:nvSpPr>
            <p:cNvPr id="8" name="TextBox 53"/>
            <p:cNvSpPr txBox="1"/>
            <p:nvPr/>
          </p:nvSpPr>
          <p:spPr>
            <a:xfrm>
              <a:off x="4065694" y="4630327"/>
              <a:ext cx="2811555" cy="668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Add Content</a:t>
              </a:r>
              <a:endParaRPr lang="zh-CN" alt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</p:grpSp>
      <p:sp>
        <p:nvSpPr>
          <p:cNvPr id="9" name="TextBox 54"/>
          <p:cNvSpPr txBox="1"/>
          <p:nvPr/>
        </p:nvSpPr>
        <p:spPr>
          <a:xfrm>
            <a:off x="640468" y="1962167"/>
            <a:ext cx="406799" cy="523113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r>
              <a:rPr lang="id-ID" sz="316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1</a:t>
            </a:r>
            <a:r>
              <a:rPr lang="en-US" sz="316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.</a:t>
            </a:r>
            <a:endParaRPr lang="id-ID" sz="316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Rectangle 19"/>
          <p:cNvSpPr/>
          <p:nvPr/>
        </p:nvSpPr>
        <p:spPr>
          <a:xfrm>
            <a:off x="993964" y="2022731"/>
            <a:ext cx="2884106" cy="1055054"/>
          </a:xfrm>
          <a:prstGeom prst="rect">
            <a:avLst/>
          </a:prstGeom>
        </p:spPr>
        <p:txBody>
          <a:bodyPr wrap="square" lIns="36470" tIns="18235" rIns="36470" bIns="18235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8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</a:t>
            </a: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56"/>
          <p:cNvSpPr txBox="1"/>
          <p:nvPr/>
        </p:nvSpPr>
        <p:spPr>
          <a:xfrm>
            <a:off x="640468" y="2850012"/>
            <a:ext cx="406799" cy="523113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r>
              <a:rPr lang="en-US" sz="316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2.</a:t>
            </a:r>
            <a:endParaRPr lang="id-ID" sz="316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2" name="Rectangle 19"/>
          <p:cNvSpPr/>
          <p:nvPr/>
        </p:nvSpPr>
        <p:spPr>
          <a:xfrm>
            <a:off x="993964" y="2910578"/>
            <a:ext cx="2884106" cy="827427"/>
          </a:xfrm>
          <a:prstGeom prst="rect">
            <a:avLst/>
          </a:prstGeom>
        </p:spPr>
        <p:txBody>
          <a:bodyPr wrap="square" lIns="36470" tIns="18235" rIns="36470" bIns="18235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8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</a:t>
            </a: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58"/>
          <p:cNvSpPr txBox="1"/>
          <p:nvPr/>
        </p:nvSpPr>
        <p:spPr>
          <a:xfrm>
            <a:off x="640468" y="3738461"/>
            <a:ext cx="406799" cy="523113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r>
              <a:rPr lang="en-US" sz="316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3.</a:t>
            </a:r>
            <a:endParaRPr lang="id-ID" sz="316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Rectangle 19"/>
          <p:cNvSpPr/>
          <p:nvPr/>
        </p:nvSpPr>
        <p:spPr>
          <a:xfrm>
            <a:off x="993964" y="3799026"/>
            <a:ext cx="2884106" cy="827427"/>
          </a:xfrm>
          <a:prstGeom prst="rect">
            <a:avLst/>
          </a:prstGeom>
        </p:spPr>
        <p:txBody>
          <a:bodyPr wrap="square" lIns="36470" tIns="18235" rIns="36470" bIns="18235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8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</a:t>
            </a: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88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48760" y="2788350"/>
            <a:ext cx="3129308" cy="0"/>
          </a:xfrm>
          <a:prstGeom prst="line">
            <a:avLst/>
          </a:prstGeom>
          <a:ln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48760" y="3695096"/>
            <a:ext cx="3129308" cy="0"/>
          </a:xfrm>
          <a:prstGeom prst="line">
            <a:avLst/>
          </a:prstGeom>
          <a:ln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0"/>
          <p:cNvSpPr txBox="1"/>
          <p:nvPr/>
        </p:nvSpPr>
        <p:spPr>
          <a:xfrm>
            <a:off x="907976" y="292746"/>
            <a:ext cx="2970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gency FB" panose="020B0503020202020204" pitchFamily="34" charset="0"/>
              </a:rPr>
              <a:t>01</a:t>
            </a:r>
            <a:endParaRPr lang="zh-CN" altLang="en-US" sz="2400" dirty="0">
              <a:latin typeface="Agency FB" panose="020B0503020202020204" pitchFamily="34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任意多边形: 形状 37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975" y="890349"/>
            <a:ext cx="4097450" cy="20423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765" y="3054971"/>
            <a:ext cx="1991339" cy="147850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106" y="3054971"/>
            <a:ext cx="2009319" cy="147850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2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2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2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2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2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2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2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2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31" grpId="0"/>
      <p:bldP spid="32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/>
          <p:nvPr/>
        </p:nvSpPr>
        <p:spPr bwMode="auto">
          <a:xfrm>
            <a:off x="4296937" y="1300029"/>
            <a:ext cx="731376" cy="3117971"/>
          </a:xfrm>
          <a:custGeom>
            <a:avLst/>
            <a:gdLst>
              <a:gd name="T0" fmla="*/ 0 w 1412"/>
              <a:gd name="T1" fmla="*/ 82 h 6009"/>
              <a:gd name="T2" fmla="*/ 0 w 1412"/>
              <a:gd name="T3" fmla="*/ 0 h 6009"/>
              <a:gd name="T4" fmla="*/ 283 w 1412"/>
              <a:gd name="T5" fmla="*/ 71 h 6009"/>
              <a:gd name="T6" fmla="*/ 518 w 1412"/>
              <a:gd name="T7" fmla="*/ 182 h 6009"/>
              <a:gd name="T8" fmla="*/ 723 w 1412"/>
              <a:gd name="T9" fmla="*/ 367 h 6009"/>
              <a:gd name="T10" fmla="*/ 863 w 1412"/>
              <a:gd name="T11" fmla="*/ 597 h 6009"/>
              <a:gd name="T12" fmla="*/ 935 w 1412"/>
              <a:gd name="T13" fmla="*/ 848 h 6009"/>
              <a:gd name="T14" fmla="*/ 966 w 1412"/>
              <a:gd name="T15" fmla="*/ 1141 h 6009"/>
              <a:gd name="T16" fmla="*/ 931 w 1412"/>
              <a:gd name="T17" fmla="*/ 1500 h 6009"/>
              <a:gd name="T18" fmla="*/ 856 w 1412"/>
              <a:gd name="T19" fmla="*/ 1831 h 6009"/>
              <a:gd name="T20" fmla="*/ 828 w 1412"/>
              <a:gd name="T21" fmla="*/ 2176 h 6009"/>
              <a:gd name="T22" fmla="*/ 869 w 1412"/>
              <a:gd name="T23" fmla="*/ 2502 h 6009"/>
              <a:gd name="T24" fmla="*/ 961 w 1412"/>
              <a:gd name="T25" fmla="*/ 2687 h 6009"/>
              <a:gd name="T26" fmla="*/ 1110 w 1412"/>
              <a:gd name="T27" fmla="*/ 2815 h 6009"/>
              <a:gd name="T28" fmla="*/ 1244 w 1412"/>
              <a:gd name="T29" fmla="*/ 2889 h 6009"/>
              <a:gd name="T30" fmla="*/ 1412 w 1412"/>
              <a:gd name="T31" fmla="*/ 2920 h 6009"/>
              <a:gd name="T32" fmla="*/ 1412 w 1412"/>
              <a:gd name="T33" fmla="*/ 3079 h 6009"/>
              <a:gd name="T34" fmla="*/ 1156 w 1412"/>
              <a:gd name="T35" fmla="*/ 3164 h 6009"/>
              <a:gd name="T36" fmla="*/ 999 w 1412"/>
              <a:gd name="T37" fmla="*/ 3291 h 6009"/>
              <a:gd name="T38" fmla="*/ 880 w 1412"/>
              <a:gd name="T39" fmla="*/ 3508 h 6009"/>
              <a:gd name="T40" fmla="*/ 826 w 1412"/>
              <a:gd name="T41" fmla="*/ 3804 h 6009"/>
              <a:gd name="T42" fmla="*/ 850 w 1412"/>
              <a:gd name="T43" fmla="*/ 4193 h 6009"/>
              <a:gd name="T44" fmla="*/ 884 w 1412"/>
              <a:gd name="T45" fmla="*/ 4452 h 6009"/>
              <a:gd name="T46" fmla="*/ 935 w 1412"/>
              <a:gd name="T47" fmla="*/ 4752 h 6009"/>
              <a:gd name="T48" fmla="*/ 944 w 1412"/>
              <a:gd name="T49" fmla="*/ 5046 h 6009"/>
              <a:gd name="T50" fmla="*/ 893 w 1412"/>
              <a:gd name="T51" fmla="*/ 5331 h 6009"/>
              <a:gd name="T52" fmla="*/ 792 w 1412"/>
              <a:gd name="T53" fmla="*/ 5553 h 6009"/>
              <a:gd name="T54" fmla="*/ 639 w 1412"/>
              <a:gd name="T55" fmla="*/ 5737 h 6009"/>
              <a:gd name="T56" fmla="*/ 458 w 1412"/>
              <a:gd name="T57" fmla="*/ 5879 h 6009"/>
              <a:gd name="T58" fmla="*/ 310 w 1412"/>
              <a:gd name="T59" fmla="*/ 5967 h 6009"/>
              <a:gd name="T60" fmla="*/ 212 w 1412"/>
              <a:gd name="T61" fmla="*/ 6005 h 6009"/>
              <a:gd name="T62" fmla="*/ 171 w 1412"/>
              <a:gd name="T63" fmla="*/ 5973 h 6009"/>
              <a:gd name="T64" fmla="*/ 208 w 1412"/>
              <a:gd name="T65" fmla="*/ 5905 h 6009"/>
              <a:gd name="T66" fmla="*/ 300 w 1412"/>
              <a:gd name="T67" fmla="*/ 5840 h 6009"/>
              <a:gd name="T68" fmla="*/ 445 w 1412"/>
              <a:gd name="T69" fmla="*/ 5705 h 6009"/>
              <a:gd name="T70" fmla="*/ 564 w 1412"/>
              <a:gd name="T71" fmla="*/ 5512 h 6009"/>
              <a:gd name="T72" fmla="*/ 625 w 1412"/>
              <a:gd name="T73" fmla="*/ 5315 h 6009"/>
              <a:gd name="T74" fmla="*/ 638 w 1412"/>
              <a:gd name="T75" fmla="*/ 5121 h 6009"/>
              <a:gd name="T76" fmla="*/ 618 w 1412"/>
              <a:gd name="T77" fmla="*/ 4825 h 6009"/>
              <a:gd name="T78" fmla="*/ 584 w 1412"/>
              <a:gd name="T79" fmla="*/ 4415 h 6009"/>
              <a:gd name="T80" fmla="*/ 578 w 1412"/>
              <a:gd name="T81" fmla="*/ 4048 h 6009"/>
              <a:gd name="T82" fmla="*/ 632 w 1412"/>
              <a:gd name="T83" fmla="*/ 3704 h 6009"/>
              <a:gd name="T84" fmla="*/ 772 w 1412"/>
              <a:gd name="T85" fmla="*/ 3412 h 6009"/>
              <a:gd name="T86" fmla="*/ 941 w 1412"/>
              <a:gd name="T87" fmla="*/ 3215 h 6009"/>
              <a:gd name="T88" fmla="*/ 1273 w 1412"/>
              <a:gd name="T89" fmla="*/ 3012 h 6009"/>
              <a:gd name="T90" fmla="*/ 1034 w 1412"/>
              <a:gd name="T91" fmla="*/ 2880 h 6009"/>
              <a:gd name="T92" fmla="*/ 884 w 1412"/>
              <a:gd name="T93" fmla="*/ 2767 h 6009"/>
              <a:gd name="T94" fmla="*/ 739 w 1412"/>
              <a:gd name="T95" fmla="*/ 2564 h 6009"/>
              <a:gd name="T96" fmla="*/ 611 w 1412"/>
              <a:gd name="T97" fmla="*/ 2279 h 6009"/>
              <a:gd name="T98" fmla="*/ 558 w 1412"/>
              <a:gd name="T99" fmla="*/ 1973 h 6009"/>
              <a:gd name="T100" fmla="*/ 562 w 1412"/>
              <a:gd name="T101" fmla="*/ 1648 h 6009"/>
              <a:gd name="T102" fmla="*/ 605 w 1412"/>
              <a:gd name="T103" fmla="*/ 1308 h 6009"/>
              <a:gd name="T104" fmla="*/ 646 w 1412"/>
              <a:gd name="T105" fmla="*/ 904 h 6009"/>
              <a:gd name="T106" fmla="*/ 619 w 1412"/>
              <a:gd name="T107" fmla="*/ 644 h 6009"/>
              <a:gd name="T108" fmla="*/ 520 w 1412"/>
              <a:gd name="T109" fmla="*/ 441 h 6009"/>
              <a:gd name="T110" fmla="*/ 341 w 1412"/>
              <a:gd name="T111" fmla="*/ 240 h 6009"/>
              <a:gd name="T112" fmla="*/ 152 w 1412"/>
              <a:gd name="T113" fmla="*/ 132 h 6009"/>
              <a:gd name="T114" fmla="*/ 0 w 1412"/>
              <a:gd name="T115" fmla="*/ 82 h 6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12" h="6009">
                <a:moveTo>
                  <a:pt x="0" y="82"/>
                </a:moveTo>
                <a:lnTo>
                  <a:pt x="0" y="0"/>
                </a:lnTo>
                <a:cubicBezTo>
                  <a:pt x="108" y="24"/>
                  <a:pt x="202" y="47"/>
                  <a:pt x="283" y="71"/>
                </a:cubicBezTo>
                <a:cubicBezTo>
                  <a:pt x="364" y="95"/>
                  <a:pt x="442" y="132"/>
                  <a:pt x="518" y="182"/>
                </a:cubicBezTo>
                <a:cubicBezTo>
                  <a:pt x="594" y="231"/>
                  <a:pt x="662" y="293"/>
                  <a:pt x="723" y="367"/>
                </a:cubicBezTo>
                <a:cubicBezTo>
                  <a:pt x="784" y="443"/>
                  <a:pt x="830" y="519"/>
                  <a:pt x="863" y="597"/>
                </a:cubicBezTo>
                <a:cubicBezTo>
                  <a:pt x="894" y="675"/>
                  <a:pt x="917" y="759"/>
                  <a:pt x="935" y="848"/>
                </a:cubicBezTo>
                <a:cubicBezTo>
                  <a:pt x="952" y="937"/>
                  <a:pt x="963" y="1036"/>
                  <a:pt x="966" y="1141"/>
                </a:cubicBezTo>
                <a:cubicBezTo>
                  <a:pt x="970" y="1248"/>
                  <a:pt x="959" y="1368"/>
                  <a:pt x="931" y="1500"/>
                </a:cubicBezTo>
                <a:lnTo>
                  <a:pt x="856" y="1831"/>
                </a:lnTo>
                <a:cubicBezTo>
                  <a:pt x="834" y="1941"/>
                  <a:pt x="826" y="2055"/>
                  <a:pt x="828" y="2176"/>
                </a:cubicBezTo>
                <a:cubicBezTo>
                  <a:pt x="828" y="2308"/>
                  <a:pt x="841" y="2417"/>
                  <a:pt x="869" y="2502"/>
                </a:cubicBezTo>
                <a:cubicBezTo>
                  <a:pt x="896" y="2587"/>
                  <a:pt x="926" y="2649"/>
                  <a:pt x="961" y="2687"/>
                </a:cubicBezTo>
                <a:cubicBezTo>
                  <a:pt x="994" y="2724"/>
                  <a:pt x="1044" y="2767"/>
                  <a:pt x="1110" y="2815"/>
                </a:cubicBezTo>
                <a:cubicBezTo>
                  <a:pt x="1176" y="2862"/>
                  <a:pt x="1221" y="2887"/>
                  <a:pt x="1244" y="2889"/>
                </a:cubicBezTo>
                <a:lnTo>
                  <a:pt x="1412" y="2920"/>
                </a:lnTo>
                <a:lnTo>
                  <a:pt x="1412" y="3079"/>
                </a:lnTo>
                <a:cubicBezTo>
                  <a:pt x="1298" y="3106"/>
                  <a:pt x="1213" y="3134"/>
                  <a:pt x="1156" y="3164"/>
                </a:cubicBezTo>
                <a:cubicBezTo>
                  <a:pt x="1099" y="3193"/>
                  <a:pt x="1047" y="3236"/>
                  <a:pt x="999" y="3291"/>
                </a:cubicBezTo>
                <a:cubicBezTo>
                  <a:pt x="952" y="3347"/>
                  <a:pt x="912" y="3419"/>
                  <a:pt x="880" y="3508"/>
                </a:cubicBezTo>
                <a:cubicBezTo>
                  <a:pt x="847" y="3596"/>
                  <a:pt x="829" y="3695"/>
                  <a:pt x="826" y="3804"/>
                </a:cubicBezTo>
                <a:cubicBezTo>
                  <a:pt x="823" y="3914"/>
                  <a:pt x="830" y="4043"/>
                  <a:pt x="850" y="4193"/>
                </a:cubicBezTo>
                <a:cubicBezTo>
                  <a:pt x="860" y="4296"/>
                  <a:pt x="872" y="4383"/>
                  <a:pt x="884" y="4452"/>
                </a:cubicBezTo>
                <a:lnTo>
                  <a:pt x="935" y="4752"/>
                </a:lnTo>
                <a:cubicBezTo>
                  <a:pt x="948" y="4855"/>
                  <a:pt x="951" y="4953"/>
                  <a:pt x="944" y="5046"/>
                </a:cubicBezTo>
                <a:cubicBezTo>
                  <a:pt x="936" y="5150"/>
                  <a:pt x="919" y="5246"/>
                  <a:pt x="893" y="5331"/>
                </a:cubicBezTo>
                <a:cubicBezTo>
                  <a:pt x="866" y="5416"/>
                  <a:pt x="832" y="5491"/>
                  <a:pt x="792" y="5553"/>
                </a:cubicBezTo>
                <a:cubicBezTo>
                  <a:pt x="753" y="5617"/>
                  <a:pt x="702" y="5678"/>
                  <a:pt x="639" y="5737"/>
                </a:cubicBezTo>
                <a:cubicBezTo>
                  <a:pt x="578" y="5796"/>
                  <a:pt x="517" y="5843"/>
                  <a:pt x="458" y="5879"/>
                </a:cubicBezTo>
                <a:lnTo>
                  <a:pt x="310" y="5967"/>
                </a:lnTo>
                <a:cubicBezTo>
                  <a:pt x="268" y="5997"/>
                  <a:pt x="235" y="6009"/>
                  <a:pt x="212" y="6005"/>
                </a:cubicBezTo>
                <a:cubicBezTo>
                  <a:pt x="189" y="6001"/>
                  <a:pt x="175" y="5990"/>
                  <a:pt x="171" y="5973"/>
                </a:cubicBezTo>
                <a:cubicBezTo>
                  <a:pt x="166" y="5954"/>
                  <a:pt x="179" y="5932"/>
                  <a:pt x="208" y="5905"/>
                </a:cubicBezTo>
                <a:cubicBezTo>
                  <a:pt x="219" y="5896"/>
                  <a:pt x="249" y="5874"/>
                  <a:pt x="300" y="5840"/>
                </a:cubicBezTo>
                <a:cubicBezTo>
                  <a:pt x="351" y="5804"/>
                  <a:pt x="399" y="5760"/>
                  <a:pt x="445" y="5705"/>
                </a:cubicBezTo>
                <a:cubicBezTo>
                  <a:pt x="492" y="5650"/>
                  <a:pt x="532" y="5587"/>
                  <a:pt x="564" y="5512"/>
                </a:cubicBezTo>
                <a:cubicBezTo>
                  <a:pt x="596" y="5439"/>
                  <a:pt x="617" y="5373"/>
                  <a:pt x="625" y="5315"/>
                </a:cubicBezTo>
                <a:cubicBezTo>
                  <a:pt x="634" y="5258"/>
                  <a:pt x="638" y="5192"/>
                  <a:pt x="638" y="5121"/>
                </a:cubicBezTo>
                <a:cubicBezTo>
                  <a:pt x="636" y="5058"/>
                  <a:pt x="629" y="4960"/>
                  <a:pt x="618" y="4825"/>
                </a:cubicBezTo>
                <a:cubicBezTo>
                  <a:pt x="606" y="4690"/>
                  <a:pt x="595" y="4553"/>
                  <a:pt x="584" y="4415"/>
                </a:cubicBezTo>
                <a:cubicBezTo>
                  <a:pt x="574" y="4277"/>
                  <a:pt x="572" y="4156"/>
                  <a:pt x="578" y="4048"/>
                </a:cubicBezTo>
                <a:cubicBezTo>
                  <a:pt x="584" y="3907"/>
                  <a:pt x="603" y="3792"/>
                  <a:pt x="632" y="3704"/>
                </a:cubicBezTo>
                <a:cubicBezTo>
                  <a:pt x="661" y="3616"/>
                  <a:pt x="708" y="3518"/>
                  <a:pt x="772" y="3412"/>
                </a:cubicBezTo>
                <a:cubicBezTo>
                  <a:pt x="837" y="3305"/>
                  <a:pt x="893" y="3239"/>
                  <a:pt x="941" y="3215"/>
                </a:cubicBezTo>
                <a:lnTo>
                  <a:pt x="1273" y="3012"/>
                </a:lnTo>
                <a:cubicBezTo>
                  <a:pt x="1174" y="2959"/>
                  <a:pt x="1094" y="2915"/>
                  <a:pt x="1034" y="2880"/>
                </a:cubicBezTo>
                <a:cubicBezTo>
                  <a:pt x="975" y="2844"/>
                  <a:pt x="924" y="2806"/>
                  <a:pt x="884" y="2767"/>
                </a:cubicBezTo>
                <a:cubicBezTo>
                  <a:pt x="844" y="2729"/>
                  <a:pt x="796" y="2661"/>
                  <a:pt x="739" y="2564"/>
                </a:cubicBezTo>
                <a:cubicBezTo>
                  <a:pt x="683" y="2467"/>
                  <a:pt x="639" y="2372"/>
                  <a:pt x="611" y="2279"/>
                </a:cubicBezTo>
                <a:cubicBezTo>
                  <a:pt x="582" y="2187"/>
                  <a:pt x="565" y="2085"/>
                  <a:pt x="558" y="1973"/>
                </a:cubicBezTo>
                <a:cubicBezTo>
                  <a:pt x="550" y="1862"/>
                  <a:pt x="552" y="1753"/>
                  <a:pt x="562" y="1648"/>
                </a:cubicBezTo>
                <a:cubicBezTo>
                  <a:pt x="566" y="1592"/>
                  <a:pt x="580" y="1478"/>
                  <a:pt x="605" y="1308"/>
                </a:cubicBezTo>
                <a:cubicBezTo>
                  <a:pt x="629" y="1139"/>
                  <a:pt x="643" y="1004"/>
                  <a:pt x="646" y="904"/>
                </a:cubicBezTo>
                <a:cubicBezTo>
                  <a:pt x="649" y="805"/>
                  <a:pt x="641" y="718"/>
                  <a:pt x="619" y="644"/>
                </a:cubicBezTo>
                <a:cubicBezTo>
                  <a:pt x="603" y="589"/>
                  <a:pt x="569" y="522"/>
                  <a:pt x="520" y="441"/>
                </a:cubicBezTo>
                <a:cubicBezTo>
                  <a:pt x="470" y="360"/>
                  <a:pt x="411" y="293"/>
                  <a:pt x="341" y="240"/>
                </a:cubicBezTo>
                <a:cubicBezTo>
                  <a:pt x="272" y="187"/>
                  <a:pt x="208" y="152"/>
                  <a:pt x="152" y="132"/>
                </a:cubicBezTo>
                <a:lnTo>
                  <a:pt x="0" y="82"/>
                </a:lnTo>
                <a:close/>
              </a:path>
            </a:pathLst>
          </a:custGeom>
          <a:solidFill>
            <a:srgbClr val="959AA2"/>
          </a:solidFill>
          <a:ln>
            <a:noFill/>
          </a:ln>
        </p:spPr>
        <p:txBody>
          <a:bodyPr vert="horz" wrap="square" lIns="67189" tIns="33594" rIns="67189" bIns="33594" numCol="1" anchor="t" anchorCtr="0" compatLnSpc="1"/>
          <a:lstStyle/>
          <a:p>
            <a:pPr defTabSz="671830">
              <a:defRPr/>
            </a:pPr>
            <a:endParaRPr lang="zh-CN" altLang="en-US" sz="1325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16529" y="1022992"/>
            <a:ext cx="2376098" cy="512080"/>
            <a:chOff x="1800275" y="1490663"/>
            <a:chExt cx="3233739" cy="696912"/>
          </a:xfrm>
          <a:noFill/>
        </p:grpSpPr>
        <p:sp>
          <p:nvSpPr>
            <p:cNvPr id="4" name="Freeform 5"/>
            <p:cNvSpPr/>
            <p:nvPr/>
          </p:nvSpPr>
          <p:spPr bwMode="auto">
            <a:xfrm>
              <a:off x="1800275" y="1490663"/>
              <a:ext cx="3233738" cy="696912"/>
            </a:xfrm>
            <a:custGeom>
              <a:avLst/>
              <a:gdLst>
                <a:gd name="T0" fmla="*/ 156 w 4587"/>
                <a:gd name="T1" fmla="*/ 0 h 986"/>
                <a:gd name="T2" fmla="*/ 4432 w 4587"/>
                <a:gd name="T3" fmla="*/ 0 h 986"/>
                <a:gd name="T4" fmla="*/ 4587 w 4587"/>
                <a:gd name="T5" fmla="*/ 156 h 986"/>
                <a:gd name="T6" fmla="*/ 4587 w 4587"/>
                <a:gd name="T7" fmla="*/ 830 h 986"/>
                <a:gd name="T8" fmla="*/ 4432 w 4587"/>
                <a:gd name="T9" fmla="*/ 986 h 986"/>
                <a:gd name="T10" fmla="*/ 156 w 4587"/>
                <a:gd name="T11" fmla="*/ 986 h 986"/>
                <a:gd name="T12" fmla="*/ 0 w 4587"/>
                <a:gd name="T13" fmla="*/ 830 h 986"/>
                <a:gd name="T14" fmla="*/ 0 w 4587"/>
                <a:gd name="T15" fmla="*/ 156 h 986"/>
                <a:gd name="T16" fmla="*/ 156 w 4587"/>
                <a:gd name="T17" fmla="*/ 0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87" h="986">
                  <a:moveTo>
                    <a:pt x="156" y="0"/>
                  </a:moveTo>
                  <a:lnTo>
                    <a:pt x="4432" y="0"/>
                  </a:lnTo>
                  <a:cubicBezTo>
                    <a:pt x="4517" y="0"/>
                    <a:pt x="4587" y="70"/>
                    <a:pt x="4587" y="156"/>
                  </a:cubicBezTo>
                  <a:lnTo>
                    <a:pt x="4587" y="830"/>
                  </a:lnTo>
                  <a:cubicBezTo>
                    <a:pt x="4587" y="916"/>
                    <a:pt x="4517" y="986"/>
                    <a:pt x="4432" y="986"/>
                  </a:cubicBezTo>
                  <a:lnTo>
                    <a:pt x="156" y="986"/>
                  </a:lnTo>
                  <a:cubicBezTo>
                    <a:pt x="70" y="986"/>
                    <a:pt x="0" y="916"/>
                    <a:pt x="0" y="830"/>
                  </a:cubicBezTo>
                  <a:lnTo>
                    <a:pt x="0" y="156"/>
                  </a:lnTo>
                  <a:cubicBezTo>
                    <a:pt x="0" y="70"/>
                    <a:pt x="70" y="0"/>
                    <a:pt x="156" y="0"/>
                  </a:cubicBezTo>
                  <a:close/>
                </a:path>
              </a:pathLst>
            </a:custGeom>
            <a:grpFill/>
            <a:ln w="10" cap="flat">
              <a:solidFill>
                <a:srgbClr val="19B49B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" name="TextBox 32"/>
            <p:cNvSpPr txBox="1"/>
            <p:nvPr/>
          </p:nvSpPr>
          <p:spPr>
            <a:xfrm>
              <a:off x="1812153" y="1657036"/>
              <a:ext cx="3221861" cy="49513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+mn-ea"/>
                  <a:ea typeface="+mn-ea"/>
                </a:defRPr>
              </a:lvl1pPr>
            </a:lstStyle>
            <a:p>
              <a:pPr algn="ctr" defTabSz="671830">
                <a:defRPr/>
              </a:pPr>
              <a:r>
                <a:rPr lang="zh-CN" altLang="en-US" sz="1765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加入你的标题</a:t>
              </a:r>
              <a:endParaRPr lang="zh-CN" altLang="en-US" sz="1765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816529" y="1635389"/>
            <a:ext cx="2376098" cy="510913"/>
            <a:chOff x="1800275" y="2324100"/>
            <a:chExt cx="3233739" cy="695325"/>
          </a:xfrm>
          <a:noFill/>
        </p:grpSpPr>
        <p:sp>
          <p:nvSpPr>
            <p:cNvPr id="7" name="Freeform 6"/>
            <p:cNvSpPr/>
            <p:nvPr/>
          </p:nvSpPr>
          <p:spPr bwMode="auto">
            <a:xfrm>
              <a:off x="1800275" y="2324100"/>
              <a:ext cx="3233738" cy="695325"/>
            </a:xfrm>
            <a:custGeom>
              <a:avLst/>
              <a:gdLst>
                <a:gd name="T0" fmla="*/ 156 w 4587"/>
                <a:gd name="T1" fmla="*/ 0 h 986"/>
                <a:gd name="T2" fmla="*/ 4432 w 4587"/>
                <a:gd name="T3" fmla="*/ 0 h 986"/>
                <a:gd name="T4" fmla="*/ 4587 w 4587"/>
                <a:gd name="T5" fmla="*/ 156 h 986"/>
                <a:gd name="T6" fmla="*/ 4587 w 4587"/>
                <a:gd name="T7" fmla="*/ 830 h 986"/>
                <a:gd name="T8" fmla="*/ 4432 w 4587"/>
                <a:gd name="T9" fmla="*/ 986 h 986"/>
                <a:gd name="T10" fmla="*/ 156 w 4587"/>
                <a:gd name="T11" fmla="*/ 986 h 986"/>
                <a:gd name="T12" fmla="*/ 0 w 4587"/>
                <a:gd name="T13" fmla="*/ 830 h 986"/>
                <a:gd name="T14" fmla="*/ 0 w 4587"/>
                <a:gd name="T15" fmla="*/ 156 h 986"/>
                <a:gd name="T16" fmla="*/ 156 w 4587"/>
                <a:gd name="T17" fmla="*/ 0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87" h="986">
                  <a:moveTo>
                    <a:pt x="156" y="0"/>
                  </a:moveTo>
                  <a:lnTo>
                    <a:pt x="4432" y="0"/>
                  </a:lnTo>
                  <a:cubicBezTo>
                    <a:pt x="4517" y="0"/>
                    <a:pt x="4587" y="70"/>
                    <a:pt x="4587" y="156"/>
                  </a:cubicBezTo>
                  <a:lnTo>
                    <a:pt x="4587" y="830"/>
                  </a:lnTo>
                  <a:cubicBezTo>
                    <a:pt x="4587" y="916"/>
                    <a:pt x="4517" y="986"/>
                    <a:pt x="4432" y="986"/>
                  </a:cubicBezTo>
                  <a:lnTo>
                    <a:pt x="156" y="986"/>
                  </a:lnTo>
                  <a:cubicBezTo>
                    <a:pt x="70" y="986"/>
                    <a:pt x="0" y="916"/>
                    <a:pt x="0" y="830"/>
                  </a:cubicBezTo>
                  <a:lnTo>
                    <a:pt x="0" y="156"/>
                  </a:lnTo>
                  <a:cubicBezTo>
                    <a:pt x="0" y="70"/>
                    <a:pt x="70" y="0"/>
                    <a:pt x="156" y="0"/>
                  </a:cubicBezTo>
                  <a:close/>
                </a:path>
              </a:pathLst>
            </a:custGeom>
            <a:grpFill/>
            <a:ln w="10" cap="flat">
              <a:solidFill>
                <a:srgbClr val="19B49B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TextBox 35"/>
            <p:cNvSpPr txBox="1"/>
            <p:nvPr/>
          </p:nvSpPr>
          <p:spPr>
            <a:xfrm>
              <a:off x="1812153" y="2440929"/>
              <a:ext cx="3221861" cy="4951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+mn-ea"/>
                  <a:ea typeface="+mn-ea"/>
                </a:defRPr>
              </a:lvl1pPr>
            </a:lstStyle>
            <a:p>
              <a:pPr lvl="0" algn="ctr">
                <a:defRPr/>
              </a:pPr>
              <a:r>
                <a:rPr lang="zh-CN" altLang="en-US" sz="1765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加入你的标题</a:t>
              </a:r>
              <a:endParaRPr lang="zh-CN" altLang="en-US" sz="1765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816529" y="2246618"/>
            <a:ext cx="2376098" cy="512080"/>
            <a:chOff x="1800275" y="3155950"/>
            <a:chExt cx="3233739" cy="696912"/>
          </a:xfrm>
          <a:noFill/>
        </p:grpSpPr>
        <p:sp>
          <p:nvSpPr>
            <p:cNvPr id="10" name="Freeform 7"/>
            <p:cNvSpPr/>
            <p:nvPr/>
          </p:nvSpPr>
          <p:spPr bwMode="auto">
            <a:xfrm>
              <a:off x="1800275" y="3155950"/>
              <a:ext cx="3233738" cy="696912"/>
            </a:xfrm>
            <a:custGeom>
              <a:avLst/>
              <a:gdLst>
                <a:gd name="T0" fmla="*/ 156 w 4587"/>
                <a:gd name="T1" fmla="*/ 0 h 986"/>
                <a:gd name="T2" fmla="*/ 4432 w 4587"/>
                <a:gd name="T3" fmla="*/ 0 h 986"/>
                <a:gd name="T4" fmla="*/ 4587 w 4587"/>
                <a:gd name="T5" fmla="*/ 156 h 986"/>
                <a:gd name="T6" fmla="*/ 4587 w 4587"/>
                <a:gd name="T7" fmla="*/ 830 h 986"/>
                <a:gd name="T8" fmla="*/ 4432 w 4587"/>
                <a:gd name="T9" fmla="*/ 986 h 986"/>
                <a:gd name="T10" fmla="*/ 156 w 4587"/>
                <a:gd name="T11" fmla="*/ 986 h 986"/>
                <a:gd name="T12" fmla="*/ 0 w 4587"/>
                <a:gd name="T13" fmla="*/ 830 h 986"/>
                <a:gd name="T14" fmla="*/ 0 w 4587"/>
                <a:gd name="T15" fmla="*/ 156 h 986"/>
                <a:gd name="T16" fmla="*/ 156 w 4587"/>
                <a:gd name="T17" fmla="*/ 0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87" h="986">
                  <a:moveTo>
                    <a:pt x="156" y="0"/>
                  </a:moveTo>
                  <a:lnTo>
                    <a:pt x="4432" y="0"/>
                  </a:lnTo>
                  <a:cubicBezTo>
                    <a:pt x="4517" y="0"/>
                    <a:pt x="4587" y="70"/>
                    <a:pt x="4587" y="156"/>
                  </a:cubicBezTo>
                  <a:lnTo>
                    <a:pt x="4587" y="830"/>
                  </a:lnTo>
                  <a:cubicBezTo>
                    <a:pt x="4587" y="916"/>
                    <a:pt x="4517" y="986"/>
                    <a:pt x="4432" y="986"/>
                  </a:cubicBezTo>
                  <a:lnTo>
                    <a:pt x="156" y="986"/>
                  </a:lnTo>
                  <a:cubicBezTo>
                    <a:pt x="70" y="986"/>
                    <a:pt x="0" y="916"/>
                    <a:pt x="0" y="830"/>
                  </a:cubicBezTo>
                  <a:lnTo>
                    <a:pt x="0" y="156"/>
                  </a:lnTo>
                  <a:cubicBezTo>
                    <a:pt x="0" y="70"/>
                    <a:pt x="70" y="0"/>
                    <a:pt x="156" y="0"/>
                  </a:cubicBezTo>
                  <a:close/>
                </a:path>
              </a:pathLst>
            </a:custGeom>
            <a:grpFill/>
            <a:ln w="10" cap="flat">
              <a:solidFill>
                <a:srgbClr val="19B49B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39"/>
            <p:cNvSpPr txBox="1"/>
            <p:nvPr/>
          </p:nvSpPr>
          <p:spPr>
            <a:xfrm>
              <a:off x="1812153" y="3273574"/>
              <a:ext cx="3221861" cy="49513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+mn-ea"/>
                  <a:ea typeface="+mn-ea"/>
                </a:defRPr>
              </a:lvl1pPr>
            </a:lstStyle>
            <a:p>
              <a:pPr lvl="0" algn="ctr">
                <a:defRPr/>
              </a:pPr>
              <a:r>
                <a:rPr lang="zh-CN" altLang="en-US" sz="1765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加入你的标题</a:t>
              </a:r>
              <a:endParaRPr lang="zh-CN" altLang="en-US" sz="1765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16529" y="2859015"/>
            <a:ext cx="2376098" cy="510913"/>
            <a:chOff x="1800275" y="3989388"/>
            <a:chExt cx="3233739" cy="695325"/>
          </a:xfrm>
          <a:noFill/>
        </p:grpSpPr>
        <p:sp>
          <p:nvSpPr>
            <p:cNvPr id="13" name="Freeform 8"/>
            <p:cNvSpPr/>
            <p:nvPr/>
          </p:nvSpPr>
          <p:spPr bwMode="auto">
            <a:xfrm>
              <a:off x="1800275" y="3989388"/>
              <a:ext cx="3233738" cy="695325"/>
            </a:xfrm>
            <a:custGeom>
              <a:avLst/>
              <a:gdLst>
                <a:gd name="T0" fmla="*/ 156 w 4587"/>
                <a:gd name="T1" fmla="*/ 0 h 985"/>
                <a:gd name="T2" fmla="*/ 4432 w 4587"/>
                <a:gd name="T3" fmla="*/ 0 h 985"/>
                <a:gd name="T4" fmla="*/ 4587 w 4587"/>
                <a:gd name="T5" fmla="*/ 155 h 985"/>
                <a:gd name="T6" fmla="*/ 4587 w 4587"/>
                <a:gd name="T7" fmla="*/ 830 h 985"/>
                <a:gd name="T8" fmla="*/ 4432 w 4587"/>
                <a:gd name="T9" fmla="*/ 985 h 985"/>
                <a:gd name="T10" fmla="*/ 156 w 4587"/>
                <a:gd name="T11" fmla="*/ 985 h 985"/>
                <a:gd name="T12" fmla="*/ 0 w 4587"/>
                <a:gd name="T13" fmla="*/ 830 h 985"/>
                <a:gd name="T14" fmla="*/ 0 w 4587"/>
                <a:gd name="T15" fmla="*/ 155 h 985"/>
                <a:gd name="T16" fmla="*/ 156 w 4587"/>
                <a:gd name="T17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87" h="985">
                  <a:moveTo>
                    <a:pt x="156" y="0"/>
                  </a:moveTo>
                  <a:lnTo>
                    <a:pt x="4432" y="0"/>
                  </a:lnTo>
                  <a:cubicBezTo>
                    <a:pt x="4517" y="0"/>
                    <a:pt x="4587" y="70"/>
                    <a:pt x="4587" y="155"/>
                  </a:cubicBezTo>
                  <a:lnTo>
                    <a:pt x="4587" y="830"/>
                  </a:lnTo>
                  <a:cubicBezTo>
                    <a:pt x="4587" y="915"/>
                    <a:pt x="4517" y="985"/>
                    <a:pt x="4432" y="985"/>
                  </a:cubicBezTo>
                  <a:lnTo>
                    <a:pt x="156" y="985"/>
                  </a:lnTo>
                  <a:cubicBezTo>
                    <a:pt x="70" y="985"/>
                    <a:pt x="0" y="915"/>
                    <a:pt x="0" y="830"/>
                  </a:cubicBezTo>
                  <a:lnTo>
                    <a:pt x="0" y="155"/>
                  </a:lnTo>
                  <a:cubicBezTo>
                    <a:pt x="0" y="70"/>
                    <a:pt x="70" y="0"/>
                    <a:pt x="156" y="0"/>
                  </a:cubicBezTo>
                  <a:close/>
                </a:path>
              </a:pathLst>
            </a:custGeom>
            <a:grpFill/>
            <a:ln w="10" cap="flat">
              <a:solidFill>
                <a:srgbClr val="19B49B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42"/>
            <p:cNvSpPr txBox="1"/>
            <p:nvPr/>
          </p:nvSpPr>
          <p:spPr>
            <a:xfrm>
              <a:off x="1812153" y="4106217"/>
              <a:ext cx="3221861" cy="4951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+mn-ea"/>
                  <a:ea typeface="+mn-ea"/>
                </a:defRPr>
              </a:lvl1pPr>
            </a:lstStyle>
            <a:p>
              <a:pPr lvl="0" algn="ctr">
                <a:defRPr/>
              </a:pPr>
              <a:r>
                <a:rPr lang="zh-CN" altLang="en-US" sz="1765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加入你的标题</a:t>
              </a:r>
              <a:endParaRPr lang="zh-CN" altLang="en-US" sz="1765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816529" y="3471411"/>
            <a:ext cx="2376098" cy="510913"/>
            <a:chOff x="1800275" y="4822825"/>
            <a:chExt cx="3233738" cy="695325"/>
          </a:xfrm>
          <a:noFill/>
        </p:grpSpPr>
        <p:sp>
          <p:nvSpPr>
            <p:cNvPr id="16" name="Freeform 9"/>
            <p:cNvSpPr/>
            <p:nvPr/>
          </p:nvSpPr>
          <p:spPr bwMode="auto">
            <a:xfrm>
              <a:off x="1800275" y="4822825"/>
              <a:ext cx="3233738" cy="695325"/>
            </a:xfrm>
            <a:custGeom>
              <a:avLst/>
              <a:gdLst>
                <a:gd name="T0" fmla="*/ 156 w 4587"/>
                <a:gd name="T1" fmla="*/ 0 h 985"/>
                <a:gd name="T2" fmla="*/ 4432 w 4587"/>
                <a:gd name="T3" fmla="*/ 0 h 985"/>
                <a:gd name="T4" fmla="*/ 4587 w 4587"/>
                <a:gd name="T5" fmla="*/ 155 h 985"/>
                <a:gd name="T6" fmla="*/ 4587 w 4587"/>
                <a:gd name="T7" fmla="*/ 830 h 985"/>
                <a:gd name="T8" fmla="*/ 4432 w 4587"/>
                <a:gd name="T9" fmla="*/ 985 h 985"/>
                <a:gd name="T10" fmla="*/ 156 w 4587"/>
                <a:gd name="T11" fmla="*/ 985 h 985"/>
                <a:gd name="T12" fmla="*/ 0 w 4587"/>
                <a:gd name="T13" fmla="*/ 830 h 985"/>
                <a:gd name="T14" fmla="*/ 0 w 4587"/>
                <a:gd name="T15" fmla="*/ 155 h 985"/>
                <a:gd name="T16" fmla="*/ 156 w 4587"/>
                <a:gd name="T17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87" h="985">
                  <a:moveTo>
                    <a:pt x="156" y="0"/>
                  </a:moveTo>
                  <a:lnTo>
                    <a:pt x="4432" y="0"/>
                  </a:lnTo>
                  <a:cubicBezTo>
                    <a:pt x="4517" y="0"/>
                    <a:pt x="4587" y="70"/>
                    <a:pt x="4587" y="155"/>
                  </a:cubicBezTo>
                  <a:lnTo>
                    <a:pt x="4587" y="830"/>
                  </a:lnTo>
                  <a:cubicBezTo>
                    <a:pt x="4587" y="915"/>
                    <a:pt x="4517" y="985"/>
                    <a:pt x="4432" y="985"/>
                  </a:cubicBezTo>
                  <a:lnTo>
                    <a:pt x="156" y="985"/>
                  </a:lnTo>
                  <a:cubicBezTo>
                    <a:pt x="70" y="985"/>
                    <a:pt x="0" y="915"/>
                    <a:pt x="0" y="830"/>
                  </a:cubicBezTo>
                  <a:lnTo>
                    <a:pt x="0" y="155"/>
                  </a:lnTo>
                  <a:cubicBezTo>
                    <a:pt x="0" y="70"/>
                    <a:pt x="70" y="0"/>
                    <a:pt x="156" y="0"/>
                  </a:cubicBezTo>
                  <a:close/>
                </a:path>
              </a:pathLst>
            </a:custGeom>
            <a:grpFill/>
            <a:ln w="10" cap="flat">
              <a:solidFill>
                <a:srgbClr val="19B49B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45"/>
            <p:cNvSpPr txBox="1"/>
            <p:nvPr/>
          </p:nvSpPr>
          <p:spPr>
            <a:xfrm>
              <a:off x="1812153" y="4939654"/>
              <a:ext cx="3221860" cy="4951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+mn-ea"/>
                  <a:ea typeface="+mn-ea"/>
                </a:defRPr>
              </a:lvl1pPr>
            </a:lstStyle>
            <a:p>
              <a:pPr lvl="0" algn="ctr">
                <a:defRPr/>
              </a:pPr>
              <a:r>
                <a:rPr lang="zh-CN" altLang="en-US" sz="1765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加入你的标题</a:t>
              </a:r>
              <a:endParaRPr lang="zh-CN" altLang="en-US" sz="1765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16529" y="4082640"/>
            <a:ext cx="2376098" cy="512080"/>
            <a:chOff x="1800275" y="5654675"/>
            <a:chExt cx="3233738" cy="696912"/>
          </a:xfrm>
          <a:noFill/>
        </p:grpSpPr>
        <p:sp>
          <p:nvSpPr>
            <p:cNvPr id="19" name="Freeform 10"/>
            <p:cNvSpPr/>
            <p:nvPr/>
          </p:nvSpPr>
          <p:spPr bwMode="auto">
            <a:xfrm>
              <a:off x="1800275" y="5654675"/>
              <a:ext cx="3233738" cy="696912"/>
            </a:xfrm>
            <a:custGeom>
              <a:avLst/>
              <a:gdLst>
                <a:gd name="T0" fmla="*/ 156 w 4587"/>
                <a:gd name="T1" fmla="*/ 0 h 986"/>
                <a:gd name="T2" fmla="*/ 4432 w 4587"/>
                <a:gd name="T3" fmla="*/ 0 h 986"/>
                <a:gd name="T4" fmla="*/ 4587 w 4587"/>
                <a:gd name="T5" fmla="*/ 156 h 986"/>
                <a:gd name="T6" fmla="*/ 4587 w 4587"/>
                <a:gd name="T7" fmla="*/ 830 h 986"/>
                <a:gd name="T8" fmla="*/ 4432 w 4587"/>
                <a:gd name="T9" fmla="*/ 986 h 986"/>
                <a:gd name="T10" fmla="*/ 156 w 4587"/>
                <a:gd name="T11" fmla="*/ 986 h 986"/>
                <a:gd name="T12" fmla="*/ 0 w 4587"/>
                <a:gd name="T13" fmla="*/ 830 h 986"/>
                <a:gd name="T14" fmla="*/ 0 w 4587"/>
                <a:gd name="T15" fmla="*/ 156 h 986"/>
                <a:gd name="T16" fmla="*/ 156 w 4587"/>
                <a:gd name="T17" fmla="*/ 0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87" h="986">
                  <a:moveTo>
                    <a:pt x="156" y="0"/>
                  </a:moveTo>
                  <a:lnTo>
                    <a:pt x="4432" y="0"/>
                  </a:lnTo>
                  <a:cubicBezTo>
                    <a:pt x="4517" y="0"/>
                    <a:pt x="4587" y="70"/>
                    <a:pt x="4587" y="156"/>
                  </a:cubicBezTo>
                  <a:lnTo>
                    <a:pt x="4587" y="830"/>
                  </a:lnTo>
                  <a:cubicBezTo>
                    <a:pt x="4587" y="916"/>
                    <a:pt x="4517" y="986"/>
                    <a:pt x="4432" y="986"/>
                  </a:cubicBezTo>
                  <a:lnTo>
                    <a:pt x="156" y="986"/>
                  </a:lnTo>
                  <a:cubicBezTo>
                    <a:pt x="70" y="986"/>
                    <a:pt x="0" y="916"/>
                    <a:pt x="0" y="830"/>
                  </a:cubicBezTo>
                  <a:lnTo>
                    <a:pt x="0" y="156"/>
                  </a:lnTo>
                  <a:cubicBezTo>
                    <a:pt x="0" y="70"/>
                    <a:pt x="70" y="0"/>
                    <a:pt x="156" y="0"/>
                  </a:cubicBezTo>
                  <a:close/>
                </a:path>
              </a:pathLst>
            </a:custGeom>
            <a:grpFill/>
            <a:ln w="10" cap="flat">
              <a:solidFill>
                <a:srgbClr val="19B49B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48"/>
            <p:cNvSpPr txBox="1"/>
            <p:nvPr/>
          </p:nvSpPr>
          <p:spPr>
            <a:xfrm>
              <a:off x="1813126" y="5654675"/>
              <a:ext cx="3220887" cy="5564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+mn-ea"/>
                  <a:ea typeface="+mn-ea"/>
                </a:defRPr>
              </a:lvl1pPr>
            </a:lstStyle>
            <a:p>
              <a:pPr algn="ctr" defTabSz="671830">
                <a:defRPr/>
              </a:pPr>
              <a:r>
                <a:rPr lang="en-US" altLang="zh-CN" sz="2055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CN" altLang="en-US" sz="2055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186348" y="1650839"/>
            <a:ext cx="2281788" cy="2284647"/>
            <a:chOff x="6386413" y="2345128"/>
            <a:chExt cx="3105388" cy="3109278"/>
          </a:xfrm>
        </p:grpSpPr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6386413" y="2345128"/>
              <a:ext cx="3105388" cy="3109278"/>
            </a:xfrm>
            <a:prstGeom prst="ellipse">
              <a:avLst/>
            </a:prstGeom>
            <a:solidFill>
              <a:srgbClr val="19B49B"/>
            </a:solidFill>
            <a:ln w="10" cap="flat">
              <a:solidFill>
                <a:srgbClr val="FFFFFF"/>
              </a:solidFill>
              <a:prstDash val="solid"/>
              <a:miter lim="800000"/>
            </a:ln>
          </p:spPr>
          <p:txBody>
            <a:bodyPr vert="horz" wrap="square" lIns="67189" tIns="33594" rIns="67189" bIns="33594" numCol="1" anchor="t" anchorCtr="0" compatLnSpc="1"/>
            <a:lstStyle/>
            <a:p>
              <a:pPr defTabSz="671830">
                <a:defRPr/>
              </a:pPr>
              <a:endParaRPr lang="zh-CN" altLang="en-US" sz="1325" kern="0">
                <a:solidFill>
                  <a:schemeClr val="bg1"/>
                </a:solidFill>
              </a:endParaRPr>
            </a:p>
          </p:txBody>
        </p:sp>
        <p:sp>
          <p:nvSpPr>
            <p:cNvPr id="23" name="TextBox 51"/>
            <p:cNvSpPr txBox="1"/>
            <p:nvPr/>
          </p:nvSpPr>
          <p:spPr>
            <a:xfrm>
              <a:off x="6941269" y="2712115"/>
              <a:ext cx="2446876" cy="2341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71830">
                <a:defRPr/>
              </a:pPr>
              <a:r>
                <a:rPr lang="zh-CN" altLang="en-US" sz="529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加入标题</a:t>
              </a:r>
              <a:endParaRPr lang="zh-CN" altLang="en-US" sz="529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TextBox 20"/>
          <p:cNvSpPr txBox="1"/>
          <p:nvPr/>
        </p:nvSpPr>
        <p:spPr>
          <a:xfrm>
            <a:off x="907976" y="292746"/>
            <a:ext cx="307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b="1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gency FB" panose="020B0503020202020204" pitchFamily="34" charset="0"/>
              </a:rPr>
              <a:t>01</a:t>
            </a:r>
            <a:endParaRPr lang="zh-CN" altLang="en-US" sz="2400" dirty="0">
              <a:latin typeface="Agency FB" panose="020B050302020202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任意多边形: 形状 30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20"/>
                            </p:stCondLst>
                            <p:childTnLst>
                              <p:par>
                                <p:cTn id="47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2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/>
      <p:bldP spid="25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3200112" y="1447597"/>
            <a:ext cx="2599316" cy="156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661461" y="1447597"/>
            <a:ext cx="2599316" cy="156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5738763" y="1447597"/>
            <a:ext cx="2598150" cy="156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37"/>
          <p:cNvSpPr>
            <a:spLocks noChangeArrowheads="1"/>
          </p:cNvSpPr>
          <p:nvPr/>
        </p:nvSpPr>
        <p:spPr bwMode="auto">
          <a:xfrm>
            <a:off x="986958" y="941266"/>
            <a:ext cx="7050120" cy="3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7193" tIns="33597" rIns="67193" bIns="33597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38"/>
          <p:cNvSpPr>
            <a:spLocks noChangeArrowheads="1"/>
          </p:cNvSpPr>
          <p:nvPr/>
        </p:nvSpPr>
        <p:spPr bwMode="auto">
          <a:xfrm>
            <a:off x="1107140" y="3241446"/>
            <a:ext cx="1751525" cy="28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193" tIns="33597" rIns="67193" bIns="33597">
            <a:spAutoFit/>
          </a:bodyPr>
          <a:lstStyle/>
          <a:p>
            <a:pPr algn="ctr">
              <a:defRPr/>
            </a:pPr>
            <a:r>
              <a:rPr lang="zh-CN" altLang="en-US" sz="1395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在此填入合适的内容</a:t>
            </a:r>
            <a:endParaRPr lang="zh-CN" altLang="en-US" sz="1395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47"/>
          <p:cNvSpPr>
            <a:spLocks noChangeArrowheads="1"/>
          </p:cNvSpPr>
          <p:nvPr/>
        </p:nvSpPr>
        <p:spPr bwMode="auto">
          <a:xfrm>
            <a:off x="1105959" y="3639748"/>
            <a:ext cx="1711488" cy="37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7193" tIns="33597" rIns="67193" bIns="33597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 51"/>
          <p:cNvSpPr>
            <a:spLocks noChangeArrowheads="1"/>
          </p:cNvSpPr>
          <p:nvPr/>
        </p:nvSpPr>
        <p:spPr bwMode="auto">
          <a:xfrm>
            <a:off x="3645789" y="3241446"/>
            <a:ext cx="1751525" cy="28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193" tIns="33597" rIns="67193" bIns="33597">
            <a:spAutoFit/>
          </a:bodyPr>
          <a:lstStyle/>
          <a:p>
            <a:pPr algn="ctr">
              <a:defRPr/>
            </a:pPr>
            <a:r>
              <a:rPr lang="zh-CN" altLang="en-US" sz="1395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在此填入合适的内容</a:t>
            </a:r>
            <a:endParaRPr lang="zh-CN" altLang="en-US" sz="1395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3643443" y="3639748"/>
            <a:ext cx="1711489" cy="37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7193" tIns="33597" rIns="67193" bIns="33597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 53"/>
          <p:cNvSpPr>
            <a:spLocks noChangeArrowheads="1"/>
          </p:cNvSpPr>
          <p:nvPr/>
        </p:nvSpPr>
        <p:spPr bwMode="auto">
          <a:xfrm>
            <a:off x="6183272" y="3241446"/>
            <a:ext cx="1751525" cy="28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193" tIns="33597" rIns="67193" bIns="33597">
            <a:spAutoFit/>
          </a:bodyPr>
          <a:lstStyle/>
          <a:p>
            <a:pPr algn="ctr">
              <a:defRPr/>
            </a:pPr>
            <a:r>
              <a:rPr lang="zh-CN" altLang="en-US" sz="1395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在此填入合适的内容</a:t>
            </a:r>
            <a:endParaRPr lang="zh-CN" altLang="en-US" sz="1395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 47"/>
          <p:cNvSpPr>
            <a:spLocks noChangeArrowheads="1"/>
          </p:cNvSpPr>
          <p:nvPr/>
        </p:nvSpPr>
        <p:spPr bwMode="auto">
          <a:xfrm>
            <a:off x="6182093" y="3639748"/>
            <a:ext cx="1711489" cy="37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7193" tIns="33597" rIns="67193" bIns="33597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36"/>
          <p:cNvSpPr>
            <a:spLocks noChangeArrowheads="1"/>
          </p:cNvSpPr>
          <p:nvPr/>
        </p:nvSpPr>
        <p:spPr bwMode="auto">
          <a:xfrm>
            <a:off x="1328791" y="3525617"/>
            <a:ext cx="1322991" cy="33599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7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 36"/>
          <p:cNvSpPr>
            <a:spLocks noChangeArrowheads="1"/>
          </p:cNvSpPr>
          <p:nvPr/>
        </p:nvSpPr>
        <p:spPr bwMode="auto">
          <a:xfrm>
            <a:off x="3872836" y="3525617"/>
            <a:ext cx="1322991" cy="33599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7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36"/>
          <p:cNvSpPr>
            <a:spLocks noChangeArrowheads="1"/>
          </p:cNvSpPr>
          <p:nvPr/>
        </p:nvSpPr>
        <p:spPr bwMode="auto">
          <a:xfrm>
            <a:off x="6404924" y="3525617"/>
            <a:ext cx="1322991" cy="33599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 sz="147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976" y="292746"/>
            <a:ext cx="3007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gency FB" panose="020B0503020202020204" pitchFamily="34" charset="0"/>
              </a:rPr>
              <a:t>01</a:t>
            </a:r>
            <a:endParaRPr lang="zh-CN" altLang="en-US" sz="2400" dirty="0">
              <a:latin typeface="Agency FB" panose="020B0503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94" y="1641384"/>
            <a:ext cx="1800004" cy="111867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85" y="1629911"/>
            <a:ext cx="1800163" cy="1130142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735" y="1640075"/>
            <a:ext cx="1813061" cy="1119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20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20"/>
                            </p:stCondLst>
                            <p:childTnLst>
                              <p:par>
                                <p:cTn id="3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2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220"/>
                            </p:stCondLst>
                            <p:childTnLst>
                              <p:par>
                                <p:cTn id="42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20"/>
                            </p:stCondLst>
                            <p:childTnLst>
                              <p:par>
                                <p:cTn id="4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20"/>
                            </p:stCondLst>
                            <p:childTnLst>
                              <p:par>
                                <p:cTn id="5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720"/>
                            </p:stCondLst>
                            <p:childTnLst>
                              <p:par>
                                <p:cTn id="5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220"/>
                            </p:stCondLst>
                            <p:childTnLst>
                              <p:par>
                                <p:cTn id="6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720"/>
                            </p:stCondLst>
                            <p:childTnLst>
                              <p:par>
                                <p:cTn id="6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/>
      <p:bldP spid="22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51435" y="1710855"/>
            <a:ext cx="901840" cy="2042168"/>
            <a:chOff x="12261934" y="4767306"/>
            <a:chExt cx="2370443" cy="5257442"/>
          </a:xfrm>
        </p:grpSpPr>
        <p:cxnSp>
          <p:nvCxnSpPr>
            <p:cNvPr id="3" name="直接箭头连接符 2"/>
            <p:cNvCxnSpPr/>
            <p:nvPr/>
          </p:nvCxnSpPr>
          <p:spPr>
            <a:xfrm>
              <a:off x="12261934" y="7607640"/>
              <a:ext cx="2370443" cy="0"/>
            </a:xfrm>
            <a:prstGeom prst="straightConnector1">
              <a:avLst/>
            </a:prstGeom>
            <a:ln w="41275">
              <a:solidFill>
                <a:srgbClr val="19B49B"/>
              </a:solidFill>
              <a:headEnd w="lg" len="lg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 flipV="1">
              <a:off x="12297834" y="4767306"/>
              <a:ext cx="1722371" cy="2859731"/>
            </a:xfrm>
            <a:prstGeom prst="straightConnector1">
              <a:avLst/>
            </a:prstGeom>
            <a:ln w="41275">
              <a:solidFill>
                <a:srgbClr val="19B49B"/>
              </a:solidFill>
              <a:headEnd w="lg" len="lg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>
              <a:off x="12337739" y="7681685"/>
              <a:ext cx="1903271" cy="2343063"/>
            </a:xfrm>
            <a:prstGeom prst="straightConnector1">
              <a:avLst/>
            </a:prstGeom>
            <a:ln w="41275">
              <a:solidFill>
                <a:srgbClr val="19B49B"/>
              </a:solidFill>
              <a:headEnd w="lg" len="lg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圆角矩形 9"/>
          <p:cNvSpPr/>
          <p:nvPr/>
        </p:nvSpPr>
        <p:spPr>
          <a:xfrm>
            <a:off x="2330373" y="1598165"/>
            <a:ext cx="2336334" cy="2648295"/>
          </a:xfrm>
          <a:prstGeom prst="roundRect">
            <a:avLst/>
          </a:prstGeom>
          <a:noFill/>
          <a:ln w="47625">
            <a:solidFill>
              <a:srgbClr val="5358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470" tIns="18235" rIns="36470" bIns="18235" rtlCol="0" anchor="ctr"/>
          <a:lstStyle/>
          <a:p>
            <a:pPr algn="ctr"/>
            <a:endParaRPr lang="zh-CN" altLang="en-US" sz="975"/>
          </a:p>
        </p:txBody>
      </p:sp>
      <p:sp>
        <p:nvSpPr>
          <p:cNvPr id="7" name="TextBox 10"/>
          <p:cNvSpPr txBox="1"/>
          <p:nvPr/>
        </p:nvSpPr>
        <p:spPr>
          <a:xfrm>
            <a:off x="2589165" y="1847474"/>
            <a:ext cx="1755495" cy="1883486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955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48846" y="2282175"/>
            <a:ext cx="1096635" cy="1119642"/>
          </a:xfrm>
          <a:prstGeom prst="ellipse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75"/>
          </a:p>
        </p:txBody>
      </p:sp>
      <p:sp>
        <p:nvSpPr>
          <p:cNvPr id="11" name="TextBox 14"/>
          <p:cNvSpPr txBox="1"/>
          <p:nvPr/>
        </p:nvSpPr>
        <p:spPr>
          <a:xfrm>
            <a:off x="6177315" y="964822"/>
            <a:ext cx="2027275" cy="471304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95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5"/>
          <p:cNvSpPr txBox="1"/>
          <p:nvPr/>
        </p:nvSpPr>
        <p:spPr>
          <a:xfrm>
            <a:off x="6429502" y="2559215"/>
            <a:ext cx="2027275" cy="471304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95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6292524" y="3917761"/>
            <a:ext cx="2027275" cy="471304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95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04227" y="964820"/>
            <a:ext cx="880418" cy="898889"/>
            <a:chOff x="13172258" y="3096121"/>
            <a:chExt cx="2112769" cy="2112769"/>
          </a:xfrm>
          <a:solidFill>
            <a:schemeClr val="tx2">
              <a:lumMod val="50000"/>
            </a:schemeClr>
          </a:solidFill>
        </p:grpSpPr>
        <p:sp>
          <p:nvSpPr>
            <p:cNvPr id="15" name="椭圆 14"/>
            <p:cNvSpPr/>
            <p:nvPr/>
          </p:nvSpPr>
          <p:spPr>
            <a:xfrm>
              <a:off x="13172258" y="3096121"/>
              <a:ext cx="2112769" cy="2112769"/>
            </a:xfrm>
            <a:prstGeom prst="ellipse">
              <a:avLst/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  <p:sp>
          <p:nvSpPr>
            <p:cNvPr id="16" name="TextBox 21"/>
            <p:cNvSpPr txBox="1"/>
            <p:nvPr/>
          </p:nvSpPr>
          <p:spPr>
            <a:xfrm>
              <a:off x="13581324" y="3528166"/>
              <a:ext cx="1457162" cy="1280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940" dirty="0">
                  <a:solidFill>
                    <a:schemeClr val="bg1"/>
                  </a:solidFill>
                  <a:latin typeface="DFGothic-EB" panose="02010609010101010101" pitchFamily="1" charset="-128"/>
                  <a:ea typeface="DFGothic-EB" panose="02010609010101010101" pitchFamily="1" charset="-128"/>
                </a:rPr>
                <a:t>01</a:t>
              </a:r>
              <a:endParaRPr lang="zh-CN" altLang="en-US" sz="294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149889" y="3741191"/>
            <a:ext cx="981767" cy="898887"/>
            <a:chOff x="13172258" y="9631589"/>
            <a:chExt cx="2355981" cy="2112769"/>
          </a:xfrm>
          <a:solidFill>
            <a:schemeClr val="tx2">
              <a:lumMod val="50000"/>
            </a:schemeClr>
          </a:solidFill>
        </p:grpSpPr>
        <p:sp>
          <p:nvSpPr>
            <p:cNvPr id="18" name="椭圆 17"/>
            <p:cNvSpPr/>
            <p:nvPr/>
          </p:nvSpPr>
          <p:spPr>
            <a:xfrm>
              <a:off x="13172258" y="9631589"/>
              <a:ext cx="2112769" cy="2112769"/>
            </a:xfrm>
            <a:prstGeom prst="ellipse">
              <a:avLst/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  <p:sp>
          <p:nvSpPr>
            <p:cNvPr id="19" name="TextBox 24"/>
            <p:cNvSpPr txBox="1"/>
            <p:nvPr/>
          </p:nvSpPr>
          <p:spPr>
            <a:xfrm>
              <a:off x="13539158" y="10087372"/>
              <a:ext cx="1989081" cy="12801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940" dirty="0">
                  <a:solidFill>
                    <a:schemeClr val="bg1"/>
                  </a:solidFill>
                  <a:latin typeface="DFGothic-EB" panose="02010609010101010101" pitchFamily="1" charset="-128"/>
                  <a:ea typeface="DFGothic-EB" panose="02010609010101010101" pitchFamily="1" charset="-128"/>
                </a:rPr>
                <a:t>03</a:t>
              </a:r>
              <a:endParaRPr lang="zh-CN" altLang="en-US" sz="294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495448" y="2450489"/>
            <a:ext cx="880418" cy="898888"/>
            <a:chOff x="14111087" y="6588075"/>
            <a:chExt cx="2112769" cy="2112769"/>
          </a:xfrm>
          <a:solidFill>
            <a:schemeClr val="tx2">
              <a:lumMod val="50000"/>
            </a:schemeClr>
          </a:solidFill>
        </p:grpSpPr>
        <p:sp>
          <p:nvSpPr>
            <p:cNvPr id="21" name="椭圆 20"/>
            <p:cNvSpPr/>
            <p:nvPr/>
          </p:nvSpPr>
          <p:spPr>
            <a:xfrm>
              <a:off x="14111087" y="6588075"/>
              <a:ext cx="2112769" cy="2112769"/>
            </a:xfrm>
            <a:prstGeom prst="ellipse">
              <a:avLst/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 dirty="0"/>
            </a:p>
          </p:txBody>
        </p:sp>
        <p:sp>
          <p:nvSpPr>
            <p:cNvPr id="22" name="TextBox 27"/>
            <p:cNvSpPr txBox="1"/>
            <p:nvPr/>
          </p:nvSpPr>
          <p:spPr>
            <a:xfrm>
              <a:off x="14466879" y="7033180"/>
              <a:ext cx="1636297" cy="1280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940" dirty="0">
                  <a:solidFill>
                    <a:schemeClr val="bg1"/>
                  </a:solidFill>
                  <a:latin typeface="DFGothic-EB" panose="02010609010101010101" pitchFamily="1" charset="-128"/>
                  <a:ea typeface="DFGothic-EB" panose="02010609010101010101" pitchFamily="1" charset="-128"/>
                </a:rPr>
                <a:t>02</a:t>
              </a:r>
              <a:endParaRPr lang="zh-CN" altLang="en-US" sz="294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Box 20"/>
          <p:cNvSpPr txBox="1"/>
          <p:nvPr/>
        </p:nvSpPr>
        <p:spPr>
          <a:xfrm>
            <a:off x="907976" y="292746"/>
            <a:ext cx="3175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gency FB" panose="020B0503020202020204" pitchFamily="34" charset="0"/>
              </a:rPr>
              <a:t>01</a:t>
            </a:r>
            <a:endParaRPr lang="zh-CN" altLang="en-US" sz="2400" dirty="0">
              <a:latin typeface="Agency FB" panose="020B050302020202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任意多边形: 形状 30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2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2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2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20"/>
                            </p:stCondLst>
                            <p:childTnLst>
                              <p:par>
                                <p:cTn id="5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2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  <p:bldP spid="12" grpId="0"/>
      <p:bldP spid="13" grpId="0"/>
      <p:bldP spid="24" grpId="0"/>
      <p:bldP spid="25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2377" y="0"/>
            <a:ext cx="4606992" cy="50403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1119" y="1092074"/>
            <a:ext cx="6489133" cy="2834640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32068" y="1362890"/>
            <a:ext cx="1653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spc="300" dirty="0">
                <a:solidFill>
                  <a:srgbClr val="19B49B"/>
                </a:solidFill>
                <a:latin typeface="Agency FB" panose="020B0503020202020204" pitchFamily="34" charset="0"/>
              </a:rPr>
              <a:t>PART 02</a:t>
            </a:r>
            <a:endParaRPr lang="zh-CN" altLang="en-US" sz="3600" spc="300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3793" y="205100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sz="3600" b="1" dirty="0">
              <a:latin typeface="Agency FB" panose="020B0503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093974" y="2781520"/>
            <a:ext cx="412034" cy="0"/>
          </a:xfrm>
          <a:prstGeom prst="line">
            <a:avLst/>
          </a:prstGeom>
          <a:ln w="3175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12289" y="2929919"/>
            <a:ext cx="492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 vitae </a:t>
            </a:r>
            <a:endParaRPr lang="en-US" altLang="zh-CN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  <a:p>
            <a:pPr algn="r"/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accumsan,a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pulvinar lorem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lacinina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99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>
            <a:spLocks noChangeAspect="1" noChangeArrowheads="1" noTextEdit="1"/>
          </p:cNvSpPr>
          <p:nvPr/>
        </p:nvSpPr>
        <p:spPr bwMode="auto">
          <a:xfrm>
            <a:off x="2172674" y="766227"/>
            <a:ext cx="4652636" cy="3241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 sz="125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Freeform 150"/>
          <p:cNvSpPr>
            <a:spLocks noChangeArrowheads="1"/>
          </p:cNvSpPr>
          <p:nvPr/>
        </p:nvSpPr>
        <p:spPr bwMode="auto">
          <a:xfrm>
            <a:off x="3006446" y="1833259"/>
            <a:ext cx="2988203" cy="1491769"/>
          </a:xfrm>
          <a:custGeom>
            <a:avLst/>
            <a:gdLst>
              <a:gd name="T0" fmla="*/ 813 w 813"/>
              <a:gd name="T1" fmla="*/ 406 h 406"/>
              <a:gd name="T2" fmla="*/ 724 w 813"/>
              <a:gd name="T3" fmla="*/ 406 h 406"/>
              <a:gd name="T4" fmla="*/ 406 w 813"/>
              <a:gd name="T5" fmla="*/ 89 h 406"/>
              <a:gd name="T6" fmla="*/ 89 w 813"/>
              <a:gd name="T7" fmla="*/ 406 h 406"/>
              <a:gd name="T8" fmla="*/ 0 w 813"/>
              <a:gd name="T9" fmla="*/ 406 h 406"/>
              <a:gd name="T10" fmla="*/ 406 w 813"/>
              <a:gd name="T11" fmla="*/ 0 h 406"/>
              <a:gd name="T12" fmla="*/ 813 w 813"/>
              <a:gd name="T13" fmla="*/ 406 h 4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3"/>
              <a:gd name="T22" fmla="*/ 0 h 406"/>
              <a:gd name="T23" fmla="*/ 813 w 813"/>
              <a:gd name="T24" fmla="*/ 406 h 4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3" h="406">
                <a:moveTo>
                  <a:pt x="813" y="406"/>
                </a:moveTo>
                <a:cubicBezTo>
                  <a:pt x="724" y="406"/>
                  <a:pt x="724" y="406"/>
                  <a:pt x="724" y="406"/>
                </a:cubicBezTo>
                <a:cubicBezTo>
                  <a:pt x="724" y="231"/>
                  <a:pt x="581" y="89"/>
                  <a:pt x="406" y="89"/>
                </a:cubicBezTo>
                <a:cubicBezTo>
                  <a:pt x="231" y="89"/>
                  <a:pt x="89" y="231"/>
                  <a:pt x="89" y="406"/>
                </a:cubicBezTo>
                <a:cubicBezTo>
                  <a:pt x="0" y="406"/>
                  <a:pt x="0" y="406"/>
                  <a:pt x="0" y="406"/>
                </a:cubicBezTo>
                <a:cubicBezTo>
                  <a:pt x="0" y="182"/>
                  <a:pt x="182" y="0"/>
                  <a:pt x="406" y="0"/>
                </a:cubicBezTo>
                <a:cubicBezTo>
                  <a:pt x="631" y="0"/>
                  <a:pt x="813" y="182"/>
                  <a:pt x="813" y="406"/>
                </a:cubicBezTo>
                <a:close/>
              </a:path>
            </a:pathLst>
          </a:custGeom>
          <a:solidFill>
            <a:srgbClr val="53585F"/>
          </a:solidFill>
          <a:ln>
            <a:noFill/>
          </a:ln>
        </p:spPr>
        <p:txBody>
          <a:bodyPr/>
          <a:lstStyle/>
          <a:p>
            <a:endParaRPr lang="zh-CN" altLang="zh-CN" sz="157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Freeform 151"/>
          <p:cNvSpPr>
            <a:spLocks noChangeArrowheads="1"/>
          </p:cNvSpPr>
          <p:nvPr/>
        </p:nvSpPr>
        <p:spPr bwMode="auto">
          <a:xfrm>
            <a:off x="2598893" y="1424152"/>
            <a:ext cx="3803308" cy="1900876"/>
          </a:xfrm>
          <a:custGeom>
            <a:avLst/>
            <a:gdLst>
              <a:gd name="T0" fmla="*/ 1035 w 1035"/>
              <a:gd name="T1" fmla="*/ 517 h 517"/>
              <a:gd name="T2" fmla="*/ 945 w 1035"/>
              <a:gd name="T3" fmla="*/ 517 h 517"/>
              <a:gd name="T4" fmla="*/ 517 w 1035"/>
              <a:gd name="T5" fmla="*/ 90 h 517"/>
              <a:gd name="T6" fmla="*/ 89 w 1035"/>
              <a:gd name="T7" fmla="*/ 517 h 517"/>
              <a:gd name="T8" fmla="*/ 0 w 1035"/>
              <a:gd name="T9" fmla="*/ 517 h 517"/>
              <a:gd name="T10" fmla="*/ 517 w 1035"/>
              <a:gd name="T11" fmla="*/ 0 h 517"/>
              <a:gd name="T12" fmla="*/ 1035 w 1035"/>
              <a:gd name="T13" fmla="*/ 517 h 5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35"/>
              <a:gd name="T22" fmla="*/ 0 h 517"/>
              <a:gd name="T23" fmla="*/ 1035 w 1035"/>
              <a:gd name="T24" fmla="*/ 517 h 5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35" h="517">
                <a:moveTo>
                  <a:pt x="1035" y="517"/>
                </a:moveTo>
                <a:cubicBezTo>
                  <a:pt x="945" y="517"/>
                  <a:pt x="945" y="517"/>
                  <a:pt x="945" y="517"/>
                </a:cubicBezTo>
                <a:cubicBezTo>
                  <a:pt x="945" y="282"/>
                  <a:pt x="753" y="90"/>
                  <a:pt x="517" y="90"/>
                </a:cubicBezTo>
                <a:cubicBezTo>
                  <a:pt x="281" y="90"/>
                  <a:pt x="89" y="282"/>
                  <a:pt x="89" y="517"/>
                </a:cubicBezTo>
                <a:cubicBezTo>
                  <a:pt x="0" y="517"/>
                  <a:pt x="0" y="517"/>
                  <a:pt x="0" y="517"/>
                </a:cubicBezTo>
                <a:cubicBezTo>
                  <a:pt x="0" y="232"/>
                  <a:pt x="232" y="0"/>
                  <a:pt x="517" y="0"/>
                </a:cubicBezTo>
                <a:cubicBezTo>
                  <a:pt x="803" y="0"/>
                  <a:pt x="1035" y="232"/>
                  <a:pt x="1035" y="517"/>
                </a:cubicBezTo>
                <a:close/>
              </a:path>
            </a:pathLst>
          </a:custGeom>
          <a:solidFill>
            <a:srgbClr val="959AA2"/>
          </a:solidFill>
          <a:ln>
            <a:noFill/>
          </a:ln>
        </p:spPr>
        <p:txBody>
          <a:bodyPr/>
          <a:lstStyle/>
          <a:p>
            <a:endParaRPr lang="zh-CN" altLang="zh-CN" sz="157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Freeform 152"/>
          <p:cNvSpPr>
            <a:spLocks noChangeArrowheads="1"/>
          </p:cNvSpPr>
          <p:nvPr/>
        </p:nvSpPr>
        <p:spPr bwMode="auto">
          <a:xfrm>
            <a:off x="2172674" y="997931"/>
            <a:ext cx="4655747" cy="2327096"/>
          </a:xfrm>
          <a:custGeom>
            <a:avLst/>
            <a:gdLst>
              <a:gd name="T0" fmla="*/ 1267 w 1267"/>
              <a:gd name="T1" fmla="*/ 633 h 633"/>
              <a:gd name="T2" fmla="*/ 1178 w 1267"/>
              <a:gd name="T3" fmla="*/ 633 h 633"/>
              <a:gd name="T4" fmla="*/ 633 w 1267"/>
              <a:gd name="T5" fmla="*/ 89 h 633"/>
              <a:gd name="T6" fmla="*/ 89 w 1267"/>
              <a:gd name="T7" fmla="*/ 633 h 633"/>
              <a:gd name="T8" fmla="*/ 0 w 1267"/>
              <a:gd name="T9" fmla="*/ 633 h 633"/>
              <a:gd name="T10" fmla="*/ 633 w 1267"/>
              <a:gd name="T11" fmla="*/ 0 h 633"/>
              <a:gd name="T12" fmla="*/ 1267 w 1267"/>
              <a:gd name="T13" fmla="*/ 633 h 6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7"/>
              <a:gd name="T22" fmla="*/ 0 h 633"/>
              <a:gd name="T23" fmla="*/ 1267 w 1267"/>
              <a:gd name="T24" fmla="*/ 633 h 6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7" h="633">
                <a:moveTo>
                  <a:pt x="1267" y="633"/>
                </a:moveTo>
                <a:cubicBezTo>
                  <a:pt x="1178" y="633"/>
                  <a:pt x="1178" y="633"/>
                  <a:pt x="1178" y="633"/>
                </a:cubicBezTo>
                <a:cubicBezTo>
                  <a:pt x="1178" y="333"/>
                  <a:pt x="934" y="89"/>
                  <a:pt x="633" y="89"/>
                </a:cubicBezTo>
                <a:cubicBezTo>
                  <a:pt x="333" y="89"/>
                  <a:pt x="89" y="333"/>
                  <a:pt x="89" y="633"/>
                </a:cubicBezTo>
                <a:cubicBezTo>
                  <a:pt x="0" y="633"/>
                  <a:pt x="0" y="633"/>
                  <a:pt x="0" y="633"/>
                </a:cubicBezTo>
                <a:cubicBezTo>
                  <a:pt x="0" y="284"/>
                  <a:pt x="284" y="0"/>
                  <a:pt x="633" y="0"/>
                </a:cubicBezTo>
                <a:cubicBezTo>
                  <a:pt x="983" y="0"/>
                  <a:pt x="1267" y="284"/>
                  <a:pt x="1267" y="633"/>
                </a:cubicBezTo>
                <a:close/>
              </a:path>
            </a:pathLst>
          </a:custGeom>
          <a:solidFill>
            <a:srgbClr val="19B49B"/>
          </a:solidFill>
          <a:ln>
            <a:noFill/>
          </a:ln>
        </p:spPr>
        <p:txBody>
          <a:bodyPr/>
          <a:lstStyle/>
          <a:p>
            <a:endParaRPr lang="zh-CN" altLang="zh-CN" sz="157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" name="Freeform 153"/>
          <p:cNvSpPr>
            <a:spLocks noChangeArrowheads="1"/>
          </p:cNvSpPr>
          <p:nvPr/>
        </p:nvSpPr>
        <p:spPr bwMode="auto">
          <a:xfrm>
            <a:off x="3418667" y="2243923"/>
            <a:ext cx="2163763" cy="1081104"/>
          </a:xfrm>
          <a:custGeom>
            <a:avLst/>
            <a:gdLst>
              <a:gd name="T0" fmla="*/ 589 w 589"/>
              <a:gd name="T1" fmla="*/ 294 h 294"/>
              <a:gd name="T2" fmla="*/ 500 w 589"/>
              <a:gd name="T3" fmla="*/ 294 h 294"/>
              <a:gd name="T4" fmla="*/ 294 w 589"/>
              <a:gd name="T5" fmla="*/ 89 h 294"/>
              <a:gd name="T6" fmla="*/ 89 w 589"/>
              <a:gd name="T7" fmla="*/ 294 h 294"/>
              <a:gd name="T8" fmla="*/ 0 w 589"/>
              <a:gd name="T9" fmla="*/ 294 h 294"/>
              <a:gd name="T10" fmla="*/ 294 w 589"/>
              <a:gd name="T11" fmla="*/ 0 h 294"/>
              <a:gd name="T12" fmla="*/ 589 w 589"/>
              <a:gd name="T13" fmla="*/ 294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89"/>
              <a:gd name="T22" fmla="*/ 0 h 294"/>
              <a:gd name="T23" fmla="*/ 589 w 589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89" h="294">
                <a:moveTo>
                  <a:pt x="589" y="294"/>
                </a:moveTo>
                <a:cubicBezTo>
                  <a:pt x="500" y="294"/>
                  <a:pt x="500" y="294"/>
                  <a:pt x="500" y="294"/>
                </a:cubicBezTo>
                <a:cubicBezTo>
                  <a:pt x="500" y="181"/>
                  <a:pt x="408" y="89"/>
                  <a:pt x="294" y="89"/>
                </a:cubicBezTo>
                <a:cubicBezTo>
                  <a:pt x="181" y="89"/>
                  <a:pt x="89" y="181"/>
                  <a:pt x="89" y="294"/>
                </a:cubicBezTo>
                <a:cubicBezTo>
                  <a:pt x="0" y="294"/>
                  <a:pt x="0" y="294"/>
                  <a:pt x="0" y="294"/>
                </a:cubicBezTo>
                <a:cubicBezTo>
                  <a:pt x="0" y="132"/>
                  <a:pt x="132" y="0"/>
                  <a:pt x="294" y="0"/>
                </a:cubicBezTo>
                <a:cubicBezTo>
                  <a:pt x="457" y="0"/>
                  <a:pt x="589" y="132"/>
                  <a:pt x="589" y="294"/>
                </a:cubicBezTo>
                <a:close/>
              </a:path>
            </a:pathLst>
          </a:custGeom>
          <a:solidFill>
            <a:srgbClr val="19B49B"/>
          </a:solidFill>
          <a:ln>
            <a:noFill/>
          </a:ln>
        </p:spPr>
        <p:txBody>
          <a:bodyPr/>
          <a:lstStyle/>
          <a:p>
            <a:endParaRPr lang="zh-CN" altLang="zh-CN" sz="157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786363" y="4193008"/>
            <a:ext cx="7476994" cy="41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204"/>
          <p:cNvSpPr>
            <a:spLocks noChangeArrowheads="1"/>
          </p:cNvSpPr>
          <p:nvPr/>
        </p:nvSpPr>
        <p:spPr bwMode="auto">
          <a:xfrm>
            <a:off x="5675761" y="3334360"/>
            <a:ext cx="317332" cy="52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395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endParaRPr lang="zh-CN" altLang="en-US" sz="1395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205"/>
          <p:cNvSpPr>
            <a:spLocks noChangeArrowheads="1"/>
          </p:cNvSpPr>
          <p:nvPr/>
        </p:nvSpPr>
        <p:spPr bwMode="auto">
          <a:xfrm>
            <a:off x="6553090" y="3334360"/>
            <a:ext cx="275332" cy="52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395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endParaRPr lang="zh-CN" altLang="en-US" sz="1395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206"/>
          <p:cNvSpPr>
            <a:spLocks noChangeArrowheads="1"/>
          </p:cNvSpPr>
          <p:nvPr/>
        </p:nvSpPr>
        <p:spPr bwMode="auto">
          <a:xfrm>
            <a:off x="6119094" y="3334360"/>
            <a:ext cx="283109" cy="52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395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endParaRPr lang="zh-CN" altLang="en-US" sz="1395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207"/>
          <p:cNvSpPr>
            <a:spLocks noChangeArrowheads="1"/>
          </p:cNvSpPr>
          <p:nvPr/>
        </p:nvSpPr>
        <p:spPr bwMode="auto">
          <a:xfrm>
            <a:off x="5251100" y="3334360"/>
            <a:ext cx="283109" cy="52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395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标题</a:t>
            </a:r>
            <a:endParaRPr lang="zh-CN" altLang="en-US" sz="1395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682"/>
          <p:cNvSpPr>
            <a:spLocks noChangeArrowheads="1"/>
          </p:cNvSpPr>
          <p:nvPr/>
        </p:nvSpPr>
        <p:spPr bwMode="auto">
          <a:xfrm>
            <a:off x="4202205" y="2200367"/>
            <a:ext cx="598241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96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20</a:t>
            </a:r>
            <a:r>
              <a:rPr lang="en-US" sz="117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%</a:t>
            </a:r>
            <a:endParaRPr lang="zh-CN" altLang="en-US" sz="196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TextBox 682"/>
          <p:cNvSpPr>
            <a:spLocks noChangeArrowheads="1"/>
          </p:cNvSpPr>
          <p:nvPr/>
        </p:nvSpPr>
        <p:spPr bwMode="auto">
          <a:xfrm>
            <a:off x="4202205" y="1803703"/>
            <a:ext cx="598241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96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40</a:t>
            </a:r>
            <a:r>
              <a:rPr lang="en-US" sz="1175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%</a:t>
            </a:r>
            <a:endParaRPr lang="zh-CN" altLang="en-US" sz="196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Box 682"/>
          <p:cNvSpPr>
            <a:spLocks noChangeArrowheads="1"/>
          </p:cNvSpPr>
          <p:nvPr/>
        </p:nvSpPr>
        <p:spPr bwMode="auto">
          <a:xfrm>
            <a:off x="4202205" y="1393039"/>
            <a:ext cx="598241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96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60</a:t>
            </a:r>
            <a:r>
              <a:rPr lang="en-US" sz="1175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%</a:t>
            </a:r>
            <a:endParaRPr lang="zh-CN" altLang="en-US" sz="196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TextBox 682"/>
          <p:cNvSpPr>
            <a:spLocks noChangeArrowheads="1"/>
          </p:cNvSpPr>
          <p:nvPr/>
        </p:nvSpPr>
        <p:spPr bwMode="auto">
          <a:xfrm>
            <a:off x="4202205" y="973042"/>
            <a:ext cx="598241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96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80</a:t>
            </a:r>
            <a:r>
              <a:rPr lang="en-US" sz="117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%</a:t>
            </a:r>
            <a:endParaRPr lang="zh-CN" altLang="en-US" sz="196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6322" y="3595558"/>
            <a:ext cx="26855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此处添加标题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Shape 4017"/>
          <p:cNvSpPr/>
          <p:nvPr/>
        </p:nvSpPr>
        <p:spPr>
          <a:xfrm>
            <a:off x="4265421" y="2899295"/>
            <a:ext cx="467144" cy="477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35" y="3821"/>
                </a:moveTo>
                <a:lnTo>
                  <a:pt x="4745" y="3821"/>
                </a:lnTo>
                <a:cubicBezTo>
                  <a:pt x="4832" y="6659"/>
                  <a:pt x="5371" y="8569"/>
                  <a:pt x="6052" y="9978"/>
                </a:cubicBezTo>
                <a:cubicBezTo>
                  <a:pt x="3968" y="8590"/>
                  <a:pt x="2022" y="6988"/>
                  <a:pt x="1735" y="3821"/>
                </a:cubicBezTo>
                <a:close/>
                <a:moveTo>
                  <a:pt x="10800" y="1439"/>
                </a:moveTo>
                <a:cubicBezTo>
                  <a:pt x="14079" y="1438"/>
                  <a:pt x="15359" y="2749"/>
                  <a:pt x="15358" y="3236"/>
                </a:cubicBezTo>
                <a:cubicBezTo>
                  <a:pt x="15358" y="3725"/>
                  <a:pt x="14080" y="5035"/>
                  <a:pt x="10800" y="5038"/>
                </a:cubicBezTo>
                <a:cubicBezTo>
                  <a:pt x="7521" y="5035"/>
                  <a:pt x="6242" y="3725"/>
                  <a:pt x="6242" y="3236"/>
                </a:cubicBezTo>
                <a:cubicBezTo>
                  <a:pt x="6241" y="2749"/>
                  <a:pt x="7521" y="1438"/>
                  <a:pt x="10800" y="1439"/>
                </a:cubicBezTo>
                <a:close/>
                <a:moveTo>
                  <a:pt x="15548" y="9978"/>
                </a:moveTo>
                <a:cubicBezTo>
                  <a:pt x="16230" y="8569"/>
                  <a:pt x="16768" y="6659"/>
                  <a:pt x="16855" y="3821"/>
                </a:cubicBezTo>
                <a:lnTo>
                  <a:pt x="19866" y="3821"/>
                </a:lnTo>
                <a:cubicBezTo>
                  <a:pt x="19580" y="6988"/>
                  <a:pt x="17632" y="8590"/>
                  <a:pt x="15548" y="9978"/>
                </a:cubicBezTo>
                <a:close/>
                <a:moveTo>
                  <a:pt x="12216" y="15911"/>
                </a:moveTo>
                <a:cubicBezTo>
                  <a:pt x="12216" y="14207"/>
                  <a:pt x="13537" y="13266"/>
                  <a:pt x="15690" y="11871"/>
                </a:cubicBezTo>
                <a:cubicBezTo>
                  <a:pt x="18323" y="10163"/>
                  <a:pt x="21600" y="8040"/>
                  <a:pt x="21600" y="2998"/>
                </a:cubicBezTo>
                <a:cubicBezTo>
                  <a:pt x="21600" y="2544"/>
                  <a:pt x="21220" y="2177"/>
                  <a:pt x="20750" y="2177"/>
                </a:cubicBezTo>
                <a:lnTo>
                  <a:pt x="16635" y="2177"/>
                </a:lnTo>
                <a:cubicBezTo>
                  <a:pt x="16053" y="1125"/>
                  <a:pt x="14320" y="0"/>
                  <a:pt x="10800" y="0"/>
                </a:cubicBezTo>
                <a:cubicBezTo>
                  <a:pt x="7281" y="0"/>
                  <a:pt x="5547" y="1125"/>
                  <a:pt x="4966" y="2177"/>
                </a:cubicBezTo>
                <a:lnTo>
                  <a:pt x="850" y="2177"/>
                </a:lnTo>
                <a:cubicBezTo>
                  <a:pt x="380" y="2177"/>
                  <a:pt x="0" y="2544"/>
                  <a:pt x="0" y="2998"/>
                </a:cubicBezTo>
                <a:cubicBezTo>
                  <a:pt x="0" y="8040"/>
                  <a:pt x="3277" y="10163"/>
                  <a:pt x="5912" y="11871"/>
                </a:cubicBezTo>
                <a:cubicBezTo>
                  <a:pt x="8065" y="13266"/>
                  <a:pt x="9384" y="14207"/>
                  <a:pt x="9384" y="15911"/>
                </a:cubicBezTo>
                <a:lnTo>
                  <a:pt x="9384" y="17450"/>
                </a:lnTo>
                <a:cubicBezTo>
                  <a:pt x="7122" y="17696"/>
                  <a:pt x="5461" y="18514"/>
                  <a:pt x="5461" y="19487"/>
                </a:cubicBezTo>
                <a:cubicBezTo>
                  <a:pt x="5461" y="20654"/>
                  <a:pt x="7851" y="21600"/>
                  <a:pt x="10800" y="21600"/>
                </a:cubicBezTo>
                <a:cubicBezTo>
                  <a:pt x="13749" y="21600"/>
                  <a:pt x="16139" y="20654"/>
                  <a:pt x="16139" y="19487"/>
                </a:cubicBezTo>
                <a:cubicBezTo>
                  <a:pt x="16139" y="18514"/>
                  <a:pt x="14478" y="17696"/>
                  <a:pt x="12216" y="17450"/>
                </a:cubicBezTo>
                <a:cubicBezTo>
                  <a:pt x="12216" y="17450"/>
                  <a:pt x="12216" y="15911"/>
                  <a:pt x="12216" y="15911"/>
                </a:cubicBezTo>
                <a:close/>
              </a:path>
            </a:pathLst>
          </a:custGeom>
          <a:solidFill>
            <a:srgbClr val="19B49B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27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907976" y="292746"/>
            <a:ext cx="3279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Agency FB" panose="020B0503020202020204" pitchFamily="34" charset="0"/>
              </a:rPr>
              <a:t>01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任意多边形: 形状 24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20"/>
                            </p:stCondLst>
                            <p:childTnLst>
                              <p:par>
                                <p:cTn id="2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2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2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2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72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2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72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22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72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22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72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22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7" grpId="1" animBg="1"/>
      <p:bldP spid="18" grpId="0"/>
      <p:bldP spid="19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/>
          <p:nvPr/>
        </p:nvSpPr>
        <p:spPr bwMode="auto">
          <a:xfrm>
            <a:off x="1797498" y="1788197"/>
            <a:ext cx="2412258" cy="2412258"/>
          </a:xfrm>
          <a:custGeom>
            <a:avLst/>
            <a:gdLst>
              <a:gd name="T0" fmla="*/ 2021 w 4042"/>
              <a:gd name="T1" fmla="*/ 0 h 4042"/>
              <a:gd name="T2" fmla="*/ 4042 w 4042"/>
              <a:gd name="T3" fmla="*/ 2021 h 4042"/>
              <a:gd name="T4" fmla="*/ 2021 w 4042"/>
              <a:gd name="T5" fmla="*/ 4042 h 4042"/>
              <a:gd name="T6" fmla="*/ 0 w 4042"/>
              <a:gd name="T7" fmla="*/ 2021 h 4042"/>
              <a:gd name="T8" fmla="*/ 2021 w 4042"/>
              <a:gd name="T9" fmla="*/ 0 h 4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42" h="4042">
                <a:moveTo>
                  <a:pt x="2021" y="0"/>
                </a:moveTo>
                <a:lnTo>
                  <a:pt x="4042" y="2021"/>
                </a:lnTo>
                <a:lnTo>
                  <a:pt x="2021" y="4042"/>
                </a:lnTo>
                <a:lnTo>
                  <a:pt x="0" y="2021"/>
                </a:lnTo>
                <a:lnTo>
                  <a:pt x="2021" y="0"/>
                </a:lnTo>
                <a:close/>
              </a:path>
            </a:pathLst>
          </a:custGeom>
          <a:solidFill>
            <a:srgbClr val="19B49B"/>
          </a:solidFill>
          <a:ln w="10" cap="flat">
            <a:noFill/>
            <a:prstDash val="solid"/>
            <a:miter lim="800000"/>
          </a:ln>
        </p:spPr>
        <p:txBody>
          <a:bodyPr vert="horz" wrap="square" lIns="67189" tIns="33594" rIns="67189" bIns="33594" numCol="1" anchor="t" anchorCtr="0" compatLnSpc="1"/>
          <a:lstStyle/>
          <a:p>
            <a:pPr defTabSz="671830">
              <a:defRPr/>
            </a:pPr>
            <a:endParaRPr lang="zh-CN" altLang="en-US" sz="1325" kern="0">
              <a:solidFill>
                <a:sysClr val="windowText" lastClr="000000"/>
              </a:solidFill>
            </a:endParaRPr>
          </a:p>
        </p:txBody>
      </p:sp>
      <p:sp>
        <p:nvSpPr>
          <p:cNvPr id="3" name="Freeform 7"/>
          <p:cNvSpPr/>
          <p:nvPr/>
        </p:nvSpPr>
        <p:spPr bwMode="auto">
          <a:xfrm>
            <a:off x="3414224" y="1223626"/>
            <a:ext cx="1711210" cy="1711210"/>
          </a:xfrm>
          <a:custGeom>
            <a:avLst/>
            <a:gdLst>
              <a:gd name="T0" fmla="*/ 1433 w 2867"/>
              <a:gd name="T1" fmla="*/ 0 h 2867"/>
              <a:gd name="T2" fmla="*/ 2867 w 2867"/>
              <a:gd name="T3" fmla="*/ 1434 h 2867"/>
              <a:gd name="T4" fmla="*/ 1433 w 2867"/>
              <a:gd name="T5" fmla="*/ 2867 h 2867"/>
              <a:gd name="T6" fmla="*/ 0 w 2867"/>
              <a:gd name="T7" fmla="*/ 1434 h 2867"/>
              <a:gd name="T8" fmla="*/ 1433 w 2867"/>
              <a:gd name="T9" fmla="*/ 0 h 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7" h="2867">
                <a:moveTo>
                  <a:pt x="1433" y="0"/>
                </a:moveTo>
                <a:lnTo>
                  <a:pt x="2867" y="1434"/>
                </a:lnTo>
                <a:lnTo>
                  <a:pt x="1433" y="2867"/>
                </a:lnTo>
                <a:lnTo>
                  <a:pt x="0" y="1434"/>
                </a:lnTo>
                <a:lnTo>
                  <a:pt x="1433" y="0"/>
                </a:lnTo>
                <a:close/>
              </a:path>
            </a:pathLst>
          </a:custGeom>
          <a:solidFill>
            <a:srgbClr val="53585F"/>
          </a:solidFill>
          <a:ln w="10" cap="flat">
            <a:noFill/>
            <a:prstDash val="solid"/>
            <a:miter lim="800000"/>
          </a:ln>
        </p:spPr>
        <p:txBody>
          <a:bodyPr vert="horz" wrap="square" lIns="67189" tIns="33594" rIns="67189" bIns="33594" numCol="1" anchor="t" anchorCtr="0" compatLnSpc="1"/>
          <a:lstStyle/>
          <a:p>
            <a:pPr defTabSz="671830">
              <a:defRPr/>
            </a:pPr>
            <a:endParaRPr lang="zh-CN" altLang="en-US" sz="1325" kern="0">
              <a:solidFill>
                <a:sysClr val="windowText" lastClr="000000"/>
              </a:solidFill>
            </a:endParaRPr>
          </a:p>
        </p:txBody>
      </p:sp>
      <p:sp>
        <p:nvSpPr>
          <p:cNvPr id="4" name="Freeform 8"/>
          <p:cNvSpPr/>
          <p:nvPr/>
        </p:nvSpPr>
        <p:spPr bwMode="auto">
          <a:xfrm>
            <a:off x="3546036" y="3053816"/>
            <a:ext cx="1448754" cy="1448754"/>
          </a:xfrm>
          <a:custGeom>
            <a:avLst/>
            <a:gdLst>
              <a:gd name="T0" fmla="*/ 1213 w 2427"/>
              <a:gd name="T1" fmla="*/ 0 h 2427"/>
              <a:gd name="T2" fmla="*/ 2427 w 2427"/>
              <a:gd name="T3" fmla="*/ 1214 h 2427"/>
              <a:gd name="T4" fmla="*/ 1213 w 2427"/>
              <a:gd name="T5" fmla="*/ 2427 h 2427"/>
              <a:gd name="T6" fmla="*/ 0 w 2427"/>
              <a:gd name="T7" fmla="*/ 1214 h 2427"/>
              <a:gd name="T8" fmla="*/ 1213 w 2427"/>
              <a:gd name="T9" fmla="*/ 0 h 2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7" h="2427">
                <a:moveTo>
                  <a:pt x="1213" y="0"/>
                </a:moveTo>
                <a:lnTo>
                  <a:pt x="2427" y="1214"/>
                </a:lnTo>
                <a:lnTo>
                  <a:pt x="1213" y="2427"/>
                </a:lnTo>
                <a:lnTo>
                  <a:pt x="0" y="1214"/>
                </a:lnTo>
                <a:lnTo>
                  <a:pt x="1213" y="0"/>
                </a:lnTo>
                <a:close/>
              </a:path>
            </a:pathLst>
          </a:custGeom>
          <a:solidFill>
            <a:srgbClr val="138774"/>
          </a:solidFill>
          <a:ln w="10" cap="flat">
            <a:noFill/>
            <a:prstDash val="solid"/>
            <a:miter lim="800000"/>
          </a:ln>
        </p:spPr>
        <p:txBody>
          <a:bodyPr vert="horz" wrap="square" lIns="67189" tIns="33594" rIns="67189" bIns="33594" numCol="1" anchor="t" anchorCtr="0" compatLnSpc="1"/>
          <a:lstStyle/>
          <a:p>
            <a:pPr defTabSz="671830">
              <a:defRPr/>
            </a:pPr>
            <a:endParaRPr lang="zh-CN" altLang="en-US" sz="1325" kern="0">
              <a:solidFill>
                <a:sysClr val="windowText" lastClr="000000"/>
              </a:solidFill>
            </a:endParaRPr>
          </a:p>
        </p:txBody>
      </p:sp>
      <p:sp>
        <p:nvSpPr>
          <p:cNvPr id="5" name="Freeform 9"/>
          <p:cNvSpPr/>
          <p:nvPr/>
        </p:nvSpPr>
        <p:spPr bwMode="auto">
          <a:xfrm>
            <a:off x="4329903" y="2387789"/>
            <a:ext cx="1215157" cy="1214239"/>
          </a:xfrm>
          <a:custGeom>
            <a:avLst/>
            <a:gdLst>
              <a:gd name="T0" fmla="*/ 1294 w 2587"/>
              <a:gd name="T1" fmla="*/ 0 h 2586"/>
              <a:gd name="T2" fmla="*/ 2587 w 2587"/>
              <a:gd name="T3" fmla="*/ 1293 h 2586"/>
              <a:gd name="T4" fmla="*/ 1294 w 2587"/>
              <a:gd name="T5" fmla="*/ 2586 h 2586"/>
              <a:gd name="T6" fmla="*/ 0 w 2587"/>
              <a:gd name="T7" fmla="*/ 1293 h 2586"/>
              <a:gd name="T8" fmla="*/ 1294 w 2587"/>
              <a:gd name="T9" fmla="*/ 0 h 2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87" h="2586">
                <a:moveTo>
                  <a:pt x="1294" y="0"/>
                </a:moveTo>
                <a:lnTo>
                  <a:pt x="2587" y="1293"/>
                </a:lnTo>
                <a:lnTo>
                  <a:pt x="1294" y="2586"/>
                </a:lnTo>
                <a:lnTo>
                  <a:pt x="0" y="1293"/>
                </a:lnTo>
                <a:lnTo>
                  <a:pt x="1294" y="0"/>
                </a:lnTo>
                <a:close/>
              </a:path>
            </a:pathLst>
          </a:custGeom>
          <a:solidFill>
            <a:srgbClr val="959AA2"/>
          </a:solidFill>
          <a:ln w="10" cap="flat">
            <a:noFill/>
            <a:prstDash val="solid"/>
            <a:miter lim="800000"/>
          </a:ln>
        </p:spPr>
        <p:txBody>
          <a:bodyPr vert="horz" wrap="square" lIns="67189" tIns="33594" rIns="67189" bIns="33594" numCol="1" anchor="t" anchorCtr="0" compatLnSpc="1"/>
          <a:lstStyle/>
          <a:p>
            <a:pPr defTabSz="671830">
              <a:defRPr/>
            </a:pPr>
            <a:endParaRPr lang="zh-CN" altLang="en-US" sz="1325" kern="0">
              <a:solidFill>
                <a:sysClr val="windowText" lastClr="000000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5125434" y="2079231"/>
            <a:ext cx="2698425" cy="0"/>
          </a:xfrm>
          <a:prstGeom prst="line">
            <a:avLst/>
          </a:prstGeom>
          <a:solidFill>
            <a:srgbClr val="484849"/>
          </a:solidFill>
          <a:ln w="9525" cap="flat" cmpd="sng" algn="ctr">
            <a:solidFill>
              <a:srgbClr val="53585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连接符 6"/>
          <p:cNvCxnSpPr/>
          <p:nvPr/>
        </p:nvCxnSpPr>
        <p:spPr bwMode="auto">
          <a:xfrm>
            <a:off x="5557378" y="2994909"/>
            <a:ext cx="2698425" cy="0"/>
          </a:xfrm>
          <a:prstGeom prst="line">
            <a:avLst/>
          </a:prstGeom>
          <a:solidFill>
            <a:srgbClr val="484849"/>
          </a:solidFill>
          <a:ln w="9525" cap="flat" cmpd="sng" algn="ctr">
            <a:solidFill>
              <a:srgbClr val="959AA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>
            <a:off x="4994790" y="3778192"/>
            <a:ext cx="2698425" cy="0"/>
          </a:xfrm>
          <a:prstGeom prst="line">
            <a:avLst/>
          </a:prstGeom>
          <a:solidFill>
            <a:srgbClr val="484849"/>
          </a:solidFill>
          <a:ln w="9525" cap="flat" cmpd="sng" algn="ctr">
            <a:solidFill>
              <a:srgbClr val="13877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34"/>
          <p:cNvSpPr txBox="1"/>
          <p:nvPr/>
        </p:nvSpPr>
        <p:spPr>
          <a:xfrm>
            <a:off x="2390691" y="2864475"/>
            <a:ext cx="1225872" cy="544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71830">
              <a:defRPr/>
            </a:pPr>
            <a:r>
              <a:rPr lang="en-US" altLang="zh-CN" sz="294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45%</a:t>
            </a:r>
            <a:endParaRPr lang="en-US" altLang="zh-CN" sz="294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36"/>
          <p:cNvSpPr txBox="1"/>
          <p:nvPr/>
        </p:nvSpPr>
        <p:spPr>
          <a:xfrm>
            <a:off x="3674294" y="1931857"/>
            <a:ext cx="1225872" cy="544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71830">
              <a:defRPr/>
            </a:pPr>
            <a:r>
              <a:rPr lang="en-US" altLang="zh-CN" sz="294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22%</a:t>
            </a:r>
            <a:endParaRPr lang="en-US" altLang="zh-CN" sz="294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39"/>
          <p:cNvSpPr txBox="1"/>
          <p:nvPr/>
        </p:nvSpPr>
        <p:spPr>
          <a:xfrm>
            <a:off x="3674294" y="3646671"/>
            <a:ext cx="1225872" cy="499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71830">
              <a:defRPr/>
            </a:pPr>
            <a:r>
              <a:rPr lang="en-US" altLang="zh-CN" sz="264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19%</a:t>
            </a:r>
            <a:endParaRPr lang="en-US" altLang="zh-CN" sz="264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41"/>
          <p:cNvSpPr txBox="1"/>
          <p:nvPr/>
        </p:nvSpPr>
        <p:spPr>
          <a:xfrm>
            <a:off x="4326124" y="2884531"/>
            <a:ext cx="1225872" cy="4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71830">
              <a:defRPr/>
            </a:pPr>
            <a:r>
              <a:rPr lang="en-US" altLang="zh-CN" sz="220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220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42"/>
          <p:cNvSpPr txBox="1"/>
          <p:nvPr/>
        </p:nvSpPr>
        <p:spPr>
          <a:xfrm>
            <a:off x="5422034" y="1646839"/>
            <a:ext cx="241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1175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TextBox 43"/>
          <p:cNvSpPr txBox="1"/>
          <p:nvPr/>
        </p:nvSpPr>
        <p:spPr>
          <a:xfrm>
            <a:off x="5843216" y="2550641"/>
            <a:ext cx="241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1175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9" name="TextBox 44"/>
          <p:cNvSpPr txBox="1"/>
          <p:nvPr/>
        </p:nvSpPr>
        <p:spPr>
          <a:xfrm>
            <a:off x="874530" y="3552411"/>
            <a:ext cx="1516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1175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" name="TextBox 45"/>
          <p:cNvSpPr txBox="1"/>
          <p:nvPr/>
        </p:nvSpPr>
        <p:spPr>
          <a:xfrm>
            <a:off x="5422034" y="3335690"/>
            <a:ext cx="241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1175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4716" y="276845"/>
            <a:ext cx="314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latin typeface="Agency FB" panose="020B0503020202020204" pitchFamily="34" charset="0"/>
              </a:rPr>
              <a:t>02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3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7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4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20"/>
                                </p:stCondLst>
                                <p:childTnLst>
                                  <p:par>
                                    <p:cTn id="22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5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720"/>
                                </p:stCondLst>
                                <p:childTnLst>
                                  <p:par>
                                    <p:cTn id="31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220"/>
                                </p:stCondLst>
                                <p:childTnLst>
                                  <p:par>
                                    <p:cTn id="6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3" fill="hold">
                                <p:stCondLst>
                                  <p:cond delay="2720"/>
                                </p:stCondLst>
                                <p:childTnLst>
                                  <p:par>
                                    <p:cTn id="7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5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4" grpId="0" animBg="1"/>
          <p:bldP spid="5" grpId="0" animBg="1"/>
          <p:bldP spid="10" grpId="0"/>
          <p:bldP spid="12" grpId="0"/>
          <p:bldP spid="14" grpId="0"/>
          <p:bldP spid="16" grpId="0"/>
          <p:bldP spid="17" grpId="0"/>
          <p:bldP spid="18" grpId="0"/>
          <p:bldP spid="19" grpId="0"/>
          <p:bldP spid="20" grpId="0"/>
          <p:bldP spid="21" grpId="0"/>
          <p:bldP spid="22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3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7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4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20"/>
                                </p:stCondLst>
                                <p:childTnLst>
                                  <p:par>
                                    <p:cTn id="22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720"/>
                                </p:stCondLst>
                                <p:childTnLst>
                                  <p:par>
                                    <p:cTn id="3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220"/>
                                </p:stCondLst>
                                <p:childTnLst>
                                  <p:par>
                                    <p:cTn id="6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3" fill="hold">
                                <p:stCondLst>
                                  <p:cond delay="2720"/>
                                </p:stCondLst>
                                <p:childTnLst>
                                  <p:par>
                                    <p:cTn id="7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5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4" grpId="0" animBg="1"/>
          <p:bldP spid="5" grpId="0" animBg="1"/>
          <p:bldP spid="10" grpId="0"/>
          <p:bldP spid="12" grpId="0"/>
          <p:bldP spid="14" grpId="0"/>
          <p:bldP spid="16" grpId="0"/>
          <p:bldP spid="17" grpId="0"/>
          <p:bldP spid="18" grpId="0"/>
          <p:bldP spid="19" grpId="0"/>
          <p:bldP spid="20" grpId="0"/>
          <p:bldP spid="21" grpId="0"/>
          <p:bldP spid="22" grpId="0" animBg="1"/>
          <p:bldP spid="28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3603776" y="1583585"/>
            <a:ext cx="1998876" cy="2000432"/>
          </a:xfrm>
          <a:prstGeom prst="diamond">
            <a:avLst/>
          </a:prstGeom>
          <a:solidFill>
            <a:srgbClr val="19B49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545574" y="1914916"/>
            <a:ext cx="1339325" cy="1337769"/>
          </a:xfrm>
          <a:prstGeom prst="diamond">
            <a:avLst/>
          </a:prstGeom>
          <a:solidFill>
            <a:srgbClr val="19B49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菱形 3"/>
          <p:cNvSpPr/>
          <p:nvPr/>
        </p:nvSpPr>
        <p:spPr>
          <a:xfrm>
            <a:off x="2023342" y="1914916"/>
            <a:ext cx="1337769" cy="1337769"/>
          </a:xfrm>
          <a:prstGeom prst="diamond">
            <a:avLst/>
          </a:prstGeom>
          <a:solidFill>
            <a:srgbClr val="959A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菱形 4"/>
          <p:cNvSpPr/>
          <p:nvPr/>
        </p:nvSpPr>
        <p:spPr>
          <a:xfrm>
            <a:off x="5638428" y="1914916"/>
            <a:ext cx="1337769" cy="1337769"/>
          </a:xfrm>
          <a:prstGeom prst="diamond">
            <a:avLst/>
          </a:prstGeom>
          <a:solidFill>
            <a:srgbClr val="53585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菱形 5"/>
          <p:cNvSpPr/>
          <p:nvPr/>
        </p:nvSpPr>
        <p:spPr>
          <a:xfrm>
            <a:off x="7114642" y="1914916"/>
            <a:ext cx="1339324" cy="1337769"/>
          </a:xfrm>
          <a:prstGeom prst="diamond">
            <a:avLst/>
          </a:prstGeom>
          <a:solidFill>
            <a:srgbClr val="959A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1698232" y="2744022"/>
            <a:ext cx="510219" cy="508663"/>
          </a:xfrm>
          <a:prstGeom prst="diamond">
            <a:avLst/>
          </a:prstGeom>
          <a:solidFill>
            <a:srgbClr val="19B49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3160446" y="1914915"/>
            <a:ext cx="510219" cy="510219"/>
          </a:xfrm>
          <a:prstGeom prst="diamond">
            <a:avLst/>
          </a:prstGeom>
          <a:solidFill>
            <a:srgbClr val="19B49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菱形 8"/>
          <p:cNvSpPr/>
          <p:nvPr/>
        </p:nvSpPr>
        <p:spPr>
          <a:xfrm>
            <a:off x="5317986" y="2740911"/>
            <a:ext cx="510219" cy="508663"/>
          </a:xfrm>
          <a:prstGeom prst="diamond">
            <a:avLst/>
          </a:prstGeom>
          <a:solidFill>
            <a:srgbClr val="959A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6815472" y="1942663"/>
            <a:ext cx="510219" cy="510219"/>
          </a:xfrm>
          <a:prstGeom prst="diamond">
            <a:avLst/>
          </a:prstGeom>
          <a:solidFill>
            <a:srgbClr val="19B49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KSO_Shape"/>
          <p:cNvSpPr/>
          <p:nvPr/>
        </p:nvSpPr>
        <p:spPr bwMode="auto">
          <a:xfrm>
            <a:off x="967126" y="2291358"/>
            <a:ext cx="578663" cy="524219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KSO_Shape"/>
          <p:cNvSpPr/>
          <p:nvPr/>
        </p:nvSpPr>
        <p:spPr bwMode="auto">
          <a:xfrm>
            <a:off x="2504007" y="2327135"/>
            <a:ext cx="376442" cy="513330"/>
          </a:xfrm>
          <a:custGeom>
            <a:avLst/>
            <a:gdLst>
              <a:gd name="T0" fmla="*/ 821150 w 1122363"/>
              <a:gd name="T1" fmla="*/ 1319439 h 1531938"/>
              <a:gd name="T2" fmla="*/ 818610 w 1122363"/>
              <a:gd name="T3" fmla="*/ 1374324 h 1531938"/>
              <a:gd name="T4" fmla="*/ 763001 w 1122363"/>
              <a:gd name="T5" fmla="*/ 1407818 h 1531938"/>
              <a:gd name="T6" fmla="*/ 617712 w 1122363"/>
              <a:gd name="T7" fmla="*/ 1069756 h 1531938"/>
              <a:gd name="T8" fmla="*/ 595045 w 1122363"/>
              <a:gd name="T9" fmla="*/ 1020228 h 1531938"/>
              <a:gd name="T10" fmla="*/ 616862 w 1122363"/>
              <a:gd name="T11" fmla="*/ 985788 h 1531938"/>
              <a:gd name="T12" fmla="*/ 638822 w 1122363"/>
              <a:gd name="T13" fmla="*/ 861065 h 1531938"/>
              <a:gd name="T14" fmla="*/ 533011 w 1122363"/>
              <a:gd name="T15" fmla="*/ 900272 h 1531938"/>
              <a:gd name="T16" fmla="*/ 472344 w 1122363"/>
              <a:gd name="T17" fmla="*/ 959225 h 1531938"/>
              <a:gd name="T18" fmla="*/ 447514 w 1122363"/>
              <a:gd name="T19" fmla="*/ 1068950 h 1531938"/>
              <a:gd name="T20" fmla="*/ 483631 w 1122363"/>
              <a:gd name="T21" fmla="*/ 1155544 h 1531938"/>
              <a:gd name="T22" fmla="*/ 563202 w 1122363"/>
              <a:gd name="T23" fmla="*/ 1213369 h 1531938"/>
              <a:gd name="T24" fmla="*/ 641644 w 1122363"/>
              <a:gd name="T25" fmla="*/ 1407149 h 1531938"/>
              <a:gd name="T26" fmla="*/ 522288 w 1122363"/>
              <a:gd name="T27" fmla="*/ 1360326 h 1531938"/>
              <a:gd name="T28" fmla="*/ 562920 w 1122363"/>
              <a:gd name="T29" fmla="*/ 1503052 h 1531938"/>
              <a:gd name="T30" fmla="*/ 767489 w 1122363"/>
              <a:gd name="T31" fmla="*/ 1526182 h 1531938"/>
              <a:gd name="T32" fmla="*/ 873019 w 1122363"/>
              <a:gd name="T33" fmla="*/ 1493462 h 1531938"/>
              <a:gd name="T34" fmla="*/ 940739 w 1122363"/>
              <a:gd name="T35" fmla="*/ 1437049 h 1531938"/>
              <a:gd name="T36" fmla="*/ 975445 w 1122363"/>
              <a:gd name="T37" fmla="*/ 1352710 h 1531938"/>
              <a:gd name="T38" fmla="*/ 957387 w 1122363"/>
              <a:gd name="T39" fmla="*/ 1244960 h 1531938"/>
              <a:gd name="T40" fmla="*/ 862579 w 1122363"/>
              <a:gd name="T41" fmla="*/ 1159211 h 1531938"/>
              <a:gd name="T42" fmla="*/ 777366 w 1122363"/>
              <a:gd name="T43" fmla="*/ 984893 h 1531938"/>
              <a:gd name="T44" fmla="*/ 941021 w 1122363"/>
              <a:gd name="T45" fmla="*/ 1068103 h 1531938"/>
              <a:gd name="T46" fmla="*/ 812918 w 1122363"/>
              <a:gd name="T47" fmla="*/ 868963 h 1531938"/>
              <a:gd name="T48" fmla="*/ 768618 w 1122363"/>
              <a:gd name="T49" fmla="*/ 464758 h 1531938"/>
              <a:gd name="T50" fmla="*/ 956258 w 1122363"/>
              <a:gd name="T51" fmla="*/ 515531 h 1531938"/>
              <a:gd name="T52" fmla="*/ 1106652 w 1122363"/>
              <a:gd name="T53" fmla="*/ 632589 h 1531938"/>
              <a:gd name="T54" fmla="*/ 1227702 w 1122363"/>
              <a:gd name="T55" fmla="*/ 820164 h 1531938"/>
              <a:gd name="T56" fmla="*/ 1327023 w 1122363"/>
              <a:gd name="T57" fmla="*/ 1081925 h 1531938"/>
              <a:gd name="T58" fmla="*/ 1396717 w 1122363"/>
              <a:gd name="T59" fmla="*/ 1393892 h 1531938"/>
              <a:gd name="T60" fmla="*/ 1355239 w 1122363"/>
              <a:gd name="T61" fmla="*/ 1597827 h 1531938"/>
              <a:gd name="T62" fmla="*/ 1228829 w 1122363"/>
              <a:gd name="T63" fmla="*/ 1750144 h 1531938"/>
              <a:gd name="T64" fmla="*/ 1040908 w 1122363"/>
              <a:gd name="T65" fmla="*/ 1850561 h 1531938"/>
              <a:gd name="T66" fmla="*/ 813764 w 1122363"/>
              <a:gd name="T67" fmla="*/ 1899358 h 1531938"/>
              <a:gd name="T68" fmla="*/ 571385 w 1122363"/>
              <a:gd name="T69" fmla="*/ 1896538 h 1531938"/>
              <a:gd name="T70" fmla="*/ 341985 w 1122363"/>
              <a:gd name="T71" fmla="*/ 1837867 h 1531938"/>
              <a:gd name="T72" fmla="*/ 152933 w 1122363"/>
              <a:gd name="T73" fmla="*/ 1725604 h 1531938"/>
              <a:gd name="T74" fmla="*/ 31320 w 1122363"/>
              <a:gd name="T75" fmla="*/ 1563133 h 1531938"/>
              <a:gd name="T76" fmla="*/ 3668 w 1122363"/>
              <a:gd name="T77" fmla="*/ 1352710 h 1531938"/>
              <a:gd name="T78" fmla="*/ 126691 w 1122363"/>
              <a:gd name="T79" fmla="*/ 958096 h 1531938"/>
              <a:gd name="T80" fmla="*/ 230811 w 1122363"/>
              <a:gd name="T81" fmla="*/ 743160 h 1531938"/>
              <a:gd name="T82" fmla="*/ 362301 w 1122363"/>
              <a:gd name="T83" fmla="*/ 582099 h 1531938"/>
              <a:gd name="T84" fmla="*/ 534421 w 1122363"/>
              <a:gd name="T85" fmla="*/ 485632 h 1531938"/>
              <a:gd name="T86" fmla="*/ 596426 w 1122363"/>
              <a:gd name="T87" fmla="*/ 1978 h 1531938"/>
              <a:gd name="T88" fmla="*/ 686940 w 1122363"/>
              <a:gd name="T89" fmla="*/ 37299 h 1531938"/>
              <a:gd name="T90" fmla="*/ 778299 w 1122363"/>
              <a:gd name="T91" fmla="*/ 32213 h 1531938"/>
              <a:gd name="T92" fmla="*/ 882912 w 1122363"/>
              <a:gd name="T93" fmla="*/ 282 h 1531938"/>
              <a:gd name="T94" fmla="*/ 944383 w 1122363"/>
              <a:gd name="T95" fmla="*/ 34192 h 1531938"/>
              <a:gd name="T96" fmla="*/ 991755 w 1122363"/>
              <a:gd name="T97" fmla="*/ 157394 h 1531938"/>
              <a:gd name="T98" fmla="*/ 1048714 w 1122363"/>
              <a:gd name="T99" fmla="*/ 165023 h 1531938"/>
              <a:gd name="T100" fmla="*/ 1092702 w 1122363"/>
              <a:gd name="T101" fmla="*/ 159655 h 1531938"/>
              <a:gd name="T102" fmla="*/ 1063377 w 1122363"/>
              <a:gd name="T103" fmla="*/ 261663 h 1531938"/>
              <a:gd name="T104" fmla="*/ 978784 w 1122363"/>
              <a:gd name="T105" fmla="*/ 348130 h 1531938"/>
              <a:gd name="T106" fmla="*/ 836387 w 1122363"/>
              <a:gd name="T107" fmla="*/ 422166 h 1531938"/>
              <a:gd name="T108" fmla="*/ 657614 w 1122363"/>
              <a:gd name="T109" fmla="*/ 404646 h 1531938"/>
              <a:gd name="T110" fmla="*/ 554694 w 1122363"/>
              <a:gd name="T111" fmla="*/ 419340 h 1531938"/>
              <a:gd name="T112" fmla="*/ 313322 w 1122363"/>
              <a:gd name="T113" fmla="*/ 219560 h 1531938"/>
              <a:gd name="T114" fmla="*/ 410321 w 1122363"/>
              <a:gd name="T115" fmla="*/ 170392 h 1531938"/>
              <a:gd name="T116" fmla="*/ 485327 w 1122363"/>
              <a:gd name="T117" fmla="*/ 159089 h 1531938"/>
              <a:gd name="T118" fmla="*/ 519164 w 1122363"/>
              <a:gd name="T119" fmla="*/ 54537 h 1531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122363" h="1531938">
                <a:moveTo>
                  <a:pt x="600075" y="1019175"/>
                </a:moveTo>
                <a:lnTo>
                  <a:pt x="608240" y="1022344"/>
                </a:lnTo>
                <a:lnTo>
                  <a:pt x="615950" y="1025965"/>
                </a:lnTo>
                <a:lnTo>
                  <a:pt x="622981" y="1029134"/>
                </a:lnTo>
                <a:lnTo>
                  <a:pt x="629331" y="1032303"/>
                </a:lnTo>
                <a:lnTo>
                  <a:pt x="635227" y="1035925"/>
                </a:lnTo>
                <a:lnTo>
                  <a:pt x="640443" y="1039093"/>
                </a:lnTo>
                <a:lnTo>
                  <a:pt x="644979" y="1042488"/>
                </a:lnTo>
                <a:lnTo>
                  <a:pt x="649061" y="1045884"/>
                </a:lnTo>
                <a:lnTo>
                  <a:pt x="652236" y="1049505"/>
                </a:lnTo>
                <a:lnTo>
                  <a:pt x="655411" y="1053127"/>
                </a:lnTo>
                <a:lnTo>
                  <a:pt x="657906" y="1056974"/>
                </a:lnTo>
                <a:lnTo>
                  <a:pt x="659720" y="1061049"/>
                </a:lnTo>
                <a:lnTo>
                  <a:pt x="661534" y="1065576"/>
                </a:lnTo>
                <a:lnTo>
                  <a:pt x="662668" y="1070329"/>
                </a:lnTo>
                <a:lnTo>
                  <a:pt x="663348" y="1074856"/>
                </a:lnTo>
                <a:lnTo>
                  <a:pt x="663575" y="1080062"/>
                </a:lnTo>
                <a:lnTo>
                  <a:pt x="663575" y="1083230"/>
                </a:lnTo>
                <a:lnTo>
                  <a:pt x="663348" y="1086626"/>
                </a:lnTo>
                <a:lnTo>
                  <a:pt x="662895" y="1089568"/>
                </a:lnTo>
                <a:lnTo>
                  <a:pt x="662441" y="1092510"/>
                </a:lnTo>
                <a:lnTo>
                  <a:pt x="661761" y="1095227"/>
                </a:lnTo>
                <a:lnTo>
                  <a:pt x="660854" y="1097716"/>
                </a:lnTo>
                <a:lnTo>
                  <a:pt x="659947" y="1100432"/>
                </a:lnTo>
                <a:lnTo>
                  <a:pt x="659040" y="1102922"/>
                </a:lnTo>
                <a:lnTo>
                  <a:pt x="657679" y="1105186"/>
                </a:lnTo>
                <a:lnTo>
                  <a:pt x="656545" y="1107449"/>
                </a:lnTo>
                <a:lnTo>
                  <a:pt x="654957" y="1109486"/>
                </a:lnTo>
                <a:lnTo>
                  <a:pt x="653143" y="1111523"/>
                </a:lnTo>
                <a:lnTo>
                  <a:pt x="651556" y="1113334"/>
                </a:lnTo>
                <a:lnTo>
                  <a:pt x="649515" y="1115145"/>
                </a:lnTo>
                <a:lnTo>
                  <a:pt x="647473" y="1116729"/>
                </a:lnTo>
                <a:lnTo>
                  <a:pt x="645206" y="1118087"/>
                </a:lnTo>
                <a:lnTo>
                  <a:pt x="640670" y="1120803"/>
                </a:lnTo>
                <a:lnTo>
                  <a:pt x="635681" y="1123520"/>
                </a:lnTo>
                <a:lnTo>
                  <a:pt x="630238" y="1126009"/>
                </a:lnTo>
                <a:lnTo>
                  <a:pt x="625022" y="1128046"/>
                </a:lnTo>
                <a:lnTo>
                  <a:pt x="619125" y="1130310"/>
                </a:lnTo>
                <a:lnTo>
                  <a:pt x="613002" y="1132121"/>
                </a:lnTo>
                <a:lnTo>
                  <a:pt x="606652" y="1133705"/>
                </a:lnTo>
                <a:lnTo>
                  <a:pt x="600075" y="1135063"/>
                </a:lnTo>
                <a:lnTo>
                  <a:pt x="600075" y="1019175"/>
                </a:lnTo>
                <a:close/>
                <a:moveTo>
                  <a:pt x="538162" y="779462"/>
                </a:moveTo>
                <a:lnTo>
                  <a:pt x="538162" y="877887"/>
                </a:lnTo>
                <a:lnTo>
                  <a:pt x="529967" y="875827"/>
                </a:lnTo>
                <a:lnTo>
                  <a:pt x="522227" y="873538"/>
                </a:lnTo>
                <a:lnTo>
                  <a:pt x="515398" y="870791"/>
                </a:lnTo>
                <a:lnTo>
                  <a:pt x="509024" y="868273"/>
                </a:lnTo>
                <a:lnTo>
                  <a:pt x="503333" y="865298"/>
                </a:lnTo>
                <a:lnTo>
                  <a:pt x="500829" y="863467"/>
                </a:lnTo>
                <a:lnTo>
                  <a:pt x="498553" y="861864"/>
                </a:lnTo>
                <a:lnTo>
                  <a:pt x="496276" y="860262"/>
                </a:lnTo>
                <a:lnTo>
                  <a:pt x="494227" y="858431"/>
                </a:lnTo>
                <a:lnTo>
                  <a:pt x="492406" y="856600"/>
                </a:lnTo>
                <a:lnTo>
                  <a:pt x="490813" y="854540"/>
                </a:lnTo>
                <a:lnTo>
                  <a:pt x="487626" y="850877"/>
                </a:lnTo>
                <a:lnTo>
                  <a:pt x="485122" y="846986"/>
                </a:lnTo>
                <a:lnTo>
                  <a:pt x="482618" y="843324"/>
                </a:lnTo>
                <a:lnTo>
                  <a:pt x="481024" y="839662"/>
                </a:lnTo>
                <a:lnTo>
                  <a:pt x="479658" y="835999"/>
                </a:lnTo>
                <a:lnTo>
                  <a:pt x="478520" y="832337"/>
                </a:lnTo>
                <a:lnTo>
                  <a:pt x="478065" y="828903"/>
                </a:lnTo>
                <a:lnTo>
                  <a:pt x="477837" y="825241"/>
                </a:lnTo>
                <a:lnTo>
                  <a:pt x="477837" y="822952"/>
                </a:lnTo>
                <a:lnTo>
                  <a:pt x="478065" y="820434"/>
                </a:lnTo>
                <a:lnTo>
                  <a:pt x="478520" y="817916"/>
                </a:lnTo>
                <a:lnTo>
                  <a:pt x="478975" y="815627"/>
                </a:lnTo>
                <a:lnTo>
                  <a:pt x="479431" y="813339"/>
                </a:lnTo>
                <a:lnTo>
                  <a:pt x="480341" y="810821"/>
                </a:lnTo>
                <a:lnTo>
                  <a:pt x="481252" y="808761"/>
                </a:lnTo>
                <a:lnTo>
                  <a:pt x="482162" y="806701"/>
                </a:lnTo>
                <a:lnTo>
                  <a:pt x="483528" y="804869"/>
                </a:lnTo>
                <a:lnTo>
                  <a:pt x="484894" y="802809"/>
                </a:lnTo>
                <a:lnTo>
                  <a:pt x="486260" y="800978"/>
                </a:lnTo>
                <a:lnTo>
                  <a:pt x="487853" y="799147"/>
                </a:lnTo>
                <a:lnTo>
                  <a:pt x="489447" y="797545"/>
                </a:lnTo>
                <a:lnTo>
                  <a:pt x="491496" y="795714"/>
                </a:lnTo>
                <a:lnTo>
                  <a:pt x="495593" y="792738"/>
                </a:lnTo>
                <a:lnTo>
                  <a:pt x="500146" y="789991"/>
                </a:lnTo>
                <a:lnTo>
                  <a:pt x="504699" y="787244"/>
                </a:lnTo>
                <a:lnTo>
                  <a:pt x="509935" y="785184"/>
                </a:lnTo>
                <a:lnTo>
                  <a:pt x="515170" y="783582"/>
                </a:lnTo>
                <a:lnTo>
                  <a:pt x="520634" y="781980"/>
                </a:lnTo>
                <a:lnTo>
                  <a:pt x="526097" y="780835"/>
                </a:lnTo>
                <a:lnTo>
                  <a:pt x="532016" y="779920"/>
                </a:lnTo>
                <a:lnTo>
                  <a:pt x="538162" y="779462"/>
                </a:lnTo>
                <a:close/>
                <a:moveTo>
                  <a:pt x="538626" y="654332"/>
                </a:moveTo>
                <a:lnTo>
                  <a:pt x="538626" y="688810"/>
                </a:lnTo>
                <a:lnTo>
                  <a:pt x="530011" y="689945"/>
                </a:lnTo>
                <a:lnTo>
                  <a:pt x="521624" y="691079"/>
                </a:lnTo>
                <a:lnTo>
                  <a:pt x="513236" y="692440"/>
                </a:lnTo>
                <a:lnTo>
                  <a:pt x="505302" y="694028"/>
                </a:lnTo>
                <a:lnTo>
                  <a:pt x="497594" y="695842"/>
                </a:lnTo>
                <a:lnTo>
                  <a:pt x="490113" y="697657"/>
                </a:lnTo>
                <a:lnTo>
                  <a:pt x="482859" y="699471"/>
                </a:lnTo>
                <a:lnTo>
                  <a:pt x="475831" y="701740"/>
                </a:lnTo>
                <a:lnTo>
                  <a:pt x="469257" y="704008"/>
                </a:lnTo>
                <a:lnTo>
                  <a:pt x="462683" y="706276"/>
                </a:lnTo>
                <a:lnTo>
                  <a:pt x="456336" y="708998"/>
                </a:lnTo>
                <a:lnTo>
                  <a:pt x="450215" y="711720"/>
                </a:lnTo>
                <a:lnTo>
                  <a:pt x="444321" y="714442"/>
                </a:lnTo>
                <a:lnTo>
                  <a:pt x="438654" y="717618"/>
                </a:lnTo>
                <a:lnTo>
                  <a:pt x="433440" y="720567"/>
                </a:lnTo>
                <a:lnTo>
                  <a:pt x="428226" y="723969"/>
                </a:lnTo>
                <a:lnTo>
                  <a:pt x="423238" y="727372"/>
                </a:lnTo>
                <a:lnTo>
                  <a:pt x="418478" y="731001"/>
                </a:lnTo>
                <a:lnTo>
                  <a:pt x="413944" y="734403"/>
                </a:lnTo>
                <a:lnTo>
                  <a:pt x="409410" y="738033"/>
                </a:lnTo>
                <a:lnTo>
                  <a:pt x="405556" y="741435"/>
                </a:lnTo>
                <a:lnTo>
                  <a:pt x="401476" y="744837"/>
                </a:lnTo>
                <a:lnTo>
                  <a:pt x="397849" y="748694"/>
                </a:lnTo>
                <a:lnTo>
                  <a:pt x="394221" y="752323"/>
                </a:lnTo>
                <a:lnTo>
                  <a:pt x="391048" y="755952"/>
                </a:lnTo>
                <a:lnTo>
                  <a:pt x="387874" y="760035"/>
                </a:lnTo>
                <a:lnTo>
                  <a:pt x="384927" y="763664"/>
                </a:lnTo>
                <a:lnTo>
                  <a:pt x="382207" y="767520"/>
                </a:lnTo>
                <a:lnTo>
                  <a:pt x="379486" y="771377"/>
                </a:lnTo>
                <a:lnTo>
                  <a:pt x="377219" y="775460"/>
                </a:lnTo>
                <a:lnTo>
                  <a:pt x="375179" y="779316"/>
                </a:lnTo>
                <a:lnTo>
                  <a:pt x="373366" y="783399"/>
                </a:lnTo>
                <a:lnTo>
                  <a:pt x="369738" y="791338"/>
                </a:lnTo>
                <a:lnTo>
                  <a:pt x="367018" y="799277"/>
                </a:lnTo>
                <a:lnTo>
                  <a:pt x="364298" y="806989"/>
                </a:lnTo>
                <a:lnTo>
                  <a:pt x="362258" y="814701"/>
                </a:lnTo>
                <a:lnTo>
                  <a:pt x="360671" y="822187"/>
                </a:lnTo>
                <a:lnTo>
                  <a:pt x="359537" y="829672"/>
                </a:lnTo>
                <a:lnTo>
                  <a:pt x="358857" y="836931"/>
                </a:lnTo>
                <a:lnTo>
                  <a:pt x="358630" y="844189"/>
                </a:lnTo>
                <a:lnTo>
                  <a:pt x="358857" y="851901"/>
                </a:lnTo>
                <a:lnTo>
                  <a:pt x="359537" y="859614"/>
                </a:lnTo>
                <a:lnTo>
                  <a:pt x="360444" y="867326"/>
                </a:lnTo>
                <a:lnTo>
                  <a:pt x="362031" y="874811"/>
                </a:lnTo>
                <a:lnTo>
                  <a:pt x="363844" y="882297"/>
                </a:lnTo>
                <a:lnTo>
                  <a:pt x="366111" y="889782"/>
                </a:lnTo>
                <a:lnTo>
                  <a:pt x="368832" y="897267"/>
                </a:lnTo>
                <a:lnTo>
                  <a:pt x="371779" y="904526"/>
                </a:lnTo>
                <a:lnTo>
                  <a:pt x="373592" y="907928"/>
                </a:lnTo>
                <a:lnTo>
                  <a:pt x="375633" y="911558"/>
                </a:lnTo>
                <a:lnTo>
                  <a:pt x="377673" y="915187"/>
                </a:lnTo>
                <a:lnTo>
                  <a:pt x="379940" y="918816"/>
                </a:lnTo>
                <a:lnTo>
                  <a:pt x="382660" y="922219"/>
                </a:lnTo>
                <a:lnTo>
                  <a:pt x="385380" y="925848"/>
                </a:lnTo>
                <a:lnTo>
                  <a:pt x="388554" y="929250"/>
                </a:lnTo>
                <a:lnTo>
                  <a:pt x="391501" y="932880"/>
                </a:lnTo>
                <a:lnTo>
                  <a:pt x="395128" y="936282"/>
                </a:lnTo>
                <a:lnTo>
                  <a:pt x="398529" y="939685"/>
                </a:lnTo>
                <a:lnTo>
                  <a:pt x="402609" y="943087"/>
                </a:lnTo>
                <a:lnTo>
                  <a:pt x="406463" y="946489"/>
                </a:lnTo>
                <a:lnTo>
                  <a:pt x="410770" y="949892"/>
                </a:lnTo>
                <a:lnTo>
                  <a:pt x="415077" y="953294"/>
                </a:lnTo>
                <a:lnTo>
                  <a:pt x="424372" y="959646"/>
                </a:lnTo>
                <a:lnTo>
                  <a:pt x="429586" y="963048"/>
                </a:lnTo>
                <a:lnTo>
                  <a:pt x="434800" y="966224"/>
                </a:lnTo>
                <a:lnTo>
                  <a:pt x="440467" y="969626"/>
                </a:lnTo>
                <a:lnTo>
                  <a:pt x="446361" y="972575"/>
                </a:lnTo>
                <a:lnTo>
                  <a:pt x="452482" y="975751"/>
                </a:lnTo>
                <a:lnTo>
                  <a:pt x="459056" y="978473"/>
                </a:lnTo>
                <a:lnTo>
                  <a:pt x="465630" y="981421"/>
                </a:lnTo>
                <a:lnTo>
                  <a:pt x="472658" y="984370"/>
                </a:lnTo>
                <a:lnTo>
                  <a:pt x="479912" y="987092"/>
                </a:lnTo>
                <a:lnTo>
                  <a:pt x="487619" y="989814"/>
                </a:lnTo>
                <a:lnTo>
                  <a:pt x="495327" y="992309"/>
                </a:lnTo>
                <a:lnTo>
                  <a:pt x="503488" y="994804"/>
                </a:lnTo>
                <a:lnTo>
                  <a:pt x="520490" y="1000021"/>
                </a:lnTo>
                <a:lnTo>
                  <a:pt x="538626" y="1004785"/>
                </a:lnTo>
                <a:lnTo>
                  <a:pt x="538626" y="1135439"/>
                </a:lnTo>
                <a:lnTo>
                  <a:pt x="530918" y="1134305"/>
                </a:lnTo>
                <a:lnTo>
                  <a:pt x="523210" y="1133171"/>
                </a:lnTo>
                <a:lnTo>
                  <a:pt x="515503" y="1131583"/>
                </a:lnTo>
                <a:lnTo>
                  <a:pt x="507795" y="1129768"/>
                </a:lnTo>
                <a:lnTo>
                  <a:pt x="500088" y="1127727"/>
                </a:lnTo>
                <a:lnTo>
                  <a:pt x="492607" y="1125685"/>
                </a:lnTo>
                <a:lnTo>
                  <a:pt x="485126" y="1123417"/>
                </a:lnTo>
                <a:lnTo>
                  <a:pt x="477645" y="1120695"/>
                </a:lnTo>
                <a:lnTo>
                  <a:pt x="470164" y="1117973"/>
                </a:lnTo>
                <a:lnTo>
                  <a:pt x="462683" y="1115024"/>
                </a:lnTo>
                <a:lnTo>
                  <a:pt x="455429" y="1111849"/>
                </a:lnTo>
                <a:lnTo>
                  <a:pt x="448175" y="1108673"/>
                </a:lnTo>
                <a:lnTo>
                  <a:pt x="440920" y="1105044"/>
                </a:lnTo>
                <a:lnTo>
                  <a:pt x="433893" y="1101641"/>
                </a:lnTo>
                <a:lnTo>
                  <a:pt x="426639" y="1097785"/>
                </a:lnTo>
                <a:lnTo>
                  <a:pt x="419611" y="1093929"/>
                </a:lnTo>
                <a:lnTo>
                  <a:pt x="405783" y="1085310"/>
                </a:lnTo>
                <a:lnTo>
                  <a:pt x="392181" y="1076690"/>
                </a:lnTo>
                <a:lnTo>
                  <a:pt x="379033" y="1067617"/>
                </a:lnTo>
                <a:lnTo>
                  <a:pt x="366338" y="1058317"/>
                </a:lnTo>
                <a:lnTo>
                  <a:pt x="366338" y="1169917"/>
                </a:lnTo>
                <a:lnTo>
                  <a:pt x="376313" y="1175588"/>
                </a:lnTo>
                <a:lnTo>
                  <a:pt x="386287" y="1181032"/>
                </a:lnTo>
                <a:lnTo>
                  <a:pt x="396715" y="1186249"/>
                </a:lnTo>
                <a:lnTo>
                  <a:pt x="407370" y="1191466"/>
                </a:lnTo>
                <a:lnTo>
                  <a:pt x="418251" y="1196003"/>
                </a:lnTo>
                <a:lnTo>
                  <a:pt x="429359" y="1200539"/>
                </a:lnTo>
                <a:lnTo>
                  <a:pt x="440694" y="1204849"/>
                </a:lnTo>
                <a:lnTo>
                  <a:pt x="452255" y="1208705"/>
                </a:lnTo>
                <a:lnTo>
                  <a:pt x="464043" y="1212561"/>
                </a:lnTo>
                <a:lnTo>
                  <a:pt x="475151" y="1215964"/>
                </a:lnTo>
                <a:lnTo>
                  <a:pt x="486486" y="1218686"/>
                </a:lnTo>
                <a:lnTo>
                  <a:pt x="497367" y="1221634"/>
                </a:lnTo>
                <a:lnTo>
                  <a:pt x="508022" y="1223903"/>
                </a:lnTo>
                <a:lnTo>
                  <a:pt x="518450" y="1225944"/>
                </a:lnTo>
                <a:lnTo>
                  <a:pt x="528878" y="1227759"/>
                </a:lnTo>
                <a:lnTo>
                  <a:pt x="538626" y="1229120"/>
                </a:lnTo>
                <a:lnTo>
                  <a:pt x="538626" y="1297396"/>
                </a:lnTo>
                <a:lnTo>
                  <a:pt x="600740" y="1297396"/>
                </a:lnTo>
                <a:lnTo>
                  <a:pt x="600740" y="1229120"/>
                </a:lnTo>
                <a:lnTo>
                  <a:pt x="608674" y="1228213"/>
                </a:lnTo>
                <a:lnTo>
                  <a:pt x="616608" y="1227305"/>
                </a:lnTo>
                <a:lnTo>
                  <a:pt x="624089" y="1225944"/>
                </a:lnTo>
                <a:lnTo>
                  <a:pt x="631570" y="1224810"/>
                </a:lnTo>
                <a:lnTo>
                  <a:pt x="638824" y="1223449"/>
                </a:lnTo>
                <a:lnTo>
                  <a:pt x="645852" y="1221861"/>
                </a:lnTo>
                <a:lnTo>
                  <a:pt x="652880" y="1220273"/>
                </a:lnTo>
                <a:lnTo>
                  <a:pt x="659454" y="1218232"/>
                </a:lnTo>
                <a:lnTo>
                  <a:pt x="666028" y="1216191"/>
                </a:lnTo>
                <a:lnTo>
                  <a:pt x="672375" y="1214149"/>
                </a:lnTo>
                <a:lnTo>
                  <a:pt x="678723" y="1211881"/>
                </a:lnTo>
                <a:lnTo>
                  <a:pt x="684617" y="1209386"/>
                </a:lnTo>
                <a:lnTo>
                  <a:pt x="690284" y="1206890"/>
                </a:lnTo>
                <a:lnTo>
                  <a:pt x="695951" y="1203942"/>
                </a:lnTo>
                <a:lnTo>
                  <a:pt x="701392" y="1200993"/>
                </a:lnTo>
                <a:lnTo>
                  <a:pt x="706833" y="1198044"/>
                </a:lnTo>
                <a:lnTo>
                  <a:pt x="711593" y="1194868"/>
                </a:lnTo>
                <a:lnTo>
                  <a:pt x="716581" y="1191693"/>
                </a:lnTo>
                <a:lnTo>
                  <a:pt x="721341" y="1188290"/>
                </a:lnTo>
                <a:lnTo>
                  <a:pt x="725875" y="1184888"/>
                </a:lnTo>
                <a:lnTo>
                  <a:pt x="730182" y="1181486"/>
                </a:lnTo>
                <a:lnTo>
                  <a:pt x="734263" y="1178083"/>
                </a:lnTo>
                <a:lnTo>
                  <a:pt x="738343" y="1174227"/>
                </a:lnTo>
                <a:lnTo>
                  <a:pt x="742197" y="1170825"/>
                </a:lnTo>
                <a:lnTo>
                  <a:pt x="745824" y="1166968"/>
                </a:lnTo>
                <a:lnTo>
                  <a:pt x="749225" y="1163339"/>
                </a:lnTo>
                <a:lnTo>
                  <a:pt x="752625" y="1159256"/>
                </a:lnTo>
                <a:lnTo>
                  <a:pt x="755799" y="1155627"/>
                </a:lnTo>
                <a:lnTo>
                  <a:pt x="758746" y="1151544"/>
                </a:lnTo>
                <a:lnTo>
                  <a:pt x="761466" y="1147461"/>
                </a:lnTo>
                <a:lnTo>
                  <a:pt x="763960" y="1143378"/>
                </a:lnTo>
                <a:lnTo>
                  <a:pt x="766453" y="1139295"/>
                </a:lnTo>
                <a:lnTo>
                  <a:pt x="770760" y="1130676"/>
                </a:lnTo>
                <a:lnTo>
                  <a:pt x="774614" y="1122056"/>
                </a:lnTo>
                <a:lnTo>
                  <a:pt x="777561" y="1113436"/>
                </a:lnTo>
                <a:lnTo>
                  <a:pt x="778921" y="1109354"/>
                </a:lnTo>
                <a:lnTo>
                  <a:pt x="780055" y="1105044"/>
                </a:lnTo>
                <a:lnTo>
                  <a:pt x="781415" y="1100507"/>
                </a:lnTo>
                <a:lnTo>
                  <a:pt x="782322" y="1096424"/>
                </a:lnTo>
                <a:lnTo>
                  <a:pt x="783002" y="1092114"/>
                </a:lnTo>
                <a:lnTo>
                  <a:pt x="783682" y="1087805"/>
                </a:lnTo>
                <a:lnTo>
                  <a:pt x="784135" y="1083495"/>
                </a:lnTo>
                <a:lnTo>
                  <a:pt x="784589" y="1079185"/>
                </a:lnTo>
                <a:lnTo>
                  <a:pt x="784816" y="1074875"/>
                </a:lnTo>
                <a:lnTo>
                  <a:pt x="784816" y="1070339"/>
                </a:lnTo>
                <a:lnTo>
                  <a:pt x="784589" y="1061719"/>
                </a:lnTo>
                <a:lnTo>
                  <a:pt x="784135" y="1053326"/>
                </a:lnTo>
                <a:lnTo>
                  <a:pt x="783229" y="1045161"/>
                </a:lnTo>
                <a:lnTo>
                  <a:pt x="781869" y="1037222"/>
                </a:lnTo>
                <a:lnTo>
                  <a:pt x="779828" y="1029509"/>
                </a:lnTo>
                <a:lnTo>
                  <a:pt x="777788" y="1022251"/>
                </a:lnTo>
                <a:lnTo>
                  <a:pt x="775294" y="1014992"/>
                </a:lnTo>
                <a:lnTo>
                  <a:pt x="772347" y="1007960"/>
                </a:lnTo>
                <a:lnTo>
                  <a:pt x="769174" y="1001156"/>
                </a:lnTo>
                <a:lnTo>
                  <a:pt x="765320" y="994577"/>
                </a:lnTo>
                <a:lnTo>
                  <a:pt x="761466" y="988226"/>
                </a:lnTo>
                <a:lnTo>
                  <a:pt x="756705" y="982329"/>
                </a:lnTo>
                <a:lnTo>
                  <a:pt x="752172" y="976431"/>
                </a:lnTo>
                <a:lnTo>
                  <a:pt x="746731" y="970987"/>
                </a:lnTo>
                <a:lnTo>
                  <a:pt x="741064" y="965543"/>
                </a:lnTo>
                <a:lnTo>
                  <a:pt x="734943" y="960553"/>
                </a:lnTo>
                <a:lnTo>
                  <a:pt x="728822" y="955563"/>
                </a:lnTo>
                <a:lnTo>
                  <a:pt x="722248" y="950572"/>
                </a:lnTo>
                <a:lnTo>
                  <a:pt x="715220" y="946036"/>
                </a:lnTo>
                <a:lnTo>
                  <a:pt x="708193" y="941272"/>
                </a:lnTo>
                <a:lnTo>
                  <a:pt x="700712" y="936509"/>
                </a:lnTo>
                <a:lnTo>
                  <a:pt x="693004" y="932199"/>
                </a:lnTo>
                <a:lnTo>
                  <a:pt x="685070" y="927889"/>
                </a:lnTo>
                <a:lnTo>
                  <a:pt x="676456" y="923806"/>
                </a:lnTo>
                <a:lnTo>
                  <a:pt x="668068" y="919497"/>
                </a:lnTo>
                <a:lnTo>
                  <a:pt x="659227" y="915641"/>
                </a:lnTo>
                <a:lnTo>
                  <a:pt x="650159" y="911558"/>
                </a:lnTo>
                <a:lnTo>
                  <a:pt x="641091" y="907475"/>
                </a:lnTo>
                <a:lnTo>
                  <a:pt x="631117" y="903845"/>
                </a:lnTo>
                <a:lnTo>
                  <a:pt x="621369" y="899989"/>
                </a:lnTo>
                <a:lnTo>
                  <a:pt x="611394" y="896587"/>
                </a:lnTo>
                <a:lnTo>
                  <a:pt x="600740" y="892958"/>
                </a:lnTo>
                <a:lnTo>
                  <a:pt x="600740" y="785894"/>
                </a:lnTo>
                <a:lnTo>
                  <a:pt x="612755" y="788616"/>
                </a:lnTo>
                <a:lnTo>
                  <a:pt x="624543" y="792018"/>
                </a:lnTo>
                <a:lnTo>
                  <a:pt x="636331" y="795421"/>
                </a:lnTo>
                <a:lnTo>
                  <a:pt x="647892" y="799504"/>
                </a:lnTo>
                <a:lnTo>
                  <a:pt x="659227" y="803813"/>
                </a:lnTo>
                <a:lnTo>
                  <a:pt x="670562" y="808577"/>
                </a:lnTo>
                <a:lnTo>
                  <a:pt x="681443" y="813794"/>
                </a:lnTo>
                <a:lnTo>
                  <a:pt x="692324" y="819465"/>
                </a:lnTo>
                <a:lnTo>
                  <a:pt x="702752" y="824909"/>
                </a:lnTo>
                <a:lnTo>
                  <a:pt x="712727" y="830806"/>
                </a:lnTo>
                <a:lnTo>
                  <a:pt x="722475" y="836477"/>
                </a:lnTo>
                <a:lnTo>
                  <a:pt x="731542" y="842148"/>
                </a:lnTo>
                <a:lnTo>
                  <a:pt x="740157" y="847592"/>
                </a:lnTo>
                <a:lnTo>
                  <a:pt x="748318" y="853262"/>
                </a:lnTo>
                <a:lnTo>
                  <a:pt x="756025" y="858933"/>
                </a:lnTo>
                <a:lnTo>
                  <a:pt x="763280" y="864604"/>
                </a:lnTo>
                <a:lnTo>
                  <a:pt x="763280" y="748240"/>
                </a:lnTo>
                <a:lnTo>
                  <a:pt x="752625" y="741889"/>
                </a:lnTo>
                <a:lnTo>
                  <a:pt x="741744" y="735764"/>
                </a:lnTo>
                <a:lnTo>
                  <a:pt x="731316" y="730547"/>
                </a:lnTo>
                <a:lnTo>
                  <a:pt x="720888" y="725103"/>
                </a:lnTo>
                <a:lnTo>
                  <a:pt x="710913" y="720340"/>
                </a:lnTo>
                <a:lnTo>
                  <a:pt x="701165" y="716030"/>
                </a:lnTo>
                <a:lnTo>
                  <a:pt x="691644" y="711720"/>
                </a:lnTo>
                <a:lnTo>
                  <a:pt x="682123" y="708318"/>
                </a:lnTo>
                <a:lnTo>
                  <a:pt x="672602" y="704689"/>
                </a:lnTo>
                <a:lnTo>
                  <a:pt x="663081" y="701740"/>
                </a:lnTo>
                <a:lnTo>
                  <a:pt x="653106" y="698791"/>
                </a:lnTo>
                <a:lnTo>
                  <a:pt x="643132" y="696296"/>
                </a:lnTo>
                <a:lnTo>
                  <a:pt x="632930" y="694254"/>
                </a:lnTo>
                <a:lnTo>
                  <a:pt x="622276" y="691986"/>
                </a:lnTo>
                <a:lnTo>
                  <a:pt x="611848" y="690171"/>
                </a:lnTo>
                <a:lnTo>
                  <a:pt x="600740" y="688810"/>
                </a:lnTo>
                <a:lnTo>
                  <a:pt x="600740" y="654332"/>
                </a:lnTo>
                <a:lnTo>
                  <a:pt x="538626" y="654332"/>
                </a:lnTo>
                <a:close/>
                <a:moveTo>
                  <a:pt x="549280" y="371475"/>
                </a:moveTo>
                <a:lnTo>
                  <a:pt x="564015" y="371475"/>
                </a:lnTo>
                <a:lnTo>
                  <a:pt x="577844" y="371475"/>
                </a:lnTo>
                <a:lnTo>
                  <a:pt x="591219" y="371929"/>
                </a:lnTo>
                <a:lnTo>
                  <a:pt x="604594" y="372609"/>
                </a:lnTo>
                <a:lnTo>
                  <a:pt x="617515" y="373743"/>
                </a:lnTo>
                <a:lnTo>
                  <a:pt x="630210" y="375104"/>
                </a:lnTo>
                <a:lnTo>
                  <a:pt x="642905" y="376692"/>
                </a:lnTo>
                <a:lnTo>
                  <a:pt x="655373" y="378507"/>
                </a:lnTo>
                <a:lnTo>
                  <a:pt x="667388" y="380775"/>
                </a:lnTo>
                <a:lnTo>
                  <a:pt x="679403" y="383497"/>
                </a:lnTo>
                <a:lnTo>
                  <a:pt x="691191" y="386219"/>
                </a:lnTo>
                <a:lnTo>
                  <a:pt x="702752" y="389168"/>
                </a:lnTo>
                <a:lnTo>
                  <a:pt x="714314" y="392797"/>
                </a:lnTo>
                <a:lnTo>
                  <a:pt x="725422" y="396426"/>
                </a:lnTo>
                <a:lnTo>
                  <a:pt x="736530" y="400509"/>
                </a:lnTo>
                <a:lnTo>
                  <a:pt x="747184" y="405046"/>
                </a:lnTo>
                <a:lnTo>
                  <a:pt x="757839" y="409582"/>
                </a:lnTo>
                <a:lnTo>
                  <a:pt x="768267" y="414573"/>
                </a:lnTo>
                <a:lnTo>
                  <a:pt x="778468" y="420017"/>
                </a:lnTo>
                <a:lnTo>
                  <a:pt x="788669" y="425461"/>
                </a:lnTo>
                <a:lnTo>
                  <a:pt x="798644" y="431358"/>
                </a:lnTo>
                <a:lnTo>
                  <a:pt x="808392" y="437709"/>
                </a:lnTo>
                <a:lnTo>
                  <a:pt x="818140" y="444288"/>
                </a:lnTo>
                <a:lnTo>
                  <a:pt x="827434" y="451092"/>
                </a:lnTo>
                <a:lnTo>
                  <a:pt x="836729" y="458351"/>
                </a:lnTo>
                <a:lnTo>
                  <a:pt x="845796" y="466063"/>
                </a:lnTo>
                <a:lnTo>
                  <a:pt x="854864" y="473775"/>
                </a:lnTo>
                <a:lnTo>
                  <a:pt x="863705" y="481941"/>
                </a:lnTo>
                <a:lnTo>
                  <a:pt x="872319" y="490561"/>
                </a:lnTo>
                <a:lnTo>
                  <a:pt x="880934" y="499407"/>
                </a:lnTo>
                <a:lnTo>
                  <a:pt x="889095" y="508707"/>
                </a:lnTo>
                <a:lnTo>
                  <a:pt x="897483" y="518234"/>
                </a:lnTo>
                <a:lnTo>
                  <a:pt x="905417" y="527988"/>
                </a:lnTo>
                <a:lnTo>
                  <a:pt x="913351" y="538422"/>
                </a:lnTo>
                <a:lnTo>
                  <a:pt x="921512" y="548856"/>
                </a:lnTo>
                <a:lnTo>
                  <a:pt x="929220" y="559744"/>
                </a:lnTo>
                <a:lnTo>
                  <a:pt x="936701" y="571086"/>
                </a:lnTo>
                <a:lnTo>
                  <a:pt x="944182" y="582654"/>
                </a:lnTo>
                <a:lnTo>
                  <a:pt x="951436" y="594449"/>
                </a:lnTo>
                <a:lnTo>
                  <a:pt x="958690" y="606925"/>
                </a:lnTo>
                <a:lnTo>
                  <a:pt x="965944" y="619627"/>
                </a:lnTo>
                <a:lnTo>
                  <a:pt x="972745" y="632330"/>
                </a:lnTo>
                <a:lnTo>
                  <a:pt x="979546" y="645713"/>
                </a:lnTo>
                <a:lnTo>
                  <a:pt x="986347" y="659549"/>
                </a:lnTo>
                <a:lnTo>
                  <a:pt x="993148" y="673613"/>
                </a:lnTo>
                <a:lnTo>
                  <a:pt x="999722" y="687903"/>
                </a:lnTo>
                <a:lnTo>
                  <a:pt x="1006069" y="702647"/>
                </a:lnTo>
                <a:lnTo>
                  <a:pt x="1012643" y="717845"/>
                </a:lnTo>
                <a:lnTo>
                  <a:pt x="1018991" y="733269"/>
                </a:lnTo>
                <a:lnTo>
                  <a:pt x="1025111" y="748920"/>
                </a:lnTo>
                <a:lnTo>
                  <a:pt x="1031005" y="765252"/>
                </a:lnTo>
                <a:lnTo>
                  <a:pt x="1037126" y="781584"/>
                </a:lnTo>
                <a:lnTo>
                  <a:pt x="1043247" y="798823"/>
                </a:lnTo>
                <a:lnTo>
                  <a:pt x="1049141" y="816062"/>
                </a:lnTo>
                <a:lnTo>
                  <a:pt x="1054808" y="833528"/>
                </a:lnTo>
                <a:lnTo>
                  <a:pt x="1060476" y="851674"/>
                </a:lnTo>
                <a:lnTo>
                  <a:pt x="1066143" y="870048"/>
                </a:lnTo>
                <a:lnTo>
                  <a:pt x="1071810" y="888875"/>
                </a:lnTo>
                <a:lnTo>
                  <a:pt x="1077478" y="907928"/>
                </a:lnTo>
                <a:lnTo>
                  <a:pt x="1082692" y="927436"/>
                </a:lnTo>
                <a:lnTo>
                  <a:pt x="1088132" y="947624"/>
                </a:lnTo>
                <a:lnTo>
                  <a:pt x="1093573" y="967812"/>
                </a:lnTo>
                <a:lnTo>
                  <a:pt x="1098787" y="988453"/>
                </a:lnTo>
                <a:lnTo>
                  <a:pt x="1109215" y="1030870"/>
                </a:lnTo>
                <a:lnTo>
                  <a:pt x="1112615" y="1046522"/>
                </a:lnTo>
                <a:lnTo>
                  <a:pt x="1115789" y="1061946"/>
                </a:lnTo>
                <a:lnTo>
                  <a:pt x="1118056" y="1076917"/>
                </a:lnTo>
                <a:lnTo>
                  <a:pt x="1119870" y="1091888"/>
                </a:lnTo>
                <a:lnTo>
                  <a:pt x="1121456" y="1106405"/>
                </a:lnTo>
                <a:lnTo>
                  <a:pt x="1122136" y="1120922"/>
                </a:lnTo>
                <a:lnTo>
                  <a:pt x="1122363" y="1134985"/>
                </a:lnTo>
                <a:lnTo>
                  <a:pt x="1122136" y="1148822"/>
                </a:lnTo>
                <a:lnTo>
                  <a:pt x="1121456" y="1162659"/>
                </a:lnTo>
                <a:lnTo>
                  <a:pt x="1120096" y="1176042"/>
                </a:lnTo>
                <a:lnTo>
                  <a:pt x="1118509" y="1188971"/>
                </a:lnTo>
                <a:lnTo>
                  <a:pt x="1116469" y="1201900"/>
                </a:lnTo>
                <a:lnTo>
                  <a:pt x="1113749" y="1214603"/>
                </a:lnTo>
                <a:lnTo>
                  <a:pt x="1110575" y="1227078"/>
                </a:lnTo>
                <a:lnTo>
                  <a:pt x="1107175" y="1239100"/>
                </a:lnTo>
                <a:lnTo>
                  <a:pt x="1103321" y="1250896"/>
                </a:lnTo>
                <a:lnTo>
                  <a:pt x="1098787" y="1262464"/>
                </a:lnTo>
                <a:lnTo>
                  <a:pt x="1094026" y="1274032"/>
                </a:lnTo>
                <a:lnTo>
                  <a:pt x="1088812" y="1284920"/>
                </a:lnTo>
                <a:lnTo>
                  <a:pt x="1083145" y="1296035"/>
                </a:lnTo>
                <a:lnTo>
                  <a:pt x="1077251" y="1306469"/>
                </a:lnTo>
                <a:lnTo>
                  <a:pt x="1070904" y="1317130"/>
                </a:lnTo>
                <a:lnTo>
                  <a:pt x="1064103" y="1327110"/>
                </a:lnTo>
                <a:lnTo>
                  <a:pt x="1056849" y="1336864"/>
                </a:lnTo>
                <a:lnTo>
                  <a:pt x="1049368" y="1346845"/>
                </a:lnTo>
                <a:lnTo>
                  <a:pt x="1041660" y="1356145"/>
                </a:lnTo>
                <a:lnTo>
                  <a:pt x="1033499" y="1365218"/>
                </a:lnTo>
                <a:lnTo>
                  <a:pt x="1024658" y="1374064"/>
                </a:lnTo>
                <a:lnTo>
                  <a:pt x="1015817" y="1382911"/>
                </a:lnTo>
                <a:lnTo>
                  <a:pt x="1006749" y="1391303"/>
                </a:lnTo>
                <a:lnTo>
                  <a:pt x="997228" y="1399469"/>
                </a:lnTo>
                <a:lnTo>
                  <a:pt x="987253" y="1407408"/>
                </a:lnTo>
                <a:lnTo>
                  <a:pt x="977279" y="1415121"/>
                </a:lnTo>
                <a:lnTo>
                  <a:pt x="967078" y="1422606"/>
                </a:lnTo>
                <a:lnTo>
                  <a:pt x="956196" y="1429638"/>
                </a:lnTo>
                <a:lnTo>
                  <a:pt x="945315" y="1436669"/>
                </a:lnTo>
                <a:lnTo>
                  <a:pt x="934207" y="1443474"/>
                </a:lnTo>
                <a:lnTo>
                  <a:pt x="922872" y="1449826"/>
                </a:lnTo>
                <a:lnTo>
                  <a:pt x="911084" y="1455950"/>
                </a:lnTo>
                <a:lnTo>
                  <a:pt x="899296" y="1461848"/>
                </a:lnTo>
                <a:lnTo>
                  <a:pt x="887055" y="1467745"/>
                </a:lnTo>
                <a:lnTo>
                  <a:pt x="874586" y="1473189"/>
                </a:lnTo>
                <a:lnTo>
                  <a:pt x="862118" y="1478179"/>
                </a:lnTo>
                <a:lnTo>
                  <a:pt x="849197" y="1483396"/>
                </a:lnTo>
                <a:lnTo>
                  <a:pt x="836275" y="1488160"/>
                </a:lnTo>
                <a:lnTo>
                  <a:pt x="823127" y="1492470"/>
                </a:lnTo>
                <a:lnTo>
                  <a:pt x="809752" y="1496779"/>
                </a:lnTo>
                <a:lnTo>
                  <a:pt x="796377" y="1500862"/>
                </a:lnTo>
                <a:lnTo>
                  <a:pt x="782549" y="1504492"/>
                </a:lnTo>
                <a:lnTo>
                  <a:pt x="768720" y="1508348"/>
                </a:lnTo>
                <a:lnTo>
                  <a:pt x="754892" y="1511523"/>
                </a:lnTo>
                <a:lnTo>
                  <a:pt x="740610" y="1514472"/>
                </a:lnTo>
                <a:lnTo>
                  <a:pt x="726555" y="1517194"/>
                </a:lnTo>
                <a:lnTo>
                  <a:pt x="712047" y="1519689"/>
                </a:lnTo>
                <a:lnTo>
                  <a:pt x="697538" y="1521958"/>
                </a:lnTo>
                <a:lnTo>
                  <a:pt x="683030" y="1524226"/>
                </a:lnTo>
                <a:lnTo>
                  <a:pt x="668521" y="1526040"/>
                </a:lnTo>
                <a:lnTo>
                  <a:pt x="653786" y="1527401"/>
                </a:lnTo>
                <a:lnTo>
                  <a:pt x="638824" y="1528762"/>
                </a:lnTo>
                <a:lnTo>
                  <a:pt x="624089" y="1529897"/>
                </a:lnTo>
                <a:lnTo>
                  <a:pt x="609128" y="1530804"/>
                </a:lnTo>
                <a:lnTo>
                  <a:pt x="594166" y="1531484"/>
                </a:lnTo>
                <a:lnTo>
                  <a:pt x="579204" y="1531938"/>
                </a:lnTo>
                <a:lnTo>
                  <a:pt x="564015" y="1531938"/>
                </a:lnTo>
                <a:lnTo>
                  <a:pt x="549054" y="1531938"/>
                </a:lnTo>
                <a:lnTo>
                  <a:pt x="533865" y="1531484"/>
                </a:lnTo>
                <a:lnTo>
                  <a:pt x="518903" y="1530804"/>
                </a:lnTo>
                <a:lnTo>
                  <a:pt x="503941" y="1529670"/>
                </a:lnTo>
                <a:lnTo>
                  <a:pt x="488980" y="1528309"/>
                </a:lnTo>
                <a:lnTo>
                  <a:pt x="474018" y="1526948"/>
                </a:lnTo>
                <a:lnTo>
                  <a:pt x="459056" y="1525133"/>
                </a:lnTo>
                <a:lnTo>
                  <a:pt x="444321" y="1523319"/>
                </a:lnTo>
                <a:lnTo>
                  <a:pt x="429359" y="1520823"/>
                </a:lnTo>
                <a:lnTo>
                  <a:pt x="414851" y="1518328"/>
                </a:lnTo>
                <a:lnTo>
                  <a:pt x="400115" y="1515606"/>
                </a:lnTo>
                <a:lnTo>
                  <a:pt x="385607" y="1512204"/>
                </a:lnTo>
                <a:lnTo>
                  <a:pt x="371325" y="1509028"/>
                </a:lnTo>
                <a:lnTo>
                  <a:pt x="357044" y="1505172"/>
                </a:lnTo>
                <a:lnTo>
                  <a:pt x="342989" y="1501543"/>
                </a:lnTo>
                <a:lnTo>
                  <a:pt x="329160" y="1497233"/>
                </a:lnTo>
                <a:lnTo>
                  <a:pt x="315332" y="1492696"/>
                </a:lnTo>
                <a:lnTo>
                  <a:pt x="301730" y="1488160"/>
                </a:lnTo>
                <a:lnTo>
                  <a:pt x="288129" y="1483170"/>
                </a:lnTo>
                <a:lnTo>
                  <a:pt x="274754" y="1477952"/>
                </a:lnTo>
                <a:lnTo>
                  <a:pt x="261832" y="1472735"/>
                </a:lnTo>
                <a:lnTo>
                  <a:pt x="248910" y="1466838"/>
                </a:lnTo>
                <a:lnTo>
                  <a:pt x="235988" y="1460940"/>
                </a:lnTo>
                <a:lnTo>
                  <a:pt x="223520" y="1454816"/>
                </a:lnTo>
                <a:lnTo>
                  <a:pt x="211505" y="1448238"/>
                </a:lnTo>
                <a:lnTo>
                  <a:pt x="199264" y="1441660"/>
                </a:lnTo>
                <a:lnTo>
                  <a:pt x="187703" y="1434855"/>
                </a:lnTo>
                <a:lnTo>
                  <a:pt x="176141" y="1427596"/>
                </a:lnTo>
                <a:lnTo>
                  <a:pt x="164806" y="1420111"/>
                </a:lnTo>
                <a:lnTo>
                  <a:pt x="153925" y="1412399"/>
                </a:lnTo>
                <a:lnTo>
                  <a:pt x="143497" y="1404233"/>
                </a:lnTo>
                <a:lnTo>
                  <a:pt x="132843" y="1396067"/>
                </a:lnTo>
                <a:lnTo>
                  <a:pt x="122868" y="1387674"/>
                </a:lnTo>
                <a:lnTo>
                  <a:pt x="113120" y="1379055"/>
                </a:lnTo>
                <a:lnTo>
                  <a:pt x="103826" y="1370208"/>
                </a:lnTo>
                <a:lnTo>
                  <a:pt x="94758" y="1361135"/>
                </a:lnTo>
                <a:lnTo>
                  <a:pt x="86144" y="1351608"/>
                </a:lnTo>
                <a:lnTo>
                  <a:pt x="77756" y="1342081"/>
                </a:lnTo>
                <a:lnTo>
                  <a:pt x="69822" y="1332328"/>
                </a:lnTo>
                <a:lnTo>
                  <a:pt x="62341" y="1322120"/>
                </a:lnTo>
                <a:lnTo>
                  <a:pt x="55086" y="1311913"/>
                </a:lnTo>
                <a:lnTo>
                  <a:pt x="48286" y="1301479"/>
                </a:lnTo>
                <a:lnTo>
                  <a:pt x="41711" y="1290591"/>
                </a:lnTo>
                <a:lnTo>
                  <a:pt x="35817" y="1279703"/>
                </a:lnTo>
                <a:lnTo>
                  <a:pt x="30150" y="1268361"/>
                </a:lnTo>
                <a:lnTo>
                  <a:pt x="25163" y="1257020"/>
                </a:lnTo>
                <a:lnTo>
                  <a:pt x="20402" y="1245225"/>
                </a:lnTo>
                <a:lnTo>
                  <a:pt x="16095" y="1233203"/>
                </a:lnTo>
                <a:lnTo>
                  <a:pt x="12468" y="1221181"/>
                </a:lnTo>
                <a:lnTo>
                  <a:pt x="9068" y="1208932"/>
                </a:lnTo>
                <a:lnTo>
                  <a:pt x="6347" y="1196229"/>
                </a:lnTo>
                <a:lnTo>
                  <a:pt x="4080" y="1183527"/>
                </a:lnTo>
                <a:lnTo>
                  <a:pt x="2493" y="1170371"/>
                </a:lnTo>
                <a:lnTo>
                  <a:pt x="907" y="1157215"/>
                </a:lnTo>
                <a:lnTo>
                  <a:pt x="226" y="1143605"/>
                </a:lnTo>
                <a:lnTo>
                  <a:pt x="0" y="1129995"/>
                </a:lnTo>
                <a:lnTo>
                  <a:pt x="453" y="1116158"/>
                </a:lnTo>
                <a:lnTo>
                  <a:pt x="1133" y="1102095"/>
                </a:lnTo>
                <a:lnTo>
                  <a:pt x="2947" y="1087805"/>
                </a:lnTo>
                <a:lnTo>
                  <a:pt x="4760" y="1073288"/>
                </a:lnTo>
                <a:lnTo>
                  <a:pt x="7481" y="1058544"/>
                </a:lnTo>
                <a:lnTo>
                  <a:pt x="10654" y="1043573"/>
                </a:lnTo>
                <a:lnTo>
                  <a:pt x="14508" y="1028375"/>
                </a:lnTo>
                <a:lnTo>
                  <a:pt x="19042" y="1012951"/>
                </a:lnTo>
                <a:lnTo>
                  <a:pt x="29697" y="978473"/>
                </a:lnTo>
                <a:lnTo>
                  <a:pt x="40578" y="944448"/>
                </a:lnTo>
                <a:lnTo>
                  <a:pt x="51233" y="911104"/>
                </a:lnTo>
                <a:lnTo>
                  <a:pt x="62114" y="878667"/>
                </a:lnTo>
                <a:lnTo>
                  <a:pt x="73222" y="846684"/>
                </a:lnTo>
                <a:lnTo>
                  <a:pt x="84557" y="815608"/>
                </a:lnTo>
                <a:lnTo>
                  <a:pt x="95891" y="785213"/>
                </a:lnTo>
                <a:lnTo>
                  <a:pt x="101785" y="770469"/>
                </a:lnTo>
                <a:lnTo>
                  <a:pt x="107679" y="755725"/>
                </a:lnTo>
                <a:lnTo>
                  <a:pt x="113574" y="741435"/>
                </a:lnTo>
                <a:lnTo>
                  <a:pt x="119468" y="727145"/>
                </a:lnTo>
                <a:lnTo>
                  <a:pt x="125588" y="713081"/>
                </a:lnTo>
                <a:lnTo>
                  <a:pt x="131936" y="699245"/>
                </a:lnTo>
                <a:lnTo>
                  <a:pt x="138283" y="685635"/>
                </a:lnTo>
                <a:lnTo>
                  <a:pt x="144631" y="672479"/>
                </a:lnTo>
                <a:lnTo>
                  <a:pt x="151205" y="659322"/>
                </a:lnTo>
                <a:lnTo>
                  <a:pt x="157552" y="646393"/>
                </a:lnTo>
                <a:lnTo>
                  <a:pt x="164353" y="633691"/>
                </a:lnTo>
                <a:lnTo>
                  <a:pt x="171381" y="621669"/>
                </a:lnTo>
                <a:lnTo>
                  <a:pt x="178181" y="609420"/>
                </a:lnTo>
                <a:lnTo>
                  <a:pt x="185436" y="597625"/>
                </a:lnTo>
                <a:lnTo>
                  <a:pt x="192463" y="585830"/>
                </a:lnTo>
                <a:lnTo>
                  <a:pt x="199944" y="574488"/>
                </a:lnTo>
                <a:lnTo>
                  <a:pt x="207425" y="563600"/>
                </a:lnTo>
                <a:lnTo>
                  <a:pt x="215133" y="552712"/>
                </a:lnTo>
                <a:lnTo>
                  <a:pt x="222840" y="542051"/>
                </a:lnTo>
                <a:lnTo>
                  <a:pt x="230774" y="531844"/>
                </a:lnTo>
                <a:lnTo>
                  <a:pt x="238935" y="521863"/>
                </a:lnTo>
                <a:lnTo>
                  <a:pt x="247324" y="512110"/>
                </a:lnTo>
                <a:lnTo>
                  <a:pt x="255711" y="502810"/>
                </a:lnTo>
                <a:lnTo>
                  <a:pt x="264326" y="493736"/>
                </a:lnTo>
                <a:lnTo>
                  <a:pt x="272940" y="484663"/>
                </a:lnTo>
                <a:lnTo>
                  <a:pt x="282008" y="476271"/>
                </a:lnTo>
                <a:lnTo>
                  <a:pt x="291076" y="468105"/>
                </a:lnTo>
                <a:lnTo>
                  <a:pt x="300597" y="460166"/>
                </a:lnTo>
                <a:lnTo>
                  <a:pt x="310118" y="452453"/>
                </a:lnTo>
                <a:lnTo>
                  <a:pt x="319639" y="445195"/>
                </a:lnTo>
                <a:lnTo>
                  <a:pt x="329840" y="438163"/>
                </a:lnTo>
                <a:lnTo>
                  <a:pt x="339815" y="431585"/>
                </a:lnTo>
                <a:lnTo>
                  <a:pt x="350243" y="425234"/>
                </a:lnTo>
                <a:lnTo>
                  <a:pt x="360897" y="419336"/>
                </a:lnTo>
                <a:lnTo>
                  <a:pt x="371552" y="413665"/>
                </a:lnTo>
                <a:lnTo>
                  <a:pt x="382660" y="408222"/>
                </a:lnTo>
                <a:lnTo>
                  <a:pt x="393995" y="403231"/>
                </a:lnTo>
                <a:lnTo>
                  <a:pt x="405556" y="398695"/>
                </a:lnTo>
                <a:lnTo>
                  <a:pt x="417344" y="394385"/>
                </a:lnTo>
                <a:lnTo>
                  <a:pt x="429359" y="390529"/>
                </a:lnTo>
                <a:lnTo>
                  <a:pt x="441601" y="386899"/>
                </a:lnTo>
                <a:lnTo>
                  <a:pt x="454069" y="383724"/>
                </a:lnTo>
                <a:lnTo>
                  <a:pt x="466764" y="380775"/>
                </a:lnTo>
                <a:lnTo>
                  <a:pt x="479912" y="378280"/>
                </a:lnTo>
                <a:lnTo>
                  <a:pt x="493287" y="376238"/>
                </a:lnTo>
                <a:lnTo>
                  <a:pt x="506888" y="374424"/>
                </a:lnTo>
                <a:lnTo>
                  <a:pt x="520717" y="373063"/>
                </a:lnTo>
                <a:lnTo>
                  <a:pt x="534772" y="372156"/>
                </a:lnTo>
                <a:lnTo>
                  <a:pt x="549280" y="371475"/>
                </a:lnTo>
                <a:close/>
                <a:moveTo>
                  <a:pt x="455387" y="0"/>
                </a:moveTo>
                <a:lnTo>
                  <a:pt x="463542" y="227"/>
                </a:lnTo>
                <a:lnTo>
                  <a:pt x="471471" y="682"/>
                </a:lnTo>
                <a:lnTo>
                  <a:pt x="479174" y="1591"/>
                </a:lnTo>
                <a:lnTo>
                  <a:pt x="486423" y="2500"/>
                </a:lnTo>
                <a:lnTo>
                  <a:pt x="493446" y="3863"/>
                </a:lnTo>
                <a:lnTo>
                  <a:pt x="500242" y="5681"/>
                </a:lnTo>
                <a:lnTo>
                  <a:pt x="506812" y="7499"/>
                </a:lnTo>
                <a:lnTo>
                  <a:pt x="512702" y="9317"/>
                </a:lnTo>
                <a:lnTo>
                  <a:pt x="518592" y="11362"/>
                </a:lnTo>
                <a:lnTo>
                  <a:pt x="524256" y="13861"/>
                </a:lnTo>
                <a:lnTo>
                  <a:pt x="529466" y="16361"/>
                </a:lnTo>
                <a:lnTo>
                  <a:pt x="534450" y="18861"/>
                </a:lnTo>
                <a:lnTo>
                  <a:pt x="539207" y="21587"/>
                </a:lnTo>
                <a:lnTo>
                  <a:pt x="543738" y="24314"/>
                </a:lnTo>
                <a:lnTo>
                  <a:pt x="547816" y="27268"/>
                </a:lnTo>
                <a:lnTo>
                  <a:pt x="551894" y="29995"/>
                </a:lnTo>
                <a:lnTo>
                  <a:pt x="555292" y="32722"/>
                </a:lnTo>
                <a:lnTo>
                  <a:pt x="558916" y="35676"/>
                </a:lnTo>
                <a:lnTo>
                  <a:pt x="564807" y="40903"/>
                </a:lnTo>
                <a:lnTo>
                  <a:pt x="569790" y="45902"/>
                </a:lnTo>
                <a:lnTo>
                  <a:pt x="574095" y="50674"/>
                </a:lnTo>
                <a:lnTo>
                  <a:pt x="577040" y="54310"/>
                </a:lnTo>
                <a:lnTo>
                  <a:pt x="579079" y="57491"/>
                </a:lnTo>
                <a:lnTo>
                  <a:pt x="581118" y="59990"/>
                </a:lnTo>
                <a:lnTo>
                  <a:pt x="590406" y="51810"/>
                </a:lnTo>
                <a:lnTo>
                  <a:pt x="599467" y="44311"/>
                </a:lnTo>
                <a:lnTo>
                  <a:pt x="608076" y="37494"/>
                </a:lnTo>
                <a:lnTo>
                  <a:pt x="616685" y="31359"/>
                </a:lnTo>
                <a:lnTo>
                  <a:pt x="625293" y="25905"/>
                </a:lnTo>
                <a:lnTo>
                  <a:pt x="633449" y="21360"/>
                </a:lnTo>
                <a:lnTo>
                  <a:pt x="641151" y="17043"/>
                </a:lnTo>
                <a:lnTo>
                  <a:pt x="648854" y="13407"/>
                </a:lnTo>
                <a:lnTo>
                  <a:pt x="656103" y="10226"/>
                </a:lnTo>
                <a:lnTo>
                  <a:pt x="663126" y="7499"/>
                </a:lnTo>
                <a:lnTo>
                  <a:pt x="669922" y="5454"/>
                </a:lnTo>
                <a:lnTo>
                  <a:pt x="676492" y="3409"/>
                </a:lnTo>
                <a:lnTo>
                  <a:pt x="682608" y="2272"/>
                </a:lnTo>
                <a:lnTo>
                  <a:pt x="688498" y="1136"/>
                </a:lnTo>
                <a:lnTo>
                  <a:pt x="694162" y="454"/>
                </a:lnTo>
                <a:lnTo>
                  <a:pt x="699599" y="227"/>
                </a:lnTo>
                <a:lnTo>
                  <a:pt x="704583" y="0"/>
                </a:lnTo>
                <a:lnTo>
                  <a:pt x="709340" y="227"/>
                </a:lnTo>
                <a:lnTo>
                  <a:pt x="713871" y="454"/>
                </a:lnTo>
                <a:lnTo>
                  <a:pt x="717949" y="909"/>
                </a:lnTo>
                <a:lnTo>
                  <a:pt x="721800" y="1591"/>
                </a:lnTo>
                <a:lnTo>
                  <a:pt x="725198" y="2272"/>
                </a:lnTo>
                <a:lnTo>
                  <a:pt x="728596" y="3181"/>
                </a:lnTo>
                <a:lnTo>
                  <a:pt x="731315" y="3863"/>
                </a:lnTo>
                <a:lnTo>
                  <a:pt x="736299" y="5908"/>
                </a:lnTo>
                <a:lnTo>
                  <a:pt x="739697" y="7499"/>
                </a:lnTo>
                <a:lnTo>
                  <a:pt x="742415" y="8862"/>
                </a:lnTo>
                <a:lnTo>
                  <a:pt x="746720" y="13180"/>
                </a:lnTo>
                <a:lnTo>
                  <a:pt x="751024" y="17497"/>
                </a:lnTo>
                <a:lnTo>
                  <a:pt x="754875" y="22269"/>
                </a:lnTo>
                <a:lnTo>
                  <a:pt x="758726" y="27496"/>
                </a:lnTo>
                <a:lnTo>
                  <a:pt x="762124" y="32495"/>
                </a:lnTo>
                <a:lnTo>
                  <a:pt x="765523" y="37949"/>
                </a:lnTo>
                <a:lnTo>
                  <a:pt x="768694" y="43629"/>
                </a:lnTo>
                <a:lnTo>
                  <a:pt x="771639" y="49310"/>
                </a:lnTo>
                <a:lnTo>
                  <a:pt x="774584" y="54764"/>
                </a:lnTo>
                <a:lnTo>
                  <a:pt x="777076" y="60672"/>
                </a:lnTo>
                <a:lnTo>
                  <a:pt x="779342" y="66808"/>
                </a:lnTo>
                <a:lnTo>
                  <a:pt x="781834" y="72716"/>
                </a:lnTo>
                <a:lnTo>
                  <a:pt x="785911" y="84305"/>
                </a:lnTo>
                <a:lnTo>
                  <a:pt x="789536" y="95894"/>
                </a:lnTo>
                <a:lnTo>
                  <a:pt x="792481" y="106801"/>
                </a:lnTo>
                <a:lnTo>
                  <a:pt x="794973" y="117254"/>
                </a:lnTo>
                <a:lnTo>
                  <a:pt x="796785" y="126571"/>
                </a:lnTo>
                <a:lnTo>
                  <a:pt x="798371" y="134524"/>
                </a:lnTo>
                <a:lnTo>
                  <a:pt x="800183" y="146568"/>
                </a:lnTo>
                <a:lnTo>
                  <a:pt x="800636" y="150658"/>
                </a:lnTo>
                <a:lnTo>
                  <a:pt x="805847" y="149294"/>
                </a:lnTo>
                <a:lnTo>
                  <a:pt x="810831" y="147931"/>
                </a:lnTo>
                <a:lnTo>
                  <a:pt x="815362" y="146340"/>
                </a:lnTo>
                <a:lnTo>
                  <a:pt x="820119" y="144522"/>
                </a:lnTo>
                <a:lnTo>
                  <a:pt x="824197" y="142705"/>
                </a:lnTo>
                <a:lnTo>
                  <a:pt x="828275" y="140887"/>
                </a:lnTo>
                <a:lnTo>
                  <a:pt x="832352" y="139069"/>
                </a:lnTo>
                <a:lnTo>
                  <a:pt x="835750" y="136796"/>
                </a:lnTo>
                <a:lnTo>
                  <a:pt x="839375" y="134751"/>
                </a:lnTo>
                <a:lnTo>
                  <a:pt x="842547" y="132706"/>
                </a:lnTo>
                <a:lnTo>
                  <a:pt x="848663" y="128389"/>
                </a:lnTo>
                <a:lnTo>
                  <a:pt x="853647" y="124071"/>
                </a:lnTo>
                <a:lnTo>
                  <a:pt x="858405" y="119754"/>
                </a:lnTo>
                <a:lnTo>
                  <a:pt x="862482" y="115663"/>
                </a:lnTo>
                <a:lnTo>
                  <a:pt x="865654" y="111800"/>
                </a:lnTo>
                <a:lnTo>
                  <a:pt x="868372" y="108392"/>
                </a:lnTo>
                <a:lnTo>
                  <a:pt x="870638" y="105211"/>
                </a:lnTo>
                <a:lnTo>
                  <a:pt x="873130" y="100439"/>
                </a:lnTo>
                <a:lnTo>
                  <a:pt x="874036" y="98848"/>
                </a:lnTo>
                <a:lnTo>
                  <a:pt x="875395" y="106347"/>
                </a:lnTo>
                <a:lnTo>
                  <a:pt x="876755" y="113846"/>
                </a:lnTo>
                <a:lnTo>
                  <a:pt x="877434" y="121117"/>
                </a:lnTo>
                <a:lnTo>
                  <a:pt x="877887" y="128389"/>
                </a:lnTo>
                <a:lnTo>
                  <a:pt x="877887" y="135433"/>
                </a:lnTo>
                <a:lnTo>
                  <a:pt x="877434" y="142250"/>
                </a:lnTo>
                <a:lnTo>
                  <a:pt x="876755" y="149067"/>
                </a:lnTo>
                <a:lnTo>
                  <a:pt x="875622" y="155884"/>
                </a:lnTo>
                <a:lnTo>
                  <a:pt x="874263" y="162474"/>
                </a:lnTo>
                <a:lnTo>
                  <a:pt x="872903" y="168837"/>
                </a:lnTo>
                <a:lnTo>
                  <a:pt x="870864" y="175199"/>
                </a:lnTo>
                <a:lnTo>
                  <a:pt x="868599" y="181335"/>
                </a:lnTo>
                <a:lnTo>
                  <a:pt x="866334" y="187243"/>
                </a:lnTo>
                <a:lnTo>
                  <a:pt x="863615" y="193378"/>
                </a:lnTo>
                <a:lnTo>
                  <a:pt x="860670" y="199287"/>
                </a:lnTo>
                <a:lnTo>
                  <a:pt x="857725" y="204967"/>
                </a:lnTo>
                <a:lnTo>
                  <a:pt x="854327" y="210421"/>
                </a:lnTo>
                <a:lnTo>
                  <a:pt x="850702" y="215875"/>
                </a:lnTo>
                <a:lnTo>
                  <a:pt x="847078" y="221328"/>
                </a:lnTo>
                <a:lnTo>
                  <a:pt x="843000" y="226328"/>
                </a:lnTo>
                <a:lnTo>
                  <a:pt x="838922" y="231554"/>
                </a:lnTo>
                <a:lnTo>
                  <a:pt x="834844" y="236553"/>
                </a:lnTo>
                <a:lnTo>
                  <a:pt x="830313" y="241325"/>
                </a:lnTo>
                <a:lnTo>
                  <a:pt x="826009" y="246097"/>
                </a:lnTo>
                <a:lnTo>
                  <a:pt x="821252" y="250869"/>
                </a:lnTo>
                <a:lnTo>
                  <a:pt x="816494" y="255187"/>
                </a:lnTo>
                <a:lnTo>
                  <a:pt x="811737" y="259731"/>
                </a:lnTo>
                <a:lnTo>
                  <a:pt x="806753" y="264049"/>
                </a:lnTo>
                <a:lnTo>
                  <a:pt x="796785" y="272229"/>
                </a:lnTo>
                <a:lnTo>
                  <a:pt x="786364" y="279955"/>
                </a:lnTo>
                <a:lnTo>
                  <a:pt x="776170" y="287227"/>
                </a:lnTo>
                <a:lnTo>
                  <a:pt x="765749" y="294044"/>
                </a:lnTo>
                <a:lnTo>
                  <a:pt x="755328" y="300180"/>
                </a:lnTo>
                <a:lnTo>
                  <a:pt x="745360" y="305860"/>
                </a:lnTo>
                <a:lnTo>
                  <a:pt x="735619" y="311314"/>
                </a:lnTo>
                <a:lnTo>
                  <a:pt x="725878" y="316313"/>
                </a:lnTo>
                <a:lnTo>
                  <a:pt x="717043" y="320631"/>
                </a:lnTo>
                <a:lnTo>
                  <a:pt x="708661" y="324721"/>
                </a:lnTo>
                <a:lnTo>
                  <a:pt x="700732" y="327902"/>
                </a:lnTo>
                <a:lnTo>
                  <a:pt x="693709" y="331084"/>
                </a:lnTo>
                <a:lnTo>
                  <a:pt x="681929" y="335628"/>
                </a:lnTo>
                <a:lnTo>
                  <a:pt x="674453" y="338583"/>
                </a:lnTo>
                <a:lnTo>
                  <a:pt x="671961" y="339492"/>
                </a:lnTo>
                <a:lnTo>
                  <a:pt x="658142" y="336083"/>
                </a:lnTo>
                <a:lnTo>
                  <a:pt x="644776" y="333583"/>
                </a:lnTo>
                <a:lnTo>
                  <a:pt x="632089" y="331311"/>
                </a:lnTo>
                <a:lnTo>
                  <a:pt x="619630" y="329266"/>
                </a:lnTo>
                <a:lnTo>
                  <a:pt x="607623" y="327675"/>
                </a:lnTo>
                <a:lnTo>
                  <a:pt x="596069" y="326539"/>
                </a:lnTo>
                <a:lnTo>
                  <a:pt x="584969" y="325630"/>
                </a:lnTo>
                <a:lnTo>
                  <a:pt x="574548" y="324948"/>
                </a:lnTo>
                <a:lnTo>
                  <a:pt x="564127" y="324494"/>
                </a:lnTo>
                <a:lnTo>
                  <a:pt x="554612" y="324494"/>
                </a:lnTo>
                <a:lnTo>
                  <a:pt x="545324" y="324494"/>
                </a:lnTo>
                <a:lnTo>
                  <a:pt x="536715" y="324948"/>
                </a:lnTo>
                <a:lnTo>
                  <a:pt x="528333" y="325403"/>
                </a:lnTo>
                <a:lnTo>
                  <a:pt x="520178" y="326085"/>
                </a:lnTo>
                <a:lnTo>
                  <a:pt x="512702" y="326766"/>
                </a:lnTo>
                <a:lnTo>
                  <a:pt x="505679" y="327675"/>
                </a:lnTo>
                <a:lnTo>
                  <a:pt x="499109" y="328811"/>
                </a:lnTo>
                <a:lnTo>
                  <a:pt x="492993" y="329948"/>
                </a:lnTo>
                <a:lnTo>
                  <a:pt x="487329" y="331311"/>
                </a:lnTo>
                <a:lnTo>
                  <a:pt x="481892" y="332447"/>
                </a:lnTo>
                <a:lnTo>
                  <a:pt x="472604" y="334947"/>
                </a:lnTo>
                <a:lnTo>
                  <a:pt x="465128" y="337219"/>
                </a:lnTo>
                <a:lnTo>
                  <a:pt x="459012" y="339719"/>
                </a:lnTo>
                <a:lnTo>
                  <a:pt x="454934" y="341309"/>
                </a:lnTo>
                <a:lnTo>
                  <a:pt x="451536" y="342900"/>
                </a:lnTo>
                <a:lnTo>
                  <a:pt x="445646" y="337219"/>
                </a:lnTo>
                <a:lnTo>
                  <a:pt x="439529" y="331311"/>
                </a:lnTo>
                <a:lnTo>
                  <a:pt x="425710" y="318813"/>
                </a:lnTo>
                <a:lnTo>
                  <a:pt x="410532" y="305860"/>
                </a:lnTo>
                <a:lnTo>
                  <a:pt x="394221" y="292454"/>
                </a:lnTo>
                <a:lnTo>
                  <a:pt x="377456" y="279274"/>
                </a:lnTo>
                <a:lnTo>
                  <a:pt x="360239" y="266094"/>
                </a:lnTo>
                <a:lnTo>
                  <a:pt x="343249" y="252914"/>
                </a:lnTo>
                <a:lnTo>
                  <a:pt x="326258" y="240416"/>
                </a:lnTo>
                <a:lnTo>
                  <a:pt x="295222" y="217693"/>
                </a:lnTo>
                <a:lnTo>
                  <a:pt x="269849" y="199514"/>
                </a:lnTo>
                <a:lnTo>
                  <a:pt x="252405" y="187243"/>
                </a:lnTo>
                <a:lnTo>
                  <a:pt x="246062" y="183153"/>
                </a:lnTo>
                <a:lnTo>
                  <a:pt x="251726" y="176563"/>
                </a:lnTo>
                <a:lnTo>
                  <a:pt x="257616" y="170655"/>
                </a:lnTo>
                <a:lnTo>
                  <a:pt x="263506" y="165428"/>
                </a:lnTo>
                <a:lnTo>
                  <a:pt x="269623" y="160656"/>
                </a:lnTo>
                <a:lnTo>
                  <a:pt x="275286" y="156339"/>
                </a:lnTo>
                <a:lnTo>
                  <a:pt x="281629" y="152476"/>
                </a:lnTo>
                <a:lnTo>
                  <a:pt x="287746" y="149294"/>
                </a:lnTo>
                <a:lnTo>
                  <a:pt x="293863" y="146568"/>
                </a:lnTo>
                <a:lnTo>
                  <a:pt x="299979" y="144068"/>
                </a:lnTo>
                <a:lnTo>
                  <a:pt x="306096" y="142023"/>
                </a:lnTo>
                <a:lnTo>
                  <a:pt x="311986" y="140432"/>
                </a:lnTo>
                <a:lnTo>
                  <a:pt x="317876" y="139069"/>
                </a:lnTo>
                <a:lnTo>
                  <a:pt x="323766" y="138160"/>
                </a:lnTo>
                <a:lnTo>
                  <a:pt x="329656" y="137024"/>
                </a:lnTo>
                <a:lnTo>
                  <a:pt x="335093" y="136569"/>
                </a:lnTo>
                <a:lnTo>
                  <a:pt x="340530" y="136342"/>
                </a:lnTo>
                <a:lnTo>
                  <a:pt x="345967" y="136342"/>
                </a:lnTo>
                <a:lnTo>
                  <a:pt x="350951" y="136569"/>
                </a:lnTo>
                <a:lnTo>
                  <a:pt x="355708" y="136796"/>
                </a:lnTo>
                <a:lnTo>
                  <a:pt x="360466" y="137251"/>
                </a:lnTo>
                <a:lnTo>
                  <a:pt x="368848" y="138614"/>
                </a:lnTo>
                <a:lnTo>
                  <a:pt x="376097" y="139978"/>
                </a:lnTo>
                <a:lnTo>
                  <a:pt x="382214" y="141341"/>
                </a:lnTo>
                <a:lnTo>
                  <a:pt x="386518" y="142705"/>
                </a:lnTo>
                <a:lnTo>
                  <a:pt x="390369" y="143841"/>
                </a:lnTo>
                <a:lnTo>
                  <a:pt x="389916" y="135888"/>
                </a:lnTo>
                <a:lnTo>
                  <a:pt x="389916" y="127934"/>
                </a:lnTo>
                <a:lnTo>
                  <a:pt x="390369" y="120208"/>
                </a:lnTo>
                <a:lnTo>
                  <a:pt x="391049" y="112482"/>
                </a:lnTo>
                <a:lnTo>
                  <a:pt x="392182" y="105211"/>
                </a:lnTo>
                <a:lnTo>
                  <a:pt x="393767" y="98166"/>
                </a:lnTo>
                <a:lnTo>
                  <a:pt x="395580" y="91122"/>
                </a:lnTo>
                <a:lnTo>
                  <a:pt x="397619" y="84305"/>
                </a:lnTo>
                <a:lnTo>
                  <a:pt x="399884" y="77942"/>
                </a:lnTo>
                <a:lnTo>
                  <a:pt x="402376" y="71807"/>
                </a:lnTo>
                <a:lnTo>
                  <a:pt x="405095" y="65671"/>
                </a:lnTo>
                <a:lnTo>
                  <a:pt x="407813" y="59763"/>
                </a:lnTo>
                <a:lnTo>
                  <a:pt x="410985" y="54310"/>
                </a:lnTo>
                <a:lnTo>
                  <a:pt x="413930" y="49083"/>
                </a:lnTo>
                <a:lnTo>
                  <a:pt x="417101" y="43857"/>
                </a:lnTo>
                <a:lnTo>
                  <a:pt x="420273" y="39085"/>
                </a:lnTo>
                <a:lnTo>
                  <a:pt x="423444" y="34540"/>
                </a:lnTo>
                <a:lnTo>
                  <a:pt x="426616" y="30222"/>
                </a:lnTo>
                <a:lnTo>
                  <a:pt x="432959" y="22496"/>
                </a:lnTo>
                <a:lnTo>
                  <a:pt x="438849" y="15679"/>
                </a:lnTo>
                <a:lnTo>
                  <a:pt x="444060" y="10226"/>
                </a:lnTo>
                <a:lnTo>
                  <a:pt x="448817" y="5908"/>
                </a:lnTo>
                <a:lnTo>
                  <a:pt x="452215" y="2500"/>
                </a:lnTo>
                <a:lnTo>
                  <a:pt x="455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KSO_Shape"/>
          <p:cNvSpPr/>
          <p:nvPr/>
        </p:nvSpPr>
        <p:spPr bwMode="auto">
          <a:xfrm>
            <a:off x="4199550" y="2283581"/>
            <a:ext cx="600440" cy="600440"/>
          </a:xfrm>
          <a:custGeom>
            <a:avLst/>
            <a:gdLst>
              <a:gd name="T0" fmla="*/ 883582 w 2298700"/>
              <a:gd name="T1" fmla="*/ 1295872 h 2298700"/>
              <a:gd name="T2" fmla="*/ 899660 w 2298700"/>
              <a:gd name="T3" fmla="*/ 1824434 h 2298700"/>
              <a:gd name="T4" fmla="*/ 870674 w 2298700"/>
              <a:gd name="T5" fmla="*/ 1867800 h 2298700"/>
              <a:gd name="T6" fmla="*/ 472571 w 2298700"/>
              <a:gd name="T7" fmla="*/ 1870524 h 2298700"/>
              <a:gd name="T8" fmla="*/ 439282 w 2298700"/>
              <a:gd name="T9" fmla="*/ 1829883 h 2298700"/>
              <a:gd name="T10" fmla="*/ 450831 w 2298700"/>
              <a:gd name="T11" fmla="*/ 1299959 h 2298700"/>
              <a:gd name="T12" fmla="*/ 1168971 w 2298700"/>
              <a:gd name="T13" fmla="*/ 903287 h 2298700"/>
              <a:gd name="T14" fmla="*/ 1561900 w 2298700"/>
              <a:gd name="T15" fmla="*/ 923717 h 2298700"/>
              <a:gd name="T16" fmla="*/ 1573443 w 2298700"/>
              <a:gd name="T17" fmla="*/ 1829892 h 2298700"/>
              <a:gd name="T18" fmla="*/ 1540624 w 2298700"/>
              <a:gd name="T19" fmla="*/ 1870524 h 2298700"/>
              <a:gd name="T20" fmla="*/ 1142262 w 2298700"/>
              <a:gd name="T21" fmla="*/ 1867800 h 2298700"/>
              <a:gd name="T22" fmla="*/ 1113291 w 2298700"/>
              <a:gd name="T23" fmla="*/ 1824444 h 2298700"/>
              <a:gd name="T24" fmla="*/ 1129361 w 2298700"/>
              <a:gd name="T25" fmla="*/ 919404 h 2298700"/>
              <a:gd name="T26" fmla="*/ 2191940 w 2298700"/>
              <a:gd name="T27" fmla="*/ 450850 h 2298700"/>
              <a:gd name="T28" fmla="*/ 2238385 w 2298700"/>
              <a:gd name="T29" fmla="*/ 475582 h 2298700"/>
              <a:gd name="T30" fmla="*/ 2245636 w 2298700"/>
              <a:gd name="T31" fmla="*/ 1835358 h 2298700"/>
              <a:gd name="T32" fmla="*/ 2208706 w 2298700"/>
              <a:gd name="T33" fmla="*/ 1872115 h 2298700"/>
              <a:gd name="T34" fmla="*/ 1810633 w 2298700"/>
              <a:gd name="T35" fmla="*/ 1865309 h 2298700"/>
              <a:gd name="T36" fmla="*/ 1785938 w 2298700"/>
              <a:gd name="T37" fmla="*/ 1818568 h 2298700"/>
              <a:gd name="T38" fmla="*/ 1806329 w 2298700"/>
              <a:gd name="T39" fmla="*/ 463556 h 2298700"/>
              <a:gd name="T40" fmla="*/ 1464870 w 2298700"/>
              <a:gd name="T41" fmla="*/ 38100 h 2298700"/>
              <a:gd name="T42" fmla="*/ 1493876 w 2298700"/>
              <a:gd name="T43" fmla="*/ 48317 h 2298700"/>
              <a:gd name="T44" fmla="*/ 1512005 w 2298700"/>
              <a:gd name="T45" fmla="*/ 72609 h 2298700"/>
              <a:gd name="T46" fmla="*/ 1540105 w 2298700"/>
              <a:gd name="T47" fmla="*/ 509198 h 2298700"/>
              <a:gd name="T48" fmla="*/ 1503847 w 2298700"/>
              <a:gd name="T49" fmla="*/ 543253 h 2298700"/>
              <a:gd name="T50" fmla="*/ 1459205 w 2298700"/>
              <a:gd name="T51" fmla="*/ 535761 h 2298700"/>
              <a:gd name="T52" fmla="*/ 1437677 w 2298700"/>
              <a:gd name="T53" fmla="*/ 503749 h 2298700"/>
              <a:gd name="T54" fmla="*/ 1348845 w 2298700"/>
              <a:gd name="T55" fmla="*/ 357311 h 2298700"/>
              <a:gd name="T56" fmla="*/ 1214465 w 2298700"/>
              <a:gd name="T57" fmla="*/ 507608 h 2298700"/>
              <a:gd name="T58" fmla="*/ 1010062 w 2298700"/>
              <a:gd name="T59" fmla="*/ 669711 h 2298700"/>
              <a:gd name="T60" fmla="*/ 834212 w 2298700"/>
              <a:gd name="T61" fmla="*/ 763477 h 2298700"/>
              <a:gd name="T62" fmla="*/ 682609 w 2298700"/>
              <a:gd name="T63" fmla="*/ 817965 h 2298700"/>
              <a:gd name="T64" fmla="*/ 523528 w 2298700"/>
              <a:gd name="T65" fmla="*/ 852928 h 2298700"/>
              <a:gd name="T66" fmla="*/ 404104 w 2298700"/>
              <a:gd name="T67" fmla="*/ 862464 h 2298700"/>
              <a:gd name="T68" fmla="*/ 374191 w 2298700"/>
              <a:gd name="T69" fmla="*/ 838852 h 2298700"/>
              <a:gd name="T70" fmla="*/ 369206 w 2298700"/>
              <a:gd name="T71" fmla="*/ 795034 h 2298700"/>
              <a:gd name="T72" fmla="*/ 405237 w 2298700"/>
              <a:gd name="T73" fmla="*/ 760071 h 2298700"/>
              <a:gd name="T74" fmla="*/ 535765 w 2298700"/>
              <a:gd name="T75" fmla="*/ 742589 h 2298700"/>
              <a:gd name="T76" fmla="*/ 679890 w 2298700"/>
              <a:gd name="T77" fmla="*/ 706945 h 2298700"/>
              <a:gd name="T78" fmla="*/ 816536 w 2298700"/>
              <a:gd name="T79" fmla="*/ 654273 h 2298700"/>
              <a:gd name="T80" fmla="*/ 989667 w 2298700"/>
              <a:gd name="T81" fmla="*/ 554832 h 2298700"/>
              <a:gd name="T82" fmla="*/ 1171862 w 2298700"/>
              <a:gd name="T83" fmla="*/ 398859 h 2298700"/>
              <a:gd name="T84" fmla="*/ 1282675 w 2298700"/>
              <a:gd name="T85" fmla="*/ 267178 h 2298700"/>
              <a:gd name="T86" fmla="*/ 1087110 w 2298700"/>
              <a:gd name="T87" fmla="*/ 283979 h 2298700"/>
              <a:gd name="T88" fmla="*/ 1044054 w 2298700"/>
              <a:gd name="T89" fmla="*/ 259005 h 2298700"/>
              <a:gd name="T90" fmla="*/ 1040654 w 2298700"/>
              <a:gd name="T91" fmla="*/ 208376 h 2298700"/>
              <a:gd name="T92" fmla="*/ 1446288 w 2298700"/>
              <a:gd name="T93" fmla="*/ 40370 h 2298700"/>
              <a:gd name="T94" fmla="*/ 128386 w 2298700"/>
              <a:gd name="T95" fmla="*/ 3403 h 2298700"/>
              <a:gd name="T96" fmla="*/ 171711 w 2298700"/>
              <a:gd name="T97" fmla="*/ 26993 h 2298700"/>
              <a:gd name="T98" fmla="*/ 199157 w 2298700"/>
              <a:gd name="T99" fmla="*/ 67596 h 2298700"/>
              <a:gd name="T100" fmla="*/ 2201163 w 2298700"/>
              <a:gd name="T101" fmla="*/ 2093192 h 2298700"/>
              <a:gd name="T102" fmla="*/ 2249251 w 2298700"/>
              <a:gd name="T103" fmla="*/ 2107936 h 2298700"/>
              <a:gd name="T104" fmla="*/ 2283729 w 2298700"/>
              <a:gd name="T105" fmla="*/ 2142414 h 2298700"/>
              <a:gd name="T106" fmla="*/ 2298473 w 2298700"/>
              <a:gd name="T107" fmla="*/ 2190729 h 2298700"/>
              <a:gd name="T108" fmla="*/ 2288720 w 2298700"/>
              <a:gd name="T109" fmla="*/ 2240405 h 2298700"/>
              <a:gd name="T110" fmla="*/ 2257417 w 2298700"/>
              <a:gd name="T111" fmla="*/ 2278059 h 2298700"/>
              <a:gd name="T112" fmla="*/ 2211597 w 2298700"/>
              <a:gd name="T113" fmla="*/ 2297566 h 2298700"/>
              <a:gd name="T114" fmla="*/ 72132 w 2298700"/>
              <a:gd name="T115" fmla="*/ 2294164 h 2298700"/>
              <a:gd name="T116" fmla="*/ 29715 w 2298700"/>
              <a:gd name="T117" fmla="*/ 2268532 h 2298700"/>
              <a:gd name="T118" fmla="*/ 4537 w 2298700"/>
              <a:gd name="T119" fmla="*/ 2226568 h 2298700"/>
              <a:gd name="T120" fmla="*/ 907 w 2298700"/>
              <a:gd name="T121" fmla="*/ 87330 h 2298700"/>
              <a:gd name="T122" fmla="*/ 20188 w 2298700"/>
              <a:gd name="T123" fmla="*/ 41510 h 2298700"/>
              <a:gd name="T124" fmla="*/ 57842 w 2298700"/>
              <a:gd name="T125" fmla="*/ 10434 h 2298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298700" h="2298700">
                <a:moveTo>
                  <a:pt x="494084" y="1279525"/>
                </a:moveTo>
                <a:lnTo>
                  <a:pt x="844179" y="1279525"/>
                </a:lnTo>
                <a:lnTo>
                  <a:pt x="849841" y="1279752"/>
                </a:lnTo>
                <a:lnTo>
                  <a:pt x="855502" y="1280660"/>
                </a:lnTo>
                <a:lnTo>
                  <a:pt x="860710" y="1282023"/>
                </a:lnTo>
                <a:lnTo>
                  <a:pt x="865692" y="1283839"/>
                </a:lnTo>
                <a:lnTo>
                  <a:pt x="870674" y="1286109"/>
                </a:lnTo>
                <a:lnTo>
                  <a:pt x="875203" y="1289061"/>
                </a:lnTo>
                <a:lnTo>
                  <a:pt x="879732" y="1292467"/>
                </a:lnTo>
                <a:lnTo>
                  <a:pt x="883582" y="1295872"/>
                </a:lnTo>
                <a:lnTo>
                  <a:pt x="887205" y="1299959"/>
                </a:lnTo>
                <a:lnTo>
                  <a:pt x="890602" y="1304273"/>
                </a:lnTo>
                <a:lnTo>
                  <a:pt x="893320" y="1308814"/>
                </a:lnTo>
                <a:lnTo>
                  <a:pt x="895584" y="1313809"/>
                </a:lnTo>
                <a:lnTo>
                  <a:pt x="897396" y="1319031"/>
                </a:lnTo>
                <a:lnTo>
                  <a:pt x="898981" y="1324480"/>
                </a:lnTo>
                <a:lnTo>
                  <a:pt x="899660" y="1329702"/>
                </a:lnTo>
                <a:lnTo>
                  <a:pt x="900113" y="1335378"/>
                </a:lnTo>
                <a:lnTo>
                  <a:pt x="900113" y="1818531"/>
                </a:lnTo>
                <a:lnTo>
                  <a:pt x="899660" y="1824434"/>
                </a:lnTo>
                <a:lnTo>
                  <a:pt x="898981" y="1829883"/>
                </a:lnTo>
                <a:lnTo>
                  <a:pt x="897396" y="1835332"/>
                </a:lnTo>
                <a:lnTo>
                  <a:pt x="895584" y="1840554"/>
                </a:lnTo>
                <a:lnTo>
                  <a:pt x="893320" y="1845322"/>
                </a:lnTo>
                <a:lnTo>
                  <a:pt x="890602" y="1850090"/>
                </a:lnTo>
                <a:lnTo>
                  <a:pt x="887205" y="1854404"/>
                </a:lnTo>
                <a:lnTo>
                  <a:pt x="883582" y="1858264"/>
                </a:lnTo>
                <a:lnTo>
                  <a:pt x="879732" y="1861897"/>
                </a:lnTo>
                <a:lnTo>
                  <a:pt x="875203" y="1865302"/>
                </a:lnTo>
                <a:lnTo>
                  <a:pt x="870674" y="1867800"/>
                </a:lnTo>
                <a:lnTo>
                  <a:pt x="865692" y="1870524"/>
                </a:lnTo>
                <a:lnTo>
                  <a:pt x="860710" y="1872114"/>
                </a:lnTo>
                <a:lnTo>
                  <a:pt x="855502" y="1873476"/>
                </a:lnTo>
                <a:lnTo>
                  <a:pt x="849841" y="1874611"/>
                </a:lnTo>
                <a:lnTo>
                  <a:pt x="844179" y="1874838"/>
                </a:lnTo>
                <a:lnTo>
                  <a:pt x="494084" y="1874838"/>
                </a:lnTo>
                <a:lnTo>
                  <a:pt x="488423" y="1874611"/>
                </a:lnTo>
                <a:lnTo>
                  <a:pt x="482761" y="1873476"/>
                </a:lnTo>
                <a:lnTo>
                  <a:pt x="477326" y="1872114"/>
                </a:lnTo>
                <a:lnTo>
                  <a:pt x="472571" y="1870524"/>
                </a:lnTo>
                <a:lnTo>
                  <a:pt x="467589" y="1867800"/>
                </a:lnTo>
                <a:lnTo>
                  <a:pt x="463060" y="1865302"/>
                </a:lnTo>
                <a:lnTo>
                  <a:pt x="458531" y="1861897"/>
                </a:lnTo>
                <a:lnTo>
                  <a:pt x="454455" y="1858264"/>
                </a:lnTo>
                <a:lnTo>
                  <a:pt x="450831" y="1854404"/>
                </a:lnTo>
                <a:lnTo>
                  <a:pt x="447661" y="1850090"/>
                </a:lnTo>
                <a:lnTo>
                  <a:pt x="444944" y="1845322"/>
                </a:lnTo>
                <a:lnTo>
                  <a:pt x="442679" y="1840554"/>
                </a:lnTo>
                <a:lnTo>
                  <a:pt x="440868" y="1835332"/>
                </a:lnTo>
                <a:lnTo>
                  <a:pt x="439282" y="1829883"/>
                </a:lnTo>
                <a:lnTo>
                  <a:pt x="438603" y="1824434"/>
                </a:lnTo>
                <a:lnTo>
                  <a:pt x="438150" y="1818531"/>
                </a:lnTo>
                <a:lnTo>
                  <a:pt x="438150" y="1335378"/>
                </a:lnTo>
                <a:lnTo>
                  <a:pt x="438603" y="1329702"/>
                </a:lnTo>
                <a:lnTo>
                  <a:pt x="439282" y="1324480"/>
                </a:lnTo>
                <a:lnTo>
                  <a:pt x="440868" y="1319031"/>
                </a:lnTo>
                <a:lnTo>
                  <a:pt x="442679" y="1313809"/>
                </a:lnTo>
                <a:lnTo>
                  <a:pt x="444944" y="1308814"/>
                </a:lnTo>
                <a:lnTo>
                  <a:pt x="447661" y="1304273"/>
                </a:lnTo>
                <a:lnTo>
                  <a:pt x="450831" y="1299959"/>
                </a:lnTo>
                <a:lnTo>
                  <a:pt x="454455" y="1295872"/>
                </a:lnTo>
                <a:lnTo>
                  <a:pt x="458531" y="1292467"/>
                </a:lnTo>
                <a:lnTo>
                  <a:pt x="463060" y="1289061"/>
                </a:lnTo>
                <a:lnTo>
                  <a:pt x="467589" y="1286109"/>
                </a:lnTo>
                <a:lnTo>
                  <a:pt x="472571" y="1283839"/>
                </a:lnTo>
                <a:lnTo>
                  <a:pt x="477326" y="1282023"/>
                </a:lnTo>
                <a:lnTo>
                  <a:pt x="482761" y="1280660"/>
                </a:lnTo>
                <a:lnTo>
                  <a:pt x="488423" y="1279752"/>
                </a:lnTo>
                <a:lnTo>
                  <a:pt x="494084" y="1279525"/>
                </a:lnTo>
                <a:close/>
                <a:moveTo>
                  <a:pt x="1168971" y="903287"/>
                </a:moveTo>
                <a:lnTo>
                  <a:pt x="1518668" y="903287"/>
                </a:lnTo>
                <a:lnTo>
                  <a:pt x="1524553" y="903514"/>
                </a:lnTo>
                <a:lnTo>
                  <a:pt x="1529985" y="904195"/>
                </a:lnTo>
                <a:lnTo>
                  <a:pt x="1535418" y="905557"/>
                </a:lnTo>
                <a:lnTo>
                  <a:pt x="1540624" y="907600"/>
                </a:lnTo>
                <a:lnTo>
                  <a:pt x="1545377" y="909870"/>
                </a:lnTo>
                <a:lnTo>
                  <a:pt x="1550130" y="912821"/>
                </a:lnTo>
                <a:lnTo>
                  <a:pt x="1554430" y="915999"/>
                </a:lnTo>
                <a:lnTo>
                  <a:pt x="1558278" y="919404"/>
                </a:lnTo>
                <a:lnTo>
                  <a:pt x="1561900" y="923717"/>
                </a:lnTo>
                <a:lnTo>
                  <a:pt x="1565295" y="927803"/>
                </a:lnTo>
                <a:lnTo>
                  <a:pt x="1567784" y="932343"/>
                </a:lnTo>
                <a:lnTo>
                  <a:pt x="1570274" y="937337"/>
                </a:lnTo>
                <a:lnTo>
                  <a:pt x="1572085" y="942558"/>
                </a:lnTo>
                <a:lnTo>
                  <a:pt x="1573443" y="948006"/>
                </a:lnTo>
                <a:lnTo>
                  <a:pt x="1574575" y="953681"/>
                </a:lnTo>
                <a:lnTo>
                  <a:pt x="1574801" y="959355"/>
                </a:lnTo>
                <a:lnTo>
                  <a:pt x="1574801" y="1818542"/>
                </a:lnTo>
                <a:lnTo>
                  <a:pt x="1574575" y="1824444"/>
                </a:lnTo>
                <a:lnTo>
                  <a:pt x="1573443" y="1829892"/>
                </a:lnTo>
                <a:lnTo>
                  <a:pt x="1572085" y="1835340"/>
                </a:lnTo>
                <a:lnTo>
                  <a:pt x="1570274" y="1840560"/>
                </a:lnTo>
                <a:lnTo>
                  <a:pt x="1567784" y="1845327"/>
                </a:lnTo>
                <a:lnTo>
                  <a:pt x="1565295" y="1850094"/>
                </a:lnTo>
                <a:lnTo>
                  <a:pt x="1561900" y="1854407"/>
                </a:lnTo>
                <a:lnTo>
                  <a:pt x="1558278" y="1858266"/>
                </a:lnTo>
                <a:lnTo>
                  <a:pt x="1554430" y="1861898"/>
                </a:lnTo>
                <a:lnTo>
                  <a:pt x="1550130" y="1865303"/>
                </a:lnTo>
                <a:lnTo>
                  <a:pt x="1545377" y="1867800"/>
                </a:lnTo>
                <a:lnTo>
                  <a:pt x="1540624" y="1870524"/>
                </a:lnTo>
                <a:lnTo>
                  <a:pt x="1535418" y="1872113"/>
                </a:lnTo>
                <a:lnTo>
                  <a:pt x="1529985" y="1873475"/>
                </a:lnTo>
                <a:lnTo>
                  <a:pt x="1524553" y="1874610"/>
                </a:lnTo>
                <a:lnTo>
                  <a:pt x="1518668" y="1874837"/>
                </a:lnTo>
                <a:lnTo>
                  <a:pt x="1168971" y="1874837"/>
                </a:lnTo>
                <a:lnTo>
                  <a:pt x="1163312" y="1874610"/>
                </a:lnTo>
                <a:lnTo>
                  <a:pt x="1157654" y="1873475"/>
                </a:lnTo>
                <a:lnTo>
                  <a:pt x="1152221" y="1872113"/>
                </a:lnTo>
                <a:lnTo>
                  <a:pt x="1147242" y="1870524"/>
                </a:lnTo>
                <a:lnTo>
                  <a:pt x="1142262" y="1867800"/>
                </a:lnTo>
                <a:lnTo>
                  <a:pt x="1137736" y="1865303"/>
                </a:lnTo>
                <a:lnTo>
                  <a:pt x="1133435" y="1861898"/>
                </a:lnTo>
                <a:lnTo>
                  <a:pt x="1129361" y="1858266"/>
                </a:lnTo>
                <a:lnTo>
                  <a:pt x="1125740" y="1854407"/>
                </a:lnTo>
                <a:lnTo>
                  <a:pt x="1122797" y="1850094"/>
                </a:lnTo>
                <a:lnTo>
                  <a:pt x="1119855" y="1845327"/>
                </a:lnTo>
                <a:lnTo>
                  <a:pt x="1117365" y="1840560"/>
                </a:lnTo>
                <a:lnTo>
                  <a:pt x="1115554" y="1835340"/>
                </a:lnTo>
                <a:lnTo>
                  <a:pt x="1114196" y="1829892"/>
                </a:lnTo>
                <a:lnTo>
                  <a:pt x="1113291" y="1824444"/>
                </a:lnTo>
                <a:lnTo>
                  <a:pt x="1112838" y="1818542"/>
                </a:lnTo>
                <a:lnTo>
                  <a:pt x="1112838" y="959355"/>
                </a:lnTo>
                <a:lnTo>
                  <a:pt x="1113291" y="953681"/>
                </a:lnTo>
                <a:lnTo>
                  <a:pt x="1114196" y="948006"/>
                </a:lnTo>
                <a:lnTo>
                  <a:pt x="1115554" y="942558"/>
                </a:lnTo>
                <a:lnTo>
                  <a:pt x="1117365" y="937337"/>
                </a:lnTo>
                <a:lnTo>
                  <a:pt x="1119855" y="932343"/>
                </a:lnTo>
                <a:lnTo>
                  <a:pt x="1122797" y="927803"/>
                </a:lnTo>
                <a:lnTo>
                  <a:pt x="1125740" y="923717"/>
                </a:lnTo>
                <a:lnTo>
                  <a:pt x="1129361" y="919404"/>
                </a:lnTo>
                <a:lnTo>
                  <a:pt x="1133435" y="915999"/>
                </a:lnTo>
                <a:lnTo>
                  <a:pt x="1137736" y="912821"/>
                </a:lnTo>
                <a:lnTo>
                  <a:pt x="1142262" y="909870"/>
                </a:lnTo>
                <a:lnTo>
                  <a:pt x="1147242" y="907600"/>
                </a:lnTo>
                <a:lnTo>
                  <a:pt x="1152221" y="905557"/>
                </a:lnTo>
                <a:lnTo>
                  <a:pt x="1157654" y="904195"/>
                </a:lnTo>
                <a:lnTo>
                  <a:pt x="1163312" y="903514"/>
                </a:lnTo>
                <a:lnTo>
                  <a:pt x="1168971" y="903287"/>
                </a:lnTo>
                <a:close/>
                <a:moveTo>
                  <a:pt x="1841899" y="450850"/>
                </a:moveTo>
                <a:lnTo>
                  <a:pt x="2191940" y="450850"/>
                </a:lnTo>
                <a:lnTo>
                  <a:pt x="2197604" y="451077"/>
                </a:lnTo>
                <a:lnTo>
                  <a:pt x="2203268" y="451985"/>
                </a:lnTo>
                <a:lnTo>
                  <a:pt x="2208706" y="453573"/>
                </a:lnTo>
                <a:lnTo>
                  <a:pt x="2213917" y="455388"/>
                </a:lnTo>
                <a:lnTo>
                  <a:pt x="2218674" y="457657"/>
                </a:lnTo>
                <a:lnTo>
                  <a:pt x="2223206" y="460380"/>
                </a:lnTo>
                <a:lnTo>
                  <a:pt x="2227510" y="463556"/>
                </a:lnTo>
                <a:lnTo>
                  <a:pt x="2231589" y="467186"/>
                </a:lnTo>
                <a:lnTo>
                  <a:pt x="2235214" y="471271"/>
                </a:lnTo>
                <a:lnTo>
                  <a:pt x="2238385" y="475582"/>
                </a:lnTo>
                <a:lnTo>
                  <a:pt x="2241104" y="480119"/>
                </a:lnTo>
                <a:lnTo>
                  <a:pt x="2243596" y="484884"/>
                </a:lnTo>
                <a:lnTo>
                  <a:pt x="2245636" y="490103"/>
                </a:lnTo>
                <a:lnTo>
                  <a:pt x="2246768" y="495548"/>
                </a:lnTo>
                <a:lnTo>
                  <a:pt x="2247675" y="501221"/>
                </a:lnTo>
                <a:lnTo>
                  <a:pt x="2247901" y="506893"/>
                </a:lnTo>
                <a:lnTo>
                  <a:pt x="2247901" y="1818568"/>
                </a:lnTo>
                <a:lnTo>
                  <a:pt x="2247675" y="1824468"/>
                </a:lnTo>
                <a:lnTo>
                  <a:pt x="2246768" y="1829913"/>
                </a:lnTo>
                <a:lnTo>
                  <a:pt x="2245636" y="1835358"/>
                </a:lnTo>
                <a:lnTo>
                  <a:pt x="2243596" y="1840577"/>
                </a:lnTo>
                <a:lnTo>
                  <a:pt x="2241104" y="1845342"/>
                </a:lnTo>
                <a:lnTo>
                  <a:pt x="2238385" y="1850107"/>
                </a:lnTo>
                <a:lnTo>
                  <a:pt x="2235214" y="1854418"/>
                </a:lnTo>
                <a:lnTo>
                  <a:pt x="2231589" y="1858275"/>
                </a:lnTo>
                <a:lnTo>
                  <a:pt x="2227510" y="1861905"/>
                </a:lnTo>
                <a:lnTo>
                  <a:pt x="2223206" y="1865309"/>
                </a:lnTo>
                <a:lnTo>
                  <a:pt x="2218674" y="1867804"/>
                </a:lnTo>
                <a:lnTo>
                  <a:pt x="2213917" y="1870527"/>
                </a:lnTo>
                <a:lnTo>
                  <a:pt x="2208706" y="1872115"/>
                </a:lnTo>
                <a:lnTo>
                  <a:pt x="2203268" y="1873477"/>
                </a:lnTo>
                <a:lnTo>
                  <a:pt x="2197604" y="1874611"/>
                </a:lnTo>
                <a:lnTo>
                  <a:pt x="2191940" y="1874838"/>
                </a:lnTo>
                <a:lnTo>
                  <a:pt x="1841899" y="1874838"/>
                </a:lnTo>
                <a:lnTo>
                  <a:pt x="1836235" y="1874611"/>
                </a:lnTo>
                <a:lnTo>
                  <a:pt x="1830798" y="1873477"/>
                </a:lnTo>
                <a:lnTo>
                  <a:pt x="1825360" y="1872115"/>
                </a:lnTo>
                <a:lnTo>
                  <a:pt x="1820149" y="1870527"/>
                </a:lnTo>
                <a:lnTo>
                  <a:pt x="1815165" y="1867804"/>
                </a:lnTo>
                <a:lnTo>
                  <a:pt x="1810633" y="1865309"/>
                </a:lnTo>
                <a:lnTo>
                  <a:pt x="1806329" y="1861905"/>
                </a:lnTo>
                <a:lnTo>
                  <a:pt x="1802477" y="1858275"/>
                </a:lnTo>
                <a:lnTo>
                  <a:pt x="1798852" y="1854418"/>
                </a:lnTo>
                <a:lnTo>
                  <a:pt x="1795454" y="1850107"/>
                </a:lnTo>
                <a:lnTo>
                  <a:pt x="1792508" y="1845342"/>
                </a:lnTo>
                <a:lnTo>
                  <a:pt x="1790243" y="1840577"/>
                </a:lnTo>
                <a:lnTo>
                  <a:pt x="1788430" y="1835358"/>
                </a:lnTo>
                <a:lnTo>
                  <a:pt x="1786844" y="1829913"/>
                </a:lnTo>
                <a:lnTo>
                  <a:pt x="1786165" y="1824468"/>
                </a:lnTo>
                <a:lnTo>
                  <a:pt x="1785938" y="1818568"/>
                </a:lnTo>
                <a:lnTo>
                  <a:pt x="1785938" y="506893"/>
                </a:lnTo>
                <a:lnTo>
                  <a:pt x="1786165" y="501221"/>
                </a:lnTo>
                <a:lnTo>
                  <a:pt x="1786844" y="495548"/>
                </a:lnTo>
                <a:lnTo>
                  <a:pt x="1788430" y="490103"/>
                </a:lnTo>
                <a:lnTo>
                  <a:pt x="1790243" y="484884"/>
                </a:lnTo>
                <a:lnTo>
                  <a:pt x="1792508" y="480119"/>
                </a:lnTo>
                <a:lnTo>
                  <a:pt x="1795454" y="475582"/>
                </a:lnTo>
                <a:lnTo>
                  <a:pt x="1798852" y="471271"/>
                </a:lnTo>
                <a:lnTo>
                  <a:pt x="1802477" y="467186"/>
                </a:lnTo>
                <a:lnTo>
                  <a:pt x="1806329" y="463556"/>
                </a:lnTo>
                <a:lnTo>
                  <a:pt x="1810633" y="460380"/>
                </a:lnTo>
                <a:lnTo>
                  <a:pt x="1815165" y="457657"/>
                </a:lnTo>
                <a:lnTo>
                  <a:pt x="1820149" y="455388"/>
                </a:lnTo>
                <a:lnTo>
                  <a:pt x="1825360" y="453573"/>
                </a:lnTo>
                <a:lnTo>
                  <a:pt x="1830798" y="451985"/>
                </a:lnTo>
                <a:lnTo>
                  <a:pt x="1836235" y="451077"/>
                </a:lnTo>
                <a:lnTo>
                  <a:pt x="1841899" y="450850"/>
                </a:lnTo>
                <a:close/>
                <a:moveTo>
                  <a:pt x="1458752" y="38100"/>
                </a:moveTo>
                <a:lnTo>
                  <a:pt x="1461698" y="38100"/>
                </a:lnTo>
                <a:lnTo>
                  <a:pt x="1464870" y="38100"/>
                </a:lnTo>
                <a:lnTo>
                  <a:pt x="1468043" y="38327"/>
                </a:lnTo>
                <a:lnTo>
                  <a:pt x="1470989" y="38554"/>
                </a:lnTo>
                <a:lnTo>
                  <a:pt x="1473935" y="39235"/>
                </a:lnTo>
                <a:lnTo>
                  <a:pt x="1477107" y="40143"/>
                </a:lnTo>
                <a:lnTo>
                  <a:pt x="1479827" y="40825"/>
                </a:lnTo>
                <a:lnTo>
                  <a:pt x="1482773" y="42187"/>
                </a:lnTo>
                <a:lnTo>
                  <a:pt x="1485718" y="43322"/>
                </a:lnTo>
                <a:lnTo>
                  <a:pt x="1488438" y="44684"/>
                </a:lnTo>
                <a:lnTo>
                  <a:pt x="1491157" y="46500"/>
                </a:lnTo>
                <a:lnTo>
                  <a:pt x="1493876" y="48317"/>
                </a:lnTo>
                <a:lnTo>
                  <a:pt x="1496143" y="50133"/>
                </a:lnTo>
                <a:lnTo>
                  <a:pt x="1498409" y="52176"/>
                </a:lnTo>
                <a:lnTo>
                  <a:pt x="1500675" y="54447"/>
                </a:lnTo>
                <a:lnTo>
                  <a:pt x="1502714" y="56490"/>
                </a:lnTo>
                <a:lnTo>
                  <a:pt x="1504754" y="59214"/>
                </a:lnTo>
                <a:lnTo>
                  <a:pt x="1506567" y="61485"/>
                </a:lnTo>
                <a:lnTo>
                  <a:pt x="1508153" y="64436"/>
                </a:lnTo>
                <a:lnTo>
                  <a:pt x="1509739" y="66934"/>
                </a:lnTo>
                <a:lnTo>
                  <a:pt x="1511099" y="69658"/>
                </a:lnTo>
                <a:lnTo>
                  <a:pt x="1512005" y="72609"/>
                </a:lnTo>
                <a:lnTo>
                  <a:pt x="1513138" y="75334"/>
                </a:lnTo>
                <a:lnTo>
                  <a:pt x="1514045" y="78512"/>
                </a:lnTo>
                <a:lnTo>
                  <a:pt x="1514725" y="81691"/>
                </a:lnTo>
                <a:lnTo>
                  <a:pt x="1515178" y="84642"/>
                </a:lnTo>
                <a:lnTo>
                  <a:pt x="1515405" y="87821"/>
                </a:lnTo>
                <a:lnTo>
                  <a:pt x="1543051" y="488083"/>
                </a:lnTo>
                <a:lnTo>
                  <a:pt x="1543051" y="493305"/>
                </a:lnTo>
                <a:lnTo>
                  <a:pt x="1542371" y="498754"/>
                </a:lnTo>
                <a:lnTo>
                  <a:pt x="1541691" y="503976"/>
                </a:lnTo>
                <a:lnTo>
                  <a:pt x="1540105" y="509198"/>
                </a:lnTo>
                <a:lnTo>
                  <a:pt x="1538066" y="513965"/>
                </a:lnTo>
                <a:lnTo>
                  <a:pt x="1535800" y="518506"/>
                </a:lnTo>
                <a:lnTo>
                  <a:pt x="1532854" y="522820"/>
                </a:lnTo>
                <a:lnTo>
                  <a:pt x="1529908" y="526906"/>
                </a:lnTo>
                <a:lnTo>
                  <a:pt x="1526282" y="530539"/>
                </a:lnTo>
                <a:lnTo>
                  <a:pt x="1522429" y="533944"/>
                </a:lnTo>
                <a:lnTo>
                  <a:pt x="1518350" y="537123"/>
                </a:lnTo>
                <a:lnTo>
                  <a:pt x="1513592" y="539620"/>
                </a:lnTo>
                <a:lnTo>
                  <a:pt x="1509059" y="541663"/>
                </a:lnTo>
                <a:lnTo>
                  <a:pt x="1503847" y="543253"/>
                </a:lnTo>
                <a:lnTo>
                  <a:pt x="1498635" y="544615"/>
                </a:lnTo>
                <a:lnTo>
                  <a:pt x="1493197" y="545069"/>
                </a:lnTo>
                <a:lnTo>
                  <a:pt x="1488211" y="545296"/>
                </a:lnTo>
                <a:lnTo>
                  <a:pt x="1482999" y="544842"/>
                </a:lnTo>
                <a:lnTo>
                  <a:pt x="1478014" y="543934"/>
                </a:lnTo>
                <a:lnTo>
                  <a:pt x="1473481" y="542799"/>
                </a:lnTo>
                <a:lnTo>
                  <a:pt x="1469629" y="541437"/>
                </a:lnTo>
                <a:lnTo>
                  <a:pt x="1466003" y="539847"/>
                </a:lnTo>
                <a:lnTo>
                  <a:pt x="1462604" y="537804"/>
                </a:lnTo>
                <a:lnTo>
                  <a:pt x="1459205" y="535761"/>
                </a:lnTo>
                <a:lnTo>
                  <a:pt x="1456032" y="533490"/>
                </a:lnTo>
                <a:lnTo>
                  <a:pt x="1453086" y="530766"/>
                </a:lnTo>
                <a:lnTo>
                  <a:pt x="1450367" y="528041"/>
                </a:lnTo>
                <a:lnTo>
                  <a:pt x="1447874" y="525090"/>
                </a:lnTo>
                <a:lnTo>
                  <a:pt x="1445382" y="522139"/>
                </a:lnTo>
                <a:lnTo>
                  <a:pt x="1443342" y="518733"/>
                </a:lnTo>
                <a:lnTo>
                  <a:pt x="1441529" y="515100"/>
                </a:lnTo>
                <a:lnTo>
                  <a:pt x="1439943" y="511468"/>
                </a:lnTo>
                <a:lnTo>
                  <a:pt x="1438583" y="507608"/>
                </a:lnTo>
                <a:lnTo>
                  <a:pt x="1437677" y="503749"/>
                </a:lnTo>
                <a:lnTo>
                  <a:pt x="1436770" y="499662"/>
                </a:lnTo>
                <a:lnTo>
                  <a:pt x="1436317" y="495348"/>
                </a:lnTo>
                <a:lnTo>
                  <a:pt x="1419775" y="256735"/>
                </a:lnTo>
                <a:lnTo>
                  <a:pt x="1404592" y="280119"/>
                </a:lnTo>
                <a:lnTo>
                  <a:pt x="1396434" y="292606"/>
                </a:lnTo>
                <a:lnTo>
                  <a:pt x="1387596" y="304866"/>
                </a:lnTo>
                <a:lnTo>
                  <a:pt x="1378531" y="317580"/>
                </a:lnTo>
                <a:lnTo>
                  <a:pt x="1369014" y="330748"/>
                </a:lnTo>
                <a:lnTo>
                  <a:pt x="1359270" y="343916"/>
                </a:lnTo>
                <a:lnTo>
                  <a:pt x="1348845" y="357311"/>
                </a:lnTo>
                <a:lnTo>
                  <a:pt x="1338421" y="370933"/>
                </a:lnTo>
                <a:lnTo>
                  <a:pt x="1327317" y="384782"/>
                </a:lnTo>
                <a:lnTo>
                  <a:pt x="1315760" y="398632"/>
                </a:lnTo>
                <a:lnTo>
                  <a:pt x="1303750" y="412935"/>
                </a:lnTo>
                <a:lnTo>
                  <a:pt x="1291513" y="426784"/>
                </a:lnTo>
                <a:lnTo>
                  <a:pt x="1278823" y="441314"/>
                </a:lnTo>
                <a:lnTo>
                  <a:pt x="1265679" y="455390"/>
                </a:lnTo>
                <a:lnTo>
                  <a:pt x="1252082" y="469920"/>
                </a:lnTo>
                <a:lnTo>
                  <a:pt x="1233500" y="488991"/>
                </a:lnTo>
                <a:lnTo>
                  <a:pt x="1214465" y="507608"/>
                </a:lnTo>
                <a:lnTo>
                  <a:pt x="1195430" y="525998"/>
                </a:lnTo>
                <a:lnTo>
                  <a:pt x="1175715" y="543707"/>
                </a:lnTo>
                <a:lnTo>
                  <a:pt x="1156226" y="560961"/>
                </a:lnTo>
                <a:lnTo>
                  <a:pt x="1136058" y="577762"/>
                </a:lnTo>
                <a:lnTo>
                  <a:pt x="1115663" y="594336"/>
                </a:lnTo>
                <a:lnTo>
                  <a:pt x="1095041" y="610455"/>
                </a:lnTo>
                <a:lnTo>
                  <a:pt x="1074193" y="625893"/>
                </a:lnTo>
                <a:lnTo>
                  <a:pt x="1053118" y="641105"/>
                </a:lnTo>
                <a:lnTo>
                  <a:pt x="1031590" y="655408"/>
                </a:lnTo>
                <a:lnTo>
                  <a:pt x="1010062" y="669711"/>
                </a:lnTo>
                <a:lnTo>
                  <a:pt x="988081" y="683333"/>
                </a:lnTo>
                <a:lnTo>
                  <a:pt x="966099" y="696501"/>
                </a:lnTo>
                <a:lnTo>
                  <a:pt x="943891" y="709442"/>
                </a:lnTo>
                <a:lnTo>
                  <a:pt x="921004" y="721702"/>
                </a:lnTo>
                <a:lnTo>
                  <a:pt x="906954" y="729194"/>
                </a:lnTo>
                <a:lnTo>
                  <a:pt x="892451" y="736232"/>
                </a:lnTo>
                <a:lnTo>
                  <a:pt x="878174" y="743497"/>
                </a:lnTo>
                <a:lnTo>
                  <a:pt x="863671" y="750309"/>
                </a:lnTo>
                <a:lnTo>
                  <a:pt x="848941" y="756893"/>
                </a:lnTo>
                <a:lnTo>
                  <a:pt x="834212" y="763477"/>
                </a:lnTo>
                <a:lnTo>
                  <a:pt x="819482" y="769834"/>
                </a:lnTo>
                <a:lnTo>
                  <a:pt x="804526" y="775736"/>
                </a:lnTo>
                <a:lnTo>
                  <a:pt x="789569" y="781866"/>
                </a:lnTo>
                <a:lnTo>
                  <a:pt x="774613" y="787542"/>
                </a:lnTo>
                <a:lnTo>
                  <a:pt x="759430" y="793218"/>
                </a:lnTo>
                <a:lnTo>
                  <a:pt x="744247" y="798440"/>
                </a:lnTo>
                <a:lnTo>
                  <a:pt x="729064" y="803435"/>
                </a:lnTo>
                <a:lnTo>
                  <a:pt x="713655" y="808657"/>
                </a:lnTo>
                <a:lnTo>
                  <a:pt x="698472" y="813197"/>
                </a:lnTo>
                <a:lnTo>
                  <a:pt x="682609" y="817965"/>
                </a:lnTo>
                <a:lnTo>
                  <a:pt x="667199" y="822279"/>
                </a:lnTo>
                <a:lnTo>
                  <a:pt x="651563" y="826365"/>
                </a:lnTo>
                <a:lnTo>
                  <a:pt x="635701" y="830452"/>
                </a:lnTo>
                <a:lnTo>
                  <a:pt x="620064" y="834084"/>
                </a:lnTo>
                <a:lnTo>
                  <a:pt x="604202" y="837717"/>
                </a:lnTo>
                <a:lnTo>
                  <a:pt x="588112" y="841350"/>
                </a:lnTo>
                <a:lnTo>
                  <a:pt x="572249" y="844528"/>
                </a:lnTo>
                <a:lnTo>
                  <a:pt x="555933" y="847479"/>
                </a:lnTo>
                <a:lnTo>
                  <a:pt x="539618" y="850431"/>
                </a:lnTo>
                <a:lnTo>
                  <a:pt x="523528" y="852928"/>
                </a:lnTo>
                <a:lnTo>
                  <a:pt x="507212" y="855653"/>
                </a:lnTo>
                <a:lnTo>
                  <a:pt x="490896" y="857923"/>
                </a:lnTo>
                <a:lnTo>
                  <a:pt x="474353" y="859966"/>
                </a:lnTo>
                <a:lnTo>
                  <a:pt x="458037" y="861783"/>
                </a:lnTo>
                <a:lnTo>
                  <a:pt x="441268" y="863372"/>
                </a:lnTo>
                <a:lnTo>
                  <a:pt x="424726" y="864961"/>
                </a:lnTo>
                <a:lnTo>
                  <a:pt x="419287" y="865188"/>
                </a:lnTo>
                <a:lnTo>
                  <a:pt x="414075" y="864734"/>
                </a:lnTo>
                <a:lnTo>
                  <a:pt x="409089" y="863826"/>
                </a:lnTo>
                <a:lnTo>
                  <a:pt x="404104" y="862464"/>
                </a:lnTo>
                <a:lnTo>
                  <a:pt x="400252" y="861329"/>
                </a:lnTo>
                <a:lnTo>
                  <a:pt x="396626" y="859739"/>
                </a:lnTo>
                <a:lnTo>
                  <a:pt x="393227" y="857923"/>
                </a:lnTo>
                <a:lnTo>
                  <a:pt x="389827" y="855880"/>
                </a:lnTo>
                <a:lnTo>
                  <a:pt x="386882" y="853609"/>
                </a:lnTo>
                <a:lnTo>
                  <a:pt x="383936" y="850885"/>
                </a:lnTo>
                <a:lnTo>
                  <a:pt x="381216" y="848161"/>
                </a:lnTo>
                <a:lnTo>
                  <a:pt x="378497" y="845209"/>
                </a:lnTo>
                <a:lnTo>
                  <a:pt x="376231" y="842258"/>
                </a:lnTo>
                <a:lnTo>
                  <a:pt x="374191" y="838852"/>
                </a:lnTo>
                <a:lnTo>
                  <a:pt x="372378" y="835447"/>
                </a:lnTo>
                <a:lnTo>
                  <a:pt x="370566" y="831814"/>
                </a:lnTo>
                <a:lnTo>
                  <a:pt x="369206" y="827955"/>
                </a:lnTo>
                <a:lnTo>
                  <a:pt x="368299" y="824095"/>
                </a:lnTo>
                <a:lnTo>
                  <a:pt x="367620" y="820008"/>
                </a:lnTo>
                <a:lnTo>
                  <a:pt x="366940" y="815922"/>
                </a:lnTo>
                <a:lnTo>
                  <a:pt x="366713" y="810473"/>
                </a:lnTo>
                <a:lnTo>
                  <a:pt x="367167" y="805024"/>
                </a:lnTo>
                <a:lnTo>
                  <a:pt x="368073" y="799802"/>
                </a:lnTo>
                <a:lnTo>
                  <a:pt x="369206" y="795034"/>
                </a:lnTo>
                <a:lnTo>
                  <a:pt x="371472" y="790040"/>
                </a:lnTo>
                <a:lnTo>
                  <a:pt x="373738" y="785272"/>
                </a:lnTo>
                <a:lnTo>
                  <a:pt x="376231" y="780958"/>
                </a:lnTo>
                <a:lnTo>
                  <a:pt x="379403" y="776872"/>
                </a:lnTo>
                <a:lnTo>
                  <a:pt x="383029" y="773239"/>
                </a:lnTo>
                <a:lnTo>
                  <a:pt x="386882" y="769607"/>
                </a:lnTo>
                <a:lnTo>
                  <a:pt x="390961" y="766882"/>
                </a:lnTo>
                <a:lnTo>
                  <a:pt x="395266" y="763931"/>
                </a:lnTo>
                <a:lnTo>
                  <a:pt x="400252" y="761887"/>
                </a:lnTo>
                <a:lnTo>
                  <a:pt x="405237" y="760071"/>
                </a:lnTo>
                <a:lnTo>
                  <a:pt x="410222" y="758709"/>
                </a:lnTo>
                <a:lnTo>
                  <a:pt x="415661" y="758255"/>
                </a:lnTo>
                <a:lnTo>
                  <a:pt x="431071" y="756666"/>
                </a:lnTo>
                <a:lnTo>
                  <a:pt x="446027" y="755076"/>
                </a:lnTo>
                <a:lnTo>
                  <a:pt x="461210" y="753714"/>
                </a:lnTo>
                <a:lnTo>
                  <a:pt x="476166" y="751898"/>
                </a:lnTo>
                <a:lnTo>
                  <a:pt x="491123" y="749854"/>
                </a:lnTo>
                <a:lnTo>
                  <a:pt x="506079" y="747357"/>
                </a:lnTo>
                <a:lnTo>
                  <a:pt x="521035" y="745087"/>
                </a:lnTo>
                <a:lnTo>
                  <a:pt x="535765" y="742589"/>
                </a:lnTo>
                <a:lnTo>
                  <a:pt x="550495" y="739638"/>
                </a:lnTo>
                <a:lnTo>
                  <a:pt x="565224" y="736913"/>
                </a:lnTo>
                <a:lnTo>
                  <a:pt x="579728" y="733735"/>
                </a:lnTo>
                <a:lnTo>
                  <a:pt x="594231" y="730329"/>
                </a:lnTo>
                <a:lnTo>
                  <a:pt x="608734" y="726697"/>
                </a:lnTo>
                <a:lnTo>
                  <a:pt x="623010" y="723064"/>
                </a:lnTo>
                <a:lnTo>
                  <a:pt x="637287" y="719432"/>
                </a:lnTo>
                <a:lnTo>
                  <a:pt x="651563" y="715345"/>
                </a:lnTo>
                <a:lnTo>
                  <a:pt x="665613" y="711259"/>
                </a:lnTo>
                <a:lnTo>
                  <a:pt x="679890" y="706945"/>
                </a:lnTo>
                <a:lnTo>
                  <a:pt x="693713" y="702404"/>
                </a:lnTo>
                <a:lnTo>
                  <a:pt x="707763" y="697864"/>
                </a:lnTo>
                <a:lnTo>
                  <a:pt x="721586" y="692869"/>
                </a:lnTo>
                <a:lnTo>
                  <a:pt x="735183" y="687874"/>
                </a:lnTo>
                <a:lnTo>
                  <a:pt x="749233" y="682652"/>
                </a:lnTo>
                <a:lnTo>
                  <a:pt x="762603" y="677430"/>
                </a:lnTo>
                <a:lnTo>
                  <a:pt x="776199" y="671755"/>
                </a:lnTo>
                <a:lnTo>
                  <a:pt x="789569" y="666079"/>
                </a:lnTo>
                <a:lnTo>
                  <a:pt x="803166" y="660176"/>
                </a:lnTo>
                <a:lnTo>
                  <a:pt x="816536" y="654273"/>
                </a:lnTo>
                <a:lnTo>
                  <a:pt x="829679" y="648143"/>
                </a:lnTo>
                <a:lnTo>
                  <a:pt x="842823" y="641559"/>
                </a:lnTo>
                <a:lnTo>
                  <a:pt x="855966" y="634975"/>
                </a:lnTo>
                <a:lnTo>
                  <a:pt x="868883" y="628164"/>
                </a:lnTo>
                <a:lnTo>
                  <a:pt x="889505" y="617039"/>
                </a:lnTo>
                <a:lnTo>
                  <a:pt x="910126" y="605460"/>
                </a:lnTo>
                <a:lnTo>
                  <a:pt x="930068" y="593655"/>
                </a:lnTo>
                <a:lnTo>
                  <a:pt x="950237" y="580941"/>
                </a:lnTo>
                <a:lnTo>
                  <a:pt x="970178" y="568000"/>
                </a:lnTo>
                <a:lnTo>
                  <a:pt x="989667" y="554832"/>
                </a:lnTo>
                <a:lnTo>
                  <a:pt x="1008929" y="540982"/>
                </a:lnTo>
                <a:lnTo>
                  <a:pt x="1027964" y="526906"/>
                </a:lnTo>
                <a:lnTo>
                  <a:pt x="1046773" y="512149"/>
                </a:lnTo>
                <a:lnTo>
                  <a:pt x="1065355" y="497165"/>
                </a:lnTo>
                <a:lnTo>
                  <a:pt x="1083937" y="481726"/>
                </a:lnTo>
                <a:lnTo>
                  <a:pt x="1102066" y="466061"/>
                </a:lnTo>
                <a:lnTo>
                  <a:pt x="1119742" y="449714"/>
                </a:lnTo>
                <a:lnTo>
                  <a:pt x="1137644" y="433141"/>
                </a:lnTo>
                <a:lnTo>
                  <a:pt x="1154866" y="416113"/>
                </a:lnTo>
                <a:lnTo>
                  <a:pt x="1171862" y="398859"/>
                </a:lnTo>
                <a:lnTo>
                  <a:pt x="1184779" y="385236"/>
                </a:lnTo>
                <a:lnTo>
                  <a:pt x="1197469" y="371841"/>
                </a:lnTo>
                <a:lnTo>
                  <a:pt x="1209480" y="358219"/>
                </a:lnTo>
                <a:lnTo>
                  <a:pt x="1221037" y="344597"/>
                </a:lnTo>
                <a:lnTo>
                  <a:pt x="1232367" y="331429"/>
                </a:lnTo>
                <a:lnTo>
                  <a:pt x="1243245" y="318261"/>
                </a:lnTo>
                <a:lnTo>
                  <a:pt x="1253895" y="305093"/>
                </a:lnTo>
                <a:lnTo>
                  <a:pt x="1263866" y="292606"/>
                </a:lnTo>
                <a:lnTo>
                  <a:pt x="1273384" y="279665"/>
                </a:lnTo>
                <a:lnTo>
                  <a:pt x="1282675" y="267178"/>
                </a:lnTo>
                <a:lnTo>
                  <a:pt x="1291739" y="255145"/>
                </a:lnTo>
                <a:lnTo>
                  <a:pt x="1300124" y="242886"/>
                </a:lnTo>
                <a:lnTo>
                  <a:pt x="1308282" y="231307"/>
                </a:lnTo>
                <a:lnTo>
                  <a:pt x="1316213" y="219728"/>
                </a:lnTo>
                <a:lnTo>
                  <a:pt x="1330263" y="197706"/>
                </a:lnTo>
                <a:lnTo>
                  <a:pt x="1107958" y="281027"/>
                </a:lnTo>
                <a:lnTo>
                  <a:pt x="1102746" y="282390"/>
                </a:lnTo>
                <a:lnTo>
                  <a:pt x="1097534" y="283525"/>
                </a:lnTo>
                <a:lnTo>
                  <a:pt x="1092322" y="283979"/>
                </a:lnTo>
                <a:lnTo>
                  <a:pt x="1087110" y="283979"/>
                </a:lnTo>
                <a:lnTo>
                  <a:pt x="1081898" y="283752"/>
                </a:lnTo>
                <a:lnTo>
                  <a:pt x="1076686" y="282844"/>
                </a:lnTo>
                <a:lnTo>
                  <a:pt x="1071927" y="281255"/>
                </a:lnTo>
                <a:lnTo>
                  <a:pt x="1067168" y="279438"/>
                </a:lnTo>
                <a:lnTo>
                  <a:pt x="1062636" y="277168"/>
                </a:lnTo>
                <a:lnTo>
                  <a:pt x="1058103" y="274216"/>
                </a:lnTo>
                <a:lnTo>
                  <a:pt x="1054251" y="270811"/>
                </a:lnTo>
                <a:lnTo>
                  <a:pt x="1050399" y="267178"/>
                </a:lnTo>
                <a:lnTo>
                  <a:pt x="1047226" y="263319"/>
                </a:lnTo>
                <a:lnTo>
                  <a:pt x="1044054" y="259005"/>
                </a:lnTo>
                <a:lnTo>
                  <a:pt x="1041561" y="254237"/>
                </a:lnTo>
                <a:lnTo>
                  <a:pt x="1039295" y="249470"/>
                </a:lnTo>
                <a:lnTo>
                  <a:pt x="1037482" y="244021"/>
                </a:lnTo>
                <a:lnTo>
                  <a:pt x="1036575" y="238799"/>
                </a:lnTo>
                <a:lnTo>
                  <a:pt x="1036122" y="233350"/>
                </a:lnTo>
                <a:lnTo>
                  <a:pt x="1036122" y="228355"/>
                </a:lnTo>
                <a:lnTo>
                  <a:pt x="1036349" y="223134"/>
                </a:lnTo>
                <a:lnTo>
                  <a:pt x="1037255" y="218139"/>
                </a:lnTo>
                <a:lnTo>
                  <a:pt x="1038841" y="213144"/>
                </a:lnTo>
                <a:lnTo>
                  <a:pt x="1040654" y="208376"/>
                </a:lnTo>
                <a:lnTo>
                  <a:pt x="1042920" y="203836"/>
                </a:lnTo>
                <a:lnTo>
                  <a:pt x="1045866" y="199295"/>
                </a:lnTo>
                <a:lnTo>
                  <a:pt x="1049266" y="195435"/>
                </a:lnTo>
                <a:lnTo>
                  <a:pt x="1052891" y="191576"/>
                </a:lnTo>
                <a:lnTo>
                  <a:pt x="1056744" y="188170"/>
                </a:lnTo>
                <a:lnTo>
                  <a:pt x="1061049" y="185219"/>
                </a:lnTo>
                <a:lnTo>
                  <a:pt x="1065582" y="182494"/>
                </a:lnTo>
                <a:lnTo>
                  <a:pt x="1070567" y="180451"/>
                </a:lnTo>
                <a:lnTo>
                  <a:pt x="1443569" y="41279"/>
                </a:lnTo>
                <a:lnTo>
                  <a:pt x="1446288" y="40370"/>
                </a:lnTo>
                <a:lnTo>
                  <a:pt x="1449461" y="39462"/>
                </a:lnTo>
                <a:lnTo>
                  <a:pt x="1452633" y="38781"/>
                </a:lnTo>
                <a:lnTo>
                  <a:pt x="1455579" y="38327"/>
                </a:lnTo>
                <a:lnTo>
                  <a:pt x="1458752" y="38100"/>
                </a:lnTo>
                <a:close/>
                <a:moveTo>
                  <a:pt x="102528" y="0"/>
                </a:moveTo>
                <a:lnTo>
                  <a:pt x="107971" y="454"/>
                </a:lnTo>
                <a:lnTo>
                  <a:pt x="113189" y="681"/>
                </a:lnTo>
                <a:lnTo>
                  <a:pt x="118406" y="1361"/>
                </a:lnTo>
                <a:lnTo>
                  <a:pt x="123169" y="2268"/>
                </a:lnTo>
                <a:lnTo>
                  <a:pt x="128386" y="3403"/>
                </a:lnTo>
                <a:lnTo>
                  <a:pt x="133376" y="4764"/>
                </a:lnTo>
                <a:lnTo>
                  <a:pt x="137913" y="6578"/>
                </a:lnTo>
                <a:lnTo>
                  <a:pt x="142450" y="8393"/>
                </a:lnTo>
                <a:lnTo>
                  <a:pt x="147213" y="10434"/>
                </a:lnTo>
                <a:lnTo>
                  <a:pt x="151523" y="12476"/>
                </a:lnTo>
                <a:lnTo>
                  <a:pt x="156059" y="14971"/>
                </a:lnTo>
                <a:lnTo>
                  <a:pt x="160143" y="17693"/>
                </a:lnTo>
                <a:lnTo>
                  <a:pt x="164225" y="20642"/>
                </a:lnTo>
                <a:lnTo>
                  <a:pt x="168082" y="23590"/>
                </a:lnTo>
                <a:lnTo>
                  <a:pt x="171711" y="26993"/>
                </a:lnTo>
                <a:lnTo>
                  <a:pt x="175340" y="30169"/>
                </a:lnTo>
                <a:lnTo>
                  <a:pt x="178743" y="33798"/>
                </a:lnTo>
                <a:lnTo>
                  <a:pt x="181918" y="37427"/>
                </a:lnTo>
                <a:lnTo>
                  <a:pt x="185094" y="41510"/>
                </a:lnTo>
                <a:lnTo>
                  <a:pt x="188043" y="45593"/>
                </a:lnTo>
                <a:lnTo>
                  <a:pt x="190538" y="49676"/>
                </a:lnTo>
                <a:lnTo>
                  <a:pt x="193033" y="53986"/>
                </a:lnTo>
                <a:lnTo>
                  <a:pt x="195074" y="58296"/>
                </a:lnTo>
                <a:lnTo>
                  <a:pt x="197343" y="63059"/>
                </a:lnTo>
                <a:lnTo>
                  <a:pt x="199157" y="67596"/>
                </a:lnTo>
                <a:lnTo>
                  <a:pt x="200745" y="72359"/>
                </a:lnTo>
                <a:lnTo>
                  <a:pt x="202106" y="77122"/>
                </a:lnTo>
                <a:lnTo>
                  <a:pt x="203467" y="82340"/>
                </a:lnTo>
                <a:lnTo>
                  <a:pt x="204148" y="87330"/>
                </a:lnTo>
                <a:lnTo>
                  <a:pt x="205055" y="92320"/>
                </a:lnTo>
                <a:lnTo>
                  <a:pt x="205282" y="97537"/>
                </a:lnTo>
                <a:lnTo>
                  <a:pt x="205509" y="102981"/>
                </a:lnTo>
                <a:lnTo>
                  <a:pt x="205509" y="2092965"/>
                </a:lnTo>
                <a:lnTo>
                  <a:pt x="2195719" y="2092965"/>
                </a:lnTo>
                <a:lnTo>
                  <a:pt x="2201163" y="2093192"/>
                </a:lnTo>
                <a:lnTo>
                  <a:pt x="2206380" y="2093419"/>
                </a:lnTo>
                <a:lnTo>
                  <a:pt x="2211597" y="2094326"/>
                </a:lnTo>
                <a:lnTo>
                  <a:pt x="2216587" y="2095233"/>
                </a:lnTo>
                <a:lnTo>
                  <a:pt x="2221578" y="2096367"/>
                </a:lnTo>
                <a:lnTo>
                  <a:pt x="2226568" y="2097501"/>
                </a:lnTo>
                <a:lnTo>
                  <a:pt x="2231105" y="2099316"/>
                </a:lnTo>
                <a:lnTo>
                  <a:pt x="2235868" y="2101131"/>
                </a:lnTo>
                <a:lnTo>
                  <a:pt x="2240405" y="2103172"/>
                </a:lnTo>
                <a:lnTo>
                  <a:pt x="2244714" y="2105667"/>
                </a:lnTo>
                <a:lnTo>
                  <a:pt x="2249251" y="2107936"/>
                </a:lnTo>
                <a:lnTo>
                  <a:pt x="2253334" y="2110658"/>
                </a:lnTo>
                <a:lnTo>
                  <a:pt x="2257417" y="2113606"/>
                </a:lnTo>
                <a:lnTo>
                  <a:pt x="2261273" y="2116328"/>
                </a:lnTo>
                <a:lnTo>
                  <a:pt x="2264902" y="2119731"/>
                </a:lnTo>
                <a:lnTo>
                  <a:pt x="2268532" y="2123133"/>
                </a:lnTo>
                <a:lnTo>
                  <a:pt x="2271934" y="2126763"/>
                </a:lnTo>
                <a:lnTo>
                  <a:pt x="2275337" y="2130619"/>
                </a:lnTo>
                <a:lnTo>
                  <a:pt x="2278285" y="2134475"/>
                </a:lnTo>
                <a:lnTo>
                  <a:pt x="2281234" y="2138331"/>
                </a:lnTo>
                <a:lnTo>
                  <a:pt x="2283729" y="2142414"/>
                </a:lnTo>
                <a:lnTo>
                  <a:pt x="2286224" y="2146724"/>
                </a:lnTo>
                <a:lnTo>
                  <a:pt x="2288720" y="2151260"/>
                </a:lnTo>
                <a:lnTo>
                  <a:pt x="2290761" y="2155797"/>
                </a:lnTo>
                <a:lnTo>
                  <a:pt x="2292576" y="2160560"/>
                </a:lnTo>
                <a:lnTo>
                  <a:pt x="2294164" y="2165324"/>
                </a:lnTo>
                <a:lnTo>
                  <a:pt x="2295298" y="2170087"/>
                </a:lnTo>
                <a:lnTo>
                  <a:pt x="2296659" y="2175304"/>
                </a:lnTo>
                <a:lnTo>
                  <a:pt x="2297339" y="2180068"/>
                </a:lnTo>
                <a:lnTo>
                  <a:pt x="2298246" y="2185285"/>
                </a:lnTo>
                <a:lnTo>
                  <a:pt x="2298473" y="2190729"/>
                </a:lnTo>
                <a:lnTo>
                  <a:pt x="2298700" y="2195946"/>
                </a:lnTo>
                <a:lnTo>
                  <a:pt x="2298473" y="2201163"/>
                </a:lnTo>
                <a:lnTo>
                  <a:pt x="2298246" y="2206380"/>
                </a:lnTo>
                <a:lnTo>
                  <a:pt x="2297339" y="2211597"/>
                </a:lnTo>
                <a:lnTo>
                  <a:pt x="2296659" y="2216361"/>
                </a:lnTo>
                <a:lnTo>
                  <a:pt x="2295298" y="2221578"/>
                </a:lnTo>
                <a:lnTo>
                  <a:pt x="2294164" y="2226568"/>
                </a:lnTo>
                <a:lnTo>
                  <a:pt x="2292576" y="2231105"/>
                </a:lnTo>
                <a:lnTo>
                  <a:pt x="2290761" y="2235868"/>
                </a:lnTo>
                <a:lnTo>
                  <a:pt x="2288720" y="2240405"/>
                </a:lnTo>
                <a:lnTo>
                  <a:pt x="2286224" y="2244941"/>
                </a:lnTo>
                <a:lnTo>
                  <a:pt x="2283729" y="2249251"/>
                </a:lnTo>
                <a:lnTo>
                  <a:pt x="2281234" y="2253334"/>
                </a:lnTo>
                <a:lnTo>
                  <a:pt x="2278285" y="2257417"/>
                </a:lnTo>
                <a:lnTo>
                  <a:pt x="2275337" y="2261273"/>
                </a:lnTo>
                <a:lnTo>
                  <a:pt x="2271934" y="2264902"/>
                </a:lnTo>
                <a:lnTo>
                  <a:pt x="2268532" y="2268532"/>
                </a:lnTo>
                <a:lnTo>
                  <a:pt x="2264902" y="2271934"/>
                </a:lnTo>
                <a:lnTo>
                  <a:pt x="2261273" y="2275337"/>
                </a:lnTo>
                <a:lnTo>
                  <a:pt x="2257417" y="2278059"/>
                </a:lnTo>
                <a:lnTo>
                  <a:pt x="2253334" y="2281234"/>
                </a:lnTo>
                <a:lnTo>
                  <a:pt x="2249251" y="2283729"/>
                </a:lnTo>
                <a:lnTo>
                  <a:pt x="2244714" y="2286451"/>
                </a:lnTo>
                <a:lnTo>
                  <a:pt x="2240405" y="2288493"/>
                </a:lnTo>
                <a:lnTo>
                  <a:pt x="2235868" y="2290534"/>
                </a:lnTo>
                <a:lnTo>
                  <a:pt x="2231105" y="2292349"/>
                </a:lnTo>
                <a:lnTo>
                  <a:pt x="2226568" y="2294164"/>
                </a:lnTo>
                <a:lnTo>
                  <a:pt x="2221578" y="2295298"/>
                </a:lnTo>
                <a:lnTo>
                  <a:pt x="2216587" y="2296659"/>
                </a:lnTo>
                <a:lnTo>
                  <a:pt x="2211597" y="2297566"/>
                </a:lnTo>
                <a:lnTo>
                  <a:pt x="2206380" y="2298246"/>
                </a:lnTo>
                <a:lnTo>
                  <a:pt x="2201163" y="2298473"/>
                </a:lnTo>
                <a:lnTo>
                  <a:pt x="2195719" y="2298700"/>
                </a:lnTo>
                <a:lnTo>
                  <a:pt x="102528" y="2298700"/>
                </a:lnTo>
                <a:lnTo>
                  <a:pt x="97310" y="2298473"/>
                </a:lnTo>
                <a:lnTo>
                  <a:pt x="92093" y="2298246"/>
                </a:lnTo>
                <a:lnTo>
                  <a:pt x="86876" y="2297566"/>
                </a:lnTo>
                <a:lnTo>
                  <a:pt x="81886" y="2296659"/>
                </a:lnTo>
                <a:lnTo>
                  <a:pt x="77122" y="2295298"/>
                </a:lnTo>
                <a:lnTo>
                  <a:pt x="72132" y="2294164"/>
                </a:lnTo>
                <a:lnTo>
                  <a:pt x="67142" y="2292349"/>
                </a:lnTo>
                <a:lnTo>
                  <a:pt x="62605" y="2290534"/>
                </a:lnTo>
                <a:lnTo>
                  <a:pt x="57842" y="2288493"/>
                </a:lnTo>
                <a:lnTo>
                  <a:pt x="53532" y="2286451"/>
                </a:lnTo>
                <a:lnTo>
                  <a:pt x="49449" y="2283729"/>
                </a:lnTo>
                <a:lnTo>
                  <a:pt x="45139" y="2281234"/>
                </a:lnTo>
                <a:lnTo>
                  <a:pt x="41283" y="2278059"/>
                </a:lnTo>
                <a:lnTo>
                  <a:pt x="37200" y="2275337"/>
                </a:lnTo>
                <a:lnTo>
                  <a:pt x="33344" y="2271934"/>
                </a:lnTo>
                <a:lnTo>
                  <a:pt x="29715" y="2268532"/>
                </a:lnTo>
                <a:lnTo>
                  <a:pt x="26539" y="2264902"/>
                </a:lnTo>
                <a:lnTo>
                  <a:pt x="23364" y="2261273"/>
                </a:lnTo>
                <a:lnTo>
                  <a:pt x="20188" y="2257417"/>
                </a:lnTo>
                <a:lnTo>
                  <a:pt x="17466" y="2253334"/>
                </a:lnTo>
                <a:lnTo>
                  <a:pt x="14517" y="2249251"/>
                </a:lnTo>
                <a:lnTo>
                  <a:pt x="12249" y="2244941"/>
                </a:lnTo>
                <a:lnTo>
                  <a:pt x="9981" y="2240405"/>
                </a:lnTo>
                <a:lnTo>
                  <a:pt x="7939" y="2235868"/>
                </a:lnTo>
                <a:lnTo>
                  <a:pt x="6125" y="2231105"/>
                </a:lnTo>
                <a:lnTo>
                  <a:pt x="4537" y="2226568"/>
                </a:lnTo>
                <a:lnTo>
                  <a:pt x="2949" y="2221578"/>
                </a:lnTo>
                <a:lnTo>
                  <a:pt x="2042" y="2216361"/>
                </a:lnTo>
                <a:lnTo>
                  <a:pt x="907" y="2211597"/>
                </a:lnTo>
                <a:lnTo>
                  <a:pt x="454" y="2206380"/>
                </a:lnTo>
                <a:lnTo>
                  <a:pt x="0" y="2201163"/>
                </a:lnTo>
                <a:lnTo>
                  <a:pt x="0" y="2195946"/>
                </a:lnTo>
                <a:lnTo>
                  <a:pt x="0" y="102981"/>
                </a:lnTo>
                <a:lnTo>
                  <a:pt x="0" y="97537"/>
                </a:lnTo>
                <a:lnTo>
                  <a:pt x="454" y="92320"/>
                </a:lnTo>
                <a:lnTo>
                  <a:pt x="907" y="87330"/>
                </a:lnTo>
                <a:lnTo>
                  <a:pt x="2042" y="82340"/>
                </a:lnTo>
                <a:lnTo>
                  <a:pt x="2949" y="77122"/>
                </a:lnTo>
                <a:lnTo>
                  <a:pt x="4537" y="72359"/>
                </a:lnTo>
                <a:lnTo>
                  <a:pt x="6125" y="67596"/>
                </a:lnTo>
                <a:lnTo>
                  <a:pt x="7939" y="63059"/>
                </a:lnTo>
                <a:lnTo>
                  <a:pt x="9981" y="58296"/>
                </a:lnTo>
                <a:lnTo>
                  <a:pt x="12249" y="53986"/>
                </a:lnTo>
                <a:lnTo>
                  <a:pt x="14517" y="49676"/>
                </a:lnTo>
                <a:lnTo>
                  <a:pt x="17466" y="45593"/>
                </a:lnTo>
                <a:lnTo>
                  <a:pt x="20188" y="41510"/>
                </a:lnTo>
                <a:lnTo>
                  <a:pt x="23364" y="37427"/>
                </a:lnTo>
                <a:lnTo>
                  <a:pt x="26539" y="33798"/>
                </a:lnTo>
                <a:lnTo>
                  <a:pt x="29715" y="30169"/>
                </a:lnTo>
                <a:lnTo>
                  <a:pt x="33344" y="26993"/>
                </a:lnTo>
                <a:lnTo>
                  <a:pt x="37200" y="23590"/>
                </a:lnTo>
                <a:lnTo>
                  <a:pt x="41283" y="20642"/>
                </a:lnTo>
                <a:lnTo>
                  <a:pt x="45139" y="17693"/>
                </a:lnTo>
                <a:lnTo>
                  <a:pt x="49449" y="14971"/>
                </a:lnTo>
                <a:lnTo>
                  <a:pt x="53532" y="12476"/>
                </a:lnTo>
                <a:lnTo>
                  <a:pt x="57842" y="10434"/>
                </a:lnTo>
                <a:lnTo>
                  <a:pt x="62605" y="8393"/>
                </a:lnTo>
                <a:lnTo>
                  <a:pt x="67142" y="6578"/>
                </a:lnTo>
                <a:lnTo>
                  <a:pt x="72132" y="4764"/>
                </a:lnTo>
                <a:lnTo>
                  <a:pt x="77122" y="3403"/>
                </a:lnTo>
                <a:lnTo>
                  <a:pt x="81886" y="2268"/>
                </a:lnTo>
                <a:lnTo>
                  <a:pt x="86876" y="1361"/>
                </a:lnTo>
                <a:lnTo>
                  <a:pt x="92093" y="681"/>
                </a:lnTo>
                <a:lnTo>
                  <a:pt x="97310" y="454"/>
                </a:lnTo>
                <a:lnTo>
                  <a:pt x="1025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KSO_Shape"/>
          <p:cNvSpPr/>
          <p:nvPr/>
        </p:nvSpPr>
        <p:spPr bwMode="auto">
          <a:xfrm>
            <a:off x="6100427" y="2375357"/>
            <a:ext cx="413775" cy="418442"/>
          </a:xfrm>
          <a:custGeom>
            <a:avLst/>
            <a:gdLst>
              <a:gd name="T0" fmla="*/ 2147483646 w 5438"/>
              <a:gd name="T1" fmla="*/ 0 h 5494"/>
              <a:gd name="T2" fmla="*/ 0 w 5438"/>
              <a:gd name="T3" fmla="*/ 2147483646 h 5494"/>
              <a:gd name="T4" fmla="*/ 2147483646 w 5438"/>
              <a:gd name="T5" fmla="*/ 2147483646 h 5494"/>
              <a:gd name="T6" fmla="*/ 2147483646 w 5438"/>
              <a:gd name="T7" fmla="*/ 2147483646 h 5494"/>
              <a:gd name="T8" fmla="*/ 2147483646 w 5438"/>
              <a:gd name="T9" fmla="*/ 2147483646 h 5494"/>
              <a:gd name="T10" fmla="*/ 2147483646 w 5438"/>
              <a:gd name="T11" fmla="*/ 2147483646 h 5494"/>
              <a:gd name="T12" fmla="*/ 2147483646 w 5438"/>
              <a:gd name="T13" fmla="*/ 2147483646 h 5494"/>
              <a:gd name="T14" fmla="*/ 2147483646 w 5438"/>
              <a:gd name="T15" fmla="*/ 2147483646 h 5494"/>
              <a:gd name="T16" fmla="*/ 2147483646 w 5438"/>
              <a:gd name="T17" fmla="*/ 2147483646 h 5494"/>
              <a:gd name="T18" fmla="*/ 2147483646 w 5438"/>
              <a:gd name="T19" fmla="*/ 2147483646 h 5494"/>
              <a:gd name="T20" fmla="*/ 2147483646 w 5438"/>
              <a:gd name="T21" fmla="*/ 2147483646 h 5494"/>
              <a:gd name="T22" fmla="*/ 2147483646 w 5438"/>
              <a:gd name="T23" fmla="*/ 2147483646 h 5494"/>
              <a:gd name="T24" fmla="*/ 2147483646 w 5438"/>
              <a:gd name="T25" fmla="*/ 2147483646 h 5494"/>
              <a:gd name="T26" fmla="*/ 2147483646 w 5438"/>
              <a:gd name="T27" fmla="*/ 2147483646 h 5494"/>
              <a:gd name="T28" fmla="*/ 2147483646 w 5438"/>
              <a:gd name="T29" fmla="*/ 2147483646 h 5494"/>
              <a:gd name="T30" fmla="*/ 2147483646 w 5438"/>
              <a:gd name="T31" fmla="*/ 2147483646 h 5494"/>
              <a:gd name="T32" fmla="*/ 2147483646 w 5438"/>
              <a:gd name="T33" fmla="*/ 2147483646 h 5494"/>
              <a:gd name="T34" fmla="*/ 2147483646 w 5438"/>
              <a:gd name="T35" fmla="*/ 2147483646 h 5494"/>
              <a:gd name="T36" fmla="*/ 2147483646 w 5438"/>
              <a:gd name="T37" fmla="*/ 2147483646 h 5494"/>
              <a:gd name="T38" fmla="*/ 2147483646 w 5438"/>
              <a:gd name="T39" fmla="*/ 2147483646 h 5494"/>
              <a:gd name="T40" fmla="*/ 2147483646 w 5438"/>
              <a:gd name="T41" fmla="*/ 2147483646 h 5494"/>
              <a:gd name="T42" fmla="*/ 2147483646 w 5438"/>
              <a:gd name="T43" fmla="*/ 2147483646 h 5494"/>
              <a:gd name="T44" fmla="*/ 2147483646 w 5438"/>
              <a:gd name="T45" fmla="*/ 2147483646 h 5494"/>
              <a:gd name="T46" fmla="*/ 2147483646 w 5438"/>
              <a:gd name="T47" fmla="*/ 2147483646 h 5494"/>
              <a:gd name="T48" fmla="*/ 2147483646 w 5438"/>
              <a:gd name="T49" fmla="*/ 2147483646 h 5494"/>
              <a:gd name="T50" fmla="*/ 2147483646 w 5438"/>
              <a:gd name="T51" fmla="*/ 2147483646 h 5494"/>
              <a:gd name="T52" fmla="*/ 2147483646 w 5438"/>
              <a:gd name="T53" fmla="*/ 2147483646 h 5494"/>
              <a:gd name="T54" fmla="*/ 2147483646 w 5438"/>
              <a:gd name="T55" fmla="*/ 2147483646 h 5494"/>
              <a:gd name="T56" fmla="*/ 2147483646 w 5438"/>
              <a:gd name="T57" fmla="*/ 2147483646 h 5494"/>
              <a:gd name="T58" fmla="*/ 2147483646 w 5438"/>
              <a:gd name="T59" fmla="*/ 2147483646 h 5494"/>
              <a:gd name="T60" fmla="*/ 2147483646 w 5438"/>
              <a:gd name="T61" fmla="*/ 2147483646 h 5494"/>
              <a:gd name="T62" fmla="*/ 2147483646 w 5438"/>
              <a:gd name="T63" fmla="*/ 2147483646 h 5494"/>
              <a:gd name="T64" fmla="*/ 2147483646 w 5438"/>
              <a:gd name="T65" fmla="*/ 2147483646 h 5494"/>
              <a:gd name="T66" fmla="*/ 2147483646 w 5438"/>
              <a:gd name="T67" fmla="*/ 2147483646 h 5494"/>
              <a:gd name="T68" fmla="*/ 2147483646 w 5438"/>
              <a:gd name="T69" fmla="*/ 2147483646 h 5494"/>
              <a:gd name="T70" fmla="*/ 2147483646 w 5438"/>
              <a:gd name="T71" fmla="*/ 2147483646 h 5494"/>
              <a:gd name="T72" fmla="*/ 2147483646 w 5438"/>
              <a:gd name="T73" fmla="*/ 2147483646 h 5494"/>
              <a:gd name="T74" fmla="*/ 2147483646 w 5438"/>
              <a:gd name="T75" fmla="*/ 2147483646 h 5494"/>
              <a:gd name="T76" fmla="*/ 2147483646 w 5438"/>
              <a:gd name="T77" fmla="*/ 2147483646 h 5494"/>
              <a:gd name="T78" fmla="*/ 2147483646 w 5438"/>
              <a:gd name="T79" fmla="*/ 2147483646 h 5494"/>
              <a:gd name="T80" fmla="*/ 2147483646 w 5438"/>
              <a:gd name="T81" fmla="*/ 2147483646 h 5494"/>
              <a:gd name="T82" fmla="*/ 2147483646 w 5438"/>
              <a:gd name="T83" fmla="*/ 2147483646 h 5494"/>
              <a:gd name="T84" fmla="*/ 2147483646 w 5438"/>
              <a:gd name="T85" fmla="*/ 2147483646 h 5494"/>
              <a:gd name="T86" fmla="*/ 2147483646 w 5438"/>
              <a:gd name="T87" fmla="*/ 2147483646 h 5494"/>
              <a:gd name="T88" fmla="*/ 2147483646 w 5438"/>
              <a:gd name="T89" fmla="*/ 2147483646 h 5494"/>
              <a:gd name="T90" fmla="*/ 2147483646 w 5438"/>
              <a:gd name="T91" fmla="*/ 2147483646 h 5494"/>
              <a:gd name="T92" fmla="*/ 2147483646 w 5438"/>
              <a:gd name="T93" fmla="*/ 2147483646 h 5494"/>
              <a:gd name="T94" fmla="*/ 2147483646 w 5438"/>
              <a:gd name="T95" fmla="*/ 2147483646 h 5494"/>
              <a:gd name="T96" fmla="*/ 2147483646 w 5438"/>
              <a:gd name="T97" fmla="*/ 2147483646 h 5494"/>
              <a:gd name="T98" fmla="*/ 2147483646 w 5438"/>
              <a:gd name="T99" fmla="*/ 2147483646 h 5494"/>
              <a:gd name="T100" fmla="*/ 2147483646 w 5438"/>
              <a:gd name="T101" fmla="*/ 2147483646 h 5494"/>
              <a:gd name="T102" fmla="*/ 2147483646 w 5438"/>
              <a:gd name="T103" fmla="*/ 2147483646 h 5494"/>
              <a:gd name="T104" fmla="*/ 2147483646 w 5438"/>
              <a:gd name="T105" fmla="*/ 2147483646 h 5494"/>
              <a:gd name="T106" fmla="*/ 2147483646 w 5438"/>
              <a:gd name="T107" fmla="*/ 2147483646 h 5494"/>
              <a:gd name="T108" fmla="*/ 2147483646 w 5438"/>
              <a:gd name="T109" fmla="*/ 2147483646 h 5494"/>
              <a:gd name="T110" fmla="*/ 2147483646 w 5438"/>
              <a:gd name="T111" fmla="*/ 2147483646 h 5494"/>
              <a:gd name="T112" fmla="*/ 2147483646 w 5438"/>
              <a:gd name="T113" fmla="*/ 2147483646 h 5494"/>
              <a:gd name="T114" fmla="*/ 2147483646 w 5438"/>
              <a:gd name="T115" fmla="*/ 2147483646 h 5494"/>
              <a:gd name="T116" fmla="*/ 2147483646 w 5438"/>
              <a:gd name="T117" fmla="*/ 2147483646 h 5494"/>
              <a:gd name="T118" fmla="*/ 2147483646 w 5438"/>
              <a:gd name="T119" fmla="*/ 2147483646 h 549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38" h="5494">
                <a:moveTo>
                  <a:pt x="2825" y="454"/>
                </a:moveTo>
                <a:lnTo>
                  <a:pt x="2825" y="0"/>
                </a:lnTo>
                <a:lnTo>
                  <a:pt x="2514" y="0"/>
                </a:lnTo>
                <a:lnTo>
                  <a:pt x="2514" y="454"/>
                </a:lnTo>
                <a:lnTo>
                  <a:pt x="0" y="454"/>
                </a:lnTo>
                <a:lnTo>
                  <a:pt x="0" y="1259"/>
                </a:lnTo>
                <a:lnTo>
                  <a:pt x="276" y="1259"/>
                </a:lnTo>
                <a:lnTo>
                  <a:pt x="276" y="4295"/>
                </a:lnTo>
                <a:lnTo>
                  <a:pt x="2197" y="4295"/>
                </a:lnTo>
                <a:lnTo>
                  <a:pt x="1028" y="5252"/>
                </a:lnTo>
                <a:lnTo>
                  <a:pt x="1225" y="5494"/>
                </a:lnTo>
                <a:lnTo>
                  <a:pt x="2689" y="4295"/>
                </a:lnTo>
                <a:lnTo>
                  <a:pt x="2699" y="4295"/>
                </a:lnTo>
                <a:lnTo>
                  <a:pt x="4163" y="5494"/>
                </a:lnTo>
                <a:lnTo>
                  <a:pt x="4360" y="5252"/>
                </a:lnTo>
                <a:lnTo>
                  <a:pt x="3192" y="4295"/>
                </a:lnTo>
                <a:lnTo>
                  <a:pt x="5105" y="4295"/>
                </a:lnTo>
                <a:lnTo>
                  <a:pt x="5105" y="1259"/>
                </a:lnTo>
                <a:lnTo>
                  <a:pt x="5438" y="1259"/>
                </a:lnTo>
                <a:lnTo>
                  <a:pt x="5438" y="454"/>
                </a:lnTo>
                <a:lnTo>
                  <a:pt x="2825" y="454"/>
                </a:lnTo>
                <a:close/>
                <a:moveTo>
                  <a:pt x="4793" y="3983"/>
                </a:moveTo>
                <a:lnTo>
                  <a:pt x="587" y="3983"/>
                </a:lnTo>
                <a:lnTo>
                  <a:pt x="587" y="1259"/>
                </a:lnTo>
                <a:lnTo>
                  <a:pt x="4793" y="1259"/>
                </a:lnTo>
                <a:lnTo>
                  <a:pt x="4793" y="3983"/>
                </a:lnTo>
                <a:close/>
                <a:moveTo>
                  <a:pt x="1611" y="3281"/>
                </a:moveTo>
                <a:lnTo>
                  <a:pt x="1611" y="2471"/>
                </a:lnTo>
                <a:lnTo>
                  <a:pt x="2422" y="2471"/>
                </a:lnTo>
                <a:lnTo>
                  <a:pt x="2420" y="2429"/>
                </a:lnTo>
                <a:lnTo>
                  <a:pt x="2417" y="2388"/>
                </a:lnTo>
                <a:lnTo>
                  <a:pt x="2412" y="2347"/>
                </a:lnTo>
                <a:lnTo>
                  <a:pt x="2405" y="2308"/>
                </a:lnTo>
                <a:lnTo>
                  <a:pt x="2396" y="2268"/>
                </a:lnTo>
                <a:lnTo>
                  <a:pt x="2385" y="2230"/>
                </a:lnTo>
                <a:lnTo>
                  <a:pt x="2373" y="2192"/>
                </a:lnTo>
                <a:lnTo>
                  <a:pt x="2358" y="2156"/>
                </a:lnTo>
                <a:lnTo>
                  <a:pt x="2341" y="2120"/>
                </a:lnTo>
                <a:lnTo>
                  <a:pt x="2324" y="2085"/>
                </a:lnTo>
                <a:lnTo>
                  <a:pt x="2304" y="2051"/>
                </a:lnTo>
                <a:lnTo>
                  <a:pt x="2284" y="2018"/>
                </a:lnTo>
                <a:lnTo>
                  <a:pt x="2260" y="1986"/>
                </a:lnTo>
                <a:lnTo>
                  <a:pt x="2237" y="1956"/>
                </a:lnTo>
                <a:lnTo>
                  <a:pt x="2210" y="1926"/>
                </a:lnTo>
                <a:lnTo>
                  <a:pt x="2184" y="1898"/>
                </a:lnTo>
                <a:lnTo>
                  <a:pt x="2156" y="1871"/>
                </a:lnTo>
                <a:lnTo>
                  <a:pt x="2126" y="1846"/>
                </a:lnTo>
                <a:lnTo>
                  <a:pt x="2096" y="1822"/>
                </a:lnTo>
                <a:lnTo>
                  <a:pt x="2064" y="1799"/>
                </a:lnTo>
                <a:lnTo>
                  <a:pt x="2031" y="1778"/>
                </a:lnTo>
                <a:lnTo>
                  <a:pt x="1997" y="1759"/>
                </a:lnTo>
                <a:lnTo>
                  <a:pt x="1962" y="1741"/>
                </a:lnTo>
                <a:lnTo>
                  <a:pt x="1926" y="1724"/>
                </a:lnTo>
                <a:lnTo>
                  <a:pt x="1890" y="1710"/>
                </a:lnTo>
                <a:lnTo>
                  <a:pt x="1852" y="1697"/>
                </a:lnTo>
                <a:lnTo>
                  <a:pt x="1814" y="1686"/>
                </a:lnTo>
                <a:lnTo>
                  <a:pt x="1774" y="1677"/>
                </a:lnTo>
                <a:lnTo>
                  <a:pt x="1735" y="1670"/>
                </a:lnTo>
                <a:lnTo>
                  <a:pt x="1694" y="1665"/>
                </a:lnTo>
                <a:lnTo>
                  <a:pt x="1653" y="1662"/>
                </a:lnTo>
                <a:lnTo>
                  <a:pt x="1611" y="1660"/>
                </a:lnTo>
                <a:lnTo>
                  <a:pt x="1569" y="1662"/>
                </a:lnTo>
                <a:lnTo>
                  <a:pt x="1528" y="1665"/>
                </a:lnTo>
                <a:lnTo>
                  <a:pt x="1487" y="1670"/>
                </a:lnTo>
                <a:lnTo>
                  <a:pt x="1448" y="1677"/>
                </a:lnTo>
                <a:lnTo>
                  <a:pt x="1408" y="1686"/>
                </a:lnTo>
                <a:lnTo>
                  <a:pt x="1369" y="1697"/>
                </a:lnTo>
                <a:lnTo>
                  <a:pt x="1332" y="1710"/>
                </a:lnTo>
                <a:lnTo>
                  <a:pt x="1295" y="1724"/>
                </a:lnTo>
                <a:lnTo>
                  <a:pt x="1260" y="1741"/>
                </a:lnTo>
                <a:lnTo>
                  <a:pt x="1224" y="1759"/>
                </a:lnTo>
                <a:lnTo>
                  <a:pt x="1191" y="1778"/>
                </a:lnTo>
                <a:lnTo>
                  <a:pt x="1157" y="1799"/>
                </a:lnTo>
                <a:lnTo>
                  <a:pt x="1126" y="1822"/>
                </a:lnTo>
                <a:lnTo>
                  <a:pt x="1096" y="1846"/>
                </a:lnTo>
                <a:lnTo>
                  <a:pt x="1066" y="1871"/>
                </a:lnTo>
                <a:lnTo>
                  <a:pt x="1038" y="1898"/>
                </a:lnTo>
                <a:lnTo>
                  <a:pt x="1011" y="1926"/>
                </a:lnTo>
                <a:lnTo>
                  <a:pt x="986" y="1956"/>
                </a:lnTo>
                <a:lnTo>
                  <a:pt x="962" y="1986"/>
                </a:lnTo>
                <a:lnTo>
                  <a:pt x="939" y="2018"/>
                </a:lnTo>
                <a:lnTo>
                  <a:pt x="918" y="2051"/>
                </a:lnTo>
                <a:lnTo>
                  <a:pt x="899" y="2085"/>
                </a:lnTo>
                <a:lnTo>
                  <a:pt x="881" y="2120"/>
                </a:lnTo>
                <a:lnTo>
                  <a:pt x="864" y="2156"/>
                </a:lnTo>
                <a:lnTo>
                  <a:pt x="850" y="2192"/>
                </a:lnTo>
                <a:lnTo>
                  <a:pt x="837" y="2230"/>
                </a:lnTo>
                <a:lnTo>
                  <a:pt x="826" y="2268"/>
                </a:lnTo>
                <a:lnTo>
                  <a:pt x="817" y="2308"/>
                </a:lnTo>
                <a:lnTo>
                  <a:pt x="809" y="2347"/>
                </a:lnTo>
                <a:lnTo>
                  <a:pt x="804" y="2388"/>
                </a:lnTo>
                <a:lnTo>
                  <a:pt x="801" y="2429"/>
                </a:lnTo>
                <a:lnTo>
                  <a:pt x="800" y="2471"/>
                </a:lnTo>
                <a:lnTo>
                  <a:pt x="801" y="2513"/>
                </a:lnTo>
                <a:lnTo>
                  <a:pt x="804" y="2554"/>
                </a:lnTo>
                <a:lnTo>
                  <a:pt x="809" y="2595"/>
                </a:lnTo>
                <a:lnTo>
                  <a:pt x="817" y="2634"/>
                </a:lnTo>
                <a:lnTo>
                  <a:pt x="826" y="2674"/>
                </a:lnTo>
                <a:lnTo>
                  <a:pt x="837" y="2712"/>
                </a:lnTo>
                <a:lnTo>
                  <a:pt x="850" y="2750"/>
                </a:lnTo>
                <a:lnTo>
                  <a:pt x="864" y="2786"/>
                </a:lnTo>
                <a:lnTo>
                  <a:pt x="881" y="2822"/>
                </a:lnTo>
                <a:lnTo>
                  <a:pt x="899" y="2857"/>
                </a:lnTo>
                <a:lnTo>
                  <a:pt x="918" y="2891"/>
                </a:lnTo>
                <a:lnTo>
                  <a:pt x="939" y="2924"/>
                </a:lnTo>
                <a:lnTo>
                  <a:pt x="962" y="2956"/>
                </a:lnTo>
                <a:lnTo>
                  <a:pt x="986" y="2986"/>
                </a:lnTo>
                <a:lnTo>
                  <a:pt x="1011" y="3016"/>
                </a:lnTo>
                <a:lnTo>
                  <a:pt x="1038" y="3044"/>
                </a:lnTo>
                <a:lnTo>
                  <a:pt x="1066" y="3070"/>
                </a:lnTo>
                <a:lnTo>
                  <a:pt x="1096" y="3097"/>
                </a:lnTo>
                <a:lnTo>
                  <a:pt x="1126" y="3120"/>
                </a:lnTo>
                <a:lnTo>
                  <a:pt x="1157" y="3144"/>
                </a:lnTo>
                <a:lnTo>
                  <a:pt x="1191" y="3164"/>
                </a:lnTo>
                <a:lnTo>
                  <a:pt x="1224" y="3184"/>
                </a:lnTo>
                <a:lnTo>
                  <a:pt x="1260" y="3201"/>
                </a:lnTo>
                <a:lnTo>
                  <a:pt x="1295" y="3218"/>
                </a:lnTo>
                <a:lnTo>
                  <a:pt x="1332" y="3233"/>
                </a:lnTo>
                <a:lnTo>
                  <a:pt x="1369" y="3245"/>
                </a:lnTo>
                <a:lnTo>
                  <a:pt x="1408" y="3256"/>
                </a:lnTo>
                <a:lnTo>
                  <a:pt x="1448" y="3265"/>
                </a:lnTo>
                <a:lnTo>
                  <a:pt x="1487" y="3272"/>
                </a:lnTo>
                <a:lnTo>
                  <a:pt x="1528" y="3277"/>
                </a:lnTo>
                <a:lnTo>
                  <a:pt x="1569" y="3280"/>
                </a:lnTo>
                <a:lnTo>
                  <a:pt x="1611" y="3281"/>
                </a:lnTo>
                <a:close/>
                <a:moveTo>
                  <a:pt x="1838" y="3503"/>
                </a:moveTo>
                <a:lnTo>
                  <a:pt x="1838" y="3503"/>
                </a:lnTo>
                <a:lnTo>
                  <a:pt x="1881" y="3502"/>
                </a:lnTo>
                <a:lnTo>
                  <a:pt x="1921" y="3499"/>
                </a:lnTo>
                <a:lnTo>
                  <a:pt x="1962" y="3493"/>
                </a:lnTo>
                <a:lnTo>
                  <a:pt x="2002" y="3486"/>
                </a:lnTo>
                <a:lnTo>
                  <a:pt x="2041" y="3477"/>
                </a:lnTo>
                <a:lnTo>
                  <a:pt x="2080" y="3466"/>
                </a:lnTo>
                <a:lnTo>
                  <a:pt x="2117" y="3453"/>
                </a:lnTo>
                <a:lnTo>
                  <a:pt x="2154" y="3439"/>
                </a:lnTo>
                <a:lnTo>
                  <a:pt x="2190" y="3422"/>
                </a:lnTo>
                <a:lnTo>
                  <a:pt x="2225" y="3404"/>
                </a:lnTo>
                <a:lnTo>
                  <a:pt x="2259" y="3385"/>
                </a:lnTo>
                <a:lnTo>
                  <a:pt x="2292" y="3364"/>
                </a:lnTo>
                <a:lnTo>
                  <a:pt x="2323" y="3341"/>
                </a:lnTo>
                <a:lnTo>
                  <a:pt x="2355" y="3317"/>
                </a:lnTo>
                <a:lnTo>
                  <a:pt x="2384" y="3292"/>
                </a:lnTo>
                <a:lnTo>
                  <a:pt x="2411" y="3265"/>
                </a:lnTo>
                <a:lnTo>
                  <a:pt x="2439" y="3237"/>
                </a:lnTo>
                <a:lnTo>
                  <a:pt x="2464" y="3207"/>
                </a:lnTo>
                <a:lnTo>
                  <a:pt x="2488" y="3177"/>
                </a:lnTo>
                <a:lnTo>
                  <a:pt x="2511" y="3146"/>
                </a:lnTo>
                <a:lnTo>
                  <a:pt x="2532" y="3112"/>
                </a:lnTo>
                <a:lnTo>
                  <a:pt x="2551" y="3079"/>
                </a:lnTo>
                <a:lnTo>
                  <a:pt x="2570" y="3043"/>
                </a:lnTo>
                <a:lnTo>
                  <a:pt x="2586" y="3008"/>
                </a:lnTo>
                <a:lnTo>
                  <a:pt x="2600" y="2971"/>
                </a:lnTo>
                <a:lnTo>
                  <a:pt x="2612" y="2933"/>
                </a:lnTo>
                <a:lnTo>
                  <a:pt x="2623" y="2895"/>
                </a:lnTo>
                <a:lnTo>
                  <a:pt x="2633" y="2855"/>
                </a:lnTo>
                <a:lnTo>
                  <a:pt x="2640" y="2816"/>
                </a:lnTo>
                <a:lnTo>
                  <a:pt x="2645" y="2775"/>
                </a:lnTo>
                <a:lnTo>
                  <a:pt x="2648" y="2734"/>
                </a:lnTo>
                <a:lnTo>
                  <a:pt x="2649" y="2692"/>
                </a:lnTo>
                <a:lnTo>
                  <a:pt x="1838" y="2692"/>
                </a:lnTo>
                <a:lnTo>
                  <a:pt x="1838" y="3503"/>
                </a:lnTo>
                <a:close/>
                <a:moveTo>
                  <a:pt x="4318" y="1839"/>
                </a:moveTo>
                <a:lnTo>
                  <a:pt x="3281" y="1839"/>
                </a:lnTo>
                <a:lnTo>
                  <a:pt x="3281" y="2150"/>
                </a:lnTo>
                <a:lnTo>
                  <a:pt x="4318" y="2150"/>
                </a:lnTo>
                <a:lnTo>
                  <a:pt x="4318" y="1839"/>
                </a:lnTo>
                <a:close/>
                <a:moveTo>
                  <a:pt x="4318" y="2411"/>
                </a:moveTo>
                <a:lnTo>
                  <a:pt x="3281" y="2411"/>
                </a:lnTo>
                <a:lnTo>
                  <a:pt x="3281" y="2723"/>
                </a:lnTo>
                <a:lnTo>
                  <a:pt x="4318" y="2723"/>
                </a:lnTo>
                <a:lnTo>
                  <a:pt x="4318" y="2411"/>
                </a:lnTo>
                <a:close/>
                <a:moveTo>
                  <a:pt x="4318" y="2983"/>
                </a:moveTo>
                <a:lnTo>
                  <a:pt x="3281" y="2983"/>
                </a:lnTo>
                <a:lnTo>
                  <a:pt x="3281" y="3295"/>
                </a:lnTo>
                <a:lnTo>
                  <a:pt x="4318" y="3295"/>
                </a:lnTo>
                <a:lnTo>
                  <a:pt x="4318" y="29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KSO_Shape"/>
          <p:cNvSpPr/>
          <p:nvPr/>
        </p:nvSpPr>
        <p:spPr>
          <a:xfrm>
            <a:off x="7581304" y="2390913"/>
            <a:ext cx="404442" cy="387331"/>
          </a:xfrm>
          <a:custGeom>
            <a:avLst/>
            <a:gdLst/>
            <a:ahLst/>
            <a:cxnLst/>
            <a:rect l="l" t="t" r="r" b="b"/>
            <a:pathLst>
              <a:path w="1889279" h="1810503">
                <a:moveTo>
                  <a:pt x="1408636" y="1462945"/>
                </a:moveTo>
                <a:cubicBezTo>
                  <a:pt x="1471912" y="1494489"/>
                  <a:pt x="1528819" y="1532588"/>
                  <a:pt x="1575786" y="1578162"/>
                </a:cubicBezTo>
                <a:cubicBezTo>
                  <a:pt x="1467281" y="1672800"/>
                  <a:pt x="1335058" y="1742507"/>
                  <a:pt x="1188886" y="1779443"/>
                </a:cubicBezTo>
                <a:cubicBezTo>
                  <a:pt x="1278166" y="1700386"/>
                  <a:pt x="1353810" y="1592053"/>
                  <a:pt x="1408636" y="1462945"/>
                </a:cubicBezTo>
                <a:close/>
                <a:moveTo>
                  <a:pt x="494888" y="1445849"/>
                </a:moveTo>
                <a:cubicBezTo>
                  <a:pt x="556747" y="1590569"/>
                  <a:pt x="643865" y="1709702"/>
                  <a:pt x="747068" y="1790925"/>
                </a:cubicBezTo>
                <a:cubicBezTo>
                  <a:pt x="576321" y="1756303"/>
                  <a:pt x="422614" y="1677538"/>
                  <a:pt x="300900" y="1566189"/>
                </a:cubicBezTo>
                <a:cubicBezTo>
                  <a:pt x="355309" y="1517036"/>
                  <a:pt x="421005" y="1476420"/>
                  <a:pt x="494888" y="1445849"/>
                </a:cubicBezTo>
                <a:close/>
                <a:moveTo>
                  <a:pt x="900586" y="1355871"/>
                </a:moveTo>
                <a:lnTo>
                  <a:pt x="900586" y="1808904"/>
                </a:lnTo>
                <a:lnTo>
                  <a:pt x="884222" y="1808113"/>
                </a:lnTo>
                <a:cubicBezTo>
                  <a:pt x="745280" y="1742581"/>
                  <a:pt x="627378" y="1604992"/>
                  <a:pt x="551037" y="1423344"/>
                </a:cubicBezTo>
                <a:cubicBezTo>
                  <a:pt x="655969" y="1381011"/>
                  <a:pt x="774745" y="1357337"/>
                  <a:pt x="900586" y="1355871"/>
                </a:cubicBezTo>
                <a:close/>
                <a:moveTo>
                  <a:pt x="953521" y="1355186"/>
                </a:moveTo>
                <a:cubicBezTo>
                  <a:pt x="1099660" y="1356509"/>
                  <a:pt x="1236550" y="1386650"/>
                  <a:pt x="1354036" y="1440083"/>
                </a:cubicBezTo>
                <a:cubicBezTo>
                  <a:pt x="1283551" y="1605630"/>
                  <a:pt x="1178611" y="1734316"/>
                  <a:pt x="1054486" y="1804443"/>
                </a:cubicBezTo>
                <a:lnTo>
                  <a:pt x="953521" y="1810503"/>
                </a:lnTo>
                <a:close/>
                <a:moveTo>
                  <a:pt x="1517159" y="931303"/>
                </a:moveTo>
                <a:lnTo>
                  <a:pt x="1889279" y="931303"/>
                </a:lnTo>
                <a:cubicBezTo>
                  <a:pt x="1883282" y="1167646"/>
                  <a:pt x="1781715" y="1381244"/>
                  <a:pt x="1618873" y="1536894"/>
                </a:cubicBezTo>
                <a:cubicBezTo>
                  <a:pt x="1566437" y="1485571"/>
                  <a:pt x="1502786" y="1442774"/>
                  <a:pt x="1431939" y="1407715"/>
                </a:cubicBezTo>
                <a:cubicBezTo>
                  <a:pt x="1485774" y="1266553"/>
                  <a:pt x="1516428" y="1104135"/>
                  <a:pt x="1517159" y="931303"/>
                </a:cubicBezTo>
                <a:close/>
                <a:moveTo>
                  <a:pt x="953521" y="931303"/>
                </a:moveTo>
                <a:lnTo>
                  <a:pt x="1456842" y="931303"/>
                </a:lnTo>
                <a:cubicBezTo>
                  <a:pt x="1456123" y="1096196"/>
                  <a:pt x="1427268" y="1250986"/>
                  <a:pt x="1375819" y="1384691"/>
                </a:cubicBezTo>
                <a:cubicBezTo>
                  <a:pt x="1251537" y="1327928"/>
                  <a:pt x="1107288" y="1296191"/>
                  <a:pt x="953521" y="1294902"/>
                </a:cubicBezTo>
                <a:close/>
                <a:moveTo>
                  <a:pt x="448568" y="931303"/>
                </a:moveTo>
                <a:lnTo>
                  <a:pt x="900586" y="931303"/>
                </a:lnTo>
                <a:lnTo>
                  <a:pt x="900586" y="1295603"/>
                </a:lnTo>
                <a:cubicBezTo>
                  <a:pt x="766605" y="1297053"/>
                  <a:pt x="640053" y="1322469"/>
                  <a:pt x="528061" y="1368046"/>
                </a:cubicBezTo>
                <a:cubicBezTo>
                  <a:pt x="478984" y="1238632"/>
                  <a:pt x="450499" y="1089843"/>
                  <a:pt x="448568" y="931303"/>
                </a:cubicBezTo>
                <a:close/>
                <a:moveTo>
                  <a:pt x="0" y="931303"/>
                </a:moveTo>
                <a:lnTo>
                  <a:pt x="388264" y="931303"/>
                </a:lnTo>
                <a:cubicBezTo>
                  <a:pt x="390220" y="1097785"/>
                  <a:pt x="420532" y="1254193"/>
                  <a:pt x="473139" y="1390578"/>
                </a:cubicBezTo>
                <a:cubicBezTo>
                  <a:pt x="391203" y="1423988"/>
                  <a:pt x="318506" y="1469260"/>
                  <a:pt x="258353" y="1524144"/>
                </a:cubicBezTo>
                <a:cubicBezTo>
                  <a:pt x="102364" y="1370026"/>
                  <a:pt x="5849" y="1161456"/>
                  <a:pt x="0" y="931303"/>
                </a:cubicBezTo>
                <a:close/>
                <a:moveTo>
                  <a:pt x="536834" y="421694"/>
                </a:moveTo>
                <a:cubicBezTo>
                  <a:pt x="646682" y="464986"/>
                  <a:pt x="770110" y="489176"/>
                  <a:pt x="900586" y="490537"/>
                </a:cubicBezTo>
                <a:lnTo>
                  <a:pt x="900586" y="875390"/>
                </a:lnTo>
                <a:lnTo>
                  <a:pt x="448805" y="875390"/>
                </a:lnTo>
                <a:cubicBezTo>
                  <a:pt x="451150" y="709592"/>
                  <a:pt x="482649" y="554587"/>
                  <a:pt x="536834" y="421694"/>
                </a:cubicBezTo>
                <a:close/>
                <a:moveTo>
                  <a:pt x="1356131" y="409527"/>
                </a:moveTo>
                <a:cubicBezTo>
                  <a:pt x="1415590" y="544412"/>
                  <a:pt x="1451132" y="703874"/>
                  <a:pt x="1455052" y="875390"/>
                </a:cubicBezTo>
                <a:lnTo>
                  <a:pt x="953521" y="875390"/>
                </a:lnTo>
                <a:lnTo>
                  <a:pt x="953521" y="491238"/>
                </a:lnTo>
                <a:cubicBezTo>
                  <a:pt x="1099303" y="490092"/>
                  <a:pt x="1236528" y="461431"/>
                  <a:pt x="1356131" y="409527"/>
                </a:cubicBezTo>
                <a:close/>
                <a:moveTo>
                  <a:pt x="271202" y="273767"/>
                </a:moveTo>
                <a:cubicBezTo>
                  <a:pt x="330895" y="324894"/>
                  <a:pt x="401533" y="367494"/>
                  <a:pt x="480768" y="398692"/>
                </a:cubicBezTo>
                <a:cubicBezTo>
                  <a:pt x="424147" y="539118"/>
                  <a:pt x="390867" y="701724"/>
                  <a:pt x="388496" y="875390"/>
                </a:cubicBezTo>
                <a:lnTo>
                  <a:pt x="238" y="875390"/>
                </a:lnTo>
                <a:cubicBezTo>
                  <a:pt x="7162" y="640451"/>
                  <a:pt x="108645" y="428248"/>
                  <a:pt x="271202" y="273767"/>
                </a:cubicBezTo>
                <a:close/>
                <a:moveTo>
                  <a:pt x="1605567" y="261436"/>
                </a:moveTo>
                <a:cubicBezTo>
                  <a:pt x="1775300" y="417133"/>
                  <a:pt x="1881942" y="634296"/>
                  <a:pt x="1889035" y="875390"/>
                </a:cubicBezTo>
                <a:lnTo>
                  <a:pt x="1515364" y="875390"/>
                </a:lnTo>
                <a:cubicBezTo>
                  <a:pt x="1511419" y="696081"/>
                  <a:pt x="1474168" y="529014"/>
                  <a:pt x="1413107" y="386152"/>
                </a:cubicBezTo>
                <a:cubicBezTo>
                  <a:pt x="1485941" y="353453"/>
                  <a:pt x="1551126" y="311628"/>
                  <a:pt x="1605567" y="261436"/>
                </a:cubicBezTo>
                <a:close/>
                <a:moveTo>
                  <a:pt x="748157" y="19413"/>
                </a:moveTo>
                <a:cubicBezTo>
                  <a:pt x="649482" y="96557"/>
                  <a:pt x="565491" y="208310"/>
                  <a:pt x="504779" y="344256"/>
                </a:cubicBezTo>
                <a:cubicBezTo>
                  <a:pt x="432706" y="315858"/>
                  <a:pt x="368354" y="277545"/>
                  <a:pt x="313920" y="231604"/>
                </a:cubicBezTo>
                <a:cubicBezTo>
                  <a:pt x="434240" y="127070"/>
                  <a:pt x="583275" y="52667"/>
                  <a:pt x="748157" y="19413"/>
                </a:cubicBezTo>
                <a:close/>
                <a:moveTo>
                  <a:pt x="1137621" y="18543"/>
                </a:moveTo>
                <a:cubicBezTo>
                  <a:pt x="1297904" y="50310"/>
                  <a:pt x="1443338" y="120918"/>
                  <a:pt x="1562575" y="219802"/>
                </a:cubicBezTo>
                <a:cubicBezTo>
                  <a:pt x="1512842" y="265093"/>
                  <a:pt x="1453308" y="302843"/>
                  <a:pt x="1386970" y="332857"/>
                </a:cubicBezTo>
                <a:cubicBezTo>
                  <a:pt x="1323718" y="199817"/>
                  <a:pt x="1237626" y="91674"/>
                  <a:pt x="1137621" y="18543"/>
                </a:cubicBezTo>
                <a:close/>
                <a:moveTo>
                  <a:pt x="900586" y="1702"/>
                </a:moveTo>
                <a:lnTo>
                  <a:pt x="900586" y="430269"/>
                </a:lnTo>
                <a:cubicBezTo>
                  <a:pt x="778345" y="428899"/>
                  <a:pt x="662774" y="406468"/>
                  <a:pt x="560047" y="366408"/>
                </a:cubicBezTo>
                <a:cubicBezTo>
                  <a:pt x="637783" y="193348"/>
                  <a:pt x="753999" y="63227"/>
                  <a:pt x="890213" y="2203"/>
                </a:cubicBezTo>
                <a:close/>
                <a:moveTo>
                  <a:pt x="953521" y="0"/>
                </a:moveTo>
                <a:lnTo>
                  <a:pt x="981035" y="1330"/>
                </a:lnTo>
                <a:cubicBezTo>
                  <a:pt x="1124068" y="53565"/>
                  <a:pt x="1247786" y="180867"/>
                  <a:pt x="1332000" y="354889"/>
                </a:cubicBezTo>
                <a:cubicBezTo>
                  <a:pt x="1219743" y="403080"/>
                  <a:pt x="1090709" y="429800"/>
                  <a:pt x="953521" y="43095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255" kern="0">
              <a:solidFill>
                <a:srgbClr val="405C7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TextBox 73"/>
          <p:cNvSpPr txBox="1"/>
          <p:nvPr/>
        </p:nvSpPr>
        <p:spPr>
          <a:xfrm>
            <a:off x="530994" y="3862900"/>
            <a:ext cx="1585769" cy="55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TextBox 73"/>
          <p:cNvSpPr txBox="1"/>
          <p:nvPr/>
        </p:nvSpPr>
        <p:spPr>
          <a:xfrm>
            <a:off x="2114112" y="3862900"/>
            <a:ext cx="1585769" cy="55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extBox 73"/>
          <p:cNvSpPr txBox="1"/>
          <p:nvPr/>
        </p:nvSpPr>
        <p:spPr>
          <a:xfrm>
            <a:off x="3750701" y="3862900"/>
            <a:ext cx="1585769" cy="55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Box 73"/>
          <p:cNvSpPr txBox="1"/>
          <p:nvPr/>
        </p:nvSpPr>
        <p:spPr>
          <a:xfrm>
            <a:off x="5325016" y="3862900"/>
            <a:ext cx="1585769" cy="55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extBox 73"/>
          <p:cNvSpPr txBox="1"/>
          <p:nvPr/>
        </p:nvSpPr>
        <p:spPr>
          <a:xfrm>
            <a:off x="6969375" y="3862900"/>
            <a:ext cx="1585769" cy="55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907975" y="292746"/>
            <a:ext cx="3416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02</a:t>
            </a:r>
            <a:endParaRPr lang="zh-CN" altLang="en-US" sz="2400" dirty="0">
              <a:latin typeface="Agency FB" panose="020B0503020202020204" pitchFamily="3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2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2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2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2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72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2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2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2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72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2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72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/>
      <p:bldP spid="19" grpId="0"/>
      <p:bldP spid="21" grpId="0"/>
      <p:bldP spid="23" grpId="0"/>
      <p:bldP spid="25" grpId="0"/>
      <p:bldP spid="26" grpId="0"/>
      <p:bldP spid="27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10"/>
            <a:ext cx="3369276" cy="505391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1119" y="1092074"/>
            <a:ext cx="6489133" cy="2834640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32068" y="1362890"/>
            <a:ext cx="1669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spc="300" dirty="0">
                <a:solidFill>
                  <a:srgbClr val="19B49B"/>
                </a:solidFill>
                <a:latin typeface="Agency FB" panose="020B0503020202020204" pitchFamily="34" charset="0"/>
              </a:rPr>
              <a:t>PART 03</a:t>
            </a:r>
            <a:endParaRPr lang="zh-CN" altLang="en-US" sz="3600" spc="300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3793" y="205100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sz="3600" b="1" dirty="0">
              <a:latin typeface="Agency FB" panose="020B0503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093974" y="2781520"/>
            <a:ext cx="412034" cy="0"/>
          </a:xfrm>
          <a:prstGeom prst="line">
            <a:avLst/>
          </a:prstGeom>
          <a:ln w="3175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12289" y="2929919"/>
            <a:ext cx="492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 vitae </a:t>
            </a:r>
            <a:endParaRPr lang="en-US" altLang="zh-CN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  <a:p>
            <a:pPr algn="r"/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accumsan,a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pulvinar lorem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lacinina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99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5"/>
          <p:cNvSpPr/>
          <p:nvPr/>
        </p:nvSpPr>
        <p:spPr bwMode="auto">
          <a:xfrm flipV="1">
            <a:off x="2601924" y="2173362"/>
            <a:ext cx="362614" cy="340638"/>
          </a:xfrm>
          <a:custGeom>
            <a:avLst/>
            <a:gdLst>
              <a:gd name="T0" fmla="*/ 137 w 137"/>
              <a:gd name="T1" fmla="*/ 0 h 128"/>
              <a:gd name="T2" fmla="*/ 1 w 137"/>
              <a:gd name="T3" fmla="*/ 128 h 128"/>
              <a:gd name="T4" fmla="*/ 30 w 137"/>
              <a:gd name="T5" fmla="*/ 48 h 128"/>
              <a:gd name="T6" fmla="*/ 30 w 137"/>
              <a:gd name="T7" fmla="*/ 48 h 128"/>
              <a:gd name="T8" fmla="*/ 30 w 137"/>
              <a:gd name="T9" fmla="*/ 48 h 128"/>
              <a:gd name="T10" fmla="*/ 47 w 137"/>
              <a:gd name="T11" fmla="*/ 31 h 128"/>
              <a:gd name="T12" fmla="*/ 114 w 137"/>
              <a:gd name="T13" fmla="*/ 2 h 128"/>
              <a:gd name="T14" fmla="*/ 137 w 137"/>
              <a:gd name="T1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7" h="128">
                <a:moveTo>
                  <a:pt x="137" y="0"/>
                </a:moveTo>
                <a:cubicBezTo>
                  <a:pt x="1" y="128"/>
                  <a:pt x="1" y="128"/>
                  <a:pt x="1" y="128"/>
                </a:cubicBezTo>
                <a:cubicBezTo>
                  <a:pt x="1" y="128"/>
                  <a:pt x="0" y="84"/>
                  <a:pt x="30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5" y="42"/>
                  <a:pt x="40" y="36"/>
                  <a:pt x="47" y="31"/>
                </a:cubicBezTo>
                <a:cubicBezTo>
                  <a:pt x="63" y="18"/>
                  <a:pt x="85" y="7"/>
                  <a:pt x="114" y="2"/>
                </a:cubicBezTo>
                <a:cubicBezTo>
                  <a:pt x="121" y="1"/>
                  <a:pt x="129" y="0"/>
                  <a:pt x="137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Freeform 27"/>
          <p:cNvSpPr/>
          <p:nvPr/>
        </p:nvSpPr>
        <p:spPr bwMode="auto">
          <a:xfrm flipV="1">
            <a:off x="2680615" y="2313201"/>
            <a:ext cx="1674616" cy="994441"/>
          </a:xfrm>
          <a:custGeom>
            <a:avLst/>
            <a:gdLst>
              <a:gd name="T0" fmla="*/ 462 w 642"/>
              <a:gd name="T1" fmla="*/ 6 h 380"/>
              <a:gd name="T2" fmla="*/ 637 w 642"/>
              <a:gd name="T3" fmla="*/ 180 h 380"/>
              <a:gd name="T4" fmla="*/ 637 w 642"/>
              <a:gd name="T5" fmla="*/ 200 h 380"/>
              <a:gd name="T6" fmla="*/ 462 w 642"/>
              <a:gd name="T7" fmla="*/ 375 h 380"/>
              <a:gd name="T8" fmla="*/ 442 w 642"/>
              <a:gd name="T9" fmla="*/ 375 h 380"/>
              <a:gd name="T10" fmla="*/ 442 w 642"/>
              <a:gd name="T11" fmla="*/ 322 h 380"/>
              <a:gd name="T12" fmla="*/ 95 w 642"/>
              <a:gd name="T13" fmla="*/ 322 h 380"/>
              <a:gd name="T14" fmla="*/ 68 w 642"/>
              <a:gd name="T15" fmla="*/ 324 h 380"/>
              <a:gd name="T16" fmla="*/ 0 w 642"/>
              <a:gd name="T17" fmla="*/ 353 h 380"/>
              <a:gd name="T18" fmla="*/ 265 w 642"/>
              <a:gd name="T19" fmla="*/ 88 h 380"/>
              <a:gd name="T20" fmla="*/ 369 w 642"/>
              <a:gd name="T21" fmla="*/ 56 h 380"/>
              <a:gd name="T22" fmla="*/ 442 w 642"/>
              <a:gd name="T23" fmla="*/ 56 h 380"/>
              <a:gd name="T24" fmla="*/ 442 w 642"/>
              <a:gd name="T25" fmla="*/ 6 h 380"/>
              <a:gd name="T26" fmla="*/ 462 w 642"/>
              <a:gd name="T27" fmla="*/ 6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42" h="380">
                <a:moveTo>
                  <a:pt x="462" y="6"/>
                </a:moveTo>
                <a:cubicBezTo>
                  <a:pt x="637" y="180"/>
                  <a:pt x="637" y="180"/>
                  <a:pt x="637" y="180"/>
                </a:cubicBezTo>
                <a:cubicBezTo>
                  <a:pt x="642" y="186"/>
                  <a:pt x="642" y="195"/>
                  <a:pt x="637" y="200"/>
                </a:cubicBezTo>
                <a:cubicBezTo>
                  <a:pt x="462" y="375"/>
                  <a:pt x="462" y="375"/>
                  <a:pt x="462" y="375"/>
                </a:cubicBezTo>
                <a:cubicBezTo>
                  <a:pt x="457" y="380"/>
                  <a:pt x="448" y="380"/>
                  <a:pt x="442" y="375"/>
                </a:cubicBezTo>
                <a:cubicBezTo>
                  <a:pt x="442" y="322"/>
                  <a:pt x="442" y="322"/>
                  <a:pt x="442" y="322"/>
                </a:cubicBezTo>
                <a:cubicBezTo>
                  <a:pt x="95" y="322"/>
                  <a:pt x="95" y="322"/>
                  <a:pt x="95" y="322"/>
                </a:cubicBezTo>
                <a:cubicBezTo>
                  <a:pt x="95" y="322"/>
                  <a:pt x="84" y="321"/>
                  <a:pt x="68" y="324"/>
                </a:cubicBezTo>
                <a:cubicBezTo>
                  <a:pt x="38" y="329"/>
                  <a:pt x="16" y="340"/>
                  <a:pt x="0" y="353"/>
                </a:cubicBezTo>
                <a:cubicBezTo>
                  <a:pt x="265" y="88"/>
                  <a:pt x="265" y="88"/>
                  <a:pt x="265" y="88"/>
                </a:cubicBezTo>
                <a:cubicBezTo>
                  <a:pt x="265" y="88"/>
                  <a:pt x="295" y="52"/>
                  <a:pt x="369" y="56"/>
                </a:cubicBezTo>
                <a:cubicBezTo>
                  <a:pt x="442" y="56"/>
                  <a:pt x="442" y="56"/>
                  <a:pt x="442" y="56"/>
                </a:cubicBezTo>
                <a:cubicBezTo>
                  <a:pt x="442" y="6"/>
                  <a:pt x="442" y="6"/>
                  <a:pt x="442" y="6"/>
                </a:cubicBezTo>
                <a:cubicBezTo>
                  <a:pt x="448" y="0"/>
                  <a:pt x="457" y="0"/>
                  <a:pt x="462" y="6"/>
                </a:cubicBezTo>
                <a:close/>
              </a:path>
            </a:pathLst>
          </a:custGeom>
          <a:solidFill>
            <a:srgbClr val="53585F"/>
          </a:solidFill>
          <a:ln>
            <a:noFill/>
          </a:ln>
          <a:effectLst/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Freeform 27"/>
          <p:cNvSpPr/>
          <p:nvPr/>
        </p:nvSpPr>
        <p:spPr bwMode="auto">
          <a:xfrm flipH="1">
            <a:off x="4563770" y="2374703"/>
            <a:ext cx="1625850" cy="965482"/>
          </a:xfrm>
          <a:custGeom>
            <a:avLst/>
            <a:gdLst>
              <a:gd name="T0" fmla="*/ 462 w 642"/>
              <a:gd name="T1" fmla="*/ 6 h 380"/>
              <a:gd name="T2" fmla="*/ 637 w 642"/>
              <a:gd name="T3" fmla="*/ 180 h 380"/>
              <a:gd name="T4" fmla="*/ 637 w 642"/>
              <a:gd name="T5" fmla="*/ 200 h 380"/>
              <a:gd name="T6" fmla="*/ 462 w 642"/>
              <a:gd name="T7" fmla="*/ 375 h 380"/>
              <a:gd name="T8" fmla="*/ 442 w 642"/>
              <a:gd name="T9" fmla="*/ 375 h 380"/>
              <a:gd name="T10" fmla="*/ 442 w 642"/>
              <a:gd name="T11" fmla="*/ 322 h 380"/>
              <a:gd name="T12" fmla="*/ 95 w 642"/>
              <a:gd name="T13" fmla="*/ 322 h 380"/>
              <a:gd name="T14" fmla="*/ 68 w 642"/>
              <a:gd name="T15" fmla="*/ 324 h 380"/>
              <a:gd name="T16" fmla="*/ 0 w 642"/>
              <a:gd name="T17" fmla="*/ 353 h 380"/>
              <a:gd name="T18" fmla="*/ 265 w 642"/>
              <a:gd name="T19" fmla="*/ 88 h 380"/>
              <a:gd name="T20" fmla="*/ 369 w 642"/>
              <a:gd name="T21" fmla="*/ 56 h 380"/>
              <a:gd name="T22" fmla="*/ 442 w 642"/>
              <a:gd name="T23" fmla="*/ 56 h 380"/>
              <a:gd name="T24" fmla="*/ 442 w 642"/>
              <a:gd name="T25" fmla="*/ 6 h 380"/>
              <a:gd name="T26" fmla="*/ 462 w 642"/>
              <a:gd name="T27" fmla="*/ 6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42" h="380">
                <a:moveTo>
                  <a:pt x="462" y="6"/>
                </a:moveTo>
                <a:cubicBezTo>
                  <a:pt x="637" y="180"/>
                  <a:pt x="637" y="180"/>
                  <a:pt x="637" y="180"/>
                </a:cubicBezTo>
                <a:cubicBezTo>
                  <a:pt x="642" y="186"/>
                  <a:pt x="642" y="195"/>
                  <a:pt x="637" y="200"/>
                </a:cubicBezTo>
                <a:cubicBezTo>
                  <a:pt x="462" y="375"/>
                  <a:pt x="462" y="375"/>
                  <a:pt x="462" y="375"/>
                </a:cubicBezTo>
                <a:cubicBezTo>
                  <a:pt x="457" y="380"/>
                  <a:pt x="448" y="380"/>
                  <a:pt x="442" y="375"/>
                </a:cubicBezTo>
                <a:cubicBezTo>
                  <a:pt x="442" y="322"/>
                  <a:pt x="442" y="322"/>
                  <a:pt x="442" y="322"/>
                </a:cubicBezTo>
                <a:cubicBezTo>
                  <a:pt x="95" y="322"/>
                  <a:pt x="95" y="322"/>
                  <a:pt x="95" y="322"/>
                </a:cubicBezTo>
                <a:cubicBezTo>
                  <a:pt x="95" y="322"/>
                  <a:pt x="84" y="321"/>
                  <a:pt x="68" y="324"/>
                </a:cubicBezTo>
                <a:cubicBezTo>
                  <a:pt x="38" y="329"/>
                  <a:pt x="16" y="340"/>
                  <a:pt x="0" y="353"/>
                </a:cubicBezTo>
                <a:cubicBezTo>
                  <a:pt x="265" y="88"/>
                  <a:pt x="265" y="88"/>
                  <a:pt x="265" y="88"/>
                </a:cubicBezTo>
                <a:cubicBezTo>
                  <a:pt x="265" y="88"/>
                  <a:pt x="295" y="52"/>
                  <a:pt x="369" y="56"/>
                </a:cubicBezTo>
                <a:cubicBezTo>
                  <a:pt x="442" y="56"/>
                  <a:pt x="442" y="56"/>
                  <a:pt x="442" y="56"/>
                </a:cubicBezTo>
                <a:cubicBezTo>
                  <a:pt x="442" y="6"/>
                  <a:pt x="442" y="6"/>
                  <a:pt x="442" y="6"/>
                </a:cubicBezTo>
                <a:cubicBezTo>
                  <a:pt x="448" y="0"/>
                  <a:pt x="457" y="0"/>
                  <a:pt x="462" y="6"/>
                </a:cubicBezTo>
                <a:close/>
              </a:path>
            </a:pathLst>
          </a:custGeom>
          <a:solidFill>
            <a:srgbClr val="959AA2"/>
          </a:solidFill>
          <a:ln>
            <a:noFill/>
          </a:ln>
          <a:effectLst/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Freeform 35"/>
          <p:cNvSpPr/>
          <p:nvPr/>
        </p:nvSpPr>
        <p:spPr bwMode="auto">
          <a:xfrm flipH="1">
            <a:off x="5957846" y="3195193"/>
            <a:ext cx="352055" cy="330718"/>
          </a:xfrm>
          <a:custGeom>
            <a:avLst/>
            <a:gdLst>
              <a:gd name="T0" fmla="*/ 137 w 137"/>
              <a:gd name="T1" fmla="*/ 0 h 128"/>
              <a:gd name="T2" fmla="*/ 1 w 137"/>
              <a:gd name="T3" fmla="*/ 128 h 128"/>
              <a:gd name="T4" fmla="*/ 30 w 137"/>
              <a:gd name="T5" fmla="*/ 48 h 128"/>
              <a:gd name="T6" fmla="*/ 30 w 137"/>
              <a:gd name="T7" fmla="*/ 48 h 128"/>
              <a:gd name="T8" fmla="*/ 30 w 137"/>
              <a:gd name="T9" fmla="*/ 48 h 128"/>
              <a:gd name="T10" fmla="*/ 47 w 137"/>
              <a:gd name="T11" fmla="*/ 31 h 128"/>
              <a:gd name="T12" fmla="*/ 114 w 137"/>
              <a:gd name="T13" fmla="*/ 2 h 128"/>
              <a:gd name="T14" fmla="*/ 137 w 137"/>
              <a:gd name="T1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7" h="128">
                <a:moveTo>
                  <a:pt x="137" y="0"/>
                </a:moveTo>
                <a:cubicBezTo>
                  <a:pt x="1" y="128"/>
                  <a:pt x="1" y="128"/>
                  <a:pt x="1" y="128"/>
                </a:cubicBezTo>
                <a:cubicBezTo>
                  <a:pt x="1" y="128"/>
                  <a:pt x="0" y="84"/>
                  <a:pt x="30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5" y="42"/>
                  <a:pt x="40" y="36"/>
                  <a:pt x="47" y="31"/>
                </a:cubicBezTo>
                <a:cubicBezTo>
                  <a:pt x="63" y="18"/>
                  <a:pt x="85" y="7"/>
                  <a:pt x="114" y="2"/>
                </a:cubicBezTo>
                <a:cubicBezTo>
                  <a:pt x="121" y="1"/>
                  <a:pt x="129" y="0"/>
                  <a:pt x="137" y="0"/>
                </a:cubicBezTo>
                <a:close/>
              </a:path>
            </a:pathLst>
          </a:custGeom>
          <a:solidFill>
            <a:srgbClr val="53585F"/>
          </a:solidFill>
          <a:ln>
            <a:noFill/>
          </a:ln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Freeform 27"/>
          <p:cNvSpPr/>
          <p:nvPr/>
        </p:nvSpPr>
        <p:spPr bwMode="auto">
          <a:xfrm rot="16200000" flipH="1">
            <a:off x="3696087" y="1398224"/>
            <a:ext cx="1616526" cy="959945"/>
          </a:xfrm>
          <a:custGeom>
            <a:avLst/>
            <a:gdLst>
              <a:gd name="T0" fmla="*/ 462 w 642"/>
              <a:gd name="T1" fmla="*/ 6 h 380"/>
              <a:gd name="T2" fmla="*/ 637 w 642"/>
              <a:gd name="T3" fmla="*/ 180 h 380"/>
              <a:gd name="T4" fmla="*/ 637 w 642"/>
              <a:gd name="T5" fmla="*/ 200 h 380"/>
              <a:gd name="T6" fmla="*/ 462 w 642"/>
              <a:gd name="T7" fmla="*/ 375 h 380"/>
              <a:gd name="T8" fmla="*/ 442 w 642"/>
              <a:gd name="T9" fmla="*/ 375 h 380"/>
              <a:gd name="T10" fmla="*/ 442 w 642"/>
              <a:gd name="T11" fmla="*/ 322 h 380"/>
              <a:gd name="T12" fmla="*/ 95 w 642"/>
              <a:gd name="T13" fmla="*/ 322 h 380"/>
              <a:gd name="T14" fmla="*/ 68 w 642"/>
              <a:gd name="T15" fmla="*/ 324 h 380"/>
              <a:gd name="T16" fmla="*/ 0 w 642"/>
              <a:gd name="T17" fmla="*/ 353 h 380"/>
              <a:gd name="T18" fmla="*/ 265 w 642"/>
              <a:gd name="T19" fmla="*/ 88 h 380"/>
              <a:gd name="T20" fmla="*/ 369 w 642"/>
              <a:gd name="T21" fmla="*/ 56 h 380"/>
              <a:gd name="T22" fmla="*/ 442 w 642"/>
              <a:gd name="T23" fmla="*/ 56 h 380"/>
              <a:gd name="T24" fmla="*/ 442 w 642"/>
              <a:gd name="T25" fmla="*/ 6 h 380"/>
              <a:gd name="T26" fmla="*/ 462 w 642"/>
              <a:gd name="T27" fmla="*/ 6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42" h="380">
                <a:moveTo>
                  <a:pt x="462" y="6"/>
                </a:moveTo>
                <a:cubicBezTo>
                  <a:pt x="637" y="180"/>
                  <a:pt x="637" y="180"/>
                  <a:pt x="637" y="180"/>
                </a:cubicBezTo>
                <a:cubicBezTo>
                  <a:pt x="642" y="186"/>
                  <a:pt x="642" y="195"/>
                  <a:pt x="637" y="200"/>
                </a:cubicBezTo>
                <a:cubicBezTo>
                  <a:pt x="462" y="375"/>
                  <a:pt x="462" y="375"/>
                  <a:pt x="462" y="375"/>
                </a:cubicBezTo>
                <a:cubicBezTo>
                  <a:pt x="457" y="380"/>
                  <a:pt x="448" y="380"/>
                  <a:pt x="442" y="375"/>
                </a:cubicBezTo>
                <a:cubicBezTo>
                  <a:pt x="442" y="322"/>
                  <a:pt x="442" y="322"/>
                  <a:pt x="442" y="322"/>
                </a:cubicBezTo>
                <a:cubicBezTo>
                  <a:pt x="95" y="322"/>
                  <a:pt x="95" y="322"/>
                  <a:pt x="95" y="322"/>
                </a:cubicBezTo>
                <a:cubicBezTo>
                  <a:pt x="95" y="322"/>
                  <a:pt x="84" y="321"/>
                  <a:pt x="68" y="324"/>
                </a:cubicBezTo>
                <a:cubicBezTo>
                  <a:pt x="38" y="329"/>
                  <a:pt x="16" y="340"/>
                  <a:pt x="0" y="353"/>
                </a:cubicBezTo>
                <a:cubicBezTo>
                  <a:pt x="265" y="88"/>
                  <a:pt x="265" y="88"/>
                  <a:pt x="265" y="88"/>
                </a:cubicBezTo>
                <a:cubicBezTo>
                  <a:pt x="265" y="88"/>
                  <a:pt x="295" y="52"/>
                  <a:pt x="369" y="56"/>
                </a:cubicBezTo>
                <a:cubicBezTo>
                  <a:pt x="442" y="56"/>
                  <a:pt x="442" y="56"/>
                  <a:pt x="442" y="56"/>
                </a:cubicBezTo>
                <a:cubicBezTo>
                  <a:pt x="442" y="6"/>
                  <a:pt x="442" y="6"/>
                  <a:pt x="442" y="6"/>
                </a:cubicBezTo>
                <a:cubicBezTo>
                  <a:pt x="448" y="0"/>
                  <a:pt x="457" y="0"/>
                  <a:pt x="462" y="6"/>
                </a:cubicBezTo>
                <a:close/>
              </a:path>
            </a:pathLst>
          </a:custGeom>
          <a:solidFill>
            <a:srgbClr val="19B49B"/>
          </a:solidFill>
          <a:ln>
            <a:noFill/>
          </a:ln>
          <a:effectLst/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Freeform 35"/>
          <p:cNvSpPr/>
          <p:nvPr/>
        </p:nvSpPr>
        <p:spPr bwMode="auto">
          <a:xfrm rot="5400000" flipH="1">
            <a:off x="3832744" y="4450254"/>
            <a:ext cx="356211" cy="334623"/>
          </a:xfrm>
          <a:custGeom>
            <a:avLst/>
            <a:gdLst>
              <a:gd name="T0" fmla="*/ 137 w 137"/>
              <a:gd name="T1" fmla="*/ 0 h 128"/>
              <a:gd name="T2" fmla="*/ 1 w 137"/>
              <a:gd name="T3" fmla="*/ 128 h 128"/>
              <a:gd name="T4" fmla="*/ 30 w 137"/>
              <a:gd name="T5" fmla="*/ 48 h 128"/>
              <a:gd name="T6" fmla="*/ 30 w 137"/>
              <a:gd name="T7" fmla="*/ 48 h 128"/>
              <a:gd name="T8" fmla="*/ 30 w 137"/>
              <a:gd name="T9" fmla="*/ 48 h 128"/>
              <a:gd name="T10" fmla="*/ 47 w 137"/>
              <a:gd name="T11" fmla="*/ 31 h 128"/>
              <a:gd name="T12" fmla="*/ 114 w 137"/>
              <a:gd name="T13" fmla="*/ 2 h 128"/>
              <a:gd name="T14" fmla="*/ 137 w 137"/>
              <a:gd name="T1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7" h="128">
                <a:moveTo>
                  <a:pt x="137" y="0"/>
                </a:moveTo>
                <a:cubicBezTo>
                  <a:pt x="1" y="128"/>
                  <a:pt x="1" y="128"/>
                  <a:pt x="1" y="128"/>
                </a:cubicBezTo>
                <a:cubicBezTo>
                  <a:pt x="1" y="128"/>
                  <a:pt x="0" y="84"/>
                  <a:pt x="30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5" y="42"/>
                  <a:pt x="40" y="36"/>
                  <a:pt x="47" y="31"/>
                </a:cubicBezTo>
                <a:cubicBezTo>
                  <a:pt x="63" y="18"/>
                  <a:pt x="85" y="7"/>
                  <a:pt x="114" y="2"/>
                </a:cubicBezTo>
                <a:cubicBezTo>
                  <a:pt x="121" y="1"/>
                  <a:pt x="129" y="0"/>
                  <a:pt x="137" y="0"/>
                </a:cubicBezTo>
                <a:close/>
              </a:path>
            </a:pathLst>
          </a:custGeom>
          <a:solidFill>
            <a:srgbClr val="138774"/>
          </a:solidFill>
          <a:ln>
            <a:noFill/>
          </a:ln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Freeform 27"/>
          <p:cNvSpPr/>
          <p:nvPr/>
        </p:nvSpPr>
        <p:spPr bwMode="auto">
          <a:xfrm rot="5400000" flipH="1">
            <a:off x="3676769" y="3369965"/>
            <a:ext cx="1645045" cy="976881"/>
          </a:xfrm>
          <a:custGeom>
            <a:avLst/>
            <a:gdLst>
              <a:gd name="T0" fmla="*/ 462 w 642"/>
              <a:gd name="T1" fmla="*/ 6 h 380"/>
              <a:gd name="T2" fmla="*/ 637 w 642"/>
              <a:gd name="T3" fmla="*/ 180 h 380"/>
              <a:gd name="T4" fmla="*/ 637 w 642"/>
              <a:gd name="T5" fmla="*/ 200 h 380"/>
              <a:gd name="T6" fmla="*/ 462 w 642"/>
              <a:gd name="T7" fmla="*/ 375 h 380"/>
              <a:gd name="T8" fmla="*/ 442 w 642"/>
              <a:gd name="T9" fmla="*/ 375 h 380"/>
              <a:gd name="T10" fmla="*/ 442 w 642"/>
              <a:gd name="T11" fmla="*/ 322 h 380"/>
              <a:gd name="T12" fmla="*/ 95 w 642"/>
              <a:gd name="T13" fmla="*/ 322 h 380"/>
              <a:gd name="T14" fmla="*/ 68 w 642"/>
              <a:gd name="T15" fmla="*/ 324 h 380"/>
              <a:gd name="T16" fmla="*/ 0 w 642"/>
              <a:gd name="T17" fmla="*/ 353 h 380"/>
              <a:gd name="T18" fmla="*/ 265 w 642"/>
              <a:gd name="T19" fmla="*/ 88 h 380"/>
              <a:gd name="T20" fmla="*/ 369 w 642"/>
              <a:gd name="T21" fmla="*/ 56 h 380"/>
              <a:gd name="T22" fmla="*/ 442 w 642"/>
              <a:gd name="T23" fmla="*/ 56 h 380"/>
              <a:gd name="T24" fmla="*/ 442 w 642"/>
              <a:gd name="T25" fmla="*/ 6 h 380"/>
              <a:gd name="T26" fmla="*/ 462 w 642"/>
              <a:gd name="T27" fmla="*/ 6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42" h="380">
                <a:moveTo>
                  <a:pt x="462" y="6"/>
                </a:moveTo>
                <a:cubicBezTo>
                  <a:pt x="637" y="180"/>
                  <a:pt x="637" y="180"/>
                  <a:pt x="637" y="180"/>
                </a:cubicBezTo>
                <a:cubicBezTo>
                  <a:pt x="642" y="186"/>
                  <a:pt x="642" y="195"/>
                  <a:pt x="637" y="200"/>
                </a:cubicBezTo>
                <a:cubicBezTo>
                  <a:pt x="462" y="375"/>
                  <a:pt x="462" y="375"/>
                  <a:pt x="462" y="375"/>
                </a:cubicBezTo>
                <a:cubicBezTo>
                  <a:pt x="457" y="380"/>
                  <a:pt x="448" y="380"/>
                  <a:pt x="442" y="375"/>
                </a:cubicBezTo>
                <a:cubicBezTo>
                  <a:pt x="442" y="322"/>
                  <a:pt x="442" y="322"/>
                  <a:pt x="442" y="322"/>
                </a:cubicBezTo>
                <a:cubicBezTo>
                  <a:pt x="95" y="322"/>
                  <a:pt x="95" y="322"/>
                  <a:pt x="95" y="322"/>
                </a:cubicBezTo>
                <a:cubicBezTo>
                  <a:pt x="95" y="322"/>
                  <a:pt x="84" y="321"/>
                  <a:pt x="68" y="324"/>
                </a:cubicBezTo>
                <a:cubicBezTo>
                  <a:pt x="38" y="329"/>
                  <a:pt x="16" y="340"/>
                  <a:pt x="0" y="353"/>
                </a:cubicBezTo>
                <a:cubicBezTo>
                  <a:pt x="265" y="88"/>
                  <a:pt x="265" y="88"/>
                  <a:pt x="265" y="88"/>
                </a:cubicBezTo>
                <a:cubicBezTo>
                  <a:pt x="265" y="88"/>
                  <a:pt x="295" y="52"/>
                  <a:pt x="369" y="56"/>
                </a:cubicBezTo>
                <a:cubicBezTo>
                  <a:pt x="442" y="56"/>
                  <a:pt x="442" y="56"/>
                  <a:pt x="442" y="56"/>
                </a:cubicBezTo>
                <a:cubicBezTo>
                  <a:pt x="442" y="6"/>
                  <a:pt x="442" y="6"/>
                  <a:pt x="442" y="6"/>
                </a:cubicBezTo>
                <a:cubicBezTo>
                  <a:pt x="448" y="0"/>
                  <a:pt x="457" y="0"/>
                  <a:pt x="462" y="6"/>
                </a:cubicBezTo>
                <a:close/>
              </a:path>
            </a:pathLst>
          </a:custGeom>
          <a:solidFill>
            <a:srgbClr val="19B49B"/>
          </a:solidFill>
          <a:ln>
            <a:noFill/>
          </a:ln>
          <a:effectLst/>
        </p:spPr>
        <p:txBody>
          <a:bodyPr vert="horz" wrap="square" lIns="67200" tIns="33600" rIns="67200" bIns="33600" numCol="1" anchor="t" anchorCtr="0" compatLnSpc="1"/>
          <a:lstStyle/>
          <a:p>
            <a:endParaRPr lang="zh-CN" altLang="en-US" sz="1255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60"/>
          <p:cNvSpPr txBox="1"/>
          <p:nvPr/>
        </p:nvSpPr>
        <p:spPr>
          <a:xfrm>
            <a:off x="4234593" y="1982878"/>
            <a:ext cx="562975" cy="49949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迷你简粗倩" panose="03000509000000000000" pitchFamily="65" charset="-122"/>
                <a:ea typeface="迷你简粗倩" panose="03000509000000000000" pitchFamily="65" charset="-122"/>
              </a:defRPr>
            </a:lvl1pPr>
          </a:lstStyle>
          <a:p>
            <a:r>
              <a:rPr lang="en-US" altLang="zh-CN" sz="2645" b="1" dirty="0"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zh-CN" altLang="en-US" sz="2645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61"/>
          <p:cNvSpPr txBox="1"/>
          <p:nvPr/>
        </p:nvSpPr>
        <p:spPr>
          <a:xfrm>
            <a:off x="4252963" y="3400094"/>
            <a:ext cx="562975" cy="49949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迷你简粗倩" panose="03000509000000000000" pitchFamily="65" charset="-122"/>
                <a:ea typeface="迷你简粗倩" panose="03000509000000000000" pitchFamily="65" charset="-122"/>
              </a:defRPr>
            </a:lvl1pPr>
          </a:lstStyle>
          <a:p>
            <a:r>
              <a:rPr lang="en-US" altLang="zh-CN" sz="2645" b="1" dirty="0"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zh-CN" altLang="en-US" sz="2645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62"/>
          <p:cNvSpPr txBox="1"/>
          <p:nvPr/>
        </p:nvSpPr>
        <p:spPr>
          <a:xfrm>
            <a:off x="3493728" y="2625091"/>
            <a:ext cx="562975" cy="49949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迷你简粗倩" panose="03000509000000000000" pitchFamily="65" charset="-122"/>
                <a:ea typeface="迷你简粗倩" panose="03000509000000000000" pitchFamily="65" charset="-122"/>
              </a:defRPr>
            </a:lvl1pPr>
          </a:lstStyle>
          <a:p>
            <a:r>
              <a:rPr lang="en-US" altLang="zh-CN" sz="2645" b="1" dirty="0">
                <a:latin typeface="Arial" panose="020B0604020202020204" pitchFamily="34" charset="0"/>
                <a:ea typeface="微软雅黑" panose="020B0503020204020204" pitchFamily="34" charset="-122"/>
              </a:rPr>
              <a:t>04</a:t>
            </a:r>
            <a:endParaRPr lang="zh-CN" altLang="en-US" sz="2645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63"/>
          <p:cNvSpPr txBox="1"/>
          <p:nvPr/>
        </p:nvSpPr>
        <p:spPr>
          <a:xfrm>
            <a:off x="4764365" y="2625091"/>
            <a:ext cx="562975" cy="49949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迷你简粗倩" panose="03000509000000000000" pitchFamily="65" charset="-122"/>
                <a:ea typeface="迷你简粗倩" panose="03000509000000000000" pitchFamily="65" charset="-122"/>
              </a:defRPr>
            </a:lvl1pPr>
          </a:lstStyle>
          <a:p>
            <a:r>
              <a:rPr lang="en-US" altLang="zh-CN" sz="2645" b="1" dirty="0"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zh-CN" altLang="en-US" sz="2645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23866" y="1363398"/>
            <a:ext cx="1874768" cy="3966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483206" y="3712795"/>
            <a:ext cx="1874768" cy="3966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32495" y="4115182"/>
            <a:ext cx="1960588" cy="3966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14981" y="1945507"/>
            <a:ext cx="1960588" cy="3966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GB" altLang="zh-CN" sz="73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975" y="292746"/>
            <a:ext cx="3590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03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9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8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00"/>
                            </p:stCondLst>
                            <p:childTnLst>
                              <p:par>
                                <p:cTn id="53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3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800"/>
                            </p:stCondLst>
                            <p:childTnLst>
                              <p:par>
                                <p:cTn id="68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3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8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300"/>
                            </p:stCondLst>
                            <p:childTnLst>
                              <p:par>
                                <p:cTn id="8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8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4" grpId="0"/>
      <p:bldP spid="16" grpId="0"/>
      <p:bldP spid="18" grpId="0"/>
      <p:bldP spid="20" grpId="0"/>
      <p:bldP spid="21" grpId="0"/>
      <p:bldP spid="22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41855" y="1527209"/>
            <a:ext cx="1171610" cy="569667"/>
            <a:chOff x="2948535" y="3672185"/>
            <a:chExt cx="2811555" cy="1338958"/>
          </a:xfrm>
        </p:grpSpPr>
        <p:sp>
          <p:nvSpPr>
            <p:cNvPr id="9" name="Rounded Rectangle 43"/>
            <p:cNvSpPr/>
            <p:nvPr/>
          </p:nvSpPr>
          <p:spPr>
            <a:xfrm>
              <a:off x="2964135" y="3673227"/>
              <a:ext cx="2230265" cy="557566"/>
            </a:xfrm>
            <a:prstGeom prst="roundRect">
              <a:avLst>
                <a:gd name="adj" fmla="val 46832"/>
              </a:avLst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75"/>
            </a:p>
          </p:txBody>
        </p:sp>
        <p:sp>
          <p:nvSpPr>
            <p:cNvPr id="10" name="TextBox 13"/>
            <p:cNvSpPr txBox="1"/>
            <p:nvPr/>
          </p:nvSpPr>
          <p:spPr>
            <a:xfrm>
              <a:off x="3188965" y="3672185"/>
              <a:ext cx="2104106" cy="615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bg1"/>
                  </a:solidFill>
                  <a:latin typeface="思源黑体 CN Medium" pitchFamily="34" charset="-122"/>
                  <a:ea typeface="思源黑体 CN Medium" pitchFamily="34" charset="-122"/>
                </a:rPr>
                <a:t>项目名称</a:t>
              </a:r>
              <a:endParaRPr lang="id-ID" sz="1100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endParaRPr>
            </a:p>
          </p:txBody>
        </p:sp>
        <p:sp>
          <p:nvSpPr>
            <p:cNvPr id="11" name="TextBox 14"/>
            <p:cNvSpPr txBox="1"/>
            <p:nvPr/>
          </p:nvSpPr>
          <p:spPr>
            <a:xfrm>
              <a:off x="2948535" y="4342295"/>
              <a:ext cx="2811555" cy="668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50" dirty="0">
                  <a:solidFill>
                    <a:schemeClr val="bg1">
                      <a:lumMod val="50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Add Content</a:t>
              </a:r>
              <a:endParaRPr lang="zh-CN" altLang="en-US" sz="1250" dirty="0">
                <a:solidFill>
                  <a:schemeClr val="bg1">
                    <a:lumMod val="50000"/>
                  </a:schemeClr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</p:grpSp>
      <p:sp>
        <p:nvSpPr>
          <p:cNvPr id="12" name="TextBox 15"/>
          <p:cNvSpPr txBox="1"/>
          <p:nvPr/>
        </p:nvSpPr>
        <p:spPr>
          <a:xfrm>
            <a:off x="753501" y="2166448"/>
            <a:ext cx="2525696" cy="2087131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您的内容打在这里，或者通过复制文本后，在此狂中选择粘贴。您的内容打在这里，或者通过复制文本后，在此狂中选择粘贴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95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879332" y="1588481"/>
            <a:ext cx="1171610" cy="569667"/>
            <a:chOff x="10715080" y="3672185"/>
            <a:chExt cx="2811555" cy="1338958"/>
          </a:xfrm>
        </p:grpSpPr>
        <p:sp>
          <p:nvSpPr>
            <p:cNvPr id="14" name="Rounded Rectangle 43"/>
            <p:cNvSpPr/>
            <p:nvPr/>
          </p:nvSpPr>
          <p:spPr>
            <a:xfrm>
              <a:off x="10730680" y="3673227"/>
              <a:ext cx="2230265" cy="557566"/>
            </a:xfrm>
            <a:prstGeom prst="roundRect">
              <a:avLst>
                <a:gd name="adj" fmla="val 46832"/>
              </a:avLst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75"/>
            </a:p>
          </p:txBody>
        </p:sp>
        <p:sp>
          <p:nvSpPr>
            <p:cNvPr id="15" name="TextBox 18"/>
            <p:cNvSpPr txBox="1"/>
            <p:nvPr/>
          </p:nvSpPr>
          <p:spPr>
            <a:xfrm>
              <a:off x="10955510" y="3672185"/>
              <a:ext cx="1856198" cy="615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bg1"/>
                  </a:solidFill>
                  <a:latin typeface="思源黑体 CN Medium" pitchFamily="34" charset="-122"/>
                  <a:ea typeface="思源黑体 CN Medium" pitchFamily="34" charset="-122"/>
                </a:rPr>
                <a:t>项目名称</a:t>
              </a:r>
              <a:endParaRPr lang="id-ID" altLang="zh-CN" sz="1100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endParaRPr>
            </a:p>
          </p:txBody>
        </p:sp>
        <p:sp>
          <p:nvSpPr>
            <p:cNvPr id="16" name="TextBox 21"/>
            <p:cNvSpPr txBox="1"/>
            <p:nvPr/>
          </p:nvSpPr>
          <p:spPr>
            <a:xfrm>
              <a:off x="10715080" y="4342295"/>
              <a:ext cx="2811555" cy="668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50" dirty="0">
                  <a:solidFill>
                    <a:schemeClr val="bg1">
                      <a:lumMod val="50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Add Content</a:t>
              </a:r>
              <a:endParaRPr lang="zh-CN" altLang="en-US" sz="1250" dirty="0">
                <a:solidFill>
                  <a:schemeClr val="bg1">
                    <a:lumMod val="50000"/>
                  </a:schemeClr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</p:grpSp>
      <p:sp>
        <p:nvSpPr>
          <p:cNvPr id="17" name="TextBox 22"/>
          <p:cNvSpPr txBox="1"/>
          <p:nvPr/>
        </p:nvSpPr>
        <p:spPr>
          <a:xfrm>
            <a:off x="3892838" y="2129192"/>
            <a:ext cx="4557974" cy="452325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</a:t>
            </a:r>
            <a:endParaRPr lang="en-US" altLang="zh-CN" sz="95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ed Rectangle 43"/>
          <p:cNvSpPr/>
          <p:nvPr/>
        </p:nvSpPr>
        <p:spPr>
          <a:xfrm>
            <a:off x="4159584" y="4156455"/>
            <a:ext cx="929379" cy="237219"/>
          </a:xfrm>
          <a:prstGeom prst="roundRect">
            <a:avLst>
              <a:gd name="adj" fmla="val 46832"/>
            </a:avLst>
          </a:prstGeom>
          <a:solidFill>
            <a:srgbClr val="959A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470" tIns="18235" rIns="36470" bIns="18235" rtlCol="0" anchor="ctr"/>
          <a:lstStyle/>
          <a:p>
            <a:pPr algn="ctr"/>
            <a:endParaRPr lang="id-ID" sz="975"/>
          </a:p>
        </p:txBody>
      </p:sp>
      <p:sp>
        <p:nvSpPr>
          <p:cNvPr id="19" name="Rounded Rectangle 43"/>
          <p:cNvSpPr/>
          <p:nvPr/>
        </p:nvSpPr>
        <p:spPr>
          <a:xfrm>
            <a:off x="5760828" y="4156455"/>
            <a:ext cx="929379" cy="237219"/>
          </a:xfrm>
          <a:prstGeom prst="roundRect">
            <a:avLst>
              <a:gd name="adj" fmla="val 46832"/>
            </a:avLst>
          </a:prstGeom>
          <a:solidFill>
            <a:srgbClr val="535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470" tIns="18235" rIns="36470" bIns="18235" rtlCol="0" anchor="ctr"/>
          <a:lstStyle/>
          <a:p>
            <a:pPr algn="ctr"/>
            <a:endParaRPr lang="id-ID" sz="975"/>
          </a:p>
        </p:txBody>
      </p:sp>
      <p:sp>
        <p:nvSpPr>
          <p:cNvPr id="20" name="Rounded Rectangle 43"/>
          <p:cNvSpPr/>
          <p:nvPr/>
        </p:nvSpPr>
        <p:spPr>
          <a:xfrm>
            <a:off x="7381187" y="4156455"/>
            <a:ext cx="929379" cy="237219"/>
          </a:xfrm>
          <a:prstGeom prst="roundRect">
            <a:avLst>
              <a:gd name="adj" fmla="val 46832"/>
            </a:avLst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470" tIns="18235" rIns="36470" bIns="18235" rtlCol="0" anchor="ctr"/>
          <a:lstStyle/>
          <a:p>
            <a:pPr algn="ctr"/>
            <a:endParaRPr lang="id-ID" sz="975"/>
          </a:p>
        </p:txBody>
      </p:sp>
      <p:sp>
        <p:nvSpPr>
          <p:cNvPr id="21" name="TextBox 26"/>
          <p:cNvSpPr txBox="1"/>
          <p:nvPr/>
        </p:nvSpPr>
        <p:spPr>
          <a:xfrm>
            <a:off x="4355791" y="4156455"/>
            <a:ext cx="667621" cy="206424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项目名称</a:t>
            </a:r>
            <a:endParaRPr lang="id-ID" altLang="zh-CN" sz="1100" dirty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22" name="TextBox 27"/>
          <p:cNvSpPr txBox="1"/>
          <p:nvPr/>
        </p:nvSpPr>
        <p:spPr>
          <a:xfrm>
            <a:off x="6026901" y="4156455"/>
            <a:ext cx="667621" cy="206424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项目名称</a:t>
            </a:r>
            <a:endParaRPr lang="id-ID" altLang="zh-CN" sz="1100" dirty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23" name="TextBox 28"/>
          <p:cNvSpPr txBox="1"/>
          <p:nvPr/>
        </p:nvSpPr>
        <p:spPr>
          <a:xfrm>
            <a:off x="7647260" y="4156455"/>
            <a:ext cx="667621" cy="206424"/>
          </a:xfrm>
          <a:prstGeom prst="rect">
            <a:avLst/>
          </a:prstGeom>
          <a:noFill/>
        </p:spPr>
        <p:txBody>
          <a:bodyPr wrap="square" lIns="36470" tIns="18235" rIns="36470" bIns="18235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项目名称</a:t>
            </a:r>
            <a:endParaRPr lang="id-ID" altLang="zh-CN" sz="1100" dirty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907975" y="292746"/>
            <a:ext cx="3845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03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任意多边形: 形状 30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838" y="2740123"/>
            <a:ext cx="1461757" cy="125772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638" y="2740123"/>
            <a:ext cx="1461757" cy="1257726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62" y="2740123"/>
            <a:ext cx="1461757" cy="1257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2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2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2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22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80945" y="924945"/>
            <a:ext cx="7995103" cy="3519942"/>
            <a:chOff x="827584" y="1240804"/>
            <a:chExt cx="7614516" cy="3352384"/>
          </a:xfrm>
        </p:grpSpPr>
        <p:sp>
          <p:nvSpPr>
            <p:cNvPr id="3" name="椭圆 2"/>
            <p:cNvSpPr/>
            <p:nvPr/>
          </p:nvSpPr>
          <p:spPr>
            <a:xfrm>
              <a:off x="1547664" y="1601836"/>
              <a:ext cx="2232248" cy="2232937"/>
            </a:xfrm>
            <a:prstGeom prst="ellipse">
              <a:avLst/>
            </a:prstGeom>
            <a:blipFill dpi="0" rotWithShape="1">
              <a:blip r:embed="rId1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50"/>
            </a:p>
          </p:txBody>
        </p:sp>
        <p:sp>
          <p:nvSpPr>
            <p:cNvPr id="4" name="椭圆 3"/>
            <p:cNvSpPr/>
            <p:nvPr/>
          </p:nvSpPr>
          <p:spPr>
            <a:xfrm>
              <a:off x="827584" y="1645799"/>
              <a:ext cx="648072" cy="648272"/>
            </a:xfrm>
            <a:prstGeom prst="ellipse">
              <a:avLst/>
            </a:prstGeom>
            <a:solidFill>
              <a:srgbClr val="53585F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50"/>
            </a:p>
          </p:txBody>
        </p:sp>
        <p:sp>
          <p:nvSpPr>
            <p:cNvPr id="5" name="椭圆 4"/>
            <p:cNvSpPr/>
            <p:nvPr/>
          </p:nvSpPr>
          <p:spPr>
            <a:xfrm>
              <a:off x="3563888" y="1240804"/>
              <a:ext cx="648072" cy="648272"/>
            </a:xfrm>
            <a:prstGeom prst="ellipse">
              <a:avLst/>
            </a:prstGeom>
            <a:solidFill>
              <a:srgbClr val="19B49B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50"/>
            </a:p>
          </p:txBody>
        </p:sp>
        <p:sp>
          <p:nvSpPr>
            <p:cNvPr id="6" name="椭圆 5"/>
            <p:cNvSpPr/>
            <p:nvPr/>
          </p:nvSpPr>
          <p:spPr>
            <a:xfrm>
              <a:off x="1115616" y="3015149"/>
              <a:ext cx="1132860" cy="1133210"/>
            </a:xfrm>
            <a:prstGeom prst="ellipse">
              <a:avLst/>
            </a:prstGeom>
            <a:solidFill>
              <a:srgbClr val="19B49B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50"/>
            </a:p>
          </p:txBody>
        </p:sp>
        <p:sp>
          <p:nvSpPr>
            <p:cNvPr id="7" name="椭圆 6"/>
            <p:cNvSpPr/>
            <p:nvPr/>
          </p:nvSpPr>
          <p:spPr>
            <a:xfrm>
              <a:off x="2967110" y="3155897"/>
              <a:ext cx="1436848" cy="1437291"/>
            </a:xfrm>
            <a:prstGeom prst="ellipse">
              <a:avLst/>
            </a:prstGeom>
            <a:solidFill>
              <a:srgbClr val="959AA2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50"/>
            </a:p>
          </p:txBody>
        </p:sp>
        <p:sp>
          <p:nvSpPr>
            <p:cNvPr id="8" name="Freeform 21"/>
            <p:cNvSpPr>
              <a:spLocks noEditPoints="1"/>
            </p:cNvSpPr>
            <p:nvPr/>
          </p:nvSpPr>
          <p:spPr bwMode="auto">
            <a:xfrm>
              <a:off x="3565383" y="3383390"/>
              <a:ext cx="240302" cy="245718"/>
            </a:xfrm>
            <a:custGeom>
              <a:avLst/>
              <a:gdLst>
                <a:gd name="T0" fmla="*/ 26 w 90"/>
                <a:gd name="T1" fmla="*/ 19 h 91"/>
                <a:gd name="T2" fmla="*/ 19 w 90"/>
                <a:gd name="T3" fmla="*/ 26 h 91"/>
                <a:gd name="T4" fmla="*/ 18 w 90"/>
                <a:gd name="T5" fmla="*/ 34 h 91"/>
                <a:gd name="T6" fmla="*/ 22 w 90"/>
                <a:gd name="T7" fmla="*/ 29 h 91"/>
                <a:gd name="T8" fmla="*/ 29 w 90"/>
                <a:gd name="T9" fmla="*/ 23 h 91"/>
                <a:gd name="T10" fmla="*/ 33 w 90"/>
                <a:gd name="T11" fmla="*/ 18 h 91"/>
                <a:gd name="T12" fmla="*/ 89 w 90"/>
                <a:gd name="T13" fmla="*/ 84 h 91"/>
                <a:gd name="T14" fmla="*/ 73 w 90"/>
                <a:gd name="T15" fmla="*/ 67 h 91"/>
                <a:gd name="T16" fmla="*/ 82 w 90"/>
                <a:gd name="T17" fmla="*/ 41 h 91"/>
                <a:gd name="T18" fmla="*/ 79 w 90"/>
                <a:gd name="T19" fmla="*/ 25 h 91"/>
                <a:gd name="T20" fmla="*/ 70 w 90"/>
                <a:gd name="T21" fmla="*/ 12 h 91"/>
                <a:gd name="T22" fmla="*/ 41 w 90"/>
                <a:gd name="T23" fmla="*/ 0 h 91"/>
                <a:gd name="T24" fmla="*/ 3 w 90"/>
                <a:gd name="T25" fmla="*/ 25 h 91"/>
                <a:gd name="T26" fmla="*/ 3 w 90"/>
                <a:gd name="T27" fmla="*/ 57 h 91"/>
                <a:gd name="T28" fmla="*/ 12 w 90"/>
                <a:gd name="T29" fmla="*/ 70 h 91"/>
                <a:gd name="T30" fmla="*/ 25 w 90"/>
                <a:gd name="T31" fmla="*/ 79 h 91"/>
                <a:gd name="T32" fmla="*/ 25 w 90"/>
                <a:gd name="T33" fmla="*/ 79 h 91"/>
                <a:gd name="T34" fmla="*/ 57 w 90"/>
                <a:gd name="T35" fmla="*/ 79 h 91"/>
                <a:gd name="T36" fmla="*/ 84 w 90"/>
                <a:gd name="T37" fmla="*/ 89 h 91"/>
                <a:gd name="T38" fmla="*/ 89 w 90"/>
                <a:gd name="T39" fmla="*/ 84 h 91"/>
                <a:gd name="T40" fmla="*/ 65 w 90"/>
                <a:gd name="T41" fmla="*/ 65 h 91"/>
                <a:gd name="T42" fmla="*/ 54 w 90"/>
                <a:gd name="T43" fmla="*/ 72 h 91"/>
                <a:gd name="T44" fmla="*/ 28 w 90"/>
                <a:gd name="T45" fmla="*/ 72 h 91"/>
                <a:gd name="T46" fmla="*/ 17 w 90"/>
                <a:gd name="T47" fmla="*/ 65 h 91"/>
                <a:gd name="T48" fmla="*/ 17 w 90"/>
                <a:gd name="T49" fmla="*/ 65 h 91"/>
                <a:gd name="T50" fmla="*/ 10 w 90"/>
                <a:gd name="T51" fmla="*/ 54 h 91"/>
                <a:gd name="T52" fmla="*/ 10 w 90"/>
                <a:gd name="T53" fmla="*/ 28 h 91"/>
                <a:gd name="T54" fmla="*/ 41 w 90"/>
                <a:gd name="T55" fmla="*/ 7 h 91"/>
                <a:gd name="T56" fmla="*/ 65 w 90"/>
                <a:gd name="T57" fmla="*/ 17 h 91"/>
                <a:gd name="T58" fmla="*/ 72 w 90"/>
                <a:gd name="T59" fmla="*/ 28 h 91"/>
                <a:gd name="T60" fmla="*/ 75 w 90"/>
                <a:gd name="T61" fmla="*/ 41 h 91"/>
                <a:gd name="T62" fmla="*/ 65 w 90"/>
                <a:gd name="T63" fmla="*/ 65 h 91"/>
                <a:gd name="T64" fmla="*/ 65 w 90"/>
                <a:gd name="T65" fmla="*/ 39 h 91"/>
                <a:gd name="T66" fmla="*/ 61 w 90"/>
                <a:gd name="T67" fmla="*/ 50 h 91"/>
                <a:gd name="T68" fmla="*/ 57 w 90"/>
                <a:gd name="T69" fmla="*/ 57 h 91"/>
                <a:gd name="T70" fmla="*/ 41 w 90"/>
                <a:gd name="T71" fmla="*/ 63 h 91"/>
                <a:gd name="T72" fmla="*/ 41 w 90"/>
                <a:gd name="T73" fmla="*/ 68 h 91"/>
                <a:gd name="T74" fmla="*/ 60 w 90"/>
                <a:gd name="T75" fmla="*/ 60 h 91"/>
                <a:gd name="T76" fmla="*/ 66 w 90"/>
                <a:gd name="T77" fmla="*/ 51 h 91"/>
                <a:gd name="T78" fmla="*/ 65 w 90"/>
                <a:gd name="T79" fmla="*/ 3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0" h="91">
                  <a:moveTo>
                    <a:pt x="30" y="16"/>
                  </a:moveTo>
                  <a:cubicBezTo>
                    <a:pt x="29" y="17"/>
                    <a:pt x="27" y="18"/>
                    <a:pt x="26" y="19"/>
                  </a:cubicBezTo>
                  <a:cubicBezTo>
                    <a:pt x="25" y="20"/>
                    <a:pt x="23" y="21"/>
                    <a:pt x="22" y="22"/>
                  </a:cubicBezTo>
                  <a:cubicBezTo>
                    <a:pt x="21" y="23"/>
                    <a:pt x="20" y="25"/>
                    <a:pt x="19" y="26"/>
                  </a:cubicBezTo>
                  <a:cubicBezTo>
                    <a:pt x="18" y="28"/>
                    <a:pt x="17" y="29"/>
                    <a:pt x="16" y="31"/>
                  </a:cubicBezTo>
                  <a:cubicBezTo>
                    <a:pt x="16" y="32"/>
                    <a:pt x="16" y="33"/>
                    <a:pt x="18" y="34"/>
                  </a:cubicBezTo>
                  <a:cubicBezTo>
                    <a:pt x="19" y="34"/>
                    <a:pt x="20" y="34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3" y="28"/>
                    <a:pt x="24" y="26"/>
                    <a:pt x="25" y="25"/>
                  </a:cubicBezTo>
                  <a:cubicBezTo>
                    <a:pt x="26" y="24"/>
                    <a:pt x="27" y="23"/>
                    <a:pt x="29" y="23"/>
                  </a:cubicBezTo>
                  <a:cubicBezTo>
                    <a:pt x="30" y="22"/>
                    <a:pt x="31" y="21"/>
                    <a:pt x="32" y="21"/>
                  </a:cubicBezTo>
                  <a:cubicBezTo>
                    <a:pt x="33" y="20"/>
                    <a:pt x="34" y="19"/>
                    <a:pt x="33" y="18"/>
                  </a:cubicBezTo>
                  <a:cubicBezTo>
                    <a:pt x="33" y="17"/>
                    <a:pt x="32" y="16"/>
                    <a:pt x="30" y="16"/>
                  </a:cubicBezTo>
                  <a:close/>
                  <a:moveTo>
                    <a:pt x="89" y="84"/>
                  </a:moveTo>
                  <a:cubicBezTo>
                    <a:pt x="89" y="84"/>
                    <a:pt x="89" y="84"/>
                    <a:pt x="89" y="84"/>
                  </a:cubicBezTo>
                  <a:cubicBezTo>
                    <a:pt x="73" y="67"/>
                    <a:pt x="73" y="67"/>
                    <a:pt x="73" y="67"/>
                  </a:cubicBezTo>
                  <a:cubicBezTo>
                    <a:pt x="75" y="64"/>
                    <a:pt x="77" y="61"/>
                    <a:pt x="79" y="57"/>
                  </a:cubicBezTo>
                  <a:cubicBezTo>
                    <a:pt x="81" y="52"/>
                    <a:pt x="82" y="47"/>
                    <a:pt x="82" y="41"/>
                  </a:cubicBezTo>
                  <a:cubicBezTo>
                    <a:pt x="82" y="36"/>
                    <a:pt x="81" y="30"/>
                    <a:pt x="79" y="26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7" y="20"/>
                    <a:pt x="74" y="16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6" y="8"/>
                    <a:pt x="62" y="5"/>
                    <a:pt x="57" y="3"/>
                  </a:cubicBezTo>
                  <a:cubicBezTo>
                    <a:pt x="52" y="1"/>
                    <a:pt x="46" y="0"/>
                    <a:pt x="41" y="0"/>
                  </a:cubicBezTo>
                  <a:cubicBezTo>
                    <a:pt x="29" y="0"/>
                    <a:pt x="19" y="4"/>
                    <a:pt x="12" y="12"/>
                  </a:cubicBezTo>
                  <a:cubicBezTo>
                    <a:pt x="8" y="16"/>
                    <a:pt x="5" y="20"/>
                    <a:pt x="3" y="25"/>
                  </a:cubicBezTo>
                  <a:cubicBezTo>
                    <a:pt x="1" y="30"/>
                    <a:pt x="0" y="36"/>
                    <a:pt x="0" y="41"/>
                  </a:cubicBezTo>
                  <a:cubicBezTo>
                    <a:pt x="0" y="47"/>
                    <a:pt x="1" y="52"/>
                    <a:pt x="3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5" y="62"/>
                    <a:pt x="8" y="66"/>
                    <a:pt x="12" y="70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6" y="74"/>
                    <a:pt x="20" y="77"/>
                    <a:pt x="25" y="79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30" y="81"/>
                    <a:pt x="35" y="82"/>
                    <a:pt x="41" y="82"/>
                  </a:cubicBezTo>
                  <a:cubicBezTo>
                    <a:pt x="46" y="82"/>
                    <a:pt x="52" y="81"/>
                    <a:pt x="57" y="79"/>
                  </a:cubicBezTo>
                  <a:cubicBezTo>
                    <a:pt x="61" y="78"/>
                    <a:pt x="64" y="75"/>
                    <a:pt x="67" y="73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5" y="91"/>
                    <a:pt x="88" y="91"/>
                    <a:pt x="89" y="89"/>
                  </a:cubicBezTo>
                  <a:cubicBezTo>
                    <a:pt x="90" y="88"/>
                    <a:pt x="90" y="85"/>
                    <a:pt x="89" y="84"/>
                  </a:cubicBezTo>
                  <a:close/>
                  <a:moveTo>
                    <a:pt x="65" y="65"/>
                  </a:moveTo>
                  <a:cubicBezTo>
                    <a:pt x="65" y="65"/>
                    <a:pt x="65" y="65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62" y="68"/>
                    <a:pt x="58" y="71"/>
                    <a:pt x="54" y="72"/>
                  </a:cubicBezTo>
                  <a:cubicBezTo>
                    <a:pt x="50" y="74"/>
                    <a:pt x="45" y="75"/>
                    <a:pt x="41" y="75"/>
                  </a:cubicBezTo>
                  <a:cubicBezTo>
                    <a:pt x="36" y="75"/>
                    <a:pt x="32" y="74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4" y="71"/>
                    <a:pt x="20" y="68"/>
                    <a:pt x="17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4" y="62"/>
                    <a:pt x="11" y="58"/>
                    <a:pt x="1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8" y="50"/>
                    <a:pt x="7" y="46"/>
                    <a:pt x="7" y="41"/>
                  </a:cubicBezTo>
                  <a:cubicBezTo>
                    <a:pt x="7" y="37"/>
                    <a:pt x="8" y="32"/>
                    <a:pt x="10" y="28"/>
                  </a:cubicBezTo>
                  <a:cubicBezTo>
                    <a:pt x="11" y="24"/>
                    <a:pt x="14" y="20"/>
                    <a:pt x="17" y="17"/>
                  </a:cubicBezTo>
                  <a:cubicBezTo>
                    <a:pt x="23" y="11"/>
                    <a:pt x="32" y="7"/>
                    <a:pt x="41" y="7"/>
                  </a:cubicBezTo>
                  <a:cubicBezTo>
                    <a:pt x="45" y="7"/>
                    <a:pt x="50" y="8"/>
                    <a:pt x="54" y="10"/>
                  </a:cubicBezTo>
                  <a:cubicBezTo>
                    <a:pt x="58" y="12"/>
                    <a:pt x="62" y="14"/>
                    <a:pt x="65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8" y="21"/>
                    <a:pt x="70" y="24"/>
                    <a:pt x="72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4" y="32"/>
                    <a:pt x="75" y="37"/>
                    <a:pt x="75" y="41"/>
                  </a:cubicBezTo>
                  <a:cubicBezTo>
                    <a:pt x="75" y="46"/>
                    <a:pt x="74" y="50"/>
                    <a:pt x="72" y="54"/>
                  </a:cubicBezTo>
                  <a:cubicBezTo>
                    <a:pt x="70" y="58"/>
                    <a:pt x="68" y="62"/>
                    <a:pt x="65" y="65"/>
                  </a:cubicBezTo>
                  <a:close/>
                  <a:moveTo>
                    <a:pt x="65" y="39"/>
                  </a:moveTo>
                  <a:cubicBezTo>
                    <a:pt x="65" y="39"/>
                    <a:pt x="65" y="39"/>
                    <a:pt x="65" y="39"/>
                  </a:cubicBezTo>
                  <a:cubicBezTo>
                    <a:pt x="64" y="39"/>
                    <a:pt x="63" y="40"/>
                    <a:pt x="63" y="41"/>
                  </a:cubicBezTo>
                  <a:cubicBezTo>
                    <a:pt x="63" y="44"/>
                    <a:pt x="62" y="47"/>
                    <a:pt x="61" y="50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0" y="52"/>
                    <a:pt x="59" y="55"/>
                    <a:pt x="57" y="57"/>
                  </a:cubicBezTo>
                  <a:cubicBezTo>
                    <a:pt x="54" y="59"/>
                    <a:pt x="52" y="60"/>
                    <a:pt x="49" y="62"/>
                  </a:cubicBezTo>
                  <a:cubicBezTo>
                    <a:pt x="47" y="63"/>
                    <a:pt x="44" y="63"/>
                    <a:pt x="41" y="63"/>
                  </a:cubicBezTo>
                  <a:cubicBezTo>
                    <a:pt x="40" y="63"/>
                    <a:pt x="39" y="64"/>
                    <a:pt x="39" y="66"/>
                  </a:cubicBezTo>
                  <a:cubicBezTo>
                    <a:pt x="39" y="67"/>
                    <a:pt x="40" y="68"/>
                    <a:pt x="41" y="68"/>
                  </a:cubicBezTo>
                  <a:cubicBezTo>
                    <a:pt x="44" y="68"/>
                    <a:pt x="48" y="67"/>
                    <a:pt x="51" y="66"/>
                  </a:cubicBezTo>
                  <a:cubicBezTo>
                    <a:pt x="54" y="64"/>
                    <a:pt x="57" y="63"/>
                    <a:pt x="60" y="60"/>
                  </a:cubicBezTo>
                  <a:cubicBezTo>
                    <a:pt x="62" y="58"/>
                    <a:pt x="64" y="55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7" y="48"/>
                    <a:pt x="68" y="45"/>
                    <a:pt x="68" y="41"/>
                  </a:cubicBezTo>
                  <a:cubicBezTo>
                    <a:pt x="68" y="40"/>
                    <a:pt x="67" y="39"/>
                    <a:pt x="65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7189" tIns="33594" rIns="67189" bIns="33594" numCol="1" anchor="t" anchorCtr="0" compatLnSpc="1"/>
            <a:lstStyle/>
            <a:p>
              <a:endParaRPr lang="zh-CN" altLang="en-US" sz="235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1020121" y="1845740"/>
              <a:ext cx="262998" cy="248389"/>
            </a:xfrm>
            <a:custGeom>
              <a:avLst/>
              <a:gdLst>
                <a:gd name="T0" fmla="*/ 48 w 98"/>
                <a:gd name="T1" fmla="*/ 24 h 92"/>
                <a:gd name="T2" fmla="*/ 50 w 98"/>
                <a:gd name="T3" fmla="*/ 53 h 92"/>
                <a:gd name="T4" fmla="*/ 52 w 98"/>
                <a:gd name="T5" fmla="*/ 17 h 92"/>
                <a:gd name="T6" fmla="*/ 48 w 98"/>
                <a:gd name="T7" fmla="*/ 16 h 92"/>
                <a:gd name="T8" fmla="*/ 41 w 98"/>
                <a:gd name="T9" fmla="*/ 28 h 92"/>
                <a:gd name="T10" fmla="*/ 94 w 98"/>
                <a:gd name="T11" fmla="*/ 12 h 92"/>
                <a:gd name="T12" fmla="*/ 84 w 98"/>
                <a:gd name="T13" fmla="*/ 12 h 92"/>
                <a:gd name="T14" fmla="*/ 80 w 98"/>
                <a:gd name="T15" fmla="*/ 0 h 92"/>
                <a:gd name="T16" fmla="*/ 14 w 98"/>
                <a:gd name="T17" fmla="*/ 4 h 92"/>
                <a:gd name="T18" fmla="*/ 3 w 98"/>
                <a:gd name="T19" fmla="*/ 12 h 92"/>
                <a:gd name="T20" fmla="*/ 0 w 98"/>
                <a:gd name="T21" fmla="*/ 37 h 92"/>
                <a:gd name="T22" fmla="*/ 6 w 98"/>
                <a:gd name="T23" fmla="*/ 52 h 92"/>
                <a:gd name="T24" fmla="*/ 45 w 98"/>
                <a:gd name="T25" fmla="*/ 75 h 92"/>
                <a:gd name="T26" fmla="*/ 29 w 98"/>
                <a:gd name="T27" fmla="*/ 84 h 92"/>
                <a:gd name="T28" fmla="*/ 29 w 98"/>
                <a:gd name="T29" fmla="*/ 92 h 92"/>
                <a:gd name="T30" fmla="*/ 73 w 98"/>
                <a:gd name="T31" fmla="*/ 88 h 92"/>
                <a:gd name="T32" fmla="*/ 53 w 98"/>
                <a:gd name="T33" fmla="*/ 84 h 92"/>
                <a:gd name="T34" fmla="*/ 78 w 98"/>
                <a:gd name="T35" fmla="*/ 59 h 92"/>
                <a:gd name="T36" fmla="*/ 92 w 98"/>
                <a:gd name="T37" fmla="*/ 52 h 92"/>
                <a:gd name="T38" fmla="*/ 98 w 98"/>
                <a:gd name="T39" fmla="*/ 16 h 92"/>
                <a:gd name="T40" fmla="*/ 11 w 98"/>
                <a:gd name="T41" fmla="*/ 47 h 92"/>
                <a:gd name="T42" fmla="*/ 7 w 98"/>
                <a:gd name="T43" fmla="*/ 37 h 92"/>
                <a:gd name="T44" fmla="*/ 14 w 98"/>
                <a:gd name="T45" fmla="*/ 20 h 92"/>
                <a:gd name="T46" fmla="*/ 15 w 98"/>
                <a:gd name="T47" fmla="*/ 50 h 92"/>
                <a:gd name="T48" fmla="*/ 76 w 98"/>
                <a:gd name="T49" fmla="*/ 40 h 92"/>
                <a:gd name="T50" fmla="*/ 73 w 98"/>
                <a:gd name="T51" fmla="*/ 53 h 92"/>
                <a:gd name="T52" fmla="*/ 49 w 98"/>
                <a:gd name="T53" fmla="*/ 67 h 92"/>
                <a:gd name="T54" fmla="*/ 24 w 98"/>
                <a:gd name="T55" fmla="*/ 53 h 92"/>
                <a:gd name="T56" fmla="*/ 21 w 98"/>
                <a:gd name="T57" fmla="*/ 40 h 92"/>
                <a:gd name="T58" fmla="*/ 76 w 98"/>
                <a:gd name="T59" fmla="*/ 8 h 92"/>
                <a:gd name="T60" fmla="*/ 91 w 98"/>
                <a:gd name="T61" fmla="*/ 37 h 92"/>
                <a:gd name="T62" fmla="*/ 86 w 98"/>
                <a:gd name="T63" fmla="*/ 47 h 92"/>
                <a:gd name="T64" fmla="*/ 83 w 98"/>
                <a:gd name="T65" fmla="*/ 50 h 92"/>
                <a:gd name="T66" fmla="*/ 84 w 98"/>
                <a:gd name="T67" fmla="*/ 40 h 92"/>
                <a:gd name="T68" fmla="*/ 91 w 98"/>
                <a:gd name="T69" fmla="*/ 2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92">
                  <a:moveTo>
                    <a:pt x="44" y="28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48" y="52"/>
                    <a:pt x="49" y="53"/>
                    <a:pt x="50" y="53"/>
                  </a:cubicBezTo>
                  <a:cubicBezTo>
                    <a:pt x="51" y="53"/>
                    <a:pt x="52" y="52"/>
                    <a:pt x="52" y="51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6"/>
                    <a:pt x="51" y="15"/>
                    <a:pt x="50" y="15"/>
                  </a:cubicBezTo>
                  <a:cubicBezTo>
                    <a:pt x="49" y="15"/>
                    <a:pt x="48" y="15"/>
                    <a:pt x="48" y="16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2" y="29"/>
                    <a:pt x="44" y="29"/>
                    <a:pt x="44" y="2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2"/>
                    <a:pt x="82" y="0"/>
                    <a:pt x="8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0"/>
                    <a:pt x="14" y="2"/>
                    <a:pt x="14" y="4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12"/>
                    <a:pt x="0" y="14"/>
                    <a:pt x="0" y="1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3"/>
                    <a:pt x="2" y="48"/>
                    <a:pt x="6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9" y="56"/>
                    <a:pt x="14" y="58"/>
                    <a:pt x="19" y="59"/>
                  </a:cubicBezTo>
                  <a:cubicBezTo>
                    <a:pt x="25" y="68"/>
                    <a:pt x="35" y="74"/>
                    <a:pt x="45" y="75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7" y="84"/>
                    <a:pt x="25" y="86"/>
                    <a:pt x="25" y="88"/>
                  </a:cubicBezTo>
                  <a:cubicBezTo>
                    <a:pt x="25" y="90"/>
                    <a:pt x="27" y="92"/>
                    <a:pt x="29" y="92"/>
                  </a:cubicBezTo>
                  <a:cubicBezTo>
                    <a:pt x="69" y="92"/>
                    <a:pt x="69" y="92"/>
                    <a:pt x="69" y="92"/>
                  </a:cubicBezTo>
                  <a:cubicBezTo>
                    <a:pt x="71" y="92"/>
                    <a:pt x="73" y="90"/>
                    <a:pt x="73" y="88"/>
                  </a:cubicBezTo>
                  <a:cubicBezTo>
                    <a:pt x="73" y="86"/>
                    <a:pt x="71" y="84"/>
                    <a:pt x="69" y="84"/>
                  </a:cubicBezTo>
                  <a:cubicBezTo>
                    <a:pt x="53" y="84"/>
                    <a:pt x="53" y="84"/>
                    <a:pt x="53" y="84"/>
                  </a:cubicBezTo>
                  <a:cubicBezTo>
                    <a:pt x="53" y="75"/>
                    <a:pt x="53" y="75"/>
                    <a:pt x="53" y="75"/>
                  </a:cubicBezTo>
                  <a:cubicBezTo>
                    <a:pt x="63" y="74"/>
                    <a:pt x="73" y="68"/>
                    <a:pt x="78" y="59"/>
                  </a:cubicBezTo>
                  <a:cubicBezTo>
                    <a:pt x="84" y="58"/>
                    <a:pt x="88" y="56"/>
                    <a:pt x="92" y="53"/>
                  </a:cubicBezTo>
                  <a:cubicBezTo>
                    <a:pt x="92" y="52"/>
                    <a:pt x="92" y="52"/>
                    <a:pt x="92" y="52"/>
                  </a:cubicBezTo>
                  <a:cubicBezTo>
                    <a:pt x="96" y="48"/>
                    <a:pt x="98" y="43"/>
                    <a:pt x="98" y="37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8" y="14"/>
                    <a:pt x="96" y="12"/>
                    <a:pt x="94" y="12"/>
                  </a:cubicBezTo>
                  <a:close/>
                  <a:moveTo>
                    <a:pt x="11" y="47"/>
                  </a:moveTo>
                  <a:cubicBezTo>
                    <a:pt x="11" y="47"/>
                    <a:pt x="11" y="47"/>
                    <a:pt x="11" y="47"/>
                  </a:cubicBezTo>
                  <a:cubicBezTo>
                    <a:pt x="9" y="44"/>
                    <a:pt x="7" y="41"/>
                    <a:pt x="7" y="3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4"/>
                    <a:pt x="14" y="47"/>
                    <a:pt x="15" y="50"/>
                  </a:cubicBezTo>
                  <a:cubicBezTo>
                    <a:pt x="14" y="49"/>
                    <a:pt x="12" y="48"/>
                    <a:pt x="11" y="47"/>
                  </a:cubicBezTo>
                  <a:close/>
                  <a:moveTo>
                    <a:pt x="76" y="40"/>
                  </a:moveTo>
                  <a:cubicBezTo>
                    <a:pt x="76" y="40"/>
                    <a:pt x="76" y="40"/>
                    <a:pt x="76" y="40"/>
                  </a:cubicBezTo>
                  <a:cubicBezTo>
                    <a:pt x="76" y="45"/>
                    <a:pt x="75" y="49"/>
                    <a:pt x="73" y="53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69" y="62"/>
                    <a:pt x="59" y="67"/>
                    <a:pt x="49" y="67"/>
                  </a:cubicBezTo>
                  <a:cubicBezTo>
                    <a:pt x="39" y="67"/>
                    <a:pt x="29" y="62"/>
                    <a:pt x="24" y="53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2" y="49"/>
                    <a:pt x="21" y="45"/>
                    <a:pt x="21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6" y="40"/>
                    <a:pt x="76" y="40"/>
                    <a:pt x="76" y="40"/>
                  </a:cubicBezTo>
                  <a:close/>
                  <a:moveTo>
                    <a:pt x="91" y="37"/>
                  </a:moveTo>
                  <a:cubicBezTo>
                    <a:pt x="91" y="37"/>
                    <a:pt x="91" y="37"/>
                    <a:pt x="91" y="37"/>
                  </a:cubicBezTo>
                  <a:cubicBezTo>
                    <a:pt x="91" y="41"/>
                    <a:pt x="89" y="44"/>
                    <a:pt x="86" y="47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5" y="48"/>
                    <a:pt x="84" y="49"/>
                    <a:pt x="83" y="50"/>
                  </a:cubicBezTo>
                  <a:cubicBezTo>
                    <a:pt x="84" y="47"/>
                    <a:pt x="84" y="44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37"/>
                    <a:pt x="91" y="37"/>
                    <a:pt x="91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7189" tIns="33594" rIns="67189" bIns="33594" numCol="1" anchor="t" anchorCtr="0" compatLnSpc="1"/>
            <a:lstStyle/>
            <a:p>
              <a:endParaRPr lang="zh-CN" altLang="en-US" sz="2350"/>
            </a:p>
          </p:txBody>
        </p:sp>
        <p:sp>
          <p:nvSpPr>
            <p:cNvPr id="10" name="Freeform 26"/>
            <p:cNvSpPr>
              <a:spLocks noEditPoints="1"/>
            </p:cNvSpPr>
            <p:nvPr/>
          </p:nvSpPr>
          <p:spPr bwMode="auto">
            <a:xfrm>
              <a:off x="3745798" y="1422050"/>
              <a:ext cx="284358" cy="285780"/>
            </a:xfrm>
            <a:custGeom>
              <a:avLst/>
              <a:gdLst>
                <a:gd name="T0" fmla="*/ 83 w 106"/>
                <a:gd name="T1" fmla="*/ 53 h 106"/>
                <a:gd name="T2" fmla="*/ 104 w 106"/>
                <a:gd name="T3" fmla="*/ 22 h 106"/>
                <a:gd name="T4" fmla="*/ 72 w 106"/>
                <a:gd name="T5" fmla="*/ 4 h 106"/>
                <a:gd name="T6" fmla="*/ 31 w 106"/>
                <a:gd name="T7" fmla="*/ 2 h 106"/>
                <a:gd name="T8" fmla="*/ 2 w 106"/>
                <a:gd name="T9" fmla="*/ 26 h 106"/>
                <a:gd name="T10" fmla="*/ 23 w 106"/>
                <a:gd name="T11" fmla="*/ 53 h 106"/>
                <a:gd name="T12" fmla="*/ 1 w 106"/>
                <a:gd name="T13" fmla="*/ 77 h 106"/>
                <a:gd name="T14" fmla="*/ 5 w 106"/>
                <a:gd name="T15" fmla="*/ 105 h 106"/>
                <a:gd name="T16" fmla="*/ 32 w 106"/>
                <a:gd name="T17" fmla="*/ 104 h 106"/>
                <a:gd name="T18" fmla="*/ 74 w 106"/>
                <a:gd name="T19" fmla="*/ 104 h 106"/>
                <a:gd name="T20" fmla="*/ 80 w 106"/>
                <a:gd name="T21" fmla="*/ 104 h 106"/>
                <a:gd name="T22" fmla="*/ 104 w 106"/>
                <a:gd name="T23" fmla="*/ 75 h 106"/>
                <a:gd name="T24" fmla="*/ 77 w 106"/>
                <a:gd name="T25" fmla="*/ 9 h 106"/>
                <a:gd name="T26" fmla="*/ 96 w 106"/>
                <a:gd name="T27" fmla="*/ 24 h 106"/>
                <a:gd name="T28" fmla="*/ 90 w 106"/>
                <a:gd name="T29" fmla="*/ 36 h 106"/>
                <a:gd name="T30" fmla="*/ 85 w 106"/>
                <a:gd name="T31" fmla="*/ 31 h 106"/>
                <a:gd name="T32" fmla="*/ 85 w 106"/>
                <a:gd name="T33" fmla="*/ 31 h 106"/>
                <a:gd name="T34" fmla="*/ 75 w 106"/>
                <a:gd name="T35" fmla="*/ 21 h 106"/>
                <a:gd name="T36" fmla="*/ 75 w 106"/>
                <a:gd name="T37" fmla="*/ 21 h 106"/>
                <a:gd name="T38" fmla="*/ 75 w 106"/>
                <a:gd name="T39" fmla="*/ 21 h 106"/>
                <a:gd name="T40" fmla="*/ 75 w 106"/>
                <a:gd name="T41" fmla="*/ 20 h 106"/>
                <a:gd name="T42" fmla="*/ 77 w 106"/>
                <a:gd name="T43" fmla="*/ 9 h 106"/>
                <a:gd name="T44" fmla="*/ 80 w 106"/>
                <a:gd name="T45" fmla="*/ 33 h 106"/>
                <a:gd name="T46" fmla="*/ 15 w 106"/>
                <a:gd name="T47" fmla="*/ 84 h 106"/>
                <a:gd name="T48" fmla="*/ 80 w 106"/>
                <a:gd name="T49" fmla="*/ 33 h 106"/>
                <a:gd name="T50" fmla="*/ 10 w 106"/>
                <a:gd name="T51" fmla="*/ 29 h 106"/>
                <a:gd name="T52" fmla="*/ 32 w 106"/>
                <a:gd name="T53" fmla="*/ 14 h 106"/>
                <a:gd name="T54" fmla="*/ 25 w 106"/>
                <a:gd name="T55" fmla="*/ 24 h 106"/>
                <a:gd name="T56" fmla="*/ 35 w 106"/>
                <a:gd name="T57" fmla="*/ 17 h 106"/>
                <a:gd name="T58" fmla="*/ 37 w 106"/>
                <a:gd name="T59" fmla="*/ 26 h 106"/>
                <a:gd name="T60" fmla="*/ 41 w 106"/>
                <a:gd name="T61" fmla="*/ 29 h 106"/>
                <a:gd name="T62" fmla="*/ 47 w 106"/>
                <a:gd name="T63" fmla="*/ 29 h 106"/>
                <a:gd name="T64" fmla="*/ 10 w 106"/>
                <a:gd name="T65" fmla="*/ 29 h 106"/>
                <a:gd name="T66" fmla="*/ 67 w 106"/>
                <a:gd name="T67" fmla="*/ 19 h 106"/>
                <a:gd name="T68" fmla="*/ 12 w 106"/>
                <a:gd name="T69" fmla="*/ 80 h 106"/>
                <a:gd name="T70" fmla="*/ 67 w 106"/>
                <a:gd name="T71" fmla="*/ 19 h 106"/>
                <a:gd name="T72" fmla="*/ 8 w 106"/>
                <a:gd name="T73" fmla="*/ 98 h 106"/>
                <a:gd name="T74" fmla="*/ 22 w 106"/>
                <a:gd name="T75" fmla="*/ 98 h 106"/>
                <a:gd name="T76" fmla="*/ 28 w 106"/>
                <a:gd name="T77" fmla="*/ 97 h 106"/>
                <a:gd name="T78" fmla="*/ 25 w 106"/>
                <a:gd name="T79" fmla="*/ 94 h 106"/>
                <a:gd name="T80" fmla="*/ 86 w 106"/>
                <a:gd name="T81" fmla="*/ 39 h 106"/>
                <a:gd name="T82" fmla="*/ 77 w 106"/>
                <a:gd name="T83" fmla="*/ 96 h 106"/>
                <a:gd name="T84" fmla="*/ 59 w 106"/>
                <a:gd name="T85" fmla="*/ 77 h 106"/>
                <a:gd name="T86" fmla="*/ 81 w 106"/>
                <a:gd name="T87" fmla="*/ 62 h 106"/>
                <a:gd name="T88" fmla="*/ 77 w 106"/>
                <a:gd name="T89" fmla="*/ 69 h 106"/>
                <a:gd name="T90" fmla="*/ 84 w 106"/>
                <a:gd name="T91" fmla="*/ 66 h 106"/>
                <a:gd name="T92" fmla="*/ 83 w 106"/>
                <a:gd name="T93" fmla="*/ 78 h 106"/>
                <a:gd name="T94" fmla="*/ 86 w 106"/>
                <a:gd name="T95" fmla="*/ 81 h 106"/>
                <a:gd name="T96" fmla="*/ 96 w 106"/>
                <a:gd name="T97" fmla="*/ 7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6" h="106">
                  <a:moveTo>
                    <a:pt x="104" y="75"/>
                  </a:moveTo>
                  <a:cubicBezTo>
                    <a:pt x="83" y="53"/>
                    <a:pt x="83" y="53"/>
                    <a:pt x="83" y="5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5" y="31"/>
                    <a:pt x="106" y="27"/>
                    <a:pt x="104" y="22"/>
                  </a:cubicBezTo>
                  <a:cubicBezTo>
                    <a:pt x="102" y="17"/>
                    <a:pt x="92" y="9"/>
                    <a:pt x="87" y="4"/>
                  </a:cubicBezTo>
                  <a:cubicBezTo>
                    <a:pt x="83" y="0"/>
                    <a:pt x="76" y="0"/>
                    <a:pt x="72" y="4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1"/>
                    <a:pt x="27" y="1"/>
                    <a:pt x="26" y="2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8"/>
                    <a:pt x="0" y="30"/>
                    <a:pt x="2" y="31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1" y="75"/>
                    <a:pt x="1" y="76"/>
                    <a:pt x="1" y="77"/>
                  </a:cubicBezTo>
                  <a:cubicBezTo>
                    <a:pt x="1" y="85"/>
                    <a:pt x="1" y="93"/>
                    <a:pt x="1" y="101"/>
                  </a:cubicBezTo>
                  <a:cubicBezTo>
                    <a:pt x="1" y="103"/>
                    <a:pt x="2" y="105"/>
                    <a:pt x="5" y="105"/>
                  </a:cubicBezTo>
                  <a:cubicBezTo>
                    <a:pt x="29" y="105"/>
                    <a:pt x="29" y="105"/>
                    <a:pt x="29" y="105"/>
                  </a:cubicBezTo>
                  <a:cubicBezTo>
                    <a:pt x="30" y="105"/>
                    <a:pt x="31" y="105"/>
                    <a:pt x="32" y="104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74" y="104"/>
                    <a:pt x="74" y="104"/>
                    <a:pt x="74" y="104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6" y="106"/>
                    <a:pt x="78" y="106"/>
                    <a:pt x="80" y="104"/>
                  </a:cubicBezTo>
                  <a:cubicBezTo>
                    <a:pt x="104" y="80"/>
                    <a:pt x="104" y="80"/>
                    <a:pt x="104" y="80"/>
                  </a:cubicBezTo>
                  <a:cubicBezTo>
                    <a:pt x="105" y="79"/>
                    <a:pt x="105" y="76"/>
                    <a:pt x="104" y="75"/>
                  </a:cubicBezTo>
                  <a:close/>
                  <a:moveTo>
                    <a:pt x="77" y="9"/>
                  </a:moveTo>
                  <a:cubicBezTo>
                    <a:pt x="77" y="9"/>
                    <a:pt x="77" y="9"/>
                    <a:pt x="77" y="9"/>
                  </a:cubicBezTo>
                  <a:cubicBezTo>
                    <a:pt x="78" y="8"/>
                    <a:pt x="80" y="8"/>
                    <a:pt x="82" y="9"/>
                  </a:cubicBezTo>
                  <a:cubicBezTo>
                    <a:pt x="87" y="14"/>
                    <a:pt x="92" y="19"/>
                    <a:pt x="96" y="24"/>
                  </a:cubicBezTo>
                  <a:cubicBezTo>
                    <a:pt x="98" y="26"/>
                    <a:pt x="98" y="28"/>
                    <a:pt x="96" y="29"/>
                  </a:cubicBezTo>
                  <a:cubicBezTo>
                    <a:pt x="90" y="36"/>
                    <a:pt x="90" y="36"/>
                    <a:pt x="90" y="36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7" y="9"/>
                    <a:pt x="77" y="9"/>
                    <a:pt x="77" y="9"/>
                  </a:cubicBezTo>
                  <a:close/>
                  <a:moveTo>
                    <a:pt x="80" y="33"/>
                  </a:moveTo>
                  <a:cubicBezTo>
                    <a:pt x="80" y="33"/>
                    <a:pt x="80" y="33"/>
                    <a:pt x="80" y="33"/>
                  </a:cubicBezTo>
                  <a:cubicBezTo>
                    <a:pt x="61" y="52"/>
                    <a:pt x="42" y="72"/>
                    <a:pt x="22" y="91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6" y="28"/>
                    <a:pt x="78" y="30"/>
                    <a:pt x="80" y="33"/>
                  </a:cubicBezTo>
                  <a:close/>
                  <a:moveTo>
                    <a:pt x="10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1"/>
                    <a:pt x="25" y="23"/>
                    <a:pt x="25" y="24"/>
                  </a:cubicBezTo>
                  <a:cubicBezTo>
                    <a:pt x="26" y="24"/>
                    <a:pt x="28" y="24"/>
                    <a:pt x="29" y="24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7"/>
                    <a:pt x="36" y="28"/>
                    <a:pt x="37" y="29"/>
                  </a:cubicBezTo>
                  <a:cubicBezTo>
                    <a:pt x="38" y="30"/>
                    <a:pt x="40" y="30"/>
                    <a:pt x="41" y="29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10" y="29"/>
                    <a:pt x="10" y="29"/>
                    <a:pt x="10" y="29"/>
                  </a:cubicBezTo>
                  <a:close/>
                  <a:moveTo>
                    <a:pt x="67" y="19"/>
                  </a:moveTo>
                  <a:cubicBezTo>
                    <a:pt x="67" y="19"/>
                    <a:pt x="67" y="19"/>
                    <a:pt x="67" y="19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67" y="19"/>
                    <a:pt x="67" y="19"/>
                    <a:pt x="67" y="19"/>
                  </a:cubicBezTo>
                  <a:close/>
                  <a:moveTo>
                    <a:pt x="8" y="98"/>
                  </a:moveTo>
                  <a:cubicBezTo>
                    <a:pt x="8" y="98"/>
                    <a:pt x="8" y="98"/>
                    <a:pt x="8" y="98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8" y="98"/>
                    <a:pt x="8" y="98"/>
                    <a:pt x="8" y="98"/>
                  </a:cubicBezTo>
                  <a:close/>
                  <a:moveTo>
                    <a:pt x="28" y="97"/>
                  </a:moveTo>
                  <a:cubicBezTo>
                    <a:pt x="28" y="97"/>
                    <a:pt x="28" y="97"/>
                    <a:pt x="28" y="97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45" y="75"/>
                    <a:pt x="64" y="55"/>
                    <a:pt x="84" y="36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28" y="97"/>
                    <a:pt x="28" y="97"/>
                    <a:pt x="28" y="97"/>
                  </a:cubicBezTo>
                  <a:close/>
                  <a:moveTo>
                    <a:pt x="77" y="96"/>
                  </a:moveTo>
                  <a:cubicBezTo>
                    <a:pt x="77" y="96"/>
                    <a:pt x="77" y="96"/>
                    <a:pt x="77" y="96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77" y="66"/>
                    <a:pt x="77" y="66"/>
                    <a:pt x="77" y="66"/>
                  </a:cubicBezTo>
                  <a:cubicBezTo>
                    <a:pt x="77" y="67"/>
                    <a:pt x="77" y="68"/>
                    <a:pt x="77" y="69"/>
                  </a:cubicBezTo>
                  <a:cubicBezTo>
                    <a:pt x="78" y="70"/>
                    <a:pt x="80" y="70"/>
                    <a:pt x="81" y="69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9" y="71"/>
                    <a:pt x="89" y="71"/>
                    <a:pt x="89" y="71"/>
                  </a:cubicBezTo>
                  <a:cubicBezTo>
                    <a:pt x="83" y="78"/>
                    <a:pt x="83" y="78"/>
                    <a:pt x="83" y="78"/>
                  </a:cubicBezTo>
                  <a:cubicBezTo>
                    <a:pt x="82" y="78"/>
                    <a:pt x="82" y="80"/>
                    <a:pt x="83" y="81"/>
                  </a:cubicBezTo>
                  <a:cubicBezTo>
                    <a:pt x="84" y="82"/>
                    <a:pt x="85" y="82"/>
                    <a:pt x="86" y="81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77" y="96"/>
                    <a:pt x="77" y="96"/>
                    <a:pt x="77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7189" tIns="33594" rIns="67189" bIns="33594" numCol="1" anchor="t" anchorCtr="0" compatLnSpc="1"/>
            <a:lstStyle/>
            <a:p>
              <a:endParaRPr lang="zh-CN" altLang="en-US" sz="2350"/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1298422" y="3313910"/>
              <a:ext cx="883364" cy="633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220"/>
                </a:spcBef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81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3131109" y="3738124"/>
              <a:ext cx="1108850" cy="463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220"/>
                </a:spcBef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81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4733613" y="1841319"/>
              <a:ext cx="3510060" cy="32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220"/>
                </a:spcBef>
              </a:pPr>
              <a:r>
                <a:rPr lang="zh-CN" altLang="en-US" sz="2000" b="1" dirty="0">
                  <a:solidFill>
                    <a:srgbClr val="19B49B"/>
                  </a:solidFill>
                </a:rPr>
                <a:t>第一个利润过千万的综合项目</a:t>
              </a:r>
              <a:endParaRPr lang="en-US" altLang="zh-CN" sz="2000" b="1" dirty="0">
                <a:solidFill>
                  <a:srgbClr val="19B49B"/>
                </a:solidFill>
              </a:endParaRP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4932041" y="2421520"/>
              <a:ext cx="3510059" cy="1799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ts val="365"/>
                </a:spcBef>
              </a:pPr>
              <a:endParaRPr lang="en-US" altLang="zh-CN" sz="81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5" name="TextBox 20"/>
          <p:cNvSpPr txBox="1"/>
          <p:nvPr/>
        </p:nvSpPr>
        <p:spPr>
          <a:xfrm>
            <a:off x="907976" y="292746"/>
            <a:ext cx="3035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03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: 形状 21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66172" y="1806512"/>
            <a:ext cx="108012" cy="1656184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5400000">
            <a:off x="4492087" y="960418"/>
            <a:ext cx="108012" cy="1656184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69179" y="1734505"/>
            <a:ext cx="3355397" cy="1341554"/>
          </a:xfrm>
          <a:prstGeom prst="rect">
            <a:avLst/>
          </a:prstGeom>
          <a:solidFill>
            <a:srgbClr val="959A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just">
              <a:buClr>
                <a:srgbClr val="13CADD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您的内容打在这里，或者通过复制文本后，在此狂中选择粘贴。您的内容打在这里，或者通过复制文本后，在此狂中选择粘贴。您的内容打在这里，或者通过复制文本后，在此狂中选择粘贴。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69179" y="3282525"/>
            <a:ext cx="3355397" cy="1258598"/>
          </a:xfrm>
          <a:prstGeom prst="rect">
            <a:avLst/>
          </a:prstGeom>
          <a:solidFill>
            <a:srgbClr val="535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just">
              <a:buClr>
                <a:srgbClr val="13CADD"/>
              </a:buClr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您的内容打在这里，或者通过复制文本后，在此狂中选择粘贴。您的内容打在这里，或者通过复制文本后，在此狂中选择粘贴。您的内容打在这里，或者通过复制文本后，在此狂中选择粘贴。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20"/>
          <p:cNvSpPr txBox="1"/>
          <p:nvPr/>
        </p:nvSpPr>
        <p:spPr>
          <a:xfrm>
            <a:off x="907976" y="292746"/>
            <a:ext cx="312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03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" y="1182093"/>
            <a:ext cx="4322999" cy="3134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2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2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2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/>
      <p:bldP spid="9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86940" y="3599021"/>
            <a:ext cx="3465287" cy="630141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70829" y="1274874"/>
            <a:ext cx="3933010" cy="149652"/>
            <a:chOff x="4906190" y="1416527"/>
            <a:chExt cx="3933010" cy="166280"/>
          </a:xfrm>
          <a:solidFill>
            <a:srgbClr val="00544A"/>
          </a:solidFill>
        </p:grpSpPr>
        <p:sp>
          <p:nvSpPr>
            <p:cNvPr id="5" name="矩形 4"/>
            <p:cNvSpPr/>
            <p:nvPr/>
          </p:nvSpPr>
          <p:spPr>
            <a:xfrm>
              <a:off x="4906190" y="1416527"/>
              <a:ext cx="166280" cy="166280"/>
            </a:xfrm>
            <a:prstGeom prst="rect">
              <a:avLst/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>
              <a:stCxn id="5" idx="3"/>
            </p:cNvCxnSpPr>
            <p:nvPr/>
          </p:nvCxnSpPr>
          <p:spPr>
            <a:xfrm>
              <a:off x="5072470" y="1499667"/>
              <a:ext cx="3766730" cy="0"/>
            </a:xfrm>
            <a:prstGeom prst="line">
              <a:avLst/>
            </a:prstGeom>
            <a:grpFill/>
            <a:ln>
              <a:solidFill>
                <a:srgbClr val="19B49B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370829" y="2420669"/>
            <a:ext cx="3933010" cy="149652"/>
            <a:chOff x="4906190" y="2727732"/>
            <a:chExt cx="3933010" cy="166280"/>
          </a:xfrm>
          <a:solidFill>
            <a:srgbClr val="00544A"/>
          </a:solidFill>
        </p:grpSpPr>
        <p:sp>
          <p:nvSpPr>
            <p:cNvPr id="8" name="矩形 7"/>
            <p:cNvSpPr/>
            <p:nvPr/>
          </p:nvSpPr>
          <p:spPr>
            <a:xfrm>
              <a:off x="4906190" y="2727732"/>
              <a:ext cx="166280" cy="166280"/>
            </a:xfrm>
            <a:prstGeom prst="rect">
              <a:avLst/>
            </a:prstGeom>
            <a:solidFill>
              <a:srgbClr val="5358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直接连接符 8"/>
            <p:cNvCxnSpPr>
              <a:stCxn id="8" idx="3"/>
            </p:cNvCxnSpPr>
            <p:nvPr/>
          </p:nvCxnSpPr>
          <p:spPr>
            <a:xfrm>
              <a:off x="5072470" y="2810872"/>
              <a:ext cx="3766730" cy="0"/>
            </a:xfrm>
            <a:prstGeom prst="line">
              <a:avLst/>
            </a:prstGeom>
            <a:grpFill/>
            <a:ln>
              <a:solidFill>
                <a:srgbClr val="53585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4370829" y="3449369"/>
            <a:ext cx="3933010" cy="149652"/>
            <a:chOff x="4906190" y="3870732"/>
            <a:chExt cx="3933010" cy="166280"/>
          </a:xfrm>
          <a:solidFill>
            <a:srgbClr val="00544A"/>
          </a:solidFill>
        </p:grpSpPr>
        <p:sp>
          <p:nvSpPr>
            <p:cNvPr id="11" name="矩形 10"/>
            <p:cNvSpPr/>
            <p:nvPr/>
          </p:nvSpPr>
          <p:spPr>
            <a:xfrm>
              <a:off x="4906190" y="3870732"/>
              <a:ext cx="166280" cy="166280"/>
            </a:xfrm>
            <a:prstGeom prst="rect">
              <a:avLst/>
            </a:prstGeom>
            <a:solidFill>
              <a:srgbClr val="959AA2"/>
            </a:solidFill>
            <a:ln>
              <a:solidFill>
                <a:srgbClr val="959A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5072470" y="3941172"/>
              <a:ext cx="3766730" cy="0"/>
            </a:xfrm>
            <a:prstGeom prst="line">
              <a:avLst/>
            </a:prstGeom>
            <a:grpFill/>
            <a:ln>
              <a:solidFill>
                <a:srgbClr val="959AA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" name="TextBox 72"/>
          <p:cNvSpPr txBox="1"/>
          <p:nvPr/>
        </p:nvSpPr>
        <p:spPr>
          <a:xfrm>
            <a:off x="4370830" y="1462314"/>
            <a:ext cx="3933010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3"/>
          <p:cNvSpPr txBox="1"/>
          <p:nvPr/>
        </p:nvSpPr>
        <p:spPr>
          <a:xfrm>
            <a:off x="4370830" y="2602477"/>
            <a:ext cx="3933010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74"/>
          <p:cNvSpPr txBox="1"/>
          <p:nvPr/>
        </p:nvSpPr>
        <p:spPr>
          <a:xfrm>
            <a:off x="4370830" y="3664857"/>
            <a:ext cx="3933010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20"/>
          <p:cNvSpPr txBox="1"/>
          <p:nvPr/>
        </p:nvSpPr>
        <p:spPr>
          <a:xfrm>
            <a:off x="907976" y="292746"/>
            <a:ext cx="2980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03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: 形状 22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41" y="1182093"/>
            <a:ext cx="3465287" cy="2310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2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2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2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2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2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2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4" grpId="0"/>
      <p:bldP spid="15" grpId="0"/>
      <p:bldP spid="16" grpId="0"/>
      <p:bldP spid="17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04816" y="3245968"/>
            <a:ext cx="1070673" cy="70875"/>
            <a:chOff x="2503408" y="2393265"/>
            <a:chExt cx="1415970" cy="91806"/>
          </a:xfrm>
          <a:solidFill>
            <a:srgbClr val="53585F"/>
          </a:solidFill>
        </p:grpSpPr>
        <p:cxnSp>
          <p:nvCxnSpPr>
            <p:cNvPr id="3" name="直接连接符 2"/>
            <p:cNvCxnSpPr/>
            <p:nvPr/>
          </p:nvCxnSpPr>
          <p:spPr>
            <a:xfrm>
              <a:off x="2539779" y="2439168"/>
              <a:ext cx="1379599" cy="0"/>
            </a:xfrm>
            <a:prstGeom prst="line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椭圆 3"/>
            <p:cNvSpPr/>
            <p:nvPr/>
          </p:nvSpPr>
          <p:spPr>
            <a:xfrm>
              <a:off x="2503408" y="2393265"/>
              <a:ext cx="91809" cy="918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5" name="组合 21"/>
          <p:cNvGrpSpPr/>
          <p:nvPr/>
        </p:nvGrpSpPr>
        <p:grpSpPr bwMode="auto">
          <a:xfrm>
            <a:off x="3525424" y="1597182"/>
            <a:ext cx="2011888" cy="1389122"/>
            <a:chOff x="0" y="0"/>
            <a:chExt cx="2093189" cy="1416774"/>
          </a:xfrm>
          <a:solidFill>
            <a:srgbClr val="19B49B"/>
          </a:solidFill>
        </p:grpSpPr>
        <p:sp>
          <p:nvSpPr>
            <p:cNvPr id="6" name="等腰三角形 22"/>
            <p:cNvSpPr>
              <a:spLocks noChangeArrowheads="1"/>
            </p:cNvSpPr>
            <p:nvPr/>
          </p:nvSpPr>
          <p:spPr bwMode="auto">
            <a:xfrm>
              <a:off x="0" y="0"/>
              <a:ext cx="2093189" cy="1416774"/>
            </a:xfrm>
            <a:prstGeom prst="triangle">
              <a:avLst>
                <a:gd name="adj" fmla="val 50000"/>
              </a:avLst>
            </a:prstGeom>
            <a:grpFill/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975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7" name="文本框 23"/>
            <p:cNvSpPr>
              <a:spLocks noChangeArrowheads="1"/>
            </p:cNvSpPr>
            <p:nvPr/>
          </p:nvSpPr>
          <p:spPr bwMode="auto">
            <a:xfrm>
              <a:off x="703698" y="579709"/>
              <a:ext cx="685793" cy="5901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316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24"/>
          <p:cNvGrpSpPr/>
          <p:nvPr/>
        </p:nvGrpSpPr>
        <p:grpSpPr bwMode="auto">
          <a:xfrm>
            <a:off x="3525424" y="3028352"/>
            <a:ext cx="2011888" cy="1389122"/>
            <a:chOff x="0" y="0"/>
            <a:chExt cx="2093189" cy="1416774"/>
          </a:xfrm>
          <a:solidFill>
            <a:srgbClr val="53585F"/>
          </a:solidFill>
        </p:grpSpPr>
        <p:sp>
          <p:nvSpPr>
            <p:cNvPr id="9" name="等腰三角形 25"/>
            <p:cNvSpPr>
              <a:spLocks noChangeArrowheads="1"/>
            </p:cNvSpPr>
            <p:nvPr/>
          </p:nvSpPr>
          <p:spPr bwMode="auto">
            <a:xfrm flipH="1" flipV="1">
              <a:off x="0" y="0"/>
              <a:ext cx="2093189" cy="1416774"/>
            </a:xfrm>
            <a:prstGeom prst="triangle">
              <a:avLst>
                <a:gd name="adj" fmla="val 50000"/>
              </a:avLst>
            </a:prstGeom>
            <a:grpFill/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975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文本框 26"/>
            <p:cNvSpPr>
              <a:spLocks noChangeArrowheads="1"/>
            </p:cNvSpPr>
            <p:nvPr/>
          </p:nvSpPr>
          <p:spPr bwMode="auto">
            <a:xfrm>
              <a:off x="703698" y="180213"/>
              <a:ext cx="685793" cy="5901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316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3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27"/>
          <p:cNvGrpSpPr/>
          <p:nvPr/>
        </p:nvGrpSpPr>
        <p:grpSpPr bwMode="auto">
          <a:xfrm>
            <a:off x="4573314" y="3028352"/>
            <a:ext cx="2010363" cy="1389122"/>
            <a:chOff x="0" y="0"/>
            <a:chExt cx="2093189" cy="1416774"/>
          </a:xfrm>
          <a:solidFill>
            <a:srgbClr val="959AA2"/>
          </a:solidFill>
        </p:grpSpPr>
        <p:sp>
          <p:nvSpPr>
            <p:cNvPr id="12" name="等腰三角形 28"/>
            <p:cNvSpPr>
              <a:spLocks noChangeArrowheads="1"/>
            </p:cNvSpPr>
            <p:nvPr/>
          </p:nvSpPr>
          <p:spPr bwMode="auto">
            <a:xfrm>
              <a:off x="0" y="0"/>
              <a:ext cx="2093189" cy="1416774"/>
            </a:xfrm>
            <a:prstGeom prst="triangle">
              <a:avLst>
                <a:gd name="adj" fmla="val 50000"/>
              </a:avLst>
            </a:prstGeom>
            <a:grpFill/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975" dirty="0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文本框 29"/>
            <p:cNvSpPr>
              <a:spLocks noChangeArrowheads="1"/>
            </p:cNvSpPr>
            <p:nvPr/>
          </p:nvSpPr>
          <p:spPr bwMode="auto">
            <a:xfrm>
              <a:off x="726804" y="520297"/>
              <a:ext cx="639580" cy="54396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8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8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27258" y="1592173"/>
            <a:ext cx="1984521" cy="1005510"/>
            <a:chOff x="3620612" y="4426579"/>
            <a:chExt cx="4762324" cy="2363374"/>
          </a:xfrm>
        </p:grpSpPr>
        <p:sp>
          <p:nvSpPr>
            <p:cNvPr id="15" name="TextBox 18"/>
            <p:cNvSpPr txBox="1"/>
            <p:nvPr/>
          </p:nvSpPr>
          <p:spPr>
            <a:xfrm>
              <a:off x="3620612" y="5690077"/>
              <a:ext cx="4762324" cy="1099876"/>
            </a:xfrm>
            <a:prstGeom prst="rect">
              <a:avLst/>
            </a:prstGeom>
            <a:noFill/>
          </p:spPr>
          <p:txBody>
            <a:bodyPr wrap="square" lIns="67182" tIns="33591" rIns="67182" bIns="33591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zh-CN" altLang="en-US" sz="955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22"/>
            <p:cNvSpPr/>
            <p:nvPr/>
          </p:nvSpPr>
          <p:spPr>
            <a:xfrm>
              <a:off x="3783314" y="4426579"/>
              <a:ext cx="1996587" cy="949296"/>
            </a:xfrm>
            <a:prstGeom prst="roundRect">
              <a:avLst/>
            </a:prstGeom>
            <a:solidFill>
              <a:srgbClr val="959A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12544" y="1592170"/>
            <a:ext cx="2010068" cy="920579"/>
            <a:chOff x="15104026" y="4426580"/>
            <a:chExt cx="4823631" cy="2163754"/>
          </a:xfrm>
        </p:grpSpPr>
        <p:sp>
          <p:nvSpPr>
            <p:cNvPr id="20" name="TextBox 25"/>
            <p:cNvSpPr txBox="1"/>
            <p:nvPr/>
          </p:nvSpPr>
          <p:spPr>
            <a:xfrm>
              <a:off x="15104026" y="5536275"/>
              <a:ext cx="4823631" cy="1054059"/>
            </a:xfrm>
            <a:prstGeom prst="rect">
              <a:avLst/>
            </a:prstGeom>
            <a:noFill/>
          </p:spPr>
          <p:txBody>
            <a:bodyPr wrap="square" lIns="67182" tIns="33591" rIns="67182" bIns="33591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zh-CN" altLang="en-US" sz="955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圆角矩形 27"/>
            <p:cNvSpPr/>
            <p:nvPr/>
          </p:nvSpPr>
          <p:spPr>
            <a:xfrm>
              <a:off x="15344539" y="4426580"/>
              <a:ext cx="1996587" cy="949298"/>
            </a:xfrm>
            <a:prstGeom prst="roundRect">
              <a:avLst/>
            </a:prstGeom>
            <a:solidFill>
              <a:srgbClr val="19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595695" y="3065566"/>
            <a:ext cx="2010068" cy="858502"/>
            <a:chOff x="17463330" y="7889691"/>
            <a:chExt cx="4823631" cy="2017846"/>
          </a:xfrm>
        </p:grpSpPr>
        <p:sp>
          <p:nvSpPr>
            <p:cNvPr id="25" name="TextBox 30"/>
            <p:cNvSpPr txBox="1"/>
            <p:nvPr/>
          </p:nvSpPr>
          <p:spPr>
            <a:xfrm>
              <a:off x="17463330" y="8853477"/>
              <a:ext cx="4823631" cy="1054060"/>
            </a:xfrm>
            <a:prstGeom prst="rect">
              <a:avLst/>
            </a:prstGeom>
            <a:noFill/>
          </p:spPr>
          <p:txBody>
            <a:bodyPr wrap="square" lIns="67182" tIns="33591" rIns="67182" bIns="33591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zh-CN" altLang="en-US" sz="955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32"/>
            <p:cNvSpPr/>
            <p:nvPr/>
          </p:nvSpPr>
          <p:spPr>
            <a:xfrm>
              <a:off x="17713536" y="7889691"/>
              <a:ext cx="1996587" cy="949297"/>
            </a:xfrm>
            <a:prstGeom prst="roundRect">
              <a:avLst/>
            </a:prstGeom>
            <a:solidFill>
              <a:srgbClr val="959A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678539" y="3106213"/>
            <a:ext cx="2010068" cy="917516"/>
            <a:chOff x="5663457" y="7985208"/>
            <a:chExt cx="4823631" cy="2156549"/>
          </a:xfrm>
        </p:grpSpPr>
        <p:sp>
          <p:nvSpPr>
            <p:cNvPr id="30" name="TextBox 35"/>
            <p:cNvSpPr txBox="1"/>
            <p:nvPr/>
          </p:nvSpPr>
          <p:spPr>
            <a:xfrm>
              <a:off x="5663457" y="9087698"/>
              <a:ext cx="4823631" cy="1054059"/>
            </a:xfrm>
            <a:prstGeom prst="rect">
              <a:avLst/>
            </a:prstGeom>
            <a:noFill/>
          </p:spPr>
          <p:txBody>
            <a:bodyPr wrap="square" lIns="67182" tIns="33591" rIns="67182" bIns="33591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您的内容打在这里，或者通过复制文本后，在此狂中选择粘贴。</a:t>
              </a:r>
              <a:endParaRPr lang="zh-CN" altLang="en-US" sz="955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圆角矩形 38"/>
            <p:cNvSpPr/>
            <p:nvPr/>
          </p:nvSpPr>
          <p:spPr>
            <a:xfrm>
              <a:off x="5803743" y="7985208"/>
              <a:ext cx="1996587" cy="949297"/>
            </a:xfrm>
            <a:prstGeom prst="roundRect">
              <a:avLst/>
            </a:prstGeom>
            <a:solidFill>
              <a:srgbClr val="5358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471639" y="3210530"/>
            <a:ext cx="1110352" cy="70875"/>
            <a:chOff x="2539779" y="2393265"/>
            <a:chExt cx="1468446" cy="91806"/>
          </a:xfrm>
          <a:solidFill>
            <a:srgbClr val="959AA2"/>
          </a:solidFill>
        </p:grpSpPr>
        <p:cxnSp>
          <p:nvCxnSpPr>
            <p:cNvPr id="35" name="直接连接符 34"/>
            <p:cNvCxnSpPr/>
            <p:nvPr/>
          </p:nvCxnSpPr>
          <p:spPr>
            <a:xfrm>
              <a:off x="2539779" y="2439167"/>
              <a:ext cx="1379599" cy="0"/>
            </a:xfrm>
            <a:prstGeom prst="line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5"/>
            <p:cNvSpPr/>
            <p:nvPr/>
          </p:nvSpPr>
          <p:spPr>
            <a:xfrm>
              <a:off x="3916416" y="2393265"/>
              <a:ext cx="91809" cy="918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489419" y="1726601"/>
            <a:ext cx="1110352" cy="70875"/>
            <a:chOff x="2539779" y="2393265"/>
            <a:chExt cx="1468446" cy="91806"/>
          </a:xfrm>
          <a:solidFill>
            <a:srgbClr val="19B49B"/>
          </a:solidFill>
        </p:grpSpPr>
        <p:cxnSp>
          <p:nvCxnSpPr>
            <p:cNvPr id="38" name="直接连接符 37"/>
            <p:cNvCxnSpPr/>
            <p:nvPr/>
          </p:nvCxnSpPr>
          <p:spPr>
            <a:xfrm>
              <a:off x="2539779" y="2439167"/>
              <a:ext cx="1379599" cy="0"/>
            </a:xfrm>
            <a:prstGeom prst="line">
              <a:avLst/>
            </a:prstGeom>
            <a:grpFill/>
            <a:ln w="12700">
              <a:solidFill>
                <a:srgbClr val="19B4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椭圆 38"/>
            <p:cNvSpPr/>
            <p:nvPr/>
          </p:nvSpPr>
          <p:spPr>
            <a:xfrm>
              <a:off x="3916416" y="2393265"/>
              <a:ext cx="91809" cy="91806"/>
            </a:xfrm>
            <a:prstGeom prst="ellipse">
              <a:avLst/>
            </a:prstGeom>
            <a:grpFill/>
            <a:ln>
              <a:solidFill>
                <a:srgbClr val="19B4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11729" y="1773460"/>
            <a:ext cx="1070673" cy="70875"/>
            <a:chOff x="2503408" y="2393265"/>
            <a:chExt cx="1415970" cy="91806"/>
          </a:xfrm>
          <a:solidFill>
            <a:srgbClr val="959AA2"/>
          </a:solidFill>
        </p:grpSpPr>
        <p:cxnSp>
          <p:nvCxnSpPr>
            <p:cNvPr id="41" name="直接连接符 40"/>
            <p:cNvCxnSpPr/>
            <p:nvPr/>
          </p:nvCxnSpPr>
          <p:spPr>
            <a:xfrm>
              <a:off x="2539779" y="2439168"/>
              <a:ext cx="1379599" cy="0"/>
            </a:xfrm>
            <a:prstGeom prst="line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/>
            <p:cNvSpPr/>
            <p:nvPr/>
          </p:nvSpPr>
          <p:spPr>
            <a:xfrm>
              <a:off x="2503408" y="2393265"/>
              <a:ext cx="91809" cy="9180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"/>
            </a:p>
          </p:txBody>
        </p:sp>
      </p:grpSp>
      <p:grpSp>
        <p:nvGrpSpPr>
          <p:cNvPr id="43" name="组合 18"/>
          <p:cNvGrpSpPr/>
          <p:nvPr/>
        </p:nvGrpSpPr>
        <p:grpSpPr bwMode="auto">
          <a:xfrm>
            <a:off x="2479058" y="1597182"/>
            <a:ext cx="2010363" cy="1389122"/>
            <a:chOff x="0" y="0"/>
            <a:chExt cx="2093189" cy="1416774"/>
          </a:xfrm>
          <a:solidFill>
            <a:srgbClr val="959AA2"/>
          </a:solidFill>
        </p:grpSpPr>
        <p:sp>
          <p:nvSpPr>
            <p:cNvPr id="44" name="等腰三角形 19"/>
            <p:cNvSpPr>
              <a:spLocks noChangeArrowheads="1"/>
            </p:cNvSpPr>
            <p:nvPr/>
          </p:nvSpPr>
          <p:spPr bwMode="auto">
            <a:xfrm flipH="1" flipV="1">
              <a:off x="0" y="0"/>
              <a:ext cx="2093189" cy="1416774"/>
            </a:xfrm>
            <a:prstGeom prst="triangle">
              <a:avLst>
                <a:gd name="adj" fmla="val 50000"/>
              </a:avLst>
            </a:prstGeom>
            <a:grpFill/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975">
                <a:solidFill>
                  <a:schemeClr val="bg1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5" name="文本框 20"/>
            <p:cNvSpPr>
              <a:spLocks noChangeArrowheads="1"/>
            </p:cNvSpPr>
            <p:nvPr/>
          </p:nvSpPr>
          <p:spPr bwMode="auto">
            <a:xfrm>
              <a:off x="700967" y="122472"/>
              <a:ext cx="686313" cy="5901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316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3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TextBox 20"/>
          <p:cNvSpPr txBox="1"/>
          <p:nvPr/>
        </p:nvSpPr>
        <p:spPr>
          <a:xfrm>
            <a:off x="907976" y="292746"/>
            <a:ext cx="3169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03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: 形状 52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20"/>
                            </p:stCondLst>
                            <p:childTnLst>
                              <p:par>
                                <p:cTn id="2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20"/>
                            </p:stCondLst>
                            <p:childTnLst>
                              <p:par>
                                <p:cTn id="3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20"/>
                            </p:stCondLst>
                            <p:childTnLst>
                              <p:par>
                                <p:cTn id="3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22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72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animBg="1"/>
      <p:bldP spid="5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7561" y="0"/>
            <a:ext cx="5598545" cy="50403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1119" y="1092074"/>
            <a:ext cx="6489133" cy="2834640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32068" y="1362890"/>
            <a:ext cx="1649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spc="300" dirty="0">
                <a:solidFill>
                  <a:srgbClr val="19B49B"/>
                </a:solidFill>
                <a:latin typeface="Agency FB" panose="020B0503020202020204" pitchFamily="34" charset="0"/>
              </a:rPr>
              <a:t>PART 04</a:t>
            </a:r>
            <a:endParaRPr lang="zh-CN" altLang="en-US" sz="3600" spc="300" dirty="0">
              <a:solidFill>
                <a:srgbClr val="19B49B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3793" y="205100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latin typeface="Agency FB" panose="020B0503020202020204" pitchFamily="34" charset="0"/>
              </a:rPr>
              <a:t>在此填入合适的内容</a:t>
            </a:r>
            <a:endParaRPr lang="zh-CN" altLang="en-US" sz="3600" b="1" dirty="0">
              <a:latin typeface="Agency FB" panose="020B0503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093974" y="2781520"/>
            <a:ext cx="412034" cy="0"/>
          </a:xfrm>
          <a:prstGeom prst="line">
            <a:avLst/>
          </a:prstGeom>
          <a:ln w="3175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12289" y="2929919"/>
            <a:ext cx="492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 vitae </a:t>
            </a:r>
            <a:endParaRPr lang="en-US" altLang="zh-CN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  <a:p>
            <a:pPr algn="r"/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accumsan,a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pulvinar lorem </a:t>
            </a:r>
            <a:r>
              <a:rPr lang="en-US" altLang="zh-CN" sz="900" dirty="0" err="1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lacinina</a:t>
            </a:r>
            <a:r>
              <a:rPr lang="en-US" altLang="zh-CN" sz="90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90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99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99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528629" y="2526084"/>
            <a:ext cx="2237910" cy="2237911"/>
          </a:xfrm>
          <a:prstGeom prst="ellipse">
            <a:avLst/>
          </a:prstGeom>
          <a:noFill/>
          <a:ln w="762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ctr">
              <a:defRPr/>
            </a:pPr>
            <a:r>
              <a:rPr lang="zh-CN" altLang="en-US" sz="235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文字内容</a:t>
            </a:r>
            <a:endParaRPr lang="zh-CN" altLang="en-US" sz="235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5"/>
          <p:cNvSpPr txBox="1">
            <a:spLocks noChangeArrowheads="1"/>
          </p:cNvSpPr>
          <p:nvPr/>
        </p:nvSpPr>
        <p:spPr bwMode="auto">
          <a:xfrm>
            <a:off x="6410131" y="3135299"/>
            <a:ext cx="1332893" cy="98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9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6"/>
          <p:cNvSpPr txBox="1">
            <a:spLocks noChangeArrowheads="1"/>
          </p:cNvSpPr>
          <p:nvPr/>
        </p:nvSpPr>
        <p:spPr bwMode="auto">
          <a:xfrm>
            <a:off x="6164557" y="1432051"/>
            <a:ext cx="1615697" cy="98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9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7"/>
          <p:cNvSpPr txBox="1">
            <a:spLocks noChangeArrowheads="1"/>
          </p:cNvSpPr>
          <p:nvPr/>
        </p:nvSpPr>
        <p:spPr bwMode="auto">
          <a:xfrm>
            <a:off x="1469088" y="1547799"/>
            <a:ext cx="1590205" cy="102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9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8"/>
          <p:cNvSpPr txBox="1">
            <a:spLocks noChangeArrowheads="1"/>
          </p:cNvSpPr>
          <p:nvPr/>
        </p:nvSpPr>
        <p:spPr bwMode="auto">
          <a:xfrm>
            <a:off x="1326991" y="3106486"/>
            <a:ext cx="1527157" cy="98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</a:t>
            </a:r>
            <a:endParaRPr lang="zh-CN" altLang="en-US" sz="975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任意多边形 10"/>
          <p:cNvSpPr/>
          <p:nvPr/>
        </p:nvSpPr>
        <p:spPr>
          <a:xfrm>
            <a:off x="3073089" y="1682237"/>
            <a:ext cx="1481878" cy="1705531"/>
          </a:xfrm>
          <a:custGeom>
            <a:avLst/>
            <a:gdLst>
              <a:gd name="connsiteX0" fmla="*/ 1710175 w 1714090"/>
              <a:gd name="connsiteY0" fmla="*/ 0 h 1972478"/>
              <a:gd name="connsiteX1" fmla="*/ 1714090 w 1714090"/>
              <a:gd name="connsiteY1" fmla="*/ 1972478 h 1972478"/>
              <a:gd name="connsiteX2" fmla="*/ 0 w 1714090"/>
              <a:gd name="connsiteY2" fmla="*/ 982847 h 19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090" h="1972478">
                <a:moveTo>
                  <a:pt x="1710175" y="0"/>
                </a:moveTo>
                <a:lnTo>
                  <a:pt x="1714090" y="1972478"/>
                </a:lnTo>
                <a:lnTo>
                  <a:pt x="0" y="982847"/>
                </a:lnTo>
                <a:close/>
              </a:path>
            </a:pathLst>
          </a:cu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0331" anchor="ctr"/>
          <a:lstStyle/>
          <a:p>
            <a:pPr algn="ctr">
              <a:defRPr/>
            </a:pP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11"/>
          <p:cNvSpPr/>
          <p:nvPr/>
        </p:nvSpPr>
        <p:spPr>
          <a:xfrm>
            <a:off x="4731970" y="2762087"/>
            <a:ext cx="1480506" cy="1704159"/>
          </a:xfrm>
          <a:custGeom>
            <a:avLst/>
            <a:gdLst>
              <a:gd name="connsiteX0" fmla="*/ 1710174 w 1714090"/>
              <a:gd name="connsiteY0" fmla="*/ 0 h 1972478"/>
              <a:gd name="connsiteX1" fmla="*/ 1714090 w 1714090"/>
              <a:gd name="connsiteY1" fmla="*/ 1972478 h 1972478"/>
              <a:gd name="connsiteX2" fmla="*/ 0 w 1714090"/>
              <a:gd name="connsiteY2" fmla="*/ 982848 h 19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090" h="1972478">
                <a:moveTo>
                  <a:pt x="1710174" y="0"/>
                </a:moveTo>
                <a:lnTo>
                  <a:pt x="1714090" y="1972478"/>
                </a:lnTo>
                <a:lnTo>
                  <a:pt x="0" y="982848"/>
                </a:lnTo>
                <a:close/>
              </a:path>
            </a:pathLst>
          </a:cu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8070" rIns="0" anchor="ctr"/>
          <a:lstStyle/>
          <a:p>
            <a:pPr algn="ctr">
              <a:defRPr/>
            </a:pP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12"/>
          <p:cNvSpPr/>
          <p:nvPr/>
        </p:nvSpPr>
        <p:spPr>
          <a:xfrm>
            <a:off x="3070344" y="2762087"/>
            <a:ext cx="1481878" cy="1704159"/>
          </a:xfrm>
          <a:custGeom>
            <a:avLst/>
            <a:gdLst>
              <a:gd name="connsiteX0" fmla="*/ 3917 w 1714090"/>
              <a:gd name="connsiteY0" fmla="*/ 0 h 1972478"/>
              <a:gd name="connsiteX1" fmla="*/ 1714090 w 1714090"/>
              <a:gd name="connsiteY1" fmla="*/ 982848 h 1972478"/>
              <a:gd name="connsiteX2" fmla="*/ 0 w 1714090"/>
              <a:gd name="connsiteY2" fmla="*/ 1972478 h 19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090" h="1972478">
                <a:moveTo>
                  <a:pt x="3917" y="0"/>
                </a:moveTo>
                <a:lnTo>
                  <a:pt x="1714090" y="982848"/>
                </a:lnTo>
                <a:lnTo>
                  <a:pt x="0" y="1972478"/>
                </a:lnTo>
                <a:close/>
              </a:path>
            </a:pathLst>
          </a:custGeom>
          <a:solidFill>
            <a:srgbClr val="535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238070" anchor="ctr"/>
          <a:lstStyle/>
          <a:p>
            <a:pPr algn="ctr">
              <a:defRPr/>
            </a:pP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13"/>
          <p:cNvSpPr/>
          <p:nvPr/>
        </p:nvSpPr>
        <p:spPr>
          <a:xfrm>
            <a:off x="4737458" y="1682237"/>
            <a:ext cx="1480506" cy="1705531"/>
          </a:xfrm>
          <a:custGeom>
            <a:avLst/>
            <a:gdLst>
              <a:gd name="connsiteX0" fmla="*/ 3915 w 1714090"/>
              <a:gd name="connsiteY0" fmla="*/ 0 h 1972478"/>
              <a:gd name="connsiteX1" fmla="*/ 1714090 w 1714090"/>
              <a:gd name="connsiteY1" fmla="*/ 982847 h 1972478"/>
              <a:gd name="connsiteX2" fmla="*/ 0 w 1714090"/>
              <a:gd name="connsiteY2" fmla="*/ 1972478 h 19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090" h="1972478">
                <a:moveTo>
                  <a:pt x="3915" y="0"/>
                </a:moveTo>
                <a:lnTo>
                  <a:pt x="1714090" y="982847"/>
                </a:lnTo>
                <a:lnTo>
                  <a:pt x="0" y="1972478"/>
                </a:lnTo>
                <a:close/>
              </a:path>
            </a:pathLst>
          </a:custGeom>
          <a:solidFill>
            <a:srgbClr val="959A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43879" anchor="ctr"/>
          <a:lstStyle/>
          <a:p>
            <a:pPr algn="ctr">
              <a:defRPr/>
            </a:pP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20"/>
          <p:cNvSpPr txBox="1"/>
          <p:nvPr/>
        </p:nvSpPr>
        <p:spPr>
          <a:xfrm>
            <a:off x="907976" y="292746"/>
            <a:ext cx="3318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04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任意多边形: 形状 17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278" y="2874927"/>
            <a:ext cx="57778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文本后，在此狂中选择粘贴。您的内容打在这里，或者通过复制文本后，在此狂中选择粘贴。您的内容打在这里，或者通过复制文本后，在此狂中选择粘贴。您的内容打在这里，或者通过复制文本后，在此狂中选择粘贴。您的内容打在这里，或者通过复制文本后，在此狂中选择粘贴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五角星 18"/>
          <p:cNvSpPr/>
          <p:nvPr/>
        </p:nvSpPr>
        <p:spPr>
          <a:xfrm rot="2134838">
            <a:off x="512627" y="1120893"/>
            <a:ext cx="1649268" cy="1506814"/>
          </a:xfrm>
          <a:custGeom>
            <a:avLst/>
            <a:gdLst/>
            <a:ahLst/>
            <a:cxnLst/>
            <a:rect l="l" t="t" r="r" b="b"/>
            <a:pathLst>
              <a:path w="2146515" h="2179015">
                <a:moveTo>
                  <a:pt x="471122" y="237422"/>
                </a:moveTo>
                <a:lnTo>
                  <a:pt x="747200" y="241233"/>
                </a:lnTo>
                <a:lnTo>
                  <a:pt x="1073258" y="0"/>
                </a:lnTo>
                <a:lnTo>
                  <a:pt x="1393697" y="237076"/>
                </a:lnTo>
                <a:lnTo>
                  <a:pt x="1750864" y="225501"/>
                </a:lnTo>
                <a:lnTo>
                  <a:pt x="1842069" y="552087"/>
                </a:lnTo>
                <a:lnTo>
                  <a:pt x="2146515" y="756238"/>
                </a:lnTo>
                <a:lnTo>
                  <a:pt x="2015413" y="1118523"/>
                </a:lnTo>
                <a:lnTo>
                  <a:pt x="2117270" y="1425471"/>
                </a:lnTo>
                <a:lnTo>
                  <a:pt x="1851783" y="1606493"/>
                </a:lnTo>
                <a:lnTo>
                  <a:pt x="1736567" y="1979858"/>
                </a:lnTo>
                <a:lnTo>
                  <a:pt x="1341430" y="1970902"/>
                </a:lnTo>
                <a:lnTo>
                  <a:pt x="1063978" y="2179015"/>
                </a:lnTo>
                <a:lnTo>
                  <a:pt x="790207" y="1971239"/>
                </a:lnTo>
                <a:lnTo>
                  <a:pt x="409948" y="1979858"/>
                </a:lnTo>
                <a:lnTo>
                  <a:pt x="298033" y="1617190"/>
                </a:lnTo>
                <a:lnTo>
                  <a:pt x="46603" y="1444761"/>
                </a:lnTo>
                <a:lnTo>
                  <a:pt x="150057" y="1170905"/>
                </a:lnTo>
                <a:lnTo>
                  <a:pt x="0" y="756238"/>
                </a:lnTo>
                <a:lnTo>
                  <a:pt x="386524" y="497047"/>
                </a:lnTo>
                <a:close/>
              </a:path>
            </a:pathLst>
          </a:custGeom>
          <a:solidFill>
            <a:srgbClr val="959AA2"/>
          </a:solidFill>
          <a:ln w="6350" cap="flat" cmpd="sng">
            <a:solidFill>
              <a:srgbClr val="FCFCFC"/>
            </a:solidFill>
            <a:miter lim="800000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59362" y="1445046"/>
            <a:ext cx="375076" cy="339214"/>
            <a:chOff x="1912141" y="1824035"/>
            <a:chExt cx="488159" cy="490540"/>
          </a:xfrm>
          <a:solidFill>
            <a:srgbClr val="FFFFFF"/>
          </a:solidFill>
        </p:grpSpPr>
        <p:sp>
          <p:nvSpPr>
            <p:cNvPr id="5" name="饼形 4"/>
            <p:cNvSpPr/>
            <p:nvPr/>
          </p:nvSpPr>
          <p:spPr>
            <a:xfrm>
              <a:off x="1912141" y="1847847"/>
              <a:ext cx="466728" cy="466728"/>
            </a:xfrm>
            <a:prstGeom prst="pie">
              <a:avLst>
                <a:gd name="adj1" fmla="val 2668795"/>
                <a:gd name="adj2" fmla="val 162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1933572" y="1824035"/>
              <a:ext cx="466728" cy="466728"/>
            </a:xfrm>
            <a:prstGeom prst="pie">
              <a:avLst>
                <a:gd name="adj1" fmla="val 16168367"/>
                <a:gd name="adj2" fmla="val 215999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五角星 18"/>
          <p:cNvSpPr/>
          <p:nvPr/>
        </p:nvSpPr>
        <p:spPr>
          <a:xfrm rot="2134838">
            <a:off x="2439610" y="1115178"/>
            <a:ext cx="1649268" cy="1506814"/>
          </a:xfrm>
          <a:custGeom>
            <a:avLst/>
            <a:gdLst/>
            <a:ahLst/>
            <a:cxnLst/>
            <a:rect l="l" t="t" r="r" b="b"/>
            <a:pathLst>
              <a:path w="2146515" h="2179015">
                <a:moveTo>
                  <a:pt x="471122" y="237422"/>
                </a:moveTo>
                <a:lnTo>
                  <a:pt x="747200" y="241233"/>
                </a:lnTo>
                <a:lnTo>
                  <a:pt x="1073258" y="0"/>
                </a:lnTo>
                <a:lnTo>
                  <a:pt x="1393697" y="237076"/>
                </a:lnTo>
                <a:lnTo>
                  <a:pt x="1750864" y="225501"/>
                </a:lnTo>
                <a:lnTo>
                  <a:pt x="1842069" y="552087"/>
                </a:lnTo>
                <a:lnTo>
                  <a:pt x="2146515" y="756238"/>
                </a:lnTo>
                <a:lnTo>
                  <a:pt x="2015413" y="1118523"/>
                </a:lnTo>
                <a:lnTo>
                  <a:pt x="2117270" y="1425471"/>
                </a:lnTo>
                <a:lnTo>
                  <a:pt x="1851783" y="1606493"/>
                </a:lnTo>
                <a:lnTo>
                  <a:pt x="1736567" y="1979858"/>
                </a:lnTo>
                <a:lnTo>
                  <a:pt x="1341430" y="1970902"/>
                </a:lnTo>
                <a:lnTo>
                  <a:pt x="1063978" y="2179015"/>
                </a:lnTo>
                <a:lnTo>
                  <a:pt x="790207" y="1971239"/>
                </a:lnTo>
                <a:lnTo>
                  <a:pt x="409948" y="1979858"/>
                </a:lnTo>
                <a:lnTo>
                  <a:pt x="298033" y="1617190"/>
                </a:lnTo>
                <a:lnTo>
                  <a:pt x="46603" y="1444761"/>
                </a:lnTo>
                <a:lnTo>
                  <a:pt x="150057" y="1170905"/>
                </a:lnTo>
                <a:lnTo>
                  <a:pt x="0" y="756238"/>
                </a:lnTo>
                <a:lnTo>
                  <a:pt x="386524" y="497047"/>
                </a:lnTo>
                <a:close/>
              </a:path>
            </a:pathLst>
          </a:custGeom>
          <a:solidFill>
            <a:srgbClr val="53585F"/>
          </a:solidFill>
          <a:ln w="6350" cap="flat" cmpd="sng">
            <a:solidFill>
              <a:srgbClr val="FCFCFC"/>
            </a:solidFill>
            <a:miter lim="800000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 panose="020F0502020204030204" charset="0"/>
            </a:endParaRPr>
          </a:p>
        </p:txBody>
      </p:sp>
      <p:sp>
        <p:nvSpPr>
          <p:cNvPr id="10" name="五角星 18"/>
          <p:cNvSpPr/>
          <p:nvPr/>
        </p:nvSpPr>
        <p:spPr>
          <a:xfrm rot="2134838">
            <a:off x="4383826" y="1115178"/>
            <a:ext cx="1649268" cy="1506814"/>
          </a:xfrm>
          <a:custGeom>
            <a:avLst/>
            <a:gdLst/>
            <a:ahLst/>
            <a:cxnLst/>
            <a:rect l="l" t="t" r="r" b="b"/>
            <a:pathLst>
              <a:path w="2146515" h="2179015">
                <a:moveTo>
                  <a:pt x="471122" y="237422"/>
                </a:moveTo>
                <a:lnTo>
                  <a:pt x="747200" y="241233"/>
                </a:lnTo>
                <a:lnTo>
                  <a:pt x="1073258" y="0"/>
                </a:lnTo>
                <a:lnTo>
                  <a:pt x="1393697" y="237076"/>
                </a:lnTo>
                <a:lnTo>
                  <a:pt x="1750864" y="225501"/>
                </a:lnTo>
                <a:lnTo>
                  <a:pt x="1842069" y="552087"/>
                </a:lnTo>
                <a:lnTo>
                  <a:pt x="2146515" y="756238"/>
                </a:lnTo>
                <a:lnTo>
                  <a:pt x="2015413" y="1118523"/>
                </a:lnTo>
                <a:lnTo>
                  <a:pt x="2117270" y="1425471"/>
                </a:lnTo>
                <a:lnTo>
                  <a:pt x="1851783" y="1606493"/>
                </a:lnTo>
                <a:lnTo>
                  <a:pt x="1736567" y="1979858"/>
                </a:lnTo>
                <a:lnTo>
                  <a:pt x="1341430" y="1970902"/>
                </a:lnTo>
                <a:lnTo>
                  <a:pt x="1063978" y="2179015"/>
                </a:lnTo>
                <a:lnTo>
                  <a:pt x="790207" y="1971239"/>
                </a:lnTo>
                <a:lnTo>
                  <a:pt x="409948" y="1979858"/>
                </a:lnTo>
                <a:lnTo>
                  <a:pt x="298033" y="1617190"/>
                </a:lnTo>
                <a:lnTo>
                  <a:pt x="46603" y="1444761"/>
                </a:lnTo>
                <a:lnTo>
                  <a:pt x="150057" y="1170905"/>
                </a:lnTo>
                <a:lnTo>
                  <a:pt x="0" y="756238"/>
                </a:lnTo>
                <a:lnTo>
                  <a:pt x="386524" y="497047"/>
                </a:lnTo>
                <a:close/>
              </a:path>
            </a:pathLst>
          </a:custGeom>
          <a:solidFill>
            <a:srgbClr val="19B49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011910" y="1444353"/>
            <a:ext cx="512874" cy="324085"/>
            <a:chOff x="2409665" y="939861"/>
            <a:chExt cx="5638961" cy="3959164"/>
          </a:xfrm>
          <a:solidFill>
            <a:srgbClr val="FFFFFF"/>
          </a:solidFill>
        </p:grpSpPr>
        <p:sp>
          <p:nvSpPr>
            <p:cNvPr id="13" name="流程图: 联系 2"/>
            <p:cNvSpPr/>
            <p:nvPr/>
          </p:nvSpPr>
          <p:spPr>
            <a:xfrm>
              <a:off x="3884040" y="1024462"/>
              <a:ext cx="2680685" cy="3874563"/>
            </a:xfrm>
            <a:custGeom>
              <a:avLst/>
              <a:gdLst/>
              <a:ahLst/>
              <a:cxnLst/>
              <a:rect l="l" t="t" r="r" b="b"/>
              <a:pathLst>
                <a:path w="2680685" h="3874563">
                  <a:moveTo>
                    <a:pt x="1049911" y="1326547"/>
                  </a:moveTo>
                  <a:lnTo>
                    <a:pt x="1130886" y="1416545"/>
                  </a:lnTo>
                  <a:lnTo>
                    <a:pt x="1130989" y="1416517"/>
                  </a:lnTo>
                  <a:lnTo>
                    <a:pt x="1312935" y="1622593"/>
                  </a:lnTo>
                  <a:lnTo>
                    <a:pt x="1164126" y="2754124"/>
                  </a:lnTo>
                  <a:lnTo>
                    <a:pt x="1330469" y="3179256"/>
                  </a:lnTo>
                  <a:cubicBezTo>
                    <a:pt x="1393318" y="3185424"/>
                    <a:pt x="1456167" y="2747966"/>
                    <a:pt x="1519023" y="2754127"/>
                  </a:cubicBezTo>
                  <a:lnTo>
                    <a:pt x="1368996" y="1613275"/>
                  </a:lnTo>
                  <a:lnTo>
                    <a:pt x="1547978" y="1410556"/>
                  </a:lnTo>
                  <a:lnTo>
                    <a:pt x="1549687" y="1411027"/>
                  </a:lnTo>
                  <a:lnTo>
                    <a:pt x="1625697" y="1326547"/>
                  </a:lnTo>
                  <a:lnTo>
                    <a:pt x="1740228" y="1463512"/>
                  </a:lnTo>
                  <a:lnTo>
                    <a:pt x="2163777" y="1580180"/>
                  </a:lnTo>
                  <a:lnTo>
                    <a:pt x="2163105" y="1571541"/>
                  </a:lnTo>
                  <a:lnTo>
                    <a:pt x="2369061" y="1628276"/>
                  </a:lnTo>
                  <a:lnTo>
                    <a:pt x="2376321" y="1626429"/>
                  </a:lnTo>
                  <a:lnTo>
                    <a:pt x="2619825" y="2583371"/>
                  </a:lnTo>
                  <a:lnTo>
                    <a:pt x="2622880" y="2582594"/>
                  </a:lnTo>
                  <a:lnTo>
                    <a:pt x="2678814" y="2802409"/>
                  </a:lnTo>
                  <a:lnTo>
                    <a:pt x="2680685" y="2803247"/>
                  </a:lnTo>
                  <a:lnTo>
                    <a:pt x="2208786" y="3856531"/>
                  </a:lnTo>
                  <a:lnTo>
                    <a:pt x="2208786" y="3871389"/>
                  </a:lnTo>
                  <a:lnTo>
                    <a:pt x="2049180" y="3871389"/>
                  </a:lnTo>
                  <a:lnTo>
                    <a:pt x="2049443" y="3874563"/>
                  </a:lnTo>
                  <a:lnTo>
                    <a:pt x="648500" y="3874563"/>
                  </a:lnTo>
                  <a:lnTo>
                    <a:pt x="648762" y="3871389"/>
                  </a:lnTo>
                  <a:lnTo>
                    <a:pt x="456186" y="3871389"/>
                  </a:lnTo>
                  <a:lnTo>
                    <a:pt x="456186" y="3867966"/>
                  </a:lnTo>
                  <a:lnTo>
                    <a:pt x="0" y="2849753"/>
                  </a:lnTo>
                  <a:lnTo>
                    <a:pt x="1070" y="2845549"/>
                  </a:lnTo>
                  <a:lnTo>
                    <a:pt x="3080" y="2844648"/>
                  </a:lnTo>
                  <a:lnTo>
                    <a:pt x="1407" y="2844222"/>
                  </a:lnTo>
                  <a:lnTo>
                    <a:pt x="309256" y="1634409"/>
                  </a:lnTo>
                  <a:lnTo>
                    <a:pt x="492252" y="1583998"/>
                  </a:lnTo>
                  <a:lnTo>
                    <a:pt x="491584" y="1592643"/>
                  </a:lnTo>
                  <a:lnTo>
                    <a:pt x="927899" y="1472458"/>
                  </a:lnTo>
                  <a:close/>
                  <a:moveTo>
                    <a:pt x="1330482" y="0"/>
                  </a:moveTo>
                  <a:cubicBezTo>
                    <a:pt x="1677575" y="0"/>
                    <a:pt x="1958952" y="281376"/>
                    <a:pt x="1958952" y="628469"/>
                  </a:cubicBezTo>
                  <a:cubicBezTo>
                    <a:pt x="1958952" y="975562"/>
                    <a:pt x="1677575" y="1256939"/>
                    <a:pt x="1330482" y="1256939"/>
                  </a:cubicBezTo>
                  <a:cubicBezTo>
                    <a:pt x="983390" y="1256939"/>
                    <a:pt x="702013" y="975562"/>
                    <a:pt x="702013" y="628469"/>
                  </a:cubicBezTo>
                  <a:cubicBezTo>
                    <a:pt x="702013" y="281376"/>
                    <a:pt x="983390" y="0"/>
                    <a:pt x="133048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3A6B2"/>
                </a:solidFill>
              </a:endParaRPr>
            </a:p>
          </p:txBody>
        </p:sp>
        <p:sp>
          <p:nvSpPr>
            <p:cNvPr id="14" name="流程图: 联系 2"/>
            <p:cNvSpPr/>
            <p:nvPr/>
          </p:nvSpPr>
          <p:spPr>
            <a:xfrm>
              <a:off x="2409665" y="939861"/>
              <a:ext cx="1914686" cy="2767416"/>
            </a:xfrm>
            <a:custGeom>
              <a:avLst/>
              <a:gdLst/>
              <a:ahLst/>
              <a:cxnLst/>
              <a:rect l="l" t="t" r="r" b="b"/>
              <a:pathLst>
                <a:path w="2680685" h="3874563">
                  <a:moveTo>
                    <a:pt x="1049911" y="1326547"/>
                  </a:moveTo>
                  <a:lnTo>
                    <a:pt x="1130886" y="1416545"/>
                  </a:lnTo>
                  <a:lnTo>
                    <a:pt x="1130989" y="1416517"/>
                  </a:lnTo>
                  <a:lnTo>
                    <a:pt x="1312935" y="1622593"/>
                  </a:lnTo>
                  <a:lnTo>
                    <a:pt x="1164126" y="2754124"/>
                  </a:lnTo>
                  <a:lnTo>
                    <a:pt x="1330469" y="3179256"/>
                  </a:lnTo>
                  <a:cubicBezTo>
                    <a:pt x="1393318" y="3185424"/>
                    <a:pt x="1456167" y="2747966"/>
                    <a:pt x="1519023" y="2754127"/>
                  </a:cubicBezTo>
                  <a:lnTo>
                    <a:pt x="1368996" y="1613275"/>
                  </a:lnTo>
                  <a:lnTo>
                    <a:pt x="1547978" y="1410556"/>
                  </a:lnTo>
                  <a:lnTo>
                    <a:pt x="1549687" y="1411027"/>
                  </a:lnTo>
                  <a:lnTo>
                    <a:pt x="1625697" y="1326547"/>
                  </a:lnTo>
                  <a:lnTo>
                    <a:pt x="1740228" y="1463512"/>
                  </a:lnTo>
                  <a:lnTo>
                    <a:pt x="2163777" y="1580180"/>
                  </a:lnTo>
                  <a:lnTo>
                    <a:pt x="2163105" y="1571541"/>
                  </a:lnTo>
                  <a:lnTo>
                    <a:pt x="2369061" y="1628276"/>
                  </a:lnTo>
                  <a:lnTo>
                    <a:pt x="2376321" y="1626429"/>
                  </a:lnTo>
                  <a:lnTo>
                    <a:pt x="2619825" y="2583371"/>
                  </a:lnTo>
                  <a:lnTo>
                    <a:pt x="2622880" y="2582594"/>
                  </a:lnTo>
                  <a:lnTo>
                    <a:pt x="2678814" y="2802409"/>
                  </a:lnTo>
                  <a:lnTo>
                    <a:pt x="2680685" y="2803247"/>
                  </a:lnTo>
                  <a:lnTo>
                    <a:pt x="2208786" y="3856531"/>
                  </a:lnTo>
                  <a:lnTo>
                    <a:pt x="2208786" y="3871389"/>
                  </a:lnTo>
                  <a:lnTo>
                    <a:pt x="2049180" y="3871389"/>
                  </a:lnTo>
                  <a:lnTo>
                    <a:pt x="2049443" y="3874563"/>
                  </a:lnTo>
                  <a:lnTo>
                    <a:pt x="648500" y="3874563"/>
                  </a:lnTo>
                  <a:lnTo>
                    <a:pt x="648762" y="3871389"/>
                  </a:lnTo>
                  <a:lnTo>
                    <a:pt x="456186" y="3871389"/>
                  </a:lnTo>
                  <a:lnTo>
                    <a:pt x="456186" y="3867966"/>
                  </a:lnTo>
                  <a:lnTo>
                    <a:pt x="0" y="2849753"/>
                  </a:lnTo>
                  <a:lnTo>
                    <a:pt x="1070" y="2845549"/>
                  </a:lnTo>
                  <a:lnTo>
                    <a:pt x="3080" y="2844648"/>
                  </a:lnTo>
                  <a:lnTo>
                    <a:pt x="1407" y="2844222"/>
                  </a:lnTo>
                  <a:lnTo>
                    <a:pt x="309256" y="1634409"/>
                  </a:lnTo>
                  <a:lnTo>
                    <a:pt x="492252" y="1583998"/>
                  </a:lnTo>
                  <a:lnTo>
                    <a:pt x="491584" y="1592643"/>
                  </a:lnTo>
                  <a:lnTo>
                    <a:pt x="927899" y="1472458"/>
                  </a:lnTo>
                  <a:close/>
                  <a:moveTo>
                    <a:pt x="1330482" y="0"/>
                  </a:moveTo>
                  <a:cubicBezTo>
                    <a:pt x="1677575" y="0"/>
                    <a:pt x="1958952" y="281376"/>
                    <a:pt x="1958952" y="628469"/>
                  </a:cubicBezTo>
                  <a:cubicBezTo>
                    <a:pt x="1958952" y="975562"/>
                    <a:pt x="1677575" y="1256939"/>
                    <a:pt x="1330482" y="1256939"/>
                  </a:cubicBezTo>
                  <a:cubicBezTo>
                    <a:pt x="983390" y="1256939"/>
                    <a:pt x="702013" y="975562"/>
                    <a:pt x="702013" y="628469"/>
                  </a:cubicBezTo>
                  <a:cubicBezTo>
                    <a:pt x="702013" y="281376"/>
                    <a:pt x="983390" y="0"/>
                    <a:pt x="133048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3A6B2"/>
                </a:solidFill>
              </a:endParaRPr>
            </a:p>
          </p:txBody>
        </p:sp>
        <p:sp>
          <p:nvSpPr>
            <p:cNvPr id="15" name="流程图: 联系 2"/>
            <p:cNvSpPr/>
            <p:nvPr/>
          </p:nvSpPr>
          <p:spPr>
            <a:xfrm>
              <a:off x="6133940" y="939861"/>
              <a:ext cx="1914686" cy="2767416"/>
            </a:xfrm>
            <a:custGeom>
              <a:avLst/>
              <a:gdLst/>
              <a:ahLst/>
              <a:cxnLst/>
              <a:rect l="l" t="t" r="r" b="b"/>
              <a:pathLst>
                <a:path w="2680685" h="3874563">
                  <a:moveTo>
                    <a:pt x="1049911" y="1326547"/>
                  </a:moveTo>
                  <a:lnTo>
                    <a:pt x="1130886" y="1416545"/>
                  </a:lnTo>
                  <a:lnTo>
                    <a:pt x="1130989" y="1416517"/>
                  </a:lnTo>
                  <a:lnTo>
                    <a:pt x="1312935" y="1622593"/>
                  </a:lnTo>
                  <a:lnTo>
                    <a:pt x="1164126" y="2754124"/>
                  </a:lnTo>
                  <a:lnTo>
                    <a:pt x="1330469" y="3179256"/>
                  </a:lnTo>
                  <a:cubicBezTo>
                    <a:pt x="1393318" y="3185424"/>
                    <a:pt x="1456167" y="2747966"/>
                    <a:pt x="1519023" y="2754127"/>
                  </a:cubicBezTo>
                  <a:lnTo>
                    <a:pt x="1368996" y="1613275"/>
                  </a:lnTo>
                  <a:lnTo>
                    <a:pt x="1547978" y="1410556"/>
                  </a:lnTo>
                  <a:lnTo>
                    <a:pt x="1549687" y="1411027"/>
                  </a:lnTo>
                  <a:lnTo>
                    <a:pt x="1625697" y="1326547"/>
                  </a:lnTo>
                  <a:lnTo>
                    <a:pt x="1740228" y="1463512"/>
                  </a:lnTo>
                  <a:lnTo>
                    <a:pt x="2163777" y="1580180"/>
                  </a:lnTo>
                  <a:lnTo>
                    <a:pt x="2163105" y="1571541"/>
                  </a:lnTo>
                  <a:lnTo>
                    <a:pt x="2369061" y="1628276"/>
                  </a:lnTo>
                  <a:lnTo>
                    <a:pt x="2376321" y="1626429"/>
                  </a:lnTo>
                  <a:lnTo>
                    <a:pt x="2619825" y="2583371"/>
                  </a:lnTo>
                  <a:lnTo>
                    <a:pt x="2622880" y="2582594"/>
                  </a:lnTo>
                  <a:lnTo>
                    <a:pt x="2678814" y="2802409"/>
                  </a:lnTo>
                  <a:lnTo>
                    <a:pt x="2680685" y="2803247"/>
                  </a:lnTo>
                  <a:lnTo>
                    <a:pt x="2208786" y="3856531"/>
                  </a:lnTo>
                  <a:lnTo>
                    <a:pt x="2208786" y="3871389"/>
                  </a:lnTo>
                  <a:lnTo>
                    <a:pt x="2049180" y="3871389"/>
                  </a:lnTo>
                  <a:lnTo>
                    <a:pt x="2049443" y="3874563"/>
                  </a:lnTo>
                  <a:lnTo>
                    <a:pt x="648500" y="3874563"/>
                  </a:lnTo>
                  <a:lnTo>
                    <a:pt x="648762" y="3871389"/>
                  </a:lnTo>
                  <a:lnTo>
                    <a:pt x="456186" y="3871389"/>
                  </a:lnTo>
                  <a:lnTo>
                    <a:pt x="456186" y="3867966"/>
                  </a:lnTo>
                  <a:lnTo>
                    <a:pt x="0" y="2849753"/>
                  </a:lnTo>
                  <a:lnTo>
                    <a:pt x="1070" y="2845549"/>
                  </a:lnTo>
                  <a:lnTo>
                    <a:pt x="3080" y="2844648"/>
                  </a:lnTo>
                  <a:lnTo>
                    <a:pt x="1407" y="2844222"/>
                  </a:lnTo>
                  <a:lnTo>
                    <a:pt x="309256" y="1634409"/>
                  </a:lnTo>
                  <a:lnTo>
                    <a:pt x="492252" y="1583998"/>
                  </a:lnTo>
                  <a:lnTo>
                    <a:pt x="491584" y="1592643"/>
                  </a:lnTo>
                  <a:lnTo>
                    <a:pt x="927899" y="1472458"/>
                  </a:lnTo>
                  <a:close/>
                  <a:moveTo>
                    <a:pt x="1330482" y="0"/>
                  </a:moveTo>
                  <a:cubicBezTo>
                    <a:pt x="1677575" y="0"/>
                    <a:pt x="1958952" y="281376"/>
                    <a:pt x="1958952" y="628469"/>
                  </a:cubicBezTo>
                  <a:cubicBezTo>
                    <a:pt x="1958952" y="975562"/>
                    <a:pt x="1677575" y="1256939"/>
                    <a:pt x="1330482" y="1256939"/>
                  </a:cubicBezTo>
                  <a:cubicBezTo>
                    <a:pt x="983390" y="1256939"/>
                    <a:pt x="702013" y="975562"/>
                    <a:pt x="702013" y="628469"/>
                  </a:cubicBezTo>
                  <a:cubicBezTo>
                    <a:pt x="702013" y="281376"/>
                    <a:pt x="983390" y="0"/>
                    <a:pt x="133048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3A6B2"/>
                </a:solidFill>
              </a:endParaRPr>
            </a:p>
          </p:txBody>
        </p:sp>
      </p:grpSp>
      <p:sp>
        <p:nvSpPr>
          <p:cNvPr id="16" name="矩形 25"/>
          <p:cNvSpPr/>
          <p:nvPr/>
        </p:nvSpPr>
        <p:spPr>
          <a:xfrm>
            <a:off x="4998666" y="1426600"/>
            <a:ext cx="394202" cy="359008"/>
          </a:xfrm>
          <a:custGeom>
            <a:avLst/>
            <a:gdLst/>
            <a:ahLst/>
            <a:cxnLst/>
            <a:rect l="l" t="t" r="r" b="b"/>
            <a:pathLst>
              <a:path w="4210679" h="4260850">
                <a:moveTo>
                  <a:pt x="83635" y="0"/>
                </a:moveTo>
                <a:lnTo>
                  <a:pt x="832931" y="0"/>
                </a:lnTo>
                <a:cubicBezTo>
                  <a:pt x="878523" y="0"/>
                  <a:pt x="915483" y="36960"/>
                  <a:pt x="915483" y="82552"/>
                </a:cubicBezTo>
                <a:lnTo>
                  <a:pt x="915483" y="412748"/>
                </a:lnTo>
                <a:cubicBezTo>
                  <a:pt x="915483" y="443274"/>
                  <a:pt x="898914" y="469930"/>
                  <a:pt x="873607" y="483053"/>
                </a:cubicBezTo>
                <a:lnTo>
                  <a:pt x="4210679" y="483053"/>
                </a:lnTo>
                <a:lnTo>
                  <a:pt x="4210679" y="1893780"/>
                </a:lnTo>
                <a:lnTo>
                  <a:pt x="1406022" y="2781301"/>
                </a:lnTo>
                <a:lnTo>
                  <a:pt x="4210679" y="2781301"/>
                </a:lnTo>
                <a:lnTo>
                  <a:pt x="4210679" y="3305175"/>
                </a:lnTo>
                <a:lnTo>
                  <a:pt x="3591246" y="3305175"/>
                </a:lnTo>
                <a:cubicBezTo>
                  <a:pt x="3812567" y="3348853"/>
                  <a:pt x="3979359" y="3544073"/>
                  <a:pt x="3979359" y="3778250"/>
                </a:cubicBezTo>
                <a:cubicBezTo>
                  <a:pt x="3979359" y="4044783"/>
                  <a:pt x="3763292" y="4260850"/>
                  <a:pt x="3496759" y="4260850"/>
                </a:cubicBezTo>
                <a:cubicBezTo>
                  <a:pt x="3230226" y="4260850"/>
                  <a:pt x="3014159" y="4044783"/>
                  <a:pt x="3014159" y="3778250"/>
                </a:cubicBezTo>
                <a:cubicBezTo>
                  <a:pt x="3014159" y="3544073"/>
                  <a:pt x="3180952" y="3348853"/>
                  <a:pt x="3402273" y="3305175"/>
                </a:cubicBezTo>
                <a:lnTo>
                  <a:pt x="1267146" y="3305175"/>
                </a:lnTo>
                <a:cubicBezTo>
                  <a:pt x="1488467" y="3348853"/>
                  <a:pt x="1655259" y="3544073"/>
                  <a:pt x="1655259" y="3778250"/>
                </a:cubicBezTo>
                <a:cubicBezTo>
                  <a:pt x="1655259" y="4044783"/>
                  <a:pt x="1439192" y="4260850"/>
                  <a:pt x="1172659" y="4260850"/>
                </a:cubicBezTo>
                <a:cubicBezTo>
                  <a:pt x="906126" y="4260850"/>
                  <a:pt x="690059" y="4044783"/>
                  <a:pt x="690059" y="3778250"/>
                </a:cubicBezTo>
                <a:cubicBezTo>
                  <a:pt x="690059" y="3544073"/>
                  <a:pt x="856851" y="3348853"/>
                  <a:pt x="1078173" y="3305175"/>
                </a:cubicBezTo>
                <a:lnTo>
                  <a:pt x="972633" y="3305175"/>
                </a:lnTo>
                <a:cubicBezTo>
                  <a:pt x="944058" y="3143250"/>
                  <a:pt x="972634" y="3276600"/>
                  <a:pt x="963109" y="2781300"/>
                </a:cubicBezTo>
                <a:cubicBezTo>
                  <a:pt x="451270" y="464482"/>
                  <a:pt x="618551" y="1241439"/>
                  <a:pt x="451247" y="494159"/>
                </a:cubicBezTo>
                <a:lnTo>
                  <a:pt x="36010" y="492918"/>
                </a:lnTo>
                <a:cubicBezTo>
                  <a:pt x="-9582" y="492918"/>
                  <a:pt x="1083" y="489297"/>
                  <a:pt x="1083" y="443705"/>
                </a:cubicBezTo>
                <a:lnTo>
                  <a:pt x="1083" y="82552"/>
                </a:lnTo>
                <a:cubicBezTo>
                  <a:pt x="1083" y="36960"/>
                  <a:pt x="38043" y="0"/>
                  <a:pt x="836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20"/>
          <p:cNvSpPr txBox="1"/>
          <p:nvPr/>
        </p:nvSpPr>
        <p:spPr>
          <a:xfrm>
            <a:off x="907976" y="292746"/>
            <a:ext cx="318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在此填入合适的内容</a:t>
            </a:r>
            <a:endParaRPr lang="zh-CN" altLang="en-US" sz="2400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8206" y="317090"/>
            <a:ext cx="412955" cy="412955"/>
          </a:xfrm>
          <a:prstGeom prst="rect">
            <a:avLst/>
          </a:prstGeom>
          <a:solidFill>
            <a:srgbClr val="19B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gency FB" panose="020B0503020202020204" pitchFamily="34" charset="0"/>
              </a:rPr>
              <a:t>04</a:t>
            </a:r>
            <a:endParaRPr lang="zh-CN" altLang="en-US" sz="2000" dirty="0">
              <a:latin typeface="Agency FB" panose="020B0503020202020204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489402" y="744794"/>
            <a:ext cx="7256207" cy="0"/>
          </a:xfrm>
          <a:prstGeom prst="line">
            <a:avLst/>
          </a:prstGeom>
          <a:ln w="127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多边形: 形状 25"/>
          <p:cNvSpPr/>
          <p:nvPr/>
        </p:nvSpPr>
        <p:spPr>
          <a:xfrm>
            <a:off x="859155" y="691470"/>
            <a:ext cx="640080" cy="57208"/>
          </a:xfrm>
          <a:custGeom>
            <a:avLst/>
            <a:gdLst>
              <a:gd name="connsiteX0" fmla="*/ 0 w 640080"/>
              <a:gd name="connsiteY0" fmla="*/ 34335 h 57208"/>
              <a:gd name="connsiteX1" fmla="*/ 121920 w 640080"/>
              <a:gd name="connsiteY1" fmla="*/ 5760 h 57208"/>
              <a:gd name="connsiteX2" fmla="*/ 169545 w 640080"/>
              <a:gd name="connsiteY2" fmla="*/ 57195 h 57208"/>
              <a:gd name="connsiteX3" fmla="*/ 287655 w 640080"/>
              <a:gd name="connsiteY3" fmla="*/ 45 h 57208"/>
              <a:gd name="connsiteX4" fmla="*/ 392430 w 640080"/>
              <a:gd name="connsiteY4" fmla="*/ 47670 h 57208"/>
              <a:gd name="connsiteX5" fmla="*/ 640080 w 640080"/>
              <a:gd name="connsiteY5" fmla="*/ 51480 h 5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080" h="57208">
                <a:moveTo>
                  <a:pt x="0" y="34335"/>
                </a:moveTo>
                <a:cubicBezTo>
                  <a:pt x="46831" y="18142"/>
                  <a:pt x="93663" y="1950"/>
                  <a:pt x="121920" y="5760"/>
                </a:cubicBezTo>
                <a:cubicBezTo>
                  <a:pt x="150177" y="9570"/>
                  <a:pt x="141923" y="58147"/>
                  <a:pt x="169545" y="57195"/>
                </a:cubicBezTo>
                <a:cubicBezTo>
                  <a:pt x="197167" y="56243"/>
                  <a:pt x="250508" y="1632"/>
                  <a:pt x="287655" y="45"/>
                </a:cubicBezTo>
                <a:cubicBezTo>
                  <a:pt x="324802" y="-1542"/>
                  <a:pt x="333693" y="39098"/>
                  <a:pt x="392430" y="47670"/>
                </a:cubicBezTo>
                <a:cubicBezTo>
                  <a:pt x="451168" y="56243"/>
                  <a:pt x="545624" y="53861"/>
                  <a:pt x="640080" y="51480"/>
                </a:cubicBezTo>
              </a:path>
            </a:pathLst>
          </a:custGeom>
          <a:noFill/>
          <a:ln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22" y="-130706"/>
            <a:ext cx="1620949" cy="116978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011" y="1000298"/>
            <a:ext cx="2168795" cy="151906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776" y="2776830"/>
            <a:ext cx="2168795" cy="1581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2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2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2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22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2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2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 animBg="1"/>
      <p:bldP spid="10" grpId="0" animBg="1"/>
      <p:bldP spid="16" grpId="0" animBg="1"/>
      <p:bldP spid="19" grpId="0"/>
      <p:bldP spid="20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773" y="0"/>
            <a:ext cx="7641765" cy="504031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837" y="-794"/>
            <a:ext cx="5609967" cy="504031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6193742" cy="5040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9053" y="963827"/>
            <a:ext cx="7112000" cy="2983207"/>
          </a:xfrm>
          <a:prstGeom prst="rect">
            <a:avLst/>
          </a:prstGeom>
          <a:noFill/>
          <a:ln w="38100">
            <a:solidFill>
              <a:srgbClr val="19B4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40438" y="2213235"/>
            <a:ext cx="4020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汇报完毕 感谢聆听</a:t>
            </a:r>
            <a:endParaRPr lang="zh-CN" altLang="en-US" sz="3600" b="1" dirty="0"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35940" y="2877385"/>
            <a:ext cx="521435" cy="0"/>
          </a:xfrm>
          <a:prstGeom prst="line">
            <a:avLst/>
          </a:prstGeom>
          <a:ln w="25400">
            <a:solidFill>
              <a:srgbClr val="19B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252198" y="2959416"/>
            <a:ext cx="49276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Lorem ipsum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dolir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sit,consectetur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adipiscing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elit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Ut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eff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citur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ipsum vitae </a:t>
            </a:r>
            <a:endParaRPr lang="en-US" altLang="zh-CN" sz="950" dirty="0">
              <a:solidFill>
                <a:srgbClr val="53585F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  <a:p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tortor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accumsan,a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pulvinar lorem </a:t>
            </a:r>
            <a:r>
              <a:rPr lang="en-US" altLang="zh-CN" sz="950" dirty="0" err="1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lacinina</a:t>
            </a:r>
            <a:r>
              <a:rPr lang="en-US" altLang="zh-CN" sz="950" dirty="0">
                <a:solidFill>
                  <a:srgbClr val="53585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.</a:t>
            </a:r>
            <a:endParaRPr lang="zh-CN" altLang="en-US" sz="950" dirty="0">
              <a:solidFill>
                <a:srgbClr val="53585F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14098" y="3439476"/>
            <a:ext cx="4927622" cy="26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汇报</a:t>
            </a:r>
            <a:r>
              <a:rPr lang="zh-CN" altLang="en-US" sz="1150" dirty="0" smtClean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人：今日双鸭山   日期</a:t>
            </a:r>
            <a:r>
              <a:rPr lang="zh-CN" altLang="en-US" sz="1150" dirty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：</a:t>
            </a:r>
            <a:r>
              <a:rPr lang="en-US" altLang="zh-CN" sz="1150" dirty="0" smtClean="0">
                <a:solidFill>
                  <a:srgbClr val="19B49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2030.12.12</a:t>
            </a:r>
            <a:endParaRPr lang="zh-CN" altLang="en-US" sz="1150" dirty="0">
              <a:solidFill>
                <a:srgbClr val="19B49B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627239" y="1119224"/>
            <a:ext cx="0" cy="54193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36" y="1130980"/>
            <a:ext cx="3635168" cy="1205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99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99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41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11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7" grpId="0"/>
      <p:bldP spid="18" grpId="0"/>
    </p:bldLst>
  </p:timing>
</p:sld>
</file>

<file path=ppt/tags/tag1.xml><?xml version="1.0" encoding="utf-8"?>
<p:tagLst xmlns:p="http://schemas.openxmlformats.org/presentationml/2006/main">
  <p:tag name="ISPRING_PRESENTATION_TITLE" val="6"/>
</p:tagLst>
</file>

<file path=ppt/theme/theme1.xml><?xml version="1.0" encoding="utf-8"?>
<a:theme xmlns:a="http://schemas.openxmlformats.org/drawingml/2006/main" name="第一PPT，www.1ppt.com">
  <a:themeElements>
    <a:clrScheme name="自定义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E98A8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3723</Words>
  <Application>WPS 演示</Application>
  <PresentationFormat>自定义</PresentationFormat>
  <Paragraphs>353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5" baseType="lpstr">
      <vt:lpstr>Arial</vt:lpstr>
      <vt:lpstr>宋体</vt:lpstr>
      <vt:lpstr>Wingdings</vt:lpstr>
      <vt:lpstr>Agency FB</vt:lpstr>
      <vt:lpstr>Trebuchet MS</vt:lpstr>
      <vt:lpstr>方正兰亭准黑_GBK</vt:lpstr>
      <vt:lpstr>微软雅黑</vt:lpstr>
      <vt:lpstr>★懐風体</vt:lpstr>
      <vt:lpstr>思源黑体 CN Medium</vt:lpstr>
      <vt:lpstr>黑体</vt:lpstr>
      <vt:lpstr>方正兰亭纤黑_GBK</vt:lpstr>
      <vt:lpstr>DFGothic-EB</vt:lpstr>
      <vt:lpstr>MS UI Gothic</vt:lpstr>
      <vt:lpstr>Calibri</vt:lpstr>
      <vt:lpstr>Arial Unicode MS</vt:lpstr>
      <vt:lpstr>等线 Light</vt:lpstr>
      <vt:lpstr>Calibri Light</vt:lpstr>
      <vt:lpstr>等线</vt:lpstr>
      <vt:lpstr>迷你简粗倩</vt:lpstr>
      <vt:lpstr>Arial Narrow</vt:lpstr>
      <vt:lpstr>方正兰亭中粗黑_GBK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简洁工作总结计划</dc:title>
  <dc:creator>第一PPT</dc:creator>
  <cp:keywords>www.1ppt.com</cp:keywords>
  <dc:description>www.1ppt.com</dc:description>
  <cp:lastModifiedBy>Lio</cp:lastModifiedBy>
  <cp:revision>85</cp:revision>
  <dcterms:created xsi:type="dcterms:W3CDTF">2017-08-07T14:44:00Z</dcterms:created>
  <dcterms:modified xsi:type="dcterms:W3CDTF">2021-05-25T04:09:58Z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7332BC598EE24E72A17896C42C90B8BF</vt:lpwstr>
  </property>
  <property fmtid="{D5CDD505-2E9C-101B-9397-08002B2CF9AE}" pid="3" name="KSOProductBuildVer">
    <vt:lpwstr>2052-11.1.0.10495</vt:lpwstr>
  </property>
</Properties>
</file>